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Fira Sans Extra Condensed"/>
      <p:regular r:id="rId30"/>
      <p:bold r:id="rId31"/>
      <p:italic r:id="rId32"/>
      <p:boldItalic r:id="rId33"/>
    </p:embeddedFont>
    <p:embeddedFont>
      <p:font typeface="Fira Sans Extra Condensed SemiBold"/>
      <p:regular r:id="rId34"/>
      <p:bold r:id="rId35"/>
      <p:italic r:id="rId36"/>
      <p:boldItalic r:id="rId37"/>
    </p:embeddedFont>
    <p:embeddedFont>
      <p:font typeface="Comfortaa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221AD0-08AB-4916-B65B-D911F899610C}">
  <a:tblStyle styleId="{E6221AD0-08AB-4916-B65B-D911F89961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-bold.fntdata"/><Relationship Id="rId30" Type="http://schemas.openxmlformats.org/officeDocument/2006/relationships/font" Target="fonts/FiraSansExtraCondensed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-boldItalic.fnt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-italic.fntdata"/><Relationship Id="rId13" Type="http://schemas.openxmlformats.org/officeDocument/2006/relationships/slide" Target="slides/slide8.xml"/><Relationship Id="rId35" Type="http://schemas.openxmlformats.org/officeDocument/2006/relationships/font" Target="fonts/FiraSansExtraCondensedSemiBold-bold.fntdata"/><Relationship Id="rId12" Type="http://schemas.openxmlformats.org/officeDocument/2006/relationships/slide" Target="slides/slide7.xml"/><Relationship Id="rId34" Type="http://schemas.openxmlformats.org/officeDocument/2006/relationships/font" Target="fonts/FiraSansExtraCondensed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FiraSansExtraCondensed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FiraSansExtraCondensed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Comfortaa-bold.fntdata"/><Relationship Id="rId16" Type="http://schemas.openxmlformats.org/officeDocument/2006/relationships/slide" Target="slides/slide11.xml"/><Relationship Id="rId38" Type="http://schemas.openxmlformats.org/officeDocument/2006/relationships/font" Target="fonts/Comfortaa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dcb566e1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dcb566e1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a5d21563a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a5d21563a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f2006137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f2006137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f2006137d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f2006137d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ba5d21563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ba5d21563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ba5d21563a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ba5d21563a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f2006137d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f2006137d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ba5d21563a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ba5d21563a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f2006137d2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f2006137d2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f2006137d2_1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1f2006137d2_1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f2006137d2_1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f2006137d2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ba5d21563a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ba5d21563a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ba5d21563a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ba5d21563a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ba5d21563a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ba5d21563a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1f2006137d2_1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1f2006137d2_1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1f2006137d2_1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f2006137d2_1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f2006137d2_1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f2006137d2_1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1f2006137d2_1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1f2006137d2_1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ba5d21563a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ba5d21563a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1f0a5a64720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1f0a5a64720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0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Regressão Logística</a:t>
            </a:r>
            <a:endParaRPr/>
          </a:p>
        </p:txBody>
      </p:sp>
      <p:grpSp>
        <p:nvGrpSpPr>
          <p:cNvPr id="43" name="Google Shape;43;p13"/>
          <p:cNvGrpSpPr/>
          <p:nvPr/>
        </p:nvGrpSpPr>
        <p:grpSpPr>
          <a:xfrm>
            <a:off x="457194" y="411475"/>
            <a:ext cx="4385617" cy="4733627"/>
            <a:chOff x="457194" y="411475"/>
            <a:chExt cx="4385617" cy="4733627"/>
          </a:xfrm>
        </p:grpSpPr>
        <p:sp>
          <p:nvSpPr>
            <p:cNvPr id="44" name="Google Shape;44;p13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13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46" name="Google Shape;46;p13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rect b="b" l="l" r="r" t="t"/>
                <a:pathLst>
                  <a:path extrusionOk="0" h="28156" w="51436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13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13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13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rect b="b" l="l" r="r" t="t"/>
                <a:pathLst>
                  <a:path extrusionOk="0" fill="none" h="16267" w="3707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rect b="b" l="l" r="r" t="t"/>
                <a:pathLst>
                  <a:path extrusionOk="0" fill="none" h="18780" w="2215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rect b="b" l="l" r="r" t="t"/>
                <a:pathLst>
                  <a:path extrusionOk="0" fill="none" h="2588" w="1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rect b="b" l="l" r="r" t="t"/>
                <a:pathLst>
                  <a:path extrusionOk="0" fill="none" h="6418" w="1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rect b="b" l="l" r="r" t="t"/>
                <a:pathLst>
                  <a:path extrusionOk="0" fill="none" h="24675" w="2214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rect b="b" l="l" r="r" t="t"/>
                <a:pathLst>
                  <a:path extrusionOk="0" h="9304" w="9602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rect b="b" l="l" r="r" t="t"/>
                <a:pathLst>
                  <a:path extrusionOk="0" h="11790" w="14004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rect b="b" l="l" r="r" t="t"/>
                <a:pathLst>
                  <a:path extrusionOk="0" h="9328" w="9602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rect b="b" l="l" r="r" t="t"/>
                <a:pathLst>
                  <a:path extrusionOk="0" h="11816" w="14004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rect b="b" l="l" r="r" t="t"/>
                <a:pathLst>
                  <a:path extrusionOk="0" h="11816" w="14029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rect b="b" l="l" r="r" t="t"/>
                <a:pathLst>
                  <a:path extrusionOk="0" h="11790" w="14029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rect b="b" l="l" r="r" t="t"/>
                <a:pathLst>
                  <a:path extrusionOk="0" h="9304" w="9577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rect b="b" l="l" r="r" t="t"/>
                <a:pathLst>
                  <a:path extrusionOk="0" h="9328" w="9577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rect b="b" l="l" r="r" t="t"/>
                <a:pathLst>
                  <a:path extrusionOk="0" h="28156" w="51437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rect b="b" l="l" r="r" t="t"/>
                <a:pathLst>
                  <a:path extrusionOk="0" h="67380" w="16478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rect b="b" l="l" r="r" t="t"/>
                <a:pathLst>
                  <a:path extrusionOk="0" h="95436" w="6738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rect b="b" l="l" r="r" t="t"/>
                <a:pathLst>
                  <a:path extrusionOk="0" h="20820" w="6343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rect b="b" l="l" r="r" t="t"/>
                <a:pathLst>
                  <a:path extrusionOk="0" h="20820" w="6368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rect b="b" l="l" r="r" t="t"/>
                <a:pathLst>
                  <a:path extrusionOk="0" h="22511" w="45965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rect b="b" l="l" r="r" t="t"/>
                <a:pathLst>
                  <a:path extrusionOk="0" h="35843" w="51512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rect b="b" l="l" r="r" t="t"/>
                <a:pathLst>
                  <a:path extrusionOk="0" h="22361" w="20421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rect b="b" l="l" r="r" t="t"/>
                <a:pathLst>
                  <a:path extrusionOk="0" h="18656" w="14203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rect b="b" l="l" r="r" t="t"/>
                <a:pathLst>
                  <a:path extrusionOk="0" h="18656" w="14179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rect b="b" l="l" r="r" t="t"/>
                <a:pathLst>
                  <a:path extrusionOk="0" h="22361" w="20422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rect b="b" l="l" r="r" t="t"/>
                <a:pathLst>
                  <a:path extrusionOk="0" fill="none" h="15024" w="5573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rect b="b" l="l" r="r" t="t"/>
                <a:pathLst>
                  <a:path extrusionOk="0" fill="none" h="3061" w="3061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rect b="b" l="l" r="r" t="t"/>
                <a:pathLst>
                  <a:path extrusionOk="0" fill="none" h="4528" w="523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rect b="b" l="l" r="r" t="t"/>
                <a:pathLst>
                  <a:path extrusionOk="0" fill="none" h="19676" w="6144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rect b="b" l="l" r="r" t="t"/>
                <a:pathLst>
                  <a:path extrusionOk="0" fill="none" h="3036" w="306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rect b="b" l="l" r="r" t="t"/>
                <a:pathLst>
                  <a:path extrusionOk="0" fill="none" h="21068" w="6144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rect b="b" l="l" r="r" t="t"/>
                <a:pathLst>
                  <a:path extrusionOk="0" fill="none" h="16267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rect b="b" l="l" r="r" t="t"/>
                <a:pathLst>
                  <a:path extrusionOk="0" fill="none" h="4528" w="498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rect b="b" l="l" r="r" t="t"/>
                <a:pathLst>
                  <a:path extrusionOk="0" fill="none" h="17114" w="5026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rect b="b" l="l" r="r" t="t"/>
                <a:pathLst>
                  <a:path extrusionOk="0" h="24475" w="24451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rect b="b" l="l" r="r" t="t"/>
                <a:pathLst>
                  <a:path extrusionOk="0" h="21043" w="21067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rect b="b" l="l" r="r" t="t"/>
                <a:pathLst>
                  <a:path extrusionOk="0" h="24475" w="1693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rect b="b" l="l" r="r" t="t"/>
                <a:pathLst>
                  <a:path extrusionOk="0" h="5548" w="4751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rect b="b" l="l" r="r" t="t"/>
                <a:pathLst>
                  <a:path extrusionOk="0" h="5299" w="3956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rect b="b" l="l" r="r" t="t"/>
                <a:pathLst>
                  <a:path extrusionOk="0" h="5424" w="4478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rect b="b" l="l" r="r" t="t"/>
                <a:pathLst>
                  <a:path extrusionOk="0" fill="none" h="5622" w="4677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rect b="b" l="l" r="r" t="t"/>
                <a:pathLst>
                  <a:path extrusionOk="0" h="24003" w="2455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rect b="b" l="l" r="r" t="t"/>
                <a:pathLst>
                  <a:path extrusionOk="0" h="18630" w="19054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rect b="b" l="l" r="r" t="t"/>
                <a:pathLst>
                  <a:path extrusionOk="0" h="33654" w="33678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rect b="b" l="l" r="r" t="t"/>
                <a:pathLst>
                  <a:path extrusionOk="0" h="22834" w="22809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rect b="b" l="l" r="r" t="t"/>
                <a:pathLst>
                  <a:path extrusionOk="0" fill="none" h="3061" w="3035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rect b="b" l="l" r="r" t="t"/>
                <a:pathLst>
                  <a:path extrusionOk="0" fill="none" h="23505" w="6145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rect b="b" l="l" r="r" t="t"/>
                <a:pathLst>
                  <a:path extrusionOk="0" fill="none" h="15894" w="2215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rect b="b" l="l" r="r" t="t"/>
                <a:pathLst>
                  <a:path extrusionOk="0" fill="none" h="1518" w="1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rect b="b" l="l" r="r" t="t"/>
                <a:pathLst>
                  <a:path extrusionOk="0" fill="none" h="15024" w="5572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rect b="b" l="l" r="r" t="t"/>
                <a:pathLst>
                  <a:path extrusionOk="0" fill="none" h="3035" w="3061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B1B2B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rect b="b" l="l" r="r" t="t"/>
                <a:pathLst>
                  <a:path extrusionOk="0" fill="none" h="27261" w="996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rect b="b" l="l" r="r" t="t"/>
                <a:pathLst>
                  <a:path extrusionOk="0" fill="none" h="9228" w="523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rect b="b" l="l" r="r" t="t"/>
                <a:pathLst>
                  <a:path extrusionOk="0" fill="none" h="2538" w="1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rect b="b" l="l" r="r" t="t"/>
                <a:pathLst>
                  <a:path extrusionOk="0" h="41837" w="24699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rect b="b" l="l" r="r" t="t"/>
                <a:pathLst>
                  <a:path extrusionOk="0" h="33405" w="622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rect b="b" l="l" r="r" t="t"/>
                <a:pathLst>
                  <a:path extrusionOk="0" h="474" w="4652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rect b="b" l="l" r="r" t="t"/>
                <a:pathLst>
                  <a:path extrusionOk="0" h="6741" w="4552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rect b="b" l="l" r="r" t="t"/>
                <a:pathLst>
                  <a:path extrusionOk="0" h="15173" w="23232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rect b="b" l="l" r="r" t="t"/>
                <a:pathLst>
                  <a:path extrusionOk="0" h="6990" w="23232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rect b="b" l="l" r="r" t="t"/>
                <a:pathLst>
                  <a:path extrusionOk="0" h="11044" w="11691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rect b="b" l="l" r="r" t="t"/>
                <a:pathLst>
                  <a:path extrusionOk="0" h="1021" w="21341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rect b="b" l="l" r="r" t="t"/>
                <a:pathLst>
                  <a:path extrusionOk="0" h="40269" w="60291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rect b="b" l="l" r="r" t="t"/>
                <a:pathLst>
                  <a:path extrusionOk="0" h="32236" w="56163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rect b="b" l="l" r="r" t="t"/>
                <a:pathLst>
                  <a:path extrusionOk="0" h="3035" w="56163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rect b="b" l="l" r="r" t="t"/>
                <a:pathLst>
                  <a:path extrusionOk="0" h="822" w="56163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rect b="b" l="l" r="r" t="t"/>
                <a:pathLst>
                  <a:path extrusionOk="0" h="797" w="56163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rect b="b" l="l" r="r" t="t"/>
                <a:pathLst>
                  <a:path extrusionOk="0" h="14228" w="18879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rect b="b" l="l" r="r" t="t"/>
                <a:pathLst>
                  <a:path extrusionOk="0" h="549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rect b="b" l="l" r="r" t="t"/>
                <a:pathLst>
                  <a:path extrusionOk="0" h="549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rect b="b" l="l" r="r" t="t"/>
                <a:pathLst>
                  <a:path extrusionOk="0" h="549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rect b="b" l="l" r="r" t="t"/>
                <a:pathLst>
                  <a:path extrusionOk="0" h="523" w="2072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rect b="b" l="l" r="r" t="t"/>
                <a:pathLst>
                  <a:path extrusionOk="0" h="548" w="2072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rect b="b" l="l" r="r" t="t"/>
                <a:pathLst>
                  <a:path extrusionOk="0" h="12462" w="19899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rect b="b" l="l" r="r" t="t"/>
                <a:pathLst>
                  <a:path extrusionOk="0" h="7462" w="5871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rect b="b" l="l" r="r" t="t"/>
                <a:pathLst>
                  <a:path extrusionOk="0" h="14526" w="23207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rect b="b" l="l" r="r" t="t"/>
                <a:pathLst>
                  <a:path extrusionOk="0" h="8706" w="6866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rect b="b" l="l" r="r" t="t"/>
                <a:pathLst>
                  <a:path extrusionOk="0" h="897" w="17287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rect b="b" l="l" r="r" t="t"/>
                <a:pathLst>
                  <a:path extrusionOk="0" h="897" w="8333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rect b="b" l="l" r="r" t="t"/>
                <a:pathLst>
                  <a:path extrusionOk="0" h="921" w="8333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rect b="b" l="l" r="r" t="t"/>
                <a:pathLst>
                  <a:path extrusionOk="0" h="897" w="6542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rect b="b" l="l" r="r" t="t"/>
                <a:pathLst>
                  <a:path extrusionOk="0" h="921" w="6542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rect b="b" l="l" r="r" t="t"/>
                <a:pathLst>
                  <a:path extrusionOk="0" h="896" w="17287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rect b="b" l="l" r="r" t="t"/>
                <a:pathLst>
                  <a:path extrusionOk="0" fill="none" h="3035" w="3036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rect b="b" l="l" r="r" t="t"/>
                <a:pathLst>
                  <a:path extrusionOk="0" fill="none" h="7637" w="1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rect b="b" l="l" r="r" t="t"/>
                <a:pathLst>
                  <a:path extrusionOk="0" fill="none" h="2663" w="1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13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3"/>
          <p:cNvSpPr txBox="1"/>
          <p:nvPr/>
        </p:nvSpPr>
        <p:spPr>
          <a:xfrm>
            <a:off x="6105525" y="3562950"/>
            <a:ext cx="2581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Professor: Gabriel Oliveira Assunção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classificação</a:t>
            </a:r>
            <a:endParaRPr/>
          </a:p>
        </p:txBody>
      </p:sp>
      <p:grpSp>
        <p:nvGrpSpPr>
          <p:cNvPr id="232" name="Google Shape;232;p14"/>
          <p:cNvGrpSpPr/>
          <p:nvPr/>
        </p:nvGrpSpPr>
        <p:grpSpPr>
          <a:xfrm>
            <a:off x="414554" y="1509185"/>
            <a:ext cx="2653421" cy="2696472"/>
            <a:chOff x="3525722" y="1985800"/>
            <a:chExt cx="2702609" cy="2746178"/>
          </a:xfrm>
        </p:grpSpPr>
        <p:sp>
          <p:nvSpPr>
            <p:cNvPr id="233" name="Google Shape;233;p14"/>
            <p:cNvSpPr/>
            <p:nvPr/>
          </p:nvSpPr>
          <p:spPr>
            <a:xfrm>
              <a:off x="5442457" y="4676877"/>
              <a:ext cx="683885" cy="51372"/>
            </a:xfrm>
            <a:custGeom>
              <a:rect b="b" l="l" r="r" t="t"/>
              <a:pathLst>
                <a:path extrusionOk="0" h="1447" w="19263">
                  <a:moveTo>
                    <a:pt x="8650" y="0"/>
                  </a:moveTo>
                  <a:lnTo>
                    <a:pt x="7692" y="10"/>
                  </a:lnTo>
                  <a:lnTo>
                    <a:pt x="6763" y="29"/>
                  </a:lnTo>
                  <a:lnTo>
                    <a:pt x="5882" y="58"/>
                  </a:lnTo>
                  <a:lnTo>
                    <a:pt x="5039" y="86"/>
                  </a:lnTo>
                  <a:lnTo>
                    <a:pt x="4244" y="125"/>
                  </a:lnTo>
                  <a:lnTo>
                    <a:pt x="3506" y="163"/>
                  </a:lnTo>
                  <a:lnTo>
                    <a:pt x="2826" y="211"/>
                  </a:lnTo>
                  <a:lnTo>
                    <a:pt x="2204" y="259"/>
                  </a:lnTo>
                  <a:lnTo>
                    <a:pt x="1648" y="316"/>
                  </a:lnTo>
                  <a:lnTo>
                    <a:pt x="1160" y="374"/>
                  </a:lnTo>
                  <a:lnTo>
                    <a:pt x="757" y="441"/>
                  </a:lnTo>
                  <a:lnTo>
                    <a:pt x="432" y="508"/>
                  </a:lnTo>
                  <a:lnTo>
                    <a:pt x="307" y="536"/>
                  </a:lnTo>
                  <a:lnTo>
                    <a:pt x="202" y="575"/>
                  </a:lnTo>
                  <a:lnTo>
                    <a:pt x="116" y="613"/>
                  </a:lnTo>
                  <a:lnTo>
                    <a:pt x="49" y="642"/>
                  </a:lnTo>
                  <a:lnTo>
                    <a:pt x="10" y="680"/>
                  </a:lnTo>
                  <a:lnTo>
                    <a:pt x="1" y="699"/>
                  </a:lnTo>
                  <a:lnTo>
                    <a:pt x="1" y="718"/>
                  </a:lnTo>
                  <a:lnTo>
                    <a:pt x="1" y="738"/>
                  </a:lnTo>
                  <a:lnTo>
                    <a:pt x="10" y="757"/>
                  </a:lnTo>
                  <a:lnTo>
                    <a:pt x="49" y="795"/>
                  </a:lnTo>
                  <a:lnTo>
                    <a:pt x="116" y="833"/>
                  </a:lnTo>
                  <a:lnTo>
                    <a:pt x="202" y="862"/>
                  </a:lnTo>
                  <a:lnTo>
                    <a:pt x="307" y="900"/>
                  </a:lnTo>
                  <a:lnTo>
                    <a:pt x="432" y="939"/>
                  </a:lnTo>
                  <a:lnTo>
                    <a:pt x="757" y="1006"/>
                  </a:lnTo>
                  <a:lnTo>
                    <a:pt x="1160" y="1063"/>
                  </a:lnTo>
                  <a:lnTo>
                    <a:pt x="1648" y="1121"/>
                  </a:lnTo>
                  <a:lnTo>
                    <a:pt x="2204" y="1178"/>
                  </a:lnTo>
                  <a:lnTo>
                    <a:pt x="2826" y="1236"/>
                  </a:lnTo>
                  <a:lnTo>
                    <a:pt x="3506" y="1274"/>
                  </a:lnTo>
                  <a:lnTo>
                    <a:pt x="4244" y="1322"/>
                  </a:lnTo>
                  <a:lnTo>
                    <a:pt x="5039" y="1360"/>
                  </a:lnTo>
                  <a:lnTo>
                    <a:pt x="5882" y="1389"/>
                  </a:lnTo>
                  <a:lnTo>
                    <a:pt x="6763" y="1408"/>
                  </a:lnTo>
                  <a:lnTo>
                    <a:pt x="7692" y="1427"/>
                  </a:lnTo>
                  <a:lnTo>
                    <a:pt x="8650" y="1437"/>
                  </a:lnTo>
                  <a:lnTo>
                    <a:pt x="9627" y="1446"/>
                  </a:lnTo>
                  <a:lnTo>
                    <a:pt x="10613" y="1437"/>
                  </a:lnTo>
                  <a:lnTo>
                    <a:pt x="11571" y="1427"/>
                  </a:lnTo>
                  <a:lnTo>
                    <a:pt x="12491" y="1408"/>
                  </a:lnTo>
                  <a:lnTo>
                    <a:pt x="13381" y="1389"/>
                  </a:lnTo>
                  <a:lnTo>
                    <a:pt x="14224" y="1360"/>
                  </a:lnTo>
                  <a:lnTo>
                    <a:pt x="15019" y="1322"/>
                  </a:lnTo>
                  <a:lnTo>
                    <a:pt x="15757" y="1274"/>
                  </a:lnTo>
                  <a:lnTo>
                    <a:pt x="16437" y="1236"/>
                  </a:lnTo>
                  <a:lnTo>
                    <a:pt x="17059" y="1178"/>
                  </a:lnTo>
                  <a:lnTo>
                    <a:pt x="17615" y="1121"/>
                  </a:lnTo>
                  <a:lnTo>
                    <a:pt x="18094" y="1063"/>
                  </a:lnTo>
                  <a:lnTo>
                    <a:pt x="18506" y="1006"/>
                  </a:lnTo>
                  <a:lnTo>
                    <a:pt x="18831" y="939"/>
                  </a:lnTo>
                  <a:lnTo>
                    <a:pt x="18956" y="900"/>
                  </a:lnTo>
                  <a:lnTo>
                    <a:pt x="19061" y="862"/>
                  </a:lnTo>
                  <a:lnTo>
                    <a:pt x="19147" y="833"/>
                  </a:lnTo>
                  <a:lnTo>
                    <a:pt x="19214" y="795"/>
                  </a:lnTo>
                  <a:lnTo>
                    <a:pt x="19243" y="757"/>
                  </a:lnTo>
                  <a:lnTo>
                    <a:pt x="19253" y="738"/>
                  </a:lnTo>
                  <a:lnTo>
                    <a:pt x="19262" y="718"/>
                  </a:lnTo>
                  <a:lnTo>
                    <a:pt x="19253" y="699"/>
                  </a:lnTo>
                  <a:lnTo>
                    <a:pt x="19243" y="680"/>
                  </a:lnTo>
                  <a:lnTo>
                    <a:pt x="19214" y="642"/>
                  </a:lnTo>
                  <a:lnTo>
                    <a:pt x="19147" y="613"/>
                  </a:lnTo>
                  <a:lnTo>
                    <a:pt x="19061" y="575"/>
                  </a:lnTo>
                  <a:lnTo>
                    <a:pt x="18956" y="536"/>
                  </a:lnTo>
                  <a:lnTo>
                    <a:pt x="18831" y="508"/>
                  </a:lnTo>
                  <a:lnTo>
                    <a:pt x="18506" y="441"/>
                  </a:lnTo>
                  <a:lnTo>
                    <a:pt x="18094" y="374"/>
                  </a:lnTo>
                  <a:lnTo>
                    <a:pt x="17615" y="316"/>
                  </a:lnTo>
                  <a:lnTo>
                    <a:pt x="17059" y="259"/>
                  </a:lnTo>
                  <a:lnTo>
                    <a:pt x="16437" y="211"/>
                  </a:lnTo>
                  <a:lnTo>
                    <a:pt x="15757" y="163"/>
                  </a:lnTo>
                  <a:lnTo>
                    <a:pt x="15019" y="125"/>
                  </a:lnTo>
                  <a:lnTo>
                    <a:pt x="14224" y="86"/>
                  </a:lnTo>
                  <a:lnTo>
                    <a:pt x="13381" y="58"/>
                  </a:lnTo>
                  <a:lnTo>
                    <a:pt x="12491" y="29"/>
                  </a:lnTo>
                  <a:lnTo>
                    <a:pt x="11571" y="10"/>
                  </a:lnTo>
                  <a:lnTo>
                    <a:pt x="1061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525722" y="4641150"/>
              <a:ext cx="995383" cy="90828"/>
            </a:xfrm>
            <a:custGeom>
              <a:rect b="b" l="l" r="r" t="t"/>
              <a:pathLst>
                <a:path extrusionOk="0" h="2558" w="45219">
                  <a:moveTo>
                    <a:pt x="22614" y="0"/>
                  </a:moveTo>
                  <a:lnTo>
                    <a:pt x="20296" y="10"/>
                  </a:lnTo>
                  <a:lnTo>
                    <a:pt x="18055" y="29"/>
                  </a:lnTo>
                  <a:lnTo>
                    <a:pt x="15890" y="58"/>
                  </a:lnTo>
                  <a:lnTo>
                    <a:pt x="13812" y="106"/>
                  </a:lnTo>
                  <a:lnTo>
                    <a:pt x="11839" y="154"/>
                  </a:lnTo>
                  <a:lnTo>
                    <a:pt x="9971" y="221"/>
                  </a:lnTo>
                  <a:lnTo>
                    <a:pt x="8228" y="297"/>
                  </a:lnTo>
                  <a:lnTo>
                    <a:pt x="6628" y="374"/>
                  </a:lnTo>
                  <a:lnTo>
                    <a:pt x="5163" y="470"/>
                  </a:lnTo>
                  <a:lnTo>
                    <a:pt x="3870" y="566"/>
                  </a:lnTo>
                  <a:lnTo>
                    <a:pt x="2730" y="671"/>
                  </a:lnTo>
                  <a:lnTo>
                    <a:pt x="2232" y="728"/>
                  </a:lnTo>
                  <a:lnTo>
                    <a:pt x="1782" y="786"/>
                  </a:lnTo>
                  <a:lnTo>
                    <a:pt x="1379" y="843"/>
                  </a:lnTo>
                  <a:lnTo>
                    <a:pt x="1025" y="901"/>
                  </a:lnTo>
                  <a:lnTo>
                    <a:pt x="718" y="958"/>
                  </a:lnTo>
                  <a:lnTo>
                    <a:pt x="460" y="1025"/>
                  </a:lnTo>
                  <a:lnTo>
                    <a:pt x="268" y="1083"/>
                  </a:lnTo>
                  <a:lnTo>
                    <a:pt x="182" y="1121"/>
                  </a:lnTo>
                  <a:lnTo>
                    <a:pt x="125" y="1150"/>
                  </a:lnTo>
                  <a:lnTo>
                    <a:pt x="67" y="1179"/>
                  </a:lnTo>
                  <a:lnTo>
                    <a:pt x="38" y="1217"/>
                  </a:lnTo>
                  <a:lnTo>
                    <a:pt x="10" y="1246"/>
                  </a:lnTo>
                  <a:lnTo>
                    <a:pt x="0" y="1274"/>
                  </a:lnTo>
                  <a:lnTo>
                    <a:pt x="10" y="1313"/>
                  </a:lnTo>
                  <a:lnTo>
                    <a:pt x="38" y="1341"/>
                  </a:lnTo>
                  <a:lnTo>
                    <a:pt x="67" y="1380"/>
                  </a:lnTo>
                  <a:lnTo>
                    <a:pt x="125" y="1408"/>
                  </a:lnTo>
                  <a:lnTo>
                    <a:pt x="182" y="1437"/>
                  </a:lnTo>
                  <a:lnTo>
                    <a:pt x="268" y="1475"/>
                  </a:lnTo>
                  <a:lnTo>
                    <a:pt x="460" y="1533"/>
                  </a:lnTo>
                  <a:lnTo>
                    <a:pt x="718" y="1600"/>
                  </a:lnTo>
                  <a:lnTo>
                    <a:pt x="1025" y="1657"/>
                  </a:lnTo>
                  <a:lnTo>
                    <a:pt x="1379" y="1715"/>
                  </a:lnTo>
                  <a:lnTo>
                    <a:pt x="1782" y="1772"/>
                  </a:lnTo>
                  <a:lnTo>
                    <a:pt x="2232" y="1830"/>
                  </a:lnTo>
                  <a:lnTo>
                    <a:pt x="2730" y="1887"/>
                  </a:lnTo>
                  <a:lnTo>
                    <a:pt x="3870" y="1993"/>
                  </a:lnTo>
                  <a:lnTo>
                    <a:pt x="5163" y="2088"/>
                  </a:lnTo>
                  <a:lnTo>
                    <a:pt x="6628" y="2184"/>
                  </a:lnTo>
                  <a:lnTo>
                    <a:pt x="8228" y="2261"/>
                  </a:lnTo>
                  <a:lnTo>
                    <a:pt x="9971" y="2337"/>
                  </a:lnTo>
                  <a:lnTo>
                    <a:pt x="11839" y="2405"/>
                  </a:lnTo>
                  <a:lnTo>
                    <a:pt x="13812" y="2452"/>
                  </a:lnTo>
                  <a:lnTo>
                    <a:pt x="15890" y="2500"/>
                  </a:lnTo>
                  <a:lnTo>
                    <a:pt x="18055" y="2529"/>
                  </a:lnTo>
                  <a:lnTo>
                    <a:pt x="20296" y="2548"/>
                  </a:lnTo>
                  <a:lnTo>
                    <a:pt x="22614" y="2558"/>
                  </a:lnTo>
                  <a:lnTo>
                    <a:pt x="24922" y="2548"/>
                  </a:lnTo>
                  <a:lnTo>
                    <a:pt x="27163" y="2529"/>
                  </a:lnTo>
                  <a:lnTo>
                    <a:pt x="29328" y="2500"/>
                  </a:lnTo>
                  <a:lnTo>
                    <a:pt x="31407" y="2452"/>
                  </a:lnTo>
                  <a:lnTo>
                    <a:pt x="33380" y="2405"/>
                  </a:lnTo>
                  <a:lnTo>
                    <a:pt x="35247" y="2337"/>
                  </a:lnTo>
                  <a:lnTo>
                    <a:pt x="36991" y="2261"/>
                  </a:lnTo>
                  <a:lnTo>
                    <a:pt x="38590" y="2184"/>
                  </a:lnTo>
                  <a:lnTo>
                    <a:pt x="40056" y="2088"/>
                  </a:lnTo>
                  <a:lnTo>
                    <a:pt x="41358" y="1993"/>
                  </a:lnTo>
                  <a:lnTo>
                    <a:pt x="42488" y="1887"/>
                  </a:lnTo>
                  <a:lnTo>
                    <a:pt x="42986" y="1830"/>
                  </a:lnTo>
                  <a:lnTo>
                    <a:pt x="43437" y="1772"/>
                  </a:lnTo>
                  <a:lnTo>
                    <a:pt x="43839" y="1715"/>
                  </a:lnTo>
                  <a:lnTo>
                    <a:pt x="44193" y="1657"/>
                  </a:lnTo>
                  <a:lnTo>
                    <a:pt x="44500" y="1600"/>
                  </a:lnTo>
                  <a:lnTo>
                    <a:pt x="44758" y="1533"/>
                  </a:lnTo>
                  <a:lnTo>
                    <a:pt x="44950" y="1475"/>
                  </a:lnTo>
                  <a:lnTo>
                    <a:pt x="45036" y="1437"/>
                  </a:lnTo>
                  <a:lnTo>
                    <a:pt x="45094" y="1408"/>
                  </a:lnTo>
                  <a:lnTo>
                    <a:pt x="45151" y="1380"/>
                  </a:lnTo>
                  <a:lnTo>
                    <a:pt x="45189" y="1341"/>
                  </a:lnTo>
                  <a:lnTo>
                    <a:pt x="45209" y="1313"/>
                  </a:lnTo>
                  <a:lnTo>
                    <a:pt x="45218" y="1274"/>
                  </a:lnTo>
                  <a:lnTo>
                    <a:pt x="45209" y="1246"/>
                  </a:lnTo>
                  <a:lnTo>
                    <a:pt x="45189" y="1217"/>
                  </a:lnTo>
                  <a:lnTo>
                    <a:pt x="45151" y="1179"/>
                  </a:lnTo>
                  <a:lnTo>
                    <a:pt x="45094" y="1150"/>
                  </a:lnTo>
                  <a:lnTo>
                    <a:pt x="45036" y="1121"/>
                  </a:lnTo>
                  <a:lnTo>
                    <a:pt x="44950" y="1083"/>
                  </a:lnTo>
                  <a:lnTo>
                    <a:pt x="44758" y="1025"/>
                  </a:lnTo>
                  <a:lnTo>
                    <a:pt x="44500" y="958"/>
                  </a:lnTo>
                  <a:lnTo>
                    <a:pt x="44193" y="901"/>
                  </a:lnTo>
                  <a:lnTo>
                    <a:pt x="43839" y="843"/>
                  </a:lnTo>
                  <a:lnTo>
                    <a:pt x="43437" y="786"/>
                  </a:lnTo>
                  <a:lnTo>
                    <a:pt x="42986" y="728"/>
                  </a:lnTo>
                  <a:lnTo>
                    <a:pt x="42488" y="671"/>
                  </a:lnTo>
                  <a:lnTo>
                    <a:pt x="41358" y="566"/>
                  </a:lnTo>
                  <a:lnTo>
                    <a:pt x="40056" y="470"/>
                  </a:lnTo>
                  <a:lnTo>
                    <a:pt x="38590" y="374"/>
                  </a:lnTo>
                  <a:lnTo>
                    <a:pt x="36991" y="297"/>
                  </a:lnTo>
                  <a:lnTo>
                    <a:pt x="35247" y="221"/>
                  </a:lnTo>
                  <a:lnTo>
                    <a:pt x="33380" y="154"/>
                  </a:lnTo>
                  <a:lnTo>
                    <a:pt x="31407" y="106"/>
                  </a:lnTo>
                  <a:lnTo>
                    <a:pt x="29328" y="58"/>
                  </a:lnTo>
                  <a:lnTo>
                    <a:pt x="27163" y="29"/>
                  </a:lnTo>
                  <a:lnTo>
                    <a:pt x="24922" y="10"/>
                  </a:lnTo>
                  <a:lnTo>
                    <a:pt x="22614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5580521" y="4523830"/>
              <a:ext cx="288067" cy="139134"/>
            </a:xfrm>
            <a:custGeom>
              <a:rect b="b" l="l" r="r" t="t"/>
              <a:pathLst>
                <a:path extrusionOk="0" h="3919" w="8114">
                  <a:moveTo>
                    <a:pt x="1447" y="1"/>
                  </a:moveTo>
                  <a:lnTo>
                    <a:pt x="1" y="1007"/>
                  </a:lnTo>
                  <a:lnTo>
                    <a:pt x="2050" y="2826"/>
                  </a:lnTo>
                  <a:lnTo>
                    <a:pt x="2184" y="2932"/>
                  </a:lnTo>
                  <a:lnTo>
                    <a:pt x="2318" y="3037"/>
                  </a:lnTo>
                  <a:lnTo>
                    <a:pt x="2462" y="3123"/>
                  </a:lnTo>
                  <a:lnTo>
                    <a:pt x="2615" y="3210"/>
                  </a:lnTo>
                  <a:lnTo>
                    <a:pt x="2769" y="3277"/>
                  </a:lnTo>
                  <a:lnTo>
                    <a:pt x="2922" y="3344"/>
                  </a:lnTo>
                  <a:lnTo>
                    <a:pt x="3085" y="3392"/>
                  </a:lnTo>
                  <a:lnTo>
                    <a:pt x="3247" y="3439"/>
                  </a:lnTo>
                  <a:lnTo>
                    <a:pt x="3860" y="3564"/>
                  </a:lnTo>
                  <a:lnTo>
                    <a:pt x="4588" y="3698"/>
                  </a:lnTo>
                  <a:lnTo>
                    <a:pt x="4972" y="3765"/>
                  </a:lnTo>
                  <a:lnTo>
                    <a:pt x="5364" y="3813"/>
                  </a:lnTo>
                  <a:lnTo>
                    <a:pt x="5757" y="3861"/>
                  </a:lnTo>
                  <a:lnTo>
                    <a:pt x="6140" y="3899"/>
                  </a:lnTo>
                  <a:lnTo>
                    <a:pt x="6514" y="3918"/>
                  </a:lnTo>
                  <a:lnTo>
                    <a:pt x="6858" y="3918"/>
                  </a:lnTo>
                  <a:lnTo>
                    <a:pt x="7021" y="3909"/>
                  </a:lnTo>
                  <a:lnTo>
                    <a:pt x="7175" y="3899"/>
                  </a:lnTo>
                  <a:lnTo>
                    <a:pt x="7328" y="3880"/>
                  </a:lnTo>
                  <a:lnTo>
                    <a:pt x="7462" y="3861"/>
                  </a:lnTo>
                  <a:lnTo>
                    <a:pt x="7586" y="3832"/>
                  </a:lnTo>
                  <a:lnTo>
                    <a:pt x="7701" y="3794"/>
                  </a:lnTo>
                  <a:lnTo>
                    <a:pt x="7807" y="3746"/>
                  </a:lnTo>
                  <a:lnTo>
                    <a:pt x="7893" y="3698"/>
                  </a:lnTo>
                  <a:lnTo>
                    <a:pt x="7969" y="3641"/>
                  </a:lnTo>
                  <a:lnTo>
                    <a:pt x="8027" y="3574"/>
                  </a:lnTo>
                  <a:lnTo>
                    <a:pt x="8075" y="3497"/>
                  </a:lnTo>
                  <a:lnTo>
                    <a:pt x="8104" y="3420"/>
                  </a:lnTo>
                  <a:lnTo>
                    <a:pt x="8113" y="3353"/>
                  </a:lnTo>
                  <a:lnTo>
                    <a:pt x="8113" y="3296"/>
                  </a:lnTo>
                  <a:lnTo>
                    <a:pt x="8113" y="3238"/>
                  </a:lnTo>
                  <a:lnTo>
                    <a:pt x="8094" y="3181"/>
                  </a:lnTo>
                  <a:lnTo>
                    <a:pt x="8075" y="3123"/>
                  </a:lnTo>
                  <a:lnTo>
                    <a:pt x="8046" y="3076"/>
                  </a:lnTo>
                  <a:lnTo>
                    <a:pt x="7979" y="2961"/>
                  </a:lnTo>
                  <a:lnTo>
                    <a:pt x="7883" y="2855"/>
                  </a:lnTo>
                  <a:lnTo>
                    <a:pt x="7768" y="2750"/>
                  </a:lnTo>
                  <a:lnTo>
                    <a:pt x="7634" y="2654"/>
                  </a:lnTo>
                  <a:lnTo>
                    <a:pt x="7481" y="2549"/>
                  </a:lnTo>
                  <a:lnTo>
                    <a:pt x="7318" y="2453"/>
                  </a:lnTo>
                  <a:lnTo>
                    <a:pt x="7136" y="2367"/>
                  </a:lnTo>
                  <a:lnTo>
                    <a:pt x="6945" y="2271"/>
                  </a:lnTo>
                  <a:lnTo>
                    <a:pt x="6734" y="2185"/>
                  </a:lnTo>
                  <a:lnTo>
                    <a:pt x="6312" y="2022"/>
                  </a:lnTo>
                  <a:lnTo>
                    <a:pt x="5862" y="1878"/>
                  </a:lnTo>
                  <a:lnTo>
                    <a:pt x="5403" y="1744"/>
                  </a:lnTo>
                  <a:lnTo>
                    <a:pt x="4972" y="1629"/>
                  </a:lnTo>
                  <a:lnTo>
                    <a:pt x="4550" y="1524"/>
                  </a:lnTo>
                  <a:lnTo>
                    <a:pt x="4186" y="1438"/>
                  </a:lnTo>
                  <a:lnTo>
                    <a:pt x="3621" y="1323"/>
                  </a:lnTo>
                  <a:lnTo>
                    <a:pt x="3410" y="1284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3950723" y="4466034"/>
              <a:ext cx="209181" cy="236376"/>
            </a:xfrm>
            <a:custGeom>
              <a:rect b="b" l="l" r="r" t="t"/>
              <a:pathLst>
                <a:path extrusionOk="0" h="6658" w="5892">
                  <a:moveTo>
                    <a:pt x="5508" y="1"/>
                  </a:moveTo>
                  <a:lnTo>
                    <a:pt x="3047" y="1198"/>
                  </a:lnTo>
                  <a:lnTo>
                    <a:pt x="2893" y="1284"/>
                  </a:lnTo>
                  <a:lnTo>
                    <a:pt x="2750" y="1370"/>
                  </a:lnTo>
                  <a:lnTo>
                    <a:pt x="2616" y="1466"/>
                  </a:lnTo>
                  <a:lnTo>
                    <a:pt x="2481" y="1571"/>
                  </a:lnTo>
                  <a:lnTo>
                    <a:pt x="2357" y="1686"/>
                  </a:lnTo>
                  <a:lnTo>
                    <a:pt x="2242" y="1811"/>
                  </a:lnTo>
                  <a:lnTo>
                    <a:pt x="2127" y="1945"/>
                  </a:lnTo>
                  <a:lnTo>
                    <a:pt x="2022" y="2079"/>
                  </a:lnTo>
                  <a:lnTo>
                    <a:pt x="1677" y="2596"/>
                  </a:lnTo>
                  <a:lnTo>
                    <a:pt x="1275" y="3219"/>
                  </a:lnTo>
                  <a:lnTo>
                    <a:pt x="1064" y="3545"/>
                  </a:lnTo>
                  <a:lnTo>
                    <a:pt x="872" y="3889"/>
                  </a:lnTo>
                  <a:lnTo>
                    <a:pt x="681" y="4234"/>
                  </a:lnTo>
                  <a:lnTo>
                    <a:pt x="499" y="4579"/>
                  </a:lnTo>
                  <a:lnTo>
                    <a:pt x="336" y="4914"/>
                  </a:lnTo>
                  <a:lnTo>
                    <a:pt x="202" y="5230"/>
                  </a:lnTo>
                  <a:lnTo>
                    <a:pt x="154" y="5384"/>
                  </a:lnTo>
                  <a:lnTo>
                    <a:pt x="96" y="5537"/>
                  </a:lnTo>
                  <a:lnTo>
                    <a:pt x="58" y="5680"/>
                  </a:lnTo>
                  <a:lnTo>
                    <a:pt x="29" y="5815"/>
                  </a:lnTo>
                  <a:lnTo>
                    <a:pt x="10" y="5939"/>
                  </a:lnTo>
                  <a:lnTo>
                    <a:pt x="1" y="6064"/>
                  </a:lnTo>
                  <a:lnTo>
                    <a:pt x="1" y="6169"/>
                  </a:lnTo>
                  <a:lnTo>
                    <a:pt x="10" y="6274"/>
                  </a:lnTo>
                  <a:lnTo>
                    <a:pt x="39" y="6370"/>
                  </a:lnTo>
                  <a:lnTo>
                    <a:pt x="77" y="6447"/>
                  </a:lnTo>
                  <a:lnTo>
                    <a:pt x="125" y="6514"/>
                  </a:lnTo>
                  <a:lnTo>
                    <a:pt x="192" y="6571"/>
                  </a:lnTo>
                  <a:lnTo>
                    <a:pt x="250" y="6610"/>
                  </a:lnTo>
                  <a:lnTo>
                    <a:pt x="298" y="6629"/>
                  </a:lnTo>
                  <a:lnTo>
                    <a:pt x="355" y="6648"/>
                  </a:lnTo>
                  <a:lnTo>
                    <a:pt x="413" y="6657"/>
                  </a:lnTo>
                  <a:lnTo>
                    <a:pt x="537" y="6657"/>
                  </a:lnTo>
                  <a:lnTo>
                    <a:pt x="662" y="6629"/>
                  </a:lnTo>
                  <a:lnTo>
                    <a:pt x="796" y="6590"/>
                  </a:lnTo>
                  <a:lnTo>
                    <a:pt x="939" y="6523"/>
                  </a:lnTo>
                  <a:lnTo>
                    <a:pt x="1083" y="6437"/>
                  </a:lnTo>
                  <a:lnTo>
                    <a:pt x="1227" y="6332"/>
                  </a:lnTo>
                  <a:lnTo>
                    <a:pt x="1380" y="6217"/>
                  </a:lnTo>
                  <a:lnTo>
                    <a:pt x="1533" y="6083"/>
                  </a:lnTo>
                  <a:lnTo>
                    <a:pt x="1696" y="5939"/>
                  </a:lnTo>
                  <a:lnTo>
                    <a:pt x="1849" y="5776"/>
                  </a:lnTo>
                  <a:lnTo>
                    <a:pt x="2165" y="5441"/>
                  </a:lnTo>
                  <a:lnTo>
                    <a:pt x="2472" y="5087"/>
                  </a:lnTo>
                  <a:lnTo>
                    <a:pt x="2769" y="4723"/>
                  </a:lnTo>
                  <a:lnTo>
                    <a:pt x="3047" y="4359"/>
                  </a:lnTo>
                  <a:lnTo>
                    <a:pt x="3296" y="4014"/>
                  </a:lnTo>
                  <a:lnTo>
                    <a:pt x="3516" y="3698"/>
                  </a:lnTo>
                  <a:lnTo>
                    <a:pt x="3842" y="3228"/>
                  </a:lnTo>
                  <a:lnTo>
                    <a:pt x="3956" y="3047"/>
                  </a:lnTo>
                  <a:lnTo>
                    <a:pt x="5891" y="1725"/>
                  </a:lnTo>
                  <a:lnTo>
                    <a:pt x="5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109202" y="3262998"/>
              <a:ext cx="1703978" cy="44911"/>
            </a:xfrm>
            <a:custGeom>
              <a:rect b="b" l="l" r="r" t="t"/>
              <a:pathLst>
                <a:path extrusionOk="0" h="1265" w="47996">
                  <a:moveTo>
                    <a:pt x="0" y="0"/>
                  </a:moveTo>
                  <a:lnTo>
                    <a:pt x="0" y="1265"/>
                  </a:lnTo>
                  <a:lnTo>
                    <a:pt x="47996" y="1265"/>
                  </a:lnTo>
                  <a:lnTo>
                    <a:pt x="4799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3841912" y="3228313"/>
              <a:ext cx="534952" cy="1474135"/>
            </a:xfrm>
            <a:custGeom>
              <a:rect b="b" l="l" r="r" t="t"/>
              <a:pathLst>
                <a:path extrusionOk="0" h="41522" w="15068">
                  <a:moveTo>
                    <a:pt x="11130" y="0"/>
                  </a:moveTo>
                  <a:lnTo>
                    <a:pt x="1" y="41521"/>
                  </a:lnTo>
                  <a:lnTo>
                    <a:pt x="1409" y="41521"/>
                  </a:lnTo>
                  <a:lnTo>
                    <a:pt x="15067" y="383"/>
                  </a:lnTo>
                  <a:lnTo>
                    <a:pt x="1113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5515909" y="3228313"/>
              <a:ext cx="534916" cy="1474135"/>
            </a:xfrm>
            <a:custGeom>
              <a:rect b="b" l="l" r="r" t="t"/>
              <a:pathLst>
                <a:path extrusionOk="0" h="41522" w="15067">
                  <a:moveTo>
                    <a:pt x="3928" y="0"/>
                  </a:moveTo>
                  <a:lnTo>
                    <a:pt x="1" y="383"/>
                  </a:lnTo>
                  <a:lnTo>
                    <a:pt x="13649" y="41521"/>
                  </a:lnTo>
                  <a:lnTo>
                    <a:pt x="15067" y="41521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007171" y="3158589"/>
              <a:ext cx="1914153" cy="114638"/>
            </a:xfrm>
            <a:custGeom>
              <a:rect b="b" l="l" r="r" t="t"/>
              <a:pathLst>
                <a:path extrusionOk="0" h="3229" w="53916">
                  <a:moveTo>
                    <a:pt x="1" y="1"/>
                  </a:moveTo>
                  <a:lnTo>
                    <a:pt x="1" y="3229"/>
                  </a:lnTo>
                  <a:lnTo>
                    <a:pt x="53916" y="3229"/>
                  </a:lnTo>
                  <a:lnTo>
                    <a:pt x="539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5118400" y="2880435"/>
              <a:ext cx="295203" cy="279227"/>
            </a:xfrm>
            <a:custGeom>
              <a:rect b="b" l="l" r="r" t="t"/>
              <a:pathLst>
                <a:path extrusionOk="0" h="7865" w="8315">
                  <a:moveTo>
                    <a:pt x="1" y="1"/>
                  </a:moveTo>
                  <a:lnTo>
                    <a:pt x="1993" y="7865"/>
                  </a:lnTo>
                  <a:lnTo>
                    <a:pt x="8315" y="7865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32642" y="1916"/>
                  </a:moveTo>
                  <a:lnTo>
                    <a:pt x="30353" y="20430"/>
                  </a:lnTo>
                  <a:lnTo>
                    <a:pt x="1964" y="20430"/>
                  </a:lnTo>
                  <a:lnTo>
                    <a:pt x="4253" y="1916"/>
                  </a:lnTo>
                  <a:close/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4697779" y="2208181"/>
              <a:ext cx="1089217" cy="657364"/>
            </a:xfrm>
            <a:custGeom>
              <a:rect b="b" l="l" r="r" t="t"/>
              <a:pathLst>
                <a:path extrusionOk="0" fill="none" h="18516" w="30680">
                  <a:moveTo>
                    <a:pt x="30679" y="1"/>
                  </a:moveTo>
                  <a:lnTo>
                    <a:pt x="28390" y="18515"/>
                  </a:lnTo>
                  <a:lnTo>
                    <a:pt x="1" y="18515"/>
                  </a:lnTo>
                  <a:lnTo>
                    <a:pt x="2290" y="1"/>
                  </a:lnTo>
                  <a:lnTo>
                    <a:pt x="3067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fill="none" h="22347" w="34606">
                  <a:moveTo>
                    <a:pt x="32958" y="0"/>
                  </a:moveTo>
                  <a:lnTo>
                    <a:pt x="4004" y="0"/>
                  </a:lnTo>
                  <a:lnTo>
                    <a:pt x="4004" y="0"/>
                  </a:ln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lnTo>
                    <a:pt x="329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022866" y="3079385"/>
              <a:ext cx="390741" cy="80271"/>
            </a:xfrm>
            <a:custGeom>
              <a:rect b="b" l="l" r="r" t="t"/>
              <a:pathLst>
                <a:path extrusionOk="0" h="2261" w="11006">
                  <a:moveTo>
                    <a:pt x="2165" y="0"/>
                  </a:moveTo>
                  <a:lnTo>
                    <a:pt x="1945" y="10"/>
                  </a:lnTo>
                  <a:lnTo>
                    <a:pt x="1734" y="48"/>
                  </a:lnTo>
                  <a:lnTo>
                    <a:pt x="1523" y="96"/>
                  </a:lnTo>
                  <a:lnTo>
                    <a:pt x="1322" y="173"/>
                  </a:lnTo>
                  <a:lnTo>
                    <a:pt x="1131" y="259"/>
                  </a:lnTo>
                  <a:lnTo>
                    <a:pt x="958" y="374"/>
                  </a:lnTo>
                  <a:lnTo>
                    <a:pt x="786" y="498"/>
                  </a:lnTo>
                  <a:lnTo>
                    <a:pt x="633" y="632"/>
                  </a:lnTo>
                  <a:lnTo>
                    <a:pt x="499" y="786"/>
                  </a:lnTo>
                  <a:lnTo>
                    <a:pt x="374" y="958"/>
                  </a:lnTo>
                  <a:lnTo>
                    <a:pt x="259" y="1140"/>
                  </a:lnTo>
                  <a:lnTo>
                    <a:pt x="173" y="1322"/>
                  </a:lnTo>
                  <a:lnTo>
                    <a:pt x="96" y="1523"/>
                  </a:lnTo>
                  <a:lnTo>
                    <a:pt x="48" y="1734"/>
                  </a:lnTo>
                  <a:lnTo>
                    <a:pt x="10" y="1944"/>
                  </a:lnTo>
                  <a:lnTo>
                    <a:pt x="0" y="2165"/>
                  </a:lnTo>
                  <a:lnTo>
                    <a:pt x="0" y="2261"/>
                  </a:lnTo>
                  <a:lnTo>
                    <a:pt x="11006" y="2261"/>
                  </a:lnTo>
                  <a:lnTo>
                    <a:pt x="11006" y="2165"/>
                  </a:lnTo>
                  <a:lnTo>
                    <a:pt x="10996" y="1944"/>
                  </a:lnTo>
                  <a:lnTo>
                    <a:pt x="10967" y="1734"/>
                  </a:lnTo>
                  <a:lnTo>
                    <a:pt x="10910" y="1523"/>
                  </a:lnTo>
                  <a:lnTo>
                    <a:pt x="10843" y="1322"/>
                  </a:lnTo>
                  <a:lnTo>
                    <a:pt x="10747" y="1140"/>
                  </a:lnTo>
                  <a:lnTo>
                    <a:pt x="10642" y="958"/>
                  </a:lnTo>
                  <a:lnTo>
                    <a:pt x="10517" y="786"/>
                  </a:lnTo>
                  <a:lnTo>
                    <a:pt x="10374" y="632"/>
                  </a:lnTo>
                  <a:lnTo>
                    <a:pt x="10220" y="498"/>
                  </a:lnTo>
                  <a:lnTo>
                    <a:pt x="10057" y="374"/>
                  </a:lnTo>
                  <a:lnTo>
                    <a:pt x="9875" y="259"/>
                  </a:lnTo>
                  <a:lnTo>
                    <a:pt x="9684" y="173"/>
                  </a:lnTo>
                  <a:lnTo>
                    <a:pt x="9483" y="96"/>
                  </a:lnTo>
                  <a:lnTo>
                    <a:pt x="9282" y="48"/>
                  </a:lnTo>
                  <a:lnTo>
                    <a:pt x="9061" y="10"/>
                  </a:lnTo>
                  <a:lnTo>
                    <a:pt x="88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4852494" y="2303395"/>
              <a:ext cx="320375" cy="46970"/>
            </a:xfrm>
            <a:custGeom>
              <a:rect b="b" l="l" r="r" t="t"/>
              <a:pathLst>
                <a:path extrusionOk="0" h="1323" w="9024">
                  <a:moveTo>
                    <a:pt x="173" y="1"/>
                  </a:moveTo>
                  <a:lnTo>
                    <a:pt x="1" y="1323"/>
                  </a:lnTo>
                  <a:lnTo>
                    <a:pt x="8861" y="1323"/>
                  </a:lnTo>
                  <a:lnTo>
                    <a:pt x="90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5336733" y="2406456"/>
              <a:ext cx="320339" cy="47289"/>
            </a:xfrm>
            <a:custGeom>
              <a:rect b="b" l="l" r="r" t="t"/>
              <a:pathLst>
                <a:path extrusionOk="0" h="1332" w="9023">
                  <a:moveTo>
                    <a:pt x="163" y="0"/>
                  </a:moveTo>
                  <a:lnTo>
                    <a:pt x="0" y="1331"/>
                  </a:lnTo>
                  <a:lnTo>
                    <a:pt x="8860" y="1331"/>
                  </a:lnTo>
                  <a:lnTo>
                    <a:pt x="9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5160220" y="2509801"/>
              <a:ext cx="343842" cy="47325"/>
            </a:xfrm>
            <a:custGeom>
              <a:rect b="b" l="l" r="r" t="t"/>
              <a:pathLst>
                <a:path extrusionOk="0" h="1333" w="9685">
                  <a:moveTo>
                    <a:pt x="164" y="1"/>
                  </a:moveTo>
                  <a:lnTo>
                    <a:pt x="1" y="1332"/>
                  </a:lnTo>
                  <a:lnTo>
                    <a:pt x="9522" y="1332"/>
                  </a:lnTo>
                  <a:lnTo>
                    <a:pt x="9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842305" y="2406456"/>
              <a:ext cx="440053" cy="47289"/>
            </a:xfrm>
            <a:custGeom>
              <a:rect b="b" l="l" r="r" t="t"/>
              <a:pathLst>
                <a:path extrusionOk="0" h="1332" w="12395">
                  <a:moveTo>
                    <a:pt x="163" y="0"/>
                  </a:moveTo>
                  <a:lnTo>
                    <a:pt x="0" y="1331"/>
                  </a:lnTo>
                  <a:lnTo>
                    <a:pt x="12232" y="1331"/>
                  </a:lnTo>
                  <a:lnTo>
                    <a:pt x="123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831087" y="2509801"/>
              <a:ext cx="274789" cy="47325"/>
            </a:xfrm>
            <a:custGeom>
              <a:rect b="b" l="l" r="r" t="t"/>
              <a:pathLst>
                <a:path extrusionOk="0" h="1333" w="7740">
                  <a:moveTo>
                    <a:pt x="163" y="1"/>
                  </a:moveTo>
                  <a:lnTo>
                    <a:pt x="0" y="1332"/>
                  </a:lnTo>
                  <a:lnTo>
                    <a:pt x="7577" y="1332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4816105" y="2613181"/>
              <a:ext cx="369333" cy="47289"/>
            </a:xfrm>
            <a:custGeom>
              <a:rect b="b" l="l" r="r" t="t"/>
              <a:pathLst>
                <a:path extrusionOk="0" h="1332" w="10403">
                  <a:moveTo>
                    <a:pt x="164" y="1"/>
                  </a:moveTo>
                  <a:lnTo>
                    <a:pt x="1" y="1332"/>
                  </a:lnTo>
                  <a:lnTo>
                    <a:pt x="10240" y="1332"/>
                  </a:lnTo>
                  <a:lnTo>
                    <a:pt x="104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5229271" y="2613181"/>
              <a:ext cx="180246" cy="47289"/>
            </a:xfrm>
            <a:custGeom>
              <a:rect b="b" l="l" r="r" t="t"/>
              <a:pathLst>
                <a:path extrusionOk="0" h="1332" w="5077">
                  <a:moveTo>
                    <a:pt x="163" y="1"/>
                  </a:moveTo>
                  <a:lnTo>
                    <a:pt x="0" y="1332"/>
                  </a:lnTo>
                  <a:lnTo>
                    <a:pt x="4914" y="1332"/>
                  </a:lnTo>
                  <a:lnTo>
                    <a:pt x="5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802863" y="2716561"/>
              <a:ext cx="204068" cy="47289"/>
            </a:xfrm>
            <a:custGeom>
              <a:rect b="b" l="l" r="r" t="t"/>
              <a:pathLst>
                <a:path extrusionOk="0" h="1332" w="5748">
                  <a:moveTo>
                    <a:pt x="163" y="0"/>
                  </a:moveTo>
                  <a:lnTo>
                    <a:pt x="0" y="1332"/>
                  </a:lnTo>
                  <a:lnTo>
                    <a:pt x="5584" y="1332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439365" y="3464966"/>
              <a:ext cx="1235771" cy="1133772"/>
            </a:xfrm>
            <a:custGeom>
              <a:rect b="b" l="l" r="r" t="t"/>
              <a:pathLst>
                <a:path extrusionOk="0" h="31935" w="34808">
                  <a:moveTo>
                    <a:pt x="6092" y="1"/>
                  </a:moveTo>
                  <a:lnTo>
                    <a:pt x="5814" y="20"/>
                  </a:lnTo>
                  <a:lnTo>
                    <a:pt x="5537" y="39"/>
                  </a:lnTo>
                  <a:lnTo>
                    <a:pt x="5268" y="77"/>
                  </a:lnTo>
                  <a:lnTo>
                    <a:pt x="4991" y="135"/>
                  </a:lnTo>
                  <a:lnTo>
                    <a:pt x="4713" y="192"/>
                  </a:lnTo>
                  <a:lnTo>
                    <a:pt x="4445" y="269"/>
                  </a:lnTo>
                  <a:lnTo>
                    <a:pt x="4176" y="365"/>
                  </a:lnTo>
                  <a:lnTo>
                    <a:pt x="3918" y="460"/>
                  </a:lnTo>
                  <a:lnTo>
                    <a:pt x="3650" y="575"/>
                  </a:lnTo>
                  <a:lnTo>
                    <a:pt x="3391" y="700"/>
                  </a:lnTo>
                  <a:lnTo>
                    <a:pt x="3142" y="844"/>
                  </a:lnTo>
                  <a:lnTo>
                    <a:pt x="2893" y="997"/>
                  </a:lnTo>
                  <a:lnTo>
                    <a:pt x="2711" y="1112"/>
                  </a:lnTo>
                  <a:lnTo>
                    <a:pt x="2548" y="1227"/>
                  </a:lnTo>
                  <a:lnTo>
                    <a:pt x="2385" y="1351"/>
                  </a:lnTo>
                  <a:lnTo>
                    <a:pt x="2223" y="1485"/>
                  </a:lnTo>
                  <a:lnTo>
                    <a:pt x="2069" y="1619"/>
                  </a:lnTo>
                  <a:lnTo>
                    <a:pt x="1926" y="1753"/>
                  </a:lnTo>
                  <a:lnTo>
                    <a:pt x="1782" y="1897"/>
                  </a:lnTo>
                  <a:lnTo>
                    <a:pt x="1648" y="2041"/>
                  </a:lnTo>
                  <a:lnTo>
                    <a:pt x="1514" y="2185"/>
                  </a:lnTo>
                  <a:lnTo>
                    <a:pt x="1389" y="2338"/>
                  </a:lnTo>
                  <a:lnTo>
                    <a:pt x="1265" y="2491"/>
                  </a:lnTo>
                  <a:lnTo>
                    <a:pt x="1150" y="2644"/>
                  </a:lnTo>
                  <a:lnTo>
                    <a:pt x="1044" y="2807"/>
                  </a:lnTo>
                  <a:lnTo>
                    <a:pt x="939" y="2960"/>
                  </a:lnTo>
                  <a:lnTo>
                    <a:pt x="843" y="3133"/>
                  </a:lnTo>
                  <a:lnTo>
                    <a:pt x="748" y="3296"/>
                  </a:lnTo>
                  <a:lnTo>
                    <a:pt x="661" y="3468"/>
                  </a:lnTo>
                  <a:lnTo>
                    <a:pt x="575" y="3640"/>
                  </a:lnTo>
                  <a:lnTo>
                    <a:pt x="498" y="3813"/>
                  </a:lnTo>
                  <a:lnTo>
                    <a:pt x="431" y="3985"/>
                  </a:lnTo>
                  <a:lnTo>
                    <a:pt x="307" y="4340"/>
                  </a:lnTo>
                  <a:lnTo>
                    <a:pt x="202" y="4704"/>
                  </a:lnTo>
                  <a:lnTo>
                    <a:pt x="115" y="5068"/>
                  </a:lnTo>
                  <a:lnTo>
                    <a:pt x="58" y="5441"/>
                  </a:lnTo>
                  <a:lnTo>
                    <a:pt x="20" y="5815"/>
                  </a:lnTo>
                  <a:lnTo>
                    <a:pt x="0" y="6188"/>
                  </a:lnTo>
                  <a:lnTo>
                    <a:pt x="10" y="6562"/>
                  </a:lnTo>
                  <a:lnTo>
                    <a:pt x="29" y="6935"/>
                  </a:lnTo>
                  <a:lnTo>
                    <a:pt x="87" y="7309"/>
                  </a:lnTo>
                  <a:lnTo>
                    <a:pt x="154" y="7673"/>
                  </a:lnTo>
                  <a:lnTo>
                    <a:pt x="249" y="8037"/>
                  </a:lnTo>
                  <a:lnTo>
                    <a:pt x="364" y="8401"/>
                  </a:lnTo>
                  <a:lnTo>
                    <a:pt x="431" y="8573"/>
                  </a:lnTo>
                  <a:lnTo>
                    <a:pt x="498" y="8746"/>
                  </a:lnTo>
                  <a:lnTo>
                    <a:pt x="575" y="8928"/>
                  </a:lnTo>
                  <a:lnTo>
                    <a:pt x="661" y="9100"/>
                  </a:lnTo>
                  <a:lnTo>
                    <a:pt x="748" y="9263"/>
                  </a:lnTo>
                  <a:lnTo>
                    <a:pt x="843" y="9435"/>
                  </a:lnTo>
                  <a:lnTo>
                    <a:pt x="939" y="9598"/>
                  </a:lnTo>
                  <a:lnTo>
                    <a:pt x="1044" y="9761"/>
                  </a:lnTo>
                  <a:lnTo>
                    <a:pt x="1150" y="9924"/>
                  </a:lnTo>
                  <a:lnTo>
                    <a:pt x="1265" y="10077"/>
                  </a:lnTo>
                  <a:lnTo>
                    <a:pt x="1389" y="10230"/>
                  </a:lnTo>
                  <a:lnTo>
                    <a:pt x="1514" y="10383"/>
                  </a:lnTo>
                  <a:lnTo>
                    <a:pt x="1648" y="10527"/>
                  </a:lnTo>
                  <a:lnTo>
                    <a:pt x="1782" y="10671"/>
                  </a:lnTo>
                  <a:lnTo>
                    <a:pt x="1926" y="10814"/>
                  </a:lnTo>
                  <a:lnTo>
                    <a:pt x="2079" y="10948"/>
                  </a:lnTo>
                  <a:lnTo>
                    <a:pt x="2232" y="11083"/>
                  </a:lnTo>
                  <a:lnTo>
                    <a:pt x="2395" y="11217"/>
                  </a:lnTo>
                  <a:lnTo>
                    <a:pt x="2558" y="11341"/>
                  </a:lnTo>
                  <a:lnTo>
                    <a:pt x="2730" y="11466"/>
                  </a:lnTo>
                  <a:lnTo>
                    <a:pt x="32566" y="31934"/>
                  </a:lnTo>
                  <a:lnTo>
                    <a:pt x="32767" y="31838"/>
                  </a:lnTo>
                  <a:lnTo>
                    <a:pt x="32968" y="31723"/>
                  </a:lnTo>
                  <a:lnTo>
                    <a:pt x="33150" y="31618"/>
                  </a:lnTo>
                  <a:lnTo>
                    <a:pt x="33332" y="31503"/>
                  </a:lnTo>
                  <a:lnTo>
                    <a:pt x="33505" y="31388"/>
                  </a:lnTo>
                  <a:lnTo>
                    <a:pt x="33677" y="31264"/>
                  </a:lnTo>
                  <a:lnTo>
                    <a:pt x="33830" y="31139"/>
                  </a:lnTo>
                  <a:lnTo>
                    <a:pt x="33974" y="31015"/>
                  </a:lnTo>
                  <a:lnTo>
                    <a:pt x="34118" y="30881"/>
                  </a:lnTo>
                  <a:lnTo>
                    <a:pt x="34242" y="30737"/>
                  </a:lnTo>
                  <a:lnTo>
                    <a:pt x="34367" y="30603"/>
                  </a:lnTo>
                  <a:lnTo>
                    <a:pt x="34472" y="30459"/>
                  </a:lnTo>
                  <a:lnTo>
                    <a:pt x="34568" y="30306"/>
                  </a:lnTo>
                  <a:lnTo>
                    <a:pt x="34664" y="30153"/>
                  </a:lnTo>
                  <a:lnTo>
                    <a:pt x="34740" y="29990"/>
                  </a:lnTo>
                  <a:lnTo>
                    <a:pt x="34807" y="29827"/>
                  </a:lnTo>
                  <a:lnTo>
                    <a:pt x="11054" y="2185"/>
                  </a:lnTo>
                  <a:lnTo>
                    <a:pt x="10852" y="1964"/>
                  </a:lnTo>
                  <a:lnTo>
                    <a:pt x="10651" y="1763"/>
                  </a:lnTo>
                  <a:lnTo>
                    <a:pt x="10441" y="1572"/>
                  </a:lnTo>
                  <a:lnTo>
                    <a:pt x="10220" y="1380"/>
                  </a:lnTo>
                  <a:lnTo>
                    <a:pt x="10000" y="1208"/>
                  </a:lnTo>
                  <a:lnTo>
                    <a:pt x="9761" y="1045"/>
                  </a:lnTo>
                  <a:lnTo>
                    <a:pt x="9531" y="901"/>
                  </a:lnTo>
                  <a:lnTo>
                    <a:pt x="9282" y="757"/>
                  </a:lnTo>
                  <a:lnTo>
                    <a:pt x="9033" y="633"/>
                  </a:lnTo>
                  <a:lnTo>
                    <a:pt x="8784" y="518"/>
                  </a:lnTo>
                  <a:lnTo>
                    <a:pt x="8525" y="413"/>
                  </a:lnTo>
                  <a:lnTo>
                    <a:pt x="8266" y="317"/>
                  </a:lnTo>
                  <a:lnTo>
                    <a:pt x="7998" y="240"/>
                  </a:lnTo>
                  <a:lnTo>
                    <a:pt x="7730" y="164"/>
                  </a:lnTo>
                  <a:lnTo>
                    <a:pt x="7462" y="106"/>
                  </a:lnTo>
                  <a:lnTo>
                    <a:pt x="7194" y="68"/>
                  </a:lnTo>
                  <a:lnTo>
                    <a:pt x="6916" y="29"/>
                  </a:lnTo>
                  <a:lnTo>
                    <a:pt x="6648" y="10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6F1A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195221" y="2199696"/>
              <a:ext cx="205772" cy="324777"/>
            </a:xfrm>
            <a:custGeom>
              <a:rect b="b" l="l" r="r" t="t"/>
              <a:pathLst>
                <a:path extrusionOk="0" h="9148" w="5796">
                  <a:moveTo>
                    <a:pt x="3573" y="1"/>
                  </a:moveTo>
                  <a:lnTo>
                    <a:pt x="3228" y="796"/>
                  </a:lnTo>
                  <a:lnTo>
                    <a:pt x="2893" y="1543"/>
                  </a:lnTo>
                  <a:lnTo>
                    <a:pt x="2567" y="2232"/>
                  </a:lnTo>
                  <a:lnTo>
                    <a:pt x="2242" y="2874"/>
                  </a:lnTo>
                  <a:lnTo>
                    <a:pt x="1935" y="3458"/>
                  </a:lnTo>
                  <a:lnTo>
                    <a:pt x="1638" y="3995"/>
                  </a:lnTo>
                  <a:lnTo>
                    <a:pt x="1360" y="4483"/>
                  </a:lnTo>
                  <a:lnTo>
                    <a:pt x="1102" y="4914"/>
                  </a:lnTo>
                  <a:lnTo>
                    <a:pt x="862" y="5297"/>
                  </a:lnTo>
                  <a:lnTo>
                    <a:pt x="652" y="5632"/>
                  </a:lnTo>
                  <a:lnTo>
                    <a:pt x="460" y="5910"/>
                  </a:lnTo>
                  <a:lnTo>
                    <a:pt x="307" y="6140"/>
                  </a:lnTo>
                  <a:lnTo>
                    <a:pt x="87" y="6447"/>
                  </a:lnTo>
                  <a:lnTo>
                    <a:pt x="0" y="6552"/>
                  </a:lnTo>
                  <a:lnTo>
                    <a:pt x="230" y="6542"/>
                  </a:lnTo>
                  <a:lnTo>
                    <a:pt x="451" y="6562"/>
                  </a:lnTo>
                  <a:lnTo>
                    <a:pt x="680" y="6590"/>
                  </a:lnTo>
                  <a:lnTo>
                    <a:pt x="920" y="6638"/>
                  </a:lnTo>
                  <a:lnTo>
                    <a:pt x="1159" y="6705"/>
                  </a:lnTo>
                  <a:lnTo>
                    <a:pt x="1399" y="6782"/>
                  </a:lnTo>
                  <a:lnTo>
                    <a:pt x="1638" y="6868"/>
                  </a:lnTo>
                  <a:lnTo>
                    <a:pt x="1878" y="6973"/>
                  </a:lnTo>
                  <a:lnTo>
                    <a:pt x="2117" y="7079"/>
                  </a:lnTo>
                  <a:lnTo>
                    <a:pt x="2357" y="7194"/>
                  </a:lnTo>
                  <a:lnTo>
                    <a:pt x="2586" y="7318"/>
                  </a:lnTo>
                  <a:lnTo>
                    <a:pt x="2826" y="7452"/>
                  </a:lnTo>
                  <a:lnTo>
                    <a:pt x="3286" y="7720"/>
                  </a:lnTo>
                  <a:lnTo>
                    <a:pt x="3717" y="7989"/>
                  </a:lnTo>
                  <a:lnTo>
                    <a:pt x="4512" y="8506"/>
                  </a:lnTo>
                  <a:lnTo>
                    <a:pt x="4856" y="8736"/>
                  </a:lnTo>
                  <a:lnTo>
                    <a:pt x="5153" y="8918"/>
                  </a:lnTo>
                  <a:lnTo>
                    <a:pt x="5278" y="8994"/>
                  </a:lnTo>
                  <a:lnTo>
                    <a:pt x="5402" y="9052"/>
                  </a:lnTo>
                  <a:lnTo>
                    <a:pt x="5498" y="9100"/>
                  </a:lnTo>
                  <a:lnTo>
                    <a:pt x="5594" y="9128"/>
                  </a:lnTo>
                  <a:lnTo>
                    <a:pt x="5661" y="9148"/>
                  </a:lnTo>
                  <a:lnTo>
                    <a:pt x="5728" y="9138"/>
                  </a:lnTo>
                  <a:lnTo>
                    <a:pt x="5747" y="9128"/>
                  </a:lnTo>
                  <a:lnTo>
                    <a:pt x="5766" y="9109"/>
                  </a:lnTo>
                  <a:lnTo>
                    <a:pt x="5776" y="9090"/>
                  </a:lnTo>
                  <a:lnTo>
                    <a:pt x="5786" y="9061"/>
                  </a:lnTo>
                  <a:lnTo>
                    <a:pt x="5795" y="1361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350256" y="2323134"/>
              <a:ext cx="50733" cy="169027"/>
            </a:xfrm>
            <a:custGeom>
              <a:rect b="b" l="l" r="r" t="t"/>
              <a:pathLst>
                <a:path extrusionOk="0" h="4761" w="1429">
                  <a:moveTo>
                    <a:pt x="384" y="0"/>
                  </a:moveTo>
                  <a:lnTo>
                    <a:pt x="365" y="10"/>
                  </a:lnTo>
                  <a:lnTo>
                    <a:pt x="346" y="29"/>
                  </a:lnTo>
                  <a:lnTo>
                    <a:pt x="336" y="48"/>
                  </a:lnTo>
                  <a:lnTo>
                    <a:pt x="307" y="106"/>
                  </a:lnTo>
                  <a:lnTo>
                    <a:pt x="240" y="269"/>
                  </a:lnTo>
                  <a:lnTo>
                    <a:pt x="183" y="441"/>
                  </a:lnTo>
                  <a:lnTo>
                    <a:pt x="135" y="613"/>
                  </a:lnTo>
                  <a:lnTo>
                    <a:pt x="97" y="786"/>
                  </a:lnTo>
                  <a:lnTo>
                    <a:pt x="58" y="958"/>
                  </a:lnTo>
                  <a:lnTo>
                    <a:pt x="30" y="1140"/>
                  </a:lnTo>
                  <a:lnTo>
                    <a:pt x="20" y="1313"/>
                  </a:lnTo>
                  <a:lnTo>
                    <a:pt x="11" y="1495"/>
                  </a:lnTo>
                  <a:lnTo>
                    <a:pt x="1" y="1667"/>
                  </a:lnTo>
                  <a:lnTo>
                    <a:pt x="11" y="1849"/>
                  </a:lnTo>
                  <a:lnTo>
                    <a:pt x="20" y="2021"/>
                  </a:lnTo>
                  <a:lnTo>
                    <a:pt x="39" y="2194"/>
                  </a:lnTo>
                  <a:lnTo>
                    <a:pt x="58" y="2366"/>
                  </a:lnTo>
                  <a:lnTo>
                    <a:pt x="97" y="2539"/>
                  </a:lnTo>
                  <a:lnTo>
                    <a:pt x="125" y="2711"/>
                  </a:lnTo>
                  <a:lnTo>
                    <a:pt x="173" y="2874"/>
                  </a:lnTo>
                  <a:lnTo>
                    <a:pt x="221" y="3037"/>
                  </a:lnTo>
                  <a:lnTo>
                    <a:pt x="269" y="3190"/>
                  </a:lnTo>
                  <a:lnTo>
                    <a:pt x="327" y="3343"/>
                  </a:lnTo>
                  <a:lnTo>
                    <a:pt x="394" y="3496"/>
                  </a:lnTo>
                  <a:lnTo>
                    <a:pt x="461" y="3640"/>
                  </a:lnTo>
                  <a:lnTo>
                    <a:pt x="528" y="3774"/>
                  </a:lnTo>
                  <a:lnTo>
                    <a:pt x="604" y="3908"/>
                  </a:lnTo>
                  <a:lnTo>
                    <a:pt x="681" y="4033"/>
                  </a:lnTo>
                  <a:lnTo>
                    <a:pt x="767" y="4157"/>
                  </a:lnTo>
                  <a:lnTo>
                    <a:pt x="853" y="4263"/>
                  </a:lnTo>
                  <a:lnTo>
                    <a:pt x="940" y="4368"/>
                  </a:lnTo>
                  <a:lnTo>
                    <a:pt x="1035" y="4464"/>
                  </a:lnTo>
                  <a:lnTo>
                    <a:pt x="1122" y="4560"/>
                  </a:lnTo>
                  <a:lnTo>
                    <a:pt x="1217" y="4636"/>
                  </a:lnTo>
                  <a:lnTo>
                    <a:pt x="1323" y="4703"/>
                  </a:lnTo>
                  <a:lnTo>
                    <a:pt x="1419" y="4761"/>
                  </a:lnTo>
                  <a:lnTo>
                    <a:pt x="1428" y="1092"/>
                  </a:lnTo>
                  <a:lnTo>
                    <a:pt x="1237" y="872"/>
                  </a:lnTo>
                  <a:lnTo>
                    <a:pt x="1055" y="652"/>
                  </a:lnTo>
                  <a:lnTo>
                    <a:pt x="882" y="431"/>
                  </a:lnTo>
                  <a:lnTo>
                    <a:pt x="719" y="240"/>
                  </a:lnTo>
                  <a:lnTo>
                    <a:pt x="643" y="163"/>
                  </a:lnTo>
                  <a:lnTo>
                    <a:pt x="576" y="96"/>
                  </a:lnTo>
                  <a:lnTo>
                    <a:pt x="509" y="48"/>
                  </a:lnTo>
                  <a:lnTo>
                    <a:pt x="451" y="2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349262" y="2111972"/>
              <a:ext cx="225121" cy="345865"/>
            </a:xfrm>
            <a:custGeom>
              <a:rect b="b" l="l" r="r" t="t"/>
              <a:pathLst>
                <a:path extrusionOk="0" h="9742" w="6341">
                  <a:moveTo>
                    <a:pt x="153" y="0"/>
                  </a:moveTo>
                  <a:lnTo>
                    <a:pt x="96" y="20"/>
                  </a:lnTo>
                  <a:lnTo>
                    <a:pt x="58" y="39"/>
                  </a:lnTo>
                  <a:lnTo>
                    <a:pt x="29" y="67"/>
                  </a:lnTo>
                  <a:lnTo>
                    <a:pt x="10" y="106"/>
                  </a:lnTo>
                  <a:lnTo>
                    <a:pt x="0" y="154"/>
                  </a:lnTo>
                  <a:lnTo>
                    <a:pt x="10" y="211"/>
                  </a:lnTo>
                  <a:lnTo>
                    <a:pt x="39" y="364"/>
                  </a:lnTo>
                  <a:lnTo>
                    <a:pt x="106" y="556"/>
                  </a:lnTo>
                  <a:lnTo>
                    <a:pt x="182" y="795"/>
                  </a:lnTo>
                  <a:lnTo>
                    <a:pt x="268" y="1083"/>
                  </a:lnTo>
                  <a:lnTo>
                    <a:pt x="355" y="1428"/>
                  </a:lnTo>
                  <a:lnTo>
                    <a:pt x="393" y="1610"/>
                  </a:lnTo>
                  <a:lnTo>
                    <a:pt x="431" y="1811"/>
                  </a:lnTo>
                  <a:lnTo>
                    <a:pt x="470" y="2031"/>
                  </a:lnTo>
                  <a:lnTo>
                    <a:pt x="498" y="2261"/>
                  </a:lnTo>
                  <a:lnTo>
                    <a:pt x="517" y="2500"/>
                  </a:lnTo>
                  <a:lnTo>
                    <a:pt x="537" y="2759"/>
                  </a:lnTo>
                  <a:lnTo>
                    <a:pt x="537" y="3037"/>
                  </a:lnTo>
                  <a:lnTo>
                    <a:pt x="537" y="3324"/>
                  </a:lnTo>
                  <a:lnTo>
                    <a:pt x="527" y="3630"/>
                  </a:lnTo>
                  <a:lnTo>
                    <a:pt x="498" y="3947"/>
                  </a:lnTo>
                  <a:lnTo>
                    <a:pt x="460" y="4282"/>
                  </a:lnTo>
                  <a:lnTo>
                    <a:pt x="403" y="4636"/>
                  </a:lnTo>
                  <a:lnTo>
                    <a:pt x="364" y="4952"/>
                  </a:lnTo>
                  <a:lnTo>
                    <a:pt x="326" y="5268"/>
                  </a:lnTo>
                  <a:lnTo>
                    <a:pt x="316" y="5575"/>
                  </a:lnTo>
                  <a:lnTo>
                    <a:pt x="316" y="5872"/>
                  </a:lnTo>
                  <a:lnTo>
                    <a:pt x="326" y="6159"/>
                  </a:lnTo>
                  <a:lnTo>
                    <a:pt x="355" y="6437"/>
                  </a:lnTo>
                  <a:lnTo>
                    <a:pt x="393" y="6705"/>
                  </a:lnTo>
                  <a:lnTo>
                    <a:pt x="441" y="6964"/>
                  </a:lnTo>
                  <a:lnTo>
                    <a:pt x="498" y="7222"/>
                  </a:lnTo>
                  <a:lnTo>
                    <a:pt x="565" y="7462"/>
                  </a:lnTo>
                  <a:lnTo>
                    <a:pt x="652" y="7692"/>
                  </a:lnTo>
                  <a:lnTo>
                    <a:pt x="738" y="7912"/>
                  </a:lnTo>
                  <a:lnTo>
                    <a:pt x="824" y="8113"/>
                  </a:lnTo>
                  <a:lnTo>
                    <a:pt x="929" y="8314"/>
                  </a:lnTo>
                  <a:lnTo>
                    <a:pt x="1035" y="8496"/>
                  </a:lnTo>
                  <a:lnTo>
                    <a:pt x="1140" y="8678"/>
                  </a:lnTo>
                  <a:lnTo>
                    <a:pt x="1255" y="8831"/>
                  </a:lnTo>
                  <a:lnTo>
                    <a:pt x="1379" y="8985"/>
                  </a:lnTo>
                  <a:lnTo>
                    <a:pt x="1504" y="9119"/>
                  </a:lnTo>
                  <a:lnTo>
                    <a:pt x="1619" y="9243"/>
                  </a:lnTo>
                  <a:lnTo>
                    <a:pt x="1743" y="9358"/>
                  </a:lnTo>
                  <a:lnTo>
                    <a:pt x="1878" y="9454"/>
                  </a:lnTo>
                  <a:lnTo>
                    <a:pt x="2002" y="9540"/>
                  </a:lnTo>
                  <a:lnTo>
                    <a:pt x="2117" y="9607"/>
                  </a:lnTo>
                  <a:lnTo>
                    <a:pt x="2242" y="9665"/>
                  </a:lnTo>
                  <a:lnTo>
                    <a:pt x="2366" y="9703"/>
                  </a:lnTo>
                  <a:lnTo>
                    <a:pt x="2481" y="9732"/>
                  </a:lnTo>
                  <a:lnTo>
                    <a:pt x="2586" y="9741"/>
                  </a:lnTo>
                  <a:lnTo>
                    <a:pt x="2692" y="9741"/>
                  </a:lnTo>
                  <a:lnTo>
                    <a:pt x="2797" y="9722"/>
                  </a:lnTo>
                  <a:lnTo>
                    <a:pt x="2893" y="9684"/>
                  </a:lnTo>
                  <a:lnTo>
                    <a:pt x="2979" y="9626"/>
                  </a:lnTo>
                  <a:lnTo>
                    <a:pt x="3247" y="9416"/>
                  </a:lnTo>
                  <a:lnTo>
                    <a:pt x="3506" y="9186"/>
                  </a:lnTo>
                  <a:lnTo>
                    <a:pt x="3745" y="8946"/>
                  </a:lnTo>
                  <a:lnTo>
                    <a:pt x="3975" y="8688"/>
                  </a:lnTo>
                  <a:lnTo>
                    <a:pt x="4186" y="8420"/>
                  </a:lnTo>
                  <a:lnTo>
                    <a:pt x="4387" y="8132"/>
                  </a:lnTo>
                  <a:lnTo>
                    <a:pt x="4579" y="7845"/>
                  </a:lnTo>
                  <a:lnTo>
                    <a:pt x="4751" y="7548"/>
                  </a:lnTo>
                  <a:lnTo>
                    <a:pt x="4914" y="7251"/>
                  </a:lnTo>
                  <a:lnTo>
                    <a:pt x="5067" y="6945"/>
                  </a:lnTo>
                  <a:lnTo>
                    <a:pt x="5211" y="6638"/>
                  </a:lnTo>
                  <a:lnTo>
                    <a:pt x="5345" y="6332"/>
                  </a:lnTo>
                  <a:lnTo>
                    <a:pt x="5460" y="6015"/>
                  </a:lnTo>
                  <a:lnTo>
                    <a:pt x="5575" y="5709"/>
                  </a:lnTo>
                  <a:lnTo>
                    <a:pt x="5670" y="5412"/>
                  </a:lnTo>
                  <a:lnTo>
                    <a:pt x="5766" y="5115"/>
                  </a:lnTo>
                  <a:lnTo>
                    <a:pt x="5852" y="4818"/>
                  </a:lnTo>
                  <a:lnTo>
                    <a:pt x="5920" y="4531"/>
                  </a:lnTo>
                  <a:lnTo>
                    <a:pt x="6054" y="3994"/>
                  </a:lnTo>
                  <a:lnTo>
                    <a:pt x="6149" y="3506"/>
                  </a:lnTo>
                  <a:lnTo>
                    <a:pt x="6226" y="3075"/>
                  </a:lnTo>
                  <a:lnTo>
                    <a:pt x="6274" y="2730"/>
                  </a:lnTo>
                  <a:lnTo>
                    <a:pt x="6303" y="2462"/>
                  </a:lnTo>
                  <a:lnTo>
                    <a:pt x="6331" y="2232"/>
                  </a:lnTo>
                  <a:lnTo>
                    <a:pt x="6341" y="2146"/>
                  </a:lnTo>
                  <a:lnTo>
                    <a:pt x="6341" y="2069"/>
                  </a:lnTo>
                  <a:lnTo>
                    <a:pt x="6341" y="1993"/>
                  </a:lnTo>
                  <a:lnTo>
                    <a:pt x="6331" y="1916"/>
                  </a:lnTo>
                  <a:lnTo>
                    <a:pt x="6312" y="1849"/>
                  </a:lnTo>
                  <a:lnTo>
                    <a:pt x="6293" y="1772"/>
                  </a:lnTo>
                  <a:lnTo>
                    <a:pt x="6264" y="1705"/>
                  </a:lnTo>
                  <a:lnTo>
                    <a:pt x="6226" y="1638"/>
                  </a:lnTo>
                  <a:lnTo>
                    <a:pt x="6188" y="1571"/>
                  </a:lnTo>
                  <a:lnTo>
                    <a:pt x="6140" y="1514"/>
                  </a:lnTo>
                  <a:lnTo>
                    <a:pt x="6034" y="1389"/>
                  </a:lnTo>
                  <a:lnTo>
                    <a:pt x="5910" y="1284"/>
                  </a:lnTo>
                  <a:lnTo>
                    <a:pt x="5766" y="1178"/>
                  </a:lnTo>
                  <a:lnTo>
                    <a:pt x="5594" y="1083"/>
                  </a:lnTo>
                  <a:lnTo>
                    <a:pt x="5421" y="987"/>
                  </a:lnTo>
                  <a:lnTo>
                    <a:pt x="5220" y="910"/>
                  </a:lnTo>
                  <a:lnTo>
                    <a:pt x="5019" y="824"/>
                  </a:lnTo>
                  <a:lnTo>
                    <a:pt x="4799" y="757"/>
                  </a:lnTo>
                  <a:lnTo>
                    <a:pt x="4569" y="690"/>
                  </a:lnTo>
                  <a:lnTo>
                    <a:pt x="4339" y="623"/>
                  </a:lnTo>
                  <a:lnTo>
                    <a:pt x="4090" y="565"/>
                  </a:lnTo>
                  <a:lnTo>
                    <a:pt x="3592" y="470"/>
                  </a:lnTo>
                  <a:lnTo>
                    <a:pt x="3084" y="374"/>
                  </a:lnTo>
                  <a:lnTo>
                    <a:pt x="2586" y="307"/>
                  </a:lnTo>
                  <a:lnTo>
                    <a:pt x="2098" y="240"/>
                  </a:lnTo>
                  <a:lnTo>
                    <a:pt x="1217" y="134"/>
                  </a:lnTo>
                  <a:lnTo>
                    <a:pt x="853" y="87"/>
                  </a:lnTo>
                  <a:lnTo>
                    <a:pt x="546" y="39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4182618" y="1985800"/>
              <a:ext cx="505378" cy="302694"/>
            </a:xfrm>
            <a:custGeom>
              <a:rect b="b" l="l" r="r" t="t"/>
              <a:pathLst>
                <a:path extrusionOk="0" h="8526" w="14235">
                  <a:moveTo>
                    <a:pt x="4800" y="1"/>
                  </a:moveTo>
                  <a:lnTo>
                    <a:pt x="4646" y="10"/>
                  </a:lnTo>
                  <a:lnTo>
                    <a:pt x="4484" y="20"/>
                  </a:lnTo>
                  <a:lnTo>
                    <a:pt x="4302" y="49"/>
                  </a:lnTo>
                  <a:lnTo>
                    <a:pt x="4129" y="87"/>
                  </a:lnTo>
                  <a:lnTo>
                    <a:pt x="3957" y="125"/>
                  </a:lnTo>
                  <a:lnTo>
                    <a:pt x="3784" y="164"/>
                  </a:lnTo>
                  <a:lnTo>
                    <a:pt x="3621" y="221"/>
                  </a:lnTo>
                  <a:lnTo>
                    <a:pt x="3459" y="279"/>
                  </a:lnTo>
                  <a:lnTo>
                    <a:pt x="3305" y="336"/>
                  </a:lnTo>
                  <a:lnTo>
                    <a:pt x="3152" y="403"/>
                  </a:lnTo>
                  <a:lnTo>
                    <a:pt x="2999" y="480"/>
                  </a:lnTo>
                  <a:lnTo>
                    <a:pt x="2855" y="556"/>
                  </a:lnTo>
                  <a:lnTo>
                    <a:pt x="2712" y="643"/>
                  </a:lnTo>
                  <a:lnTo>
                    <a:pt x="2568" y="729"/>
                  </a:lnTo>
                  <a:lnTo>
                    <a:pt x="2434" y="825"/>
                  </a:lnTo>
                  <a:lnTo>
                    <a:pt x="2309" y="920"/>
                  </a:lnTo>
                  <a:lnTo>
                    <a:pt x="2051" y="1131"/>
                  </a:lnTo>
                  <a:lnTo>
                    <a:pt x="1811" y="1361"/>
                  </a:lnTo>
                  <a:lnTo>
                    <a:pt x="1591" y="1600"/>
                  </a:lnTo>
                  <a:lnTo>
                    <a:pt x="1380" y="1849"/>
                  </a:lnTo>
                  <a:lnTo>
                    <a:pt x="1189" y="2118"/>
                  </a:lnTo>
                  <a:lnTo>
                    <a:pt x="1007" y="2395"/>
                  </a:lnTo>
                  <a:lnTo>
                    <a:pt x="844" y="2683"/>
                  </a:lnTo>
                  <a:lnTo>
                    <a:pt x="691" y="2980"/>
                  </a:lnTo>
                  <a:lnTo>
                    <a:pt x="557" y="3286"/>
                  </a:lnTo>
                  <a:lnTo>
                    <a:pt x="442" y="3593"/>
                  </a:lnTo>
                  <a:lnTo>
                    <a:pt x="336" y="3909"/>
                  </a:lnTo>
                  <a:lnTo>
                    <a:pt x="240" y="4225"/>
                  </a:lnTo>
                  <a:lnTo>
                    <a:pt x="164" y="4551"/>
                  </a:lnTo>
                  <a:lnTo>
                    <a:pt x="106" y="4876"/>
                  </a:lnTo>
                  <a:lnTo>
                    <a:pt x="58" y="5192"/>
                  </a:lnTo>
                  <a:lnTo>
                    <a:pt x="20" y="5518"/>
                  </a:lnTo>
                  <a:lnTo>
                    <a:pt x="1" y="5834"/>
                  </a:lnTo>
                  <a:lnTo>
                    <a:pt x="1" y="6150"/>
                  </a:lnTo>
                  <a:lnTo>
                    <a:pt x="11" y="6457"/>
                  </a:lnTo>
                  <a:lnTo>
                    <a:pt x="39" y="6763"/>
                  </a:lnTo>
                  <a:lnTo>
                    <a:pt x="78" y="7050"/>
                  </a:lnTo>
                  <a:lnTo>
                    <a:pt x="135" y="7338"/>
                  </a:lnTo>
                  <a:lnTo>
                    <a:pt x="202" y="7616"/>
                  </a:lnTo>
                  <a:lnTo>
                    <a:pt x="288" y="7884"/>
                  </a:lnTo>
                  <a:lnTo>
                    <a:pt x="394" y="8133"/>
                  </a:lnTo>
                  <a:lnTo>
                    <a:pt x="432" y="8229"/>
                  </a:lnTo>
                  <a:lnTo>
                    <a:pt x="489" y="8305"/>
                  </a:lnTo>
                  <a:lnTo>
                    <a:pt x="547" y="8372"/>
                  </a:lnTo>
                  <a:lnTo>
                    <a:pt x="604" y="8430"/>
                  </a:lnTo>
                  <a:lnTo>
                    <a:pt x="662" y="8468"/>
                  </a:lnTo>
                  <a:lnTo>
                    <a:pt x="729" y="8497"/>
                  </a:lnTo>
                  <a:lnTo>
                    <a:pt x="806" y="8516"/>
                  </a:lnTo>
                  <a:lnTo>
                    <a:pt x="882" y="8525"/>
                  </a:lnTo>
                  <a:lnTo>
                    <a:pt x="959" y="8525"/>
                  </a:lnTo>
                  <a:lnTo>
                    <a:pt x="1045" y="8516"/>
                  </a:lnTo>
                  <a:lnTo>
                    <a:pt x="1131" y="8487"/>
                  </a:lnTo>
                  <a:lnTo>
                    <a:pt x="1217" y="8458"/>
                  </a:lnTo>
                  <a:lnTo>
                    <a:pt x="1313" y="8420"/>
                  </a:lnTo>
                  <a:lnTo>
                    <a:pt x="1409" y="8372"/>
                  </a:lnTo>
                  <a:lnTo>
                    <a:pt x="1610" y="8257"/>
                  </a:lnTo>
                  <a:lnTo>
                    <a:pt x="1830" y="8114"/>
                  </a:lnTo>
                  <a:lnTo>
                    <a:pt x="2051" y="7951"/>
                  </a:lnTo>
                  <a:lnTo>
                    <a:pt x="2290" y="7759"/>
                  </a:lnTo>
                  <a:lnTo>
                    <a:pt x="2539" y="7558"/>
                  </a:lnTo>
                  <a:lnTo>
                    <a:pt x="3066" y="7127"/>
                  </a:lnTo>
                  <a:lnTo>
                    <a:pt x="3621" y="6667"/>
                  </a:lnTo>
                  <a:lnTo>
                    <a:pt x="3909" y="6447"/>
                  </a:lnTo>
                  <a:lnTo>
                    <a:pt x="4196" y="6227"/>
                  </a:lnTo>
                  <a:lnTo>
                    <a:pt x="4493" y="6016"/>
                  </a:lnTo>
                  <a:lnTo>
                    <a:pt x="4800" y="5824"/>
                  </a:lnTo>
                  <a:lnTo>
                    <a:pt x="5106" y="5642"/>
                  </a:lnTo>
                  <a:lnTo>
                    <a:pt x="5413" y="5489"/>
                  </a:lnTo>
                  <a:lnTo>
                    <a:pt x="5566" y="5422"/>
                  </a:lnTo>
                  <a:lnTo>
                    <a:pt x="5729" y="5355"/>
                  </a:lnTo>
                  <a:lnTo>
                    <a:pt x="5882" y="5298"/>
                  </a:lnTo>
                  <a:lnTo>
                    <a:pt x="6035" y="5250"/>
                  </a:lnTo>
                  <a:lnTo>
                    <a:pt x="6198" y="5211"/>
                  </a:lnTo>
                  <a:lnTo>
                    <a:pt x="6351" y="5183"/>
                  </a:lnTo>
                  <a:lnTo>
                    <a:pt x="6514" y="5154"/>
                  </a:lnTo>
                  <a:lnTo>
                    <a:pt x="6667" y="5144"/>
                  </a:lnTo>
                  <a:lnTo>
                    <a:pt x="6983" y="5144"/>
                  </a:lnTo>
                  <a:lnTo>
                    <a:pt x="7137" y="5164"/>
                  </a:lnTo>
                  <a:lnTo>
                    <a:pt x="7290" y="5192"/>
                  </a:lnTo>
                  <a:lnTo>
                    <a:pt x="7443" y="5231"/>
                  </a:lnTo>
                  <a:lnTo>
                    <a:pt x="7596" y="5288"/>
                  </a:lnTo>
                  <a:lnTo>
                    <a:pt x="7750" y="5355"/>
                  </a:lnTo>
                  <a:lnTo>
                    <a:pt x="7903" y="5432"/>
                  </a:lnTo>
                  <a:lnTo>
                    <a:pt x="8056" y="5527"/>
                  </a:lnTo>
                  <a:lnTo>
                    <a:pt x="8209" y="5633"/>
                  </a:lnTo>
                  <a:lnTo>
                    <a:pt x="8363" y="5748"/>
                  </a:lnTo>
                  <a:lnTo>
                    <a:pt x="8506" y="5882"/>
                  </a:lnTo>
                  <a:lnTo>
                    <a:pt x="8765" y="6121"/>
                  </a:lnTo>
                  <a:lnTo>
                    <a:pt x="9014" y="6322"/>
                  </a:lnTo>
                  <a:lnTo>
                    <a:pt x="9263" y="6504"/>
                  </a:lnTo>
                  <a:lnTo>
                    <a:pt x="9502" y="6667"/>
                  </a:lnTo>
                  <a:lnTo>
                    <a:pt x="9742" y="6801"/>
                  </a:lnTo>
                  <a:lnTo>
                    <a:pt x="9981" y="6916"/>
                  </a:lnTo>
                  <a:lnTo>
                    <a:pt x="10211" y="7003"/>
                  </a:lnTo>
                  <a:lnTo>
                    <a:pt x="10441" y="7079"/>
                  </a:lnTo>
                  <a:lnTo>
                    <a:pt x="10661" y="7127"/>
                  </a:lnTo>
                  <a:lnTo>
                    <a:pt x="10882" y="7165"/>
                  </a:lnTo>
                  <a:lnTo>
                    <a:pt x="11102" y="7175"/>
                  </a:lnTo>
                  <a:lnTo>
                    <a:pt x="11303" y="7175"/>
                  </a:lnTo>
                  <a:lnTo>
                    <a:pt x="11514" y="7156"/>
                  </a:lnTo>
                  <a:lnTo>
                    <a:pt x="11705" y="7127"/>
                  </a:lnTo>
                  <a:lnTo>
                    <a:pt x="11897" y="7079"/>
                  </a:lnTo>
                  <a:lnTo>
                    <a:pt x="12089" y="7022"/>
                  </a:lnTo>
                  <a:lnTo>
                    <a:pt x="12271" y="6945"/>
                  </a:lnTo>
                  <a:lnTo>
                    <a:pt x="12443" y="6859"/>
                  </a:lnTo>
                  <a:lnTo>
                    <a:pt x="12606" y="6763"/>
                  </a:lnTo>
                  <a:lnTo>
                    <a:pt x="12769" y="6658"/>
                  </a:lnTo>
                  <a:lnTo>
                    <a:pt x="12922" y="6543"/>
                  </a:lnTo>
                  <a:lnTo>
                    <a:pt x="13065" y="6418"/>
                  </a:lnTo>
                  <a:lnTo>
                    <a:pt x="13200" y="6294"/>
                  </a:lnTo>
                  <a:lnTo>
                    <a:pt x="13324" y="6150"/>
                  </a:lnTo>
                  <a:lnTo>
                    <a:pt x="13449" y="6016"/>
                  </a:lnTo>
                  <a:lnTo>
                    <a:pt x="13564" y="5863"/>
                  </a:lnTo>
                  <a:lnTo>
                    <a:pt x="13669" y="5709"/>
                  </a:lnTo>
                  <a:lnTo>
                    <a:pt x="13765" y="5556"/>
                  </a:lnTo>
                  <a:lnTo>
                    <a:pt x="13851" y="5403"/>
                  </a:lnTo>
                  <a:lnTo>
                    <a:pt x="13928" y="5240"/>
                  </a:lnTo>
                  <a:lnTo>
                    <a:pt x="13995" y="5077"/>
                  </a:lnTo>
                  <a:lnTo>
                    <a:pt x="14052" y="4924"/>
                  </a:lnTo>
                  <a:lnTo>
                    <a:pt x="14100" y="4742"/>
                  </a:lnTo>
                  <a:lnTo>
                    <a:pt x="14148" y="4531"/>
                  </a:lnTo>
                  <a:lnTo>
                    <a:pt x="14196" y="4292"/>
                  </a:lnTo>
                  <a:lnTo>
                    <a:pt x="14224" y="4033"/>
                  </a:lnTo>
                  <a:lnTo>
                    <a:pt x="14234" y="3765"/>
                  </a:lnTo>
                  <a:lnTo>
                    <a:pt x="14234" y="3478"/>
                  </a:lnTo>
                  <a:lnTo>
                    <a:pt x="14224" y="3334"/>
                  </a:lnTo>
                  <a:lnTo>
                    <a:pt x="14205" y="3190"/>
                  </a:lnTo>
                  <a:lnTo>
                    <a:pt x="14177" y="3047"/>
                  </a:lnTo>
                  <a:lnTo>
                    <a:pt x="14148" y="2903"/>
                  </a:lnTo>
                  <a:lnTo>
                    <a:pt x="14110" y="2759"/>
                  </a:lnTo>
                  <a:lnTo>
                    <a:pt x="14071" y="2616"/>
                  </a:lnTo>
                  <a:lnTo>
                    <a:pt x="14014" y="2472"/>
                  </a:lnTo>
                  <a:lnTo>
                    <a:pt x="13956" y="2338"/>
                  </a:lnTo>
                  <a:lnTo>
                    <a:pt x="13880" y="2204"/>
                  </a:lnTo>
                  <a:lnTo>
                    <a:pt x="13803" y="2070"/>
                  </a:lnTo>
                  <a:lnTo>
                    <a:pt x="13707" y="1945"/>
                  </a:lnTo>
                  <a:lnTo>
                    <a:pt x="13602" y="1830"/>
                  </a:lnTo>
                  <a:lnTo>
                    <a:pt x="13497" y="1715"/>
                  </a:lnTo>
                  <a:lnTo>
                    <a:pt x="13372" y="1610"/>
                  </a:lnTo>
                  <a:lnTo>
                    <a:pt x="13228" y="1514"/>
                  </a:lnTo>
                  <a:lnTo>
                    <a:pt x="13085" y="1418"/>
                  </a:lnTo>
                  <a:lnTo>
                    <a:pt x="12922" y="1332"/>
                  </a:lnTo>
                  <a:lnTo>
                    <a:pt x="12749" y="1265"/>
                  </a:lnTo>
                  <a:lnTo>
                    <a:pt x="12558" y="1198"/>
                  </a:lnTo>
                  <a:lnTo>
                    <a:pt x="12357" y="1141"/>
                  </a:lnTo>
                  <a:lnTo>
                    <a:pt x="12280" y="1131"/>
                  </a:lnTo>
                  <a:lnTo>
                    <a:pt x="12203" y="1122"/>
                  </a:lnTo>
                  <a:lnTo>
                    <a:pt x="12041" y="1122"/>
                  </a:lnTo>
                  <a:lnTo>
                    <a:pt x="11887" y="1150"/>
                  </a:lnTo>
                  <a:lnTo>
                    <a:pt x="11715" y="1189"/>
                  </a:lnTo>
                  <a:lnTo>
                    <a:pt x="11543" y="1246"/>
                  </a:lnTo>
                  <a:lnTo>
                    <a:pt x="11351" y="1304"/>
                  </a:lnTo>
                  <a:lnTo>
                    <a:pt x="11150" y="1371"/>
                  </a:lnTo>
                  <a:lnTo>
                    <a:pt x="10939" y="1438"/>
                  </a:lnTo>
                  <a:lnTo>
                    <a:pt x="10700" y="1505"/>
                  </a:lnTo>
                  <a:lnTo>
                    <a:pt x="10451" y="1562"/>
                  </a:lnTo>
                  <a:lnTo>
                    <a:pt x="10173" y="1610"/>
                  </a:lnTo>
                  <a:lnTo>
                    <a:pt x="9866" y="1639"/>
                  </a:lnTo>
                  <a:lnTo>
                    <a:pt x="9704" y="1639"/>
                  </a:lnTo>
                  <a:lnTo>
                    <a:pt x="9541" y="1648"/>
                  </a:lnTo>
                  <a:lnTo>
                    <a:pt x="9368" y="1639"/>
                  </a:lnTo>
                  <a:lnTo>
                    <a:pt x="9186" y="1629"/>
                  </a:lnTo>
                  <a:lnTo>
                    <a:pt x="8995" y="1610"/>
                  </a:lnTo>
                  <a:lnTo>
                    <a:pt x="8803" y="1591"/>
                  </a:lnTo>
                  <a:lnTo>
                    <a:pt x="8593" y="1553"/>
                  </a:lnTo>
                  <a:lnTo>
                    <a:pt x="8382" y="1514"/>
                  </a:lnTo>
                  <a:lnTo>
                    <a:pt x="8296" y="1495"/>
                  </a:lnTo>
                  <a:lnTo>
                    <a:pt x="8209" y="1466"/>
                  </a:lnTo>
                  <a:lnTo>
                    <a:pt x="8037" y="1390"/>
                  </a:lnTo>
                  <a:lnTo>
                    <a:pt x="7845" y="1284"/>
                  </a:lnTo>
                  <a:lnTo>
                    <a:pt x="7644" y="1169"/>
                  </a:lnTo>
                  <a:lnTo>
                    <a:pt x="7223" y="901"/>
                  </a:lnTo>
                  <a:lnTo>
                    <a:pt x="6993" y="758"/>
                  </a:lnTo>
                  <a:lnTo>
                    <a:pt x="6754" y="614"/>
                  </a:lnTo>
                  <a:lnTo>
                    <a:pt x="6504" y="480"/>
                  </a:lnTo>
                  <a:lnTo>
                    <a:pt x="6246" y="346"/>
                  </a:lnTo>
                  <a:lnTo>
                    <a:pt x="5978" y="231"/>
                  </a:lnTo>
                  <a:lnTo>
                    <a:pt x="5844" y="183"/>
                  </a:lnTo>
                  <a:lnTo>
                    <a:pt x="5700" y="135"/>
                  </a:lnTo>
                  <a:lnTo>
                    <a:pt x="5556" y="97"/>
                  </a:lnTo>
                  <a:lnTo>
                    <a:pt x="5413" y="58"/>
                  </a:lnTo>
                  <a:lnTo>
                    <a:pt x="5259" y="30"/>
                  </a:lnTo>
                  <a:lnTo>
                    <a:pt x="5116" y="10"/>
                  </a:lnTo>
                  <a:lnTo>
                    <a:pt x="4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517219" y="2289124"/>
              <a:ext cx="35751" cy="87088"/>
            </a:xfrm>
            <a:custGeom>
              <a:rect b="b" l="l" r="r" t="t"/>
              <a:pathLst>
                <a:path extrusionOk="0" h="2453" w="1007">
                  <a:moveTo>
                    <a:pt x="1007" y="1"/>
                  </a:moveTo>
                  <a:lnTo>
                    <a:pt x="30" y="1907"/>
                  </a:lnTo>
                  <a:lnTo>
                    <a:pt x="10" y="1974"/>
                  </a:lnTo>
                  <a:lnTo>
                    <a:pt x="1" y="2041"/>
                  </a:lnTo>
                  <a:lnTo>
                    <a:pt x="1" y="2108"/>
                  </a:lnTo>
                  <a:lnTo>
                    <a:pt x="20" y="2175"/>
                  </a:lnTo>
                  <a:lnTo>
                    <a:pt x="49" y="2232"/>
                  </a:lnTo>
                  <a:lnTo>
                    <a:pt x="97" y="2290"/>
                  </a:lnTo>
                  <a:lnTo>
                    <a:pt x="144" y="2338"/>
                  </a:lnTo>
                  <a:lnTo>
                    <a:pt x="202" y="2366"/>
                  </a:lnTo>
                  <a:lnTo>
                    <a:pt x="326" y="2414"/>
                  </a:lnTo>
                  <a:lnTo>
                    <a:pt x="451" y="2443"/>
                  </a:lnTo>
                  <a:lnTo>
                    <a:pt x="499" y="2453"/>
                  </a:lnTo>
                  <a:lnTo>
                    <a:pt x="547" y="2453"/>
                  </a:lnTo>
                  <a:lnTo>
                    <a:pt x="643" y="2443"/>
                  </a:lnTo>
                  <a:lnTo>
                    <a:pt x="729" y="2405"/>
                  </a:lnTo>
                  <a:lnTo>
                    <a:pt x="805" y="2357"/>
                  </a:lnTo>
                  <a:lnTo>
                    <a:pt x="882" y="2290"/>
                  </a:lnTo>
                  <a:lnTo>
                    <a:pt x="930" y="2213"/>
                  </a:lnTo>
                  <a:lnTo>
                    <a:pt x="968" y="2127"/>
                  </a:lnTo>
                  <a:lnTo>
                    <a:pt x="987" y="2031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495457" y="2269066"/>
              <a:ext cx="20804" cy="32343"/>
            </a:xfrm>
            <a:custGeom>
              <a:rect b="b" l="l" r="r" t="t"/>
              <a:pathLst>
                <a:path extrusionOk="0" h="911" w="586">
                  <a:moveTo>
                    <a:pt x="441" y="0"/>
                  </a:moveTo>
                  <a:lnTo>
                    <a:pt x="384" y="10"/>
                  </a:lnTo>
                  <a:lnTo>
                    <a:pt x="326" y="29"/>
                  </a:lnTo>
                  <a:lnTo>
                    <a:pt x="279" y="77"/>
                  </a:lnTo>
                  <a:lnTo>
                    <a:pt x="221" y="125"/>
                  </a:lnTo>
                  <a:lnTo>
                    <a:pt x="164" y="192"/>
                  </a:lnTo>
                  <a:lnTo>
                    <a:pt x="116" y="269"/>
                  </a:lnTo>
                  <a:lnTo>
                    <a:pt x="68" y="364"/>
                  </a:lnTo>
                  <a:lnTo>
                    <a:pt x="39" y="451"/>
                  </a:lnTo>
                  <a:lnTo>
                    <a:pt x="10" y="537"/>
                  </a:lnTo>
                  <a:lnTo>
                    <a:pt x="1" y="623"/>
                  </a:lnTo>
                  <a:lnTo>
                    <a:pt x="1" y="700"/>
                  </a:lnTo>
                  <a:lnTo>
                    <a:pt x="1" y="767"/>
                  </a:lnTo>
                  <a:lnTo>
                    <a:pt x="20" y="824"/>
                  </a:lnTo>
                  <a:lnTo>
                    <a:pt x="49" y="872"/>
                  </a:lnTo>
                  <a:lnTo>
                    <a:pt x="97" y="901"/>
                  </a:lnTo>
                  <a:lnTo>
                    <a:pt x="144" y="910"/>
                  </a:lnTo>
                  <a:lnTo>
                    <a:pt x="192" y="901"/>
                  </a:lnTo>
                  <a:lnTo>
                    <a:pt x="250" y="882"/>
                  </a:lnTo>
                  <a:lnTo>
                    <a:pt x="307" y="843"/>
                  </a:lnTo>
                  <a:lnTo>
                    <a:pt x="355" y="786"/>
                  </a:lnTo>
                  <a:lnTo>
                    <a:pt x="413" y="719"/>
                  </a:lnTo>
                  <a:lnTo>
                    <a:pt x="461" y="642"/>
                  </a:lnTo>
                  <a:lnTo>
                    <a:pt x="508" y="556"/>
                  </a:lnTo>
                  <a:lnTo>
                    <a:pt x="537" y="460"/>
                  </a:lnTo>
                  <a:lnTo>
                    <a:pt x="566" y="374"/>
                  </a:lnTo>
                  <a:lnTo>
                    <a:pt x="576" y="288"/>
                  </a:lnTo>
                  <a:lnTo>
                    <a:pt x="585" y="211"/>
                  </a:lnTo>
                  <a:lnTo>
                    <a:pt x="576" y="144"/>
                  </a:lnTo>
                  <a:lnTo>
                    <a:pt x="556" y="87"/>
                  </a:lnTo>
                  <a:lnTo>
                    <a:pt x="528" y="39"/>
                  </a:lnTo>
                  <a:lnTo>
                    <a:pt x="489" y="1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4493433" y="2231647"/>
              <a:ext cx="39798" cy="18745"/>
            </a:xfrm>
            <a:custGeom>
              <a:rect b="b" l="l" r="r" t="t"/>
              <a:pathLst>
                <a:path extrusionOk="0" h="528" w="1121">
                  <a:moveTo>
                    <a:pt x="403" y="1"/>
                  </a:moveTo>
                  <a:lnTo>
                    <a:pt x="307" y="10"/>
                  </a:lnTo>
                  <a:lnTo>
                    <a:pt x="221" y="30"/>
                  </a:lnTo>
                  <a:lnTo>
                    <a:pt x="134" y="68"/>
                  </a:lnTo>
                  <a:lnTo>
                    <a:pt x="96" y="97"/>
                  </a:lnTo>
                  <a:lnTo>
                    <a:pt x="67" y="125"/>
                  </a:lnTo>
                  <a:lnTo>
                    <a:pt x="0" y="192"/>
                  </a:lnTo>
                  <a:lnTo>
                    <a:pt x="163" y="250"/>
                  </a:lnTo>
                  <a:lnTo>
                    <a:pt x="297" y="307"/>
                  </a:lnTo>
                  <a:lnTo>
                    <a:pt x="537" y="394"/>
                  </a:lnTo>
                  <a:lnTo>
                    <a:pt x="671" y="432"/>
                  </a:lnTo>
                  <a:lnTo>
                    <a:pt x="805" y="470"/>
                  </a:lnTo>
                  <a:lnTo>
                    <a:pt x="949" y="509"/>
                  </a:lnTo>
                  <a:lnTo>
                    <a:pt x="1121" y="528"/>
                  </a:lnTo>
                  <a:lnTo>
                    <a:pt x="1102" y="441"/>
                  </a:lnTo>
                  <a:lnTo>
                    <a:pt x="1064" y="355"/>
                  </a:lnTo>
                  <a:lnTo>
                    <a:pt x="1016" y="288"/>
                  </a:lnTo>
                  <a:lnTo>
                    <a:pt x="958" y="221"/>
                  </a:lnTo>
                  <a:lnTo>
                    <a:pt x="891" y="164"/>
                  </a:lnTo>
                  <a:lnTo>
                    <a:pt x="824" y="116"/>
                  </a:lnTo>
                  <a:lnTo>
                    <a:pt x="747" y="68"/>
                  </a:lnTo>
                  <a:lnTo>
                    <a:pt x="661" y="39"/>
                  </a:lnTo>
                  <a:lnTo>
                    <a:pt x="575" y="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h="7951" w="8516">
                  <a:moveTo>
                    <a:pt x="4828" y="1"/>
                  </a:moveTo>
                  <a:lnTo>
                    <a:pt x="4569" y="10"/>
                  </a:lnTo>
                  <a:lnTo>
                    <a:pt x="4320" y="20"/>
                  </a:lnTo>
                  <a:lnTo>
                    <a:pt x="4080" y="29"/>
                  </a:lnTo>
                  <a:lnTo>
                    <a:pt x="3630" y="77"/>
                  </a:lnTo>
                  <a:lnTo>
                    <a:pt x="3218" y="135"/>
                  </a:lnTo>
                  <a:lnTo>
                    <a:pt x="2854" y="192"/>
                  </a:lnTo>
                  <a:lnTo>
                    <a:pt x="2567" y="259"/>
                  </a:lnTo>
                  <a:lnTo>
                    <a:pt x="2337" y="307"/>
                  </a:lnTo>
                  <a:lnTo>
                    <a:pt x="2146" y="355"/>
                  </a:lnTo>
                  <a:lnTo>
                    <a:pt x="1964" y="566"/>
                  </a:lnTo>
                  <a:lnTo>
                    <a:pt x="1763" y="815"/>
                  </a:lnTo>
                  <a:lnTo>
                    <a:pt x="1504" y="1150"/>
                  </a:lnTo>
                  <a:lnTo>
                    <a:pt x="1226" y="1543"/>
                  </a:lnTo>
                  <a:lnTo>
                    <a:pt x="1082" y="1763"/>
                  </a:lnTo>
                  <a:lnTo>
                    <a:pt x="939" y="2002"/>
                  </a:lnTo>
                  <a:lnTo>
                    <a:pt x="795" y="2251"/>
                  </a:lnTo>
                  <a:lnTo>
                    <a:pt x="651" y="2510"/>
                  </a:lnTo>
                  <a:lnTo>
                    <a:pt x="517" y="2778"/>
                  </a:lnTo>
                  <a:lnTo>
                    <a:pt x="402" y="3056"/>
                  </a:lnTo>
                  <a:lnTo>
                    <a:pt x="288" y="3343"/>
                  </a:lnTo>
                  <a:lnTo>
                    <a:pt x="192" y="3631"/>
                  </a:lnTo>
                  <a:lnTo>
                    <a:pt x="115" y="3928"/>
                  </a:lnTo>
                  <a:lnTo>
                    <a:pt x="48" y="4225"/>
                  </a:lnTo>
                  <a:lnTo>
                    <a:pt x="10" y="4521"/>
                  </a:lnTo>
                  <a:lnTo>
                    <a:pt x="0" y="4665"/>
                  </a:lnTo>
                  <a:lnTo>
                    <a:pt x="0" y="4818"/>
                  </a:lnTo>
                  <a:lnTo>
                    <a:pt x="0" y="4972"/>
                  </a:lnTo>
                  <a:lnTo>
                    <a:pt x="10" y="5115"/>
                  </a:lnTo>
                  <a:lnTo>
                    <a:pt x="29" y="5269"/>
                  </a:lnTo>
                  <a:lnTo>
                    <a:pt x="48" y="5412"/>
                  </a:lnTo>
                  <a:lnTo>
                    <a:pt x="77" y="5556"/>
                  </a:lnTo>
                  <a:lnTo>
                    <a:pt x="115" y="5709"/>
                  </a:lnTo>
                  <a:lnTo>
                    <a:pt x="163" y="5853"/>
                  </a:lnTo>
                  <a:lnTo>
                    <a:pt x="220" y="5996"/>
                  </a:lnTo>
                  <a:lnTo>
                    <a:pt x="288" y="6131"/>
                  </a:lnTo>
                  <a:lnTo>
                    <a:pt x="364" y="6274"/>
                  </a:lnTo>
                  <a:lnTo>
                    <a:pt x="441" y="6408"/>
                  </a:lnTo>
                  <a:lnTo>
                    <a:pt x="537" y="6542"/>
                  </a:lnTo>
                  <a:lnTo>
                    <a:pt x="642" y="6677"/>
                  </a:lnTo>
                  <a:lnTo>
                    <a:pt x="757" y="6811"/>
                  </a:lnTo>
                  <a:lnTo>
                    <a:pt x="881" y="6945"/>
                  </a:lnTo>
                  <a:lnTo>
                    <a:pt x="1015" y="7069"/>
                  </a:lnTo>
                  <a:lnTo>
                    <a:pt x="1159" y="7184"/>
                  </a:lnTo>
                  <a:lnTo>
                    <a:pt x="1322" y="7309"/>
                  </a:lnTo>
                  <a:lnTo>
                    <a:pt x="1494" y="7424"/>
                  </a:lnTo>
                  <a:lnTo>
                    <a:pt x="1676" y="7539"/>
                  </a:lnTo>
                  <a:lnTo>
                    <a:pt x="1916" y="7673"/>
                  </a:lnTo>
                  <a:lnTo>
                    <a:pt x="2146" y="7768"/>
                  </a:lnTo>
                  <a:lnTo>
                    <a:pt x="2366" y="7855"/>
                  </a:lnTo>
                  <a:lnTo>
                    <a:pt x="2577" y="7903"/>
                  </a:lnTo>
                  <a:lnTo>
                    <a:pt x="2778" y="7941"/>
                  </a:lnTo>
                  <a:lnTo>
                    <a:pt x="2979" y="7950"/>
                  </a:lnTo>
                  <a:lnTo>
                    <a:pt x="3161" y="7941"/>
                  </a:lnTo>
                  <a:lnTo>
                    <a:pt x="3343" y="7922"/>
                  </a:lnTo>
                  <a:lnTo>
                    <a:pt x="3515" y="7874"/>
                  </a:lnTo>
                  <a:lnTo>
                    <a:pt x="3678" y="7816"/>
                  </a:lnTo>
                  <a:lnTo>
                    <a:pt x="3831" y="7740"/>
                  </a:lnTo>
                  <a:lnTo>
                    <a:pt x="3985" y="7644"/>
                  </a:lnTo>
                  <a:lnTo>
                    <a:pt x="4119" y="7548"/>
                  </a:lnTo>
                  <a:lnTo>
                    <a:pt x="4253" y="7433"/>
                  </a:lnTo>
                  <a:lnTo>
                    <a:pt x="4377" y="7309"/>
                  </a:lnTo>
                  <a:lnTo>
                    <a:pt x="4502" y="7175"/>
                  </a:lnTo>
                  <a:lnTo>
                    <a:pt x="4607" y="7031"/>
                  </a:lnTo>
                  <a:lnTo>
                    <a:pt x="4713" y="6887"/>
                  </a:lnTo>
                  <a:lnTo>
                    <a:pt x="4808" y="6734"/>
                  </a:lnTo>
                  <a:lnTo>
                    <a:pt x="4895" y="6581"/>
                  </a:lnTo>
                  <a:lnTo>
                    <a:pt x="4971" y="6418"/>
                  </a:lnTo>
                  <a:lnTo>
                    <a:pt x="5048" y="6255"/>
                  </a:lnTo>
                  <a:lnTo>
                    <a:pt x="5115" y="6092"/>
                  </a:lnTo>
                  <a:lnTo>
                    <a:pt x="5172" y="5929"/>
                  </a:lnTo>
                  <a:lnTo>
                    <a:pt x="5230" y="5767"/>
                  </a:lnTo>
                  <a:lnTo>
                    <a:pt x="5278" y="5604"/>
                  </a:lnTo>
                  <a:lnTo>
                    <a:pt x="5345" y="5307"/>
                  </a:lnTo>
                  <a:lnTo>
                    <a:pt x="5393" y="5029"/>
                  </a:lnTo>
                  <a:lnTo>
                    <a:pt x="5412" y="4780"/>
                  </a:lnTo>
                  <a:lnTo>
                    <a:pt x="5431" y="4579"/>
                  </a:lnTo>
                  <a:lnTo>
                    <a:pt x="5460" y="4387"/>
                  </a:lnTo>
                  <a:lnTo>
                    <a:pt x="5508" y="4196"/>
                  </a:lnTo>
                  <a:lnTo>
                    <a:pt x="5565" y="4014"/>
                  </a:lnTo>
                  <a:lnTo>
                    <a:pt x="5642" y="3841"/>
                  </a:lnTo>
                  <a:lnTo>
                    <a:pt x="5728" y="3679"/>
                  </a:lnTo>
                  <a:lnTo>
                    <a:pt x="5814" y="3516"/>
                  </a:lnTo>
                  <a:lnTo>
                    <a:pt x="5919" y="3363"/>
                  </a:lnTo>
                  <a:lnTo>
                    <a:pt x="6034" y="3219"/>
                  </a:lnTo>
                  <a:lnTo>
                    <a:pt x="6149" y="3085"/>
                  </a:lnTo>
                  <a:lnTo>
                    <a:pt x="6274" y="2951"/>
                  </a:lnTo>
                  <a:lnTo>
                    <a:pt x="6408" y="2826"/>
                  </a:lnTo>
                  <a:lnTo>
                    <a:pt x="6542" y="2711"/>
                  </a:lnTo>
                  <a:lnTo>
                    <a:pt x="6676" y="2596"/>
                  </a:lnTo>
                  <a:lnTo>
                    <a:pt x="6820" y="2500"/>
                  </a:lnTo>
                  <a:lnTo>
                    <a:pt x="6954" y="2395"/>
                  </a:lnTo>
                  <a:lnTo>
                    <a:pt x="7241" y="2223"/>
                  </a:lnTo>
                  <a:lnTo>
                    <a:pt x="7509" y="2069"/>
                  </a:lnTo>
                  <a:lnTo>
                    <a:pt x="7758" y="1945"/>
                  </a:lnTo>
                  <a:lnTo>
                    <a:pt x="7979" y="1840"/>
                  </a:lnTo>
                  <a:lnTo>
                    <a:pt x="8170" y="1763"/>
                  </a:lnTo>
                  <a:lnTo>
                    <a:pt x="8314" y="1715"/>
                  </a:lnTo>
                  <a:lnTo>
                    <a:pt x="8448" y="1667"/>
                  </a:lnTo>
                  <a:lnTo>
                    <a:pt x="8515" y="1370"/>
                  </a:lnTo>
                  <a:lnTo>
                    <a:pt x="8410" y="1265"/>
                  </a:lnTo>
                  <a:lnTo>
                    <a:pt x="8314" y="1169"/>
                  </a:lnTo>
                  <a:lnTo>
                    <a:pt x="8103" y="987"/>
                  </a:lnTo>
                  <a:lnTo>
                    <a:pt x="7883" y="815"/>
                  </a:lnTo>
                  <a:lnTo>
                    <a:pt x="7653" y="671"/>
                  </a:lnTo>
                  <a:lnTo>
                    <a:pt x="7414" y="537"/>
                  </a:lnTo>
                  <a:lnTo>
                    <a:pt x="7174" y="432"/>
                  </a:lnTo>
                  <a:lnTo>
                    <a:pt x="6916" y="326"/>
                  </a:lnTo>
                  <a:lnTo>
                    <a:pt x="6657" y="250"/>
                  </a:lnTo>
                  <a:lnTo>
                    <a:pt x="6398" y="173"/>
                  </a:lnTo>
                  <a:lnTo>
                    <a:pt x="6140" y="125"/>
                  </a:lnTo>
                  <a:lnTo>
                    <a:pt x="5872" y="77"/>
                  </a:lnTo>
                  <a:lnTo>
                    <a:pt x="5603" y="48"/>
                  </a:lnTo>
                  <a:lnTo>
                    <a:pt x="5345" y="20"/>
                  </a:lnTo>
                  <a:lnTo>
                    <a:pt x="5077" y="10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fill="none" h="7951" w="8516">
                  <a:moveTo>
                    <a:pt x="8448" y="1667"/>
                  </a:moveTo>
                  <a:lnTo>
                    <a:pt x="8448" y="1667"/>
                  </a:lnTo>
                  <a:lnTo>
                    <a:pt x="8314" y="1715"/>
                  </a:lnTo>
                  <a:lnTo>
                    <a:pt x="8170" y="1763"/>
                  </a:lnTo>
                  <a:lnTo>
                    <a:pt x="7979" y="1840"/>
                  </a:lnTo>
                  <a:lnTo>
                    <a:pt x="7758" y="1945"/>
                  </a:lnTo>
                  <a:lnTo>
                    <a:pt x="7509" y="2069"/>
                  </a:lnTo>
                  <a:lnTo>
                    <a:pt x="7241" y="2223"/>
                  </a:lnTo>
                  <a:lnTo>
                    <a:pt x="6954" y="2395"/>
                  </a:lnTo>
                  <a:lnTo>
                    <a:pt x="6820" y="2500"/>
                  </a:lnTo>
                  <a:lnTo>
                    <a:pt x="6676" y="2596"/>
                  </a:lnTo>
                  <a:lnTo>
                    <a:pt x="6542" y="2711"/>
                  </a:lnTo>
                  <a:lnTo>
                    <a:pt x="6408" y="2826"/>
                  </a:lnTo>
                  <a:lnTo>
                    <a:pt x="6274" y="2951"/>
                  </a:lnTo>
                  <a:lnTo>
                    <a:pt x="6149" y="3085"/>
                  </a:lnTo>
                  <a:lnTo>
                    <a:pt x="6034" y="3219"/>
                  </a:lnTo>
                  <a:lnTo>
                    <a:pt x="5919" y="3363"/>
                  </a:lnTo>
                  <a:lnTo>
                    <a:pt x="5814" y="3516"/>
                  </a:lnTo>
                  <a:lnTo>
                    <a:pt x="5728" y="3679"/>
                  </a:lnTo>
                  <a:lnTo>
                    <a:pt x="5642" y="3841"/>
                  </a:lnTo>
                  <a:lnTo>
                    <a:pt x="5565" y="4014"/>
                  </a:lnTo>
                  <a:lnTo>
                    <a:pt x="5508" y="4196"/>
                  </a:lnTo>
                  <a:lnTo>
                    <a:pt x="5460" y="4387"/>
                  </a:lnTo>
                  <a:lnTo>
                    <a:pt x="5431" y="4579"/>
                  </a:lnTo>
                  <a:lnTo>
                    <a:pt x="5412" y="4780"/>
                  </a:lnTo>
                  <a:lnTo>
                    <a:pt x="5412" y="4780"/>
                  </a:lnTo>
                  <a:lnTo>
                    <a:pt x="5393" y="5029"/>
                  </a:lnTo>
                  <a:lnTo>
                    <a:pt x="5345" y="5307"/>
                  </a:lnTo>
                  <a:lnTo>
                    <a:pt x="5278" y="5604"/>
                  </a:lnTo>
                  <a:lnTo>
                    <a:pt x="5230" y="5767"/>
                  </a:lnTo>
                  <a:lnTo>
                    <a:pt x="5172" y="5929"/>
                  </a:lnTo>
                  <a:lnTo>
                    <a:pt x="5115" y="6092"/>
                  </a:lnTo>
                  <a:lnTo>
                    <a:pt x="5048" y="6255"/>
                  </a:lnTo>
                  <a:lnTo>
                    <a:pt x="4971" y="6418"/>
                  </a:lnTo>
                  <a:lnTo>
                    <a:pt x="4895" y="6581"/>
                  </a:lnTo>
                  <a:lnTo>
                    <a:pt x="4808" y="6734"/>
                  </a:lnTo>
                  <a:lnTo>
                    <a:pt x="4713" y="6887"/>
                  </a:lnTo>
                  <a:lnTo>
                    <a:pt x="4607" y="7031"/>
                  </a:lnTo>
                  <a:lnTo>
                    <a:pt x="4502" y="7175"/>
                  </a:lnTo>
                  <a:lnTo>
                    <a:pt x="4377" y="7309"/>
                  </a:lnTo>
                  <a:lnTo>
                    <a:pt x="4253" y="7433"/>
                  </a:lnTo>
                  <a:lnTo>
                    <a:pt x="4119" y="7548"/>
                  </a:lnTo>
                  <a:lnTo>
                    <a:pt x="3985" y="7644"/>
                  </a:lnTo>
                  <a:lnTo>
                    <a:pt x="3831" y="7740"/>
                  </a:lnTo>
                  <a:lnTo>
                    <a:pt x="3678" y="7816"/>
                  </a:lnTo>
                  <a:lnTo>
                    <a:pt x="3515" y="7874"/>
                  </a:lnTo>
                  <a:lnTo>
                    <a:pt x="3343" y="7922"/>
                  </a:lnTo>
                  <a:lnTo>
                    <a:pt x="3161" y="7941"/>
                  </a:lnTo>
                  <a:lnTo>
                    <a:pt x="2979" y="7950"/>
                  </a:lnTo>
                  <a:lnTo>
                    <a:pt x="2778" y="7941"/>
                  </a:lnTo>
                  <a:lnTo>
                    <a:pt x="2577" y="7903"/>
                  </a:lnTo>
                  <a:lnTo>
                    <a:pt x="2366" y="7855"/>
                  </a:lnTo>
                  <a:lnTo>
                    <a:pt x="2146" y="7768"/>
                  </a:lnTo>
                  <a:lnTo>
                    <a:pt x="1916" y="7673"/>
                  </a:lnTo>
                  <a:lnTo>
                    <a:pt x="1676" y="7539"/>
                  </a:lnTo>
                  <a:lnTo>
                    <a:pt x="1676" y="7539"/>
                  </a:lnTo>
                  <a:lnTo>
                    <a:pt x="1494" y="7424"/>
                  </a:lnTo>
                  <a:lnTo>
                    <a:pt x="1322" y="7309"/>
                  </a:lnTo>
                  <a:lnTo>
                    <a:pt x="1159" y="7184"/>
                  </a:lnTo>
                  <a:lnTo>
                    <a:pt x="1015" y="7069"/>
                  </a:lnTo>
                  <a:lnTo>
                    <a:pt x="881" y="6945"/>
                  </a:lnTo>
                  <a:lnTo>
                    <a:pt x="757" y="6811"/>
                  </a:lnTo>
                  <a:lnTo>
                    <a:pt x="642" y="6677"/>
                  </a:lnTo>
                  <a:lnTo>
                    <a:pt x="537" y="6542"/>
                  </a:lnTo>
                  <a:lnTo>
                    <a:pt x="441" y="6408"/>
                  </a:lnTo>
                  <a:lnTo>
                    <a:pt x="364" y="6274"/>
                  </a:lnTo>
                  <a:lnTo>
                    <a:pt x="288" y="6131"/>
                  </a:lnTo>
                  <a:lnTo>
                    <a:pt x="220" y="5996"/>
                  </a:lnTo>
                  <a:lnTo>
                    <a:pt x="163" y="5853"/>
                  </a:lnTo>
                  <a:lnTo>
                    <a:pt x="115" y="5709"/>
                  </a:lnTo>
                  <a:lnTo>
                    <a:pt x="77" y="5556"/>
                  </a:lnTo>
                  <a:lnTo>
                    <a:pt x="48" y="5412"/>
                  </a:lnTo>
                  <a:lnTo>
                    <a:pt x="29" y="5269"/>
                  </a:lnTo>
                  <a:lnTo>
                    <a:pt x="10" y="5115"/>
                  </a:lnTo>
                  <a:lnTo>
                    <a:pt x="0" y="4972"/>
                  </a:lnTo>
                  <a:lnTo>
                    <a:pt x="0" y="4818"/>
                  </a:lnTo>
                  <a:lnTo>
                    <a:pt x="0" y="4665"/>
                  </a:lnTo>
                  <a:lnTo>
                    <a:pt x="10" y="4521"/>
                  </a:lnTo>
                  <a:lnTo>
                    <a:pt x="48" y="4225"/>
                  </a:lnTo>
                  <a:lnTo>
                    <a:pt x="115" y="3928"/>
                  </a:lnTo>
                  <a:lnTo>
                    <a:pt x="192" y="3631"/>
                  </a:lnTo>
                  <a:lnTo>
                    <a:pt x="288" y="3343"/>
                  </a:lnTo>
                  <a:lnTo>
                    <a:pt x="402" y="3056"/>
                  </a:lnTo>
                  <a:lnTo>
                    <a:pt x="517" y="2778"/>
                  </a:lnTo>
                  <a:lnTo>
                    <a:pt x="651" y="2510"/>
                  </a:lnTo>
                  <a:lnTo>
                    <a:pt x="795" y="2251"/>
                  </a:lnTo>
                  <a:lnTo>
                    <a:pt x="939" y="2002"/>
                  </a:lnTo>
                  <a:lnTo>
                    <a:pt x="1082" y="1763"/>
                  </a:lnTo>
                  <a:lnTo>
                    <a:pt x="1226" y="1543"/>
                  </a:lnTo>
                  <a:lnTo>
                    <a:pt x="1504" y="1150"/>
                  </a:lnTo>
                  <a:lnTo>
                    <a:pt x="1763" y="815"/>
                  </a:lnTo>
                  <a:lnTo>
                    <a:pt x="1964" y="566"/>
                  </a:lnTo>
                  <a:lnTo>
                    <a:pt x="2146" y="355"/>
                  </a:lnTo>
                  <a:lnTo>
                    <a:pt x="2146" y="355"/>
                  </a:lnTo>
                  <a:lnTo>
                    <a:pt x="2337" y="307"/>
                  </a:lnTo>
                  <a:lnTo>
                    <a:pt x="2567" y="259"/>
                  </a:lnTo>
                  <a:lnTo>
                    <a:pt x="2854" y="192"/>
                  </a:lnTo>
                  <a:lnTo>
                    <a:pt x="3218" y="135"/>
                  </a:lnTo>
                  <a:lnTo>
                    <a:pt x="3630" y="77"/>
                  </a:lnTo>
                  <a:lnTo>
                    <a:pt x="4080" y="29"/>
                  </a:lnTo>
                  <a:lnTo>
                    <a:pt x="4320" y="20"/>
                  </a:lnTo>
                  <a:lnTo>
                    <a:pt x="4569" y="10"/>
                  </a:lnTo>
                  <a:lnTo>
                    <a:pt x="4828" y="1"/>
                  </a:lnTo>
                  <a:lnTo>
                    <a:pt x="5077" y="10"/>
                  </a:lnTo>
                  <a:lnTo>
                    <a:pt x="5345" y="20"/>
                  </a:lnTo>
                  <a:lnTo>
                    <a:pt x="5603" y="48"/>
                  </a:lnTo>
                  <a:lnTo>
                    <a:pt x="5872" y="77"/>
                  </a:lnTo>
                  <a:lnTo>
                    <a:pt x="6140" y="125"/>
                  </a:lnTo>
                  <a:lnTo>
                    <a:pt x="6398" y="173"/>
                  </a:lnTo>
                  <a:lnTo>
                    <a:pt x="6657" y="250"/>
                  </a:lnTo>
                  <a:lnTo>
                    <a:pt x="6916" y="326"/>
                  </a:lnTo>
                  <a:lnTo>
                    <a:pt x="7174" y="432"/>
                  </a:lnTo>
                  <a:lnTo>
                    <a:pt x="7414" y="537"/>
                  </a:lnTo>
                  <a:lnTo>
                    <a:pt x="7653" y="671"/>
                  </a:lnTo>
                  <a:lnTo>
                    <a:pt x="7883" y="815"/>
                  </a:lnTo>
                  <a:lnTo>
                    <a:pt x="8103" y="987"/>
                  </a:lnTo>
                  <a:lnTo>
                    <a:pt x="8314" y="1169"/>
                  </a:lnTo>
                  <a:lnTo>
                    <a:pt x="8410" y="1265"/>
                  </a:lnTo>
                  <a:lnTo>
                    <a:pt x="8515" y="13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351286" y="2191211"/>
              <a:ext cx="65999" cy="113253"/>
            </a:xfrm>
            <a:custGeom>
              <a:rect b="b" l="l" r="r" t="t"/>
              <a:pathLst>
                <a:path extrusionOk="0" h="3190" w="1859">
                  <a:moveTo>
                    <a:pt x="1188" y="0"/>
                  </a:moveTo>
                  <a:lnTo>
                    <a:pt x="1093" y="19"/>
                  </a:lnTo>
                  <a:lnTo>
                    <a:pt x="987" y="48"/>
                  </a:lnTo>
                  <a:lnTo>
                    <a:pt x="891" y="86"/>
                  </a:lnTo>
                  <a:lnTo>
                    <a:pt x="796" y="134"/>
                  </a:lnTo>
                  <a:lnTo>
                    <a:pt x="690" y="211"/>
                  </a:lnTo>
                  <a:lnTo>
                    <a:pt x="595" y="287"/>
                  </a:lnTo>
                  <a:lnTo>
                    <a:pt x="499" y="393"/>
                  </a:lnTo>
                  <a:lnTo>
                    <a:pt x="403" y="508"/>
                  </a:lnTo>
                  <a:lnTo>
                    <a:pt x="317" y="642"/>
                  </a:lnTo>
                  <a:lnTo>
                    <a:pt x="240" y="795"/>
                  </a:lnTo>
                  <a:lnTo>
                    <a:pt x="164" y="967"/>
                  </a:lnTo>
                  <a:lnTo>
                    <a:pt x="96" y="1159"/>
                  </a:lnTo>
                  <a:lnTo>
                    <a:pt x="39" y="1370"/>
                  </a:lnTo>
                  <a:lnTo>
                    <a:pt x="10" y="1523"/>
                  </a:lnTo>
                  <a:lnTo>
                    <a:pt x="1" y="1676"/>
                  </a:lnTo>
                  <a:lnTo>
                    <a:pt x="1" y="1830"/>
                  </a:lnTo>
                  <a:lnTo>
                    <a:pt x="20" y="1983"/>
                  </a:lnTo>
                  <a:lnTo>
                    <a:pt x="49" y="2126"/>
                  </a:lnTo>
                  <a:lnTo>
                    <a:pt x="87" y="2270"/>
                  </a:lnTo>
                  <a:lnTo>
                    <a:pt x="135" y="2404"/>
                  </a:lnTo>
                  <a:lnTo>
                    <a:pt x="183" y="2538"/>
                  </a:lnTo>
                  <a:lnTo>
                    <a:pt x="250" y="2653"/>
                  </a:lnTo>
                  <a:lnTo>
                    <a:pt x="317" y="2768"/>
                  </a:lnTo>
                  <a:lnTo>
                    <a:pt x="393" y="2874"/>
                  </a:lnTo>
                  <a:lnTo>
                    <a:pt x="460" y="2960"/>
                  </a:lnTo>
                  <a:lnTo>
                    <a:pt x="547" y="3036"/>
                  </a:lnTo>
                  <a:lnTo>
                    <a:pt x="623" y="3103"/>
                  </a:lnTo>
                  <a:lnTo>
                    <a:pt x="700" y="3151"/>
                  </a:lnTo>
                  <a:lnTo>
                    <a:pt x="777" y="3180"/>
                  </a:lnTo>
                  <a:lnTo>
                    <a:pt x="853" y="3190"/>
                  </a:lnTo>
                  <a:lnTo>
                    <a:pt x="930" y="3190"/>
                  </a:lnTo>
                  <a:lnTo>
                    <a:pt x="997" y="3161"/>
                  </a:lnTo>
                  <a:lnTo>
                    <a:pt x="1064" y="3123"/>
                  </a:lnTo>
                  <a:lnTo>
                    <a:pt x="1131" y="3075"/>
                  </a:lnTo>
                  <a:lnTo>
                    <a:pt x="1198" y="3008"/>
                  </a:lnTo>
                  <a:lnTo>
                    <a:pt x="1255" y="2921"/>
                  </a:lnTo>
                  <a:lnTo>
                    <a:pt x="1313" y="2826"/>
                  </a:lnTo>
                  <a:lnTo>
                    <a:pt x="1370" y="2720"/>
                  </a:lnTo>
                  <a:lnTo>
                    <a:pt x="1428" y="2605"/>
                  </a:lnTo>
                  <a:lnTo>
                    <a:pt x="1533" y="2347"/>
                  </a:lnTo>
                  <a:lnTo>
                    <a:pt x="1639" y="2069"/>
                  </a:lnTo>
                  <a:lnTo>
                    <a:pt x="1734" y="1762"/>
                  </a:lnTo>
                  <a:lnTo>
                    <a:pt x="1773" y="1600"/>
                  </a:lnTo>
                  <a:lnTo>
                    <a:pt x="1811" y="1446"/>
                  </a:lnTo>
                  <a:lnTo>
                    <a:pt x="1830" y="1303"/>
                  </a:lnTo>
                  <a:lnTo>
                    <a:pt x="1849" y="1149"/>
                  </a:lnTo>
                  <a:lnTo>
                    <a:pt x="1859" y="1015"/>
                  </a:lnTo>
                  <a:lnTo>
                    <a:pt x="1859" y="881"/>
                  </a:lnTo>
                  <a:lnTo>
                    <a:pt x="1849" y="747"/>
                  </a:lnTo>
                  <a:lnTo>
                    <a:pt x="1840" y="623"/>
                  </a:lnTo>
                  <a:lnTo>
                    <a:pt x="1811" y="517"/>
                  </a:lnTo>
                  <a:lnTo>
                    <a:pt x="1782" y="412"/>
                  </a:lnTo>
                  <a:lnTo>
                    <a:pt x="1744" y="316"/>
                  </a:lnTo>
                  <a:lnTo>
                    <a:pt x="1696" y="230"/>
                  </a:lnTo>
                  <a:lnTo>
                    <a:pt x="1648" y="163"/>
                  </a:lnTo>
                  <a:lnTo>
                    <a:pt x="1581" y="105"/>
                  </a:lnTo>
                  <a:lnTo>
                    <a:pt x="1514" y="58"/>
                  </a:lnTo>
                  <a:lnTo>
                    <a:pt x="1447" y="29"/>
                  </a:lnTo>
                  <a:lnTo>
                    <a:pt x="1361" y="10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401272" y="2145308"/>
              <a:ext cx="55455" cy="109170"/>
            </a:xfrm>
            <a:custGeom>
              <a:rect b="b" l="l" r="r" t="t"/>
              <a:pathLst>
                <a:path extrusionOk="0" h="3075" w="1562">
                  <a:moveTo>
                    <a:pt x="1514" y="0"/>
                  </a:moveTo>
                  <a:lnTo>
                    <a:pt x="1390" y="10"/>
                  </a:lnTo>
                  <a:lnTo>
                    <a:pt x="1294" y="19"/>
                  </a:lnTo>
                  <a:lnTo>
                    <a:pt x="1188" y="48"/>
                  </a:lnTo>
                  <a:lnTo>
                    <a:pt x="1083" y="77"/>
                  </a:lnTo>
                  <a:lnTo>
                    <a:pt x="958" y="115"/>
                  </a:lnTo>
                  <a:lnTo>
                    <a:pt x="834" y="172"/>
                  </a:lnTo>
                  <a:lnTo>
                    <a:pt x="700" y="239"/>
                  </a:lnTo>
                  <a:lnTo>
                    <a:pt x="575" y="326"/>
                  </a:lnTo>
                  <a:lnTo>
                    <a:pt x="441" y="441"/>
                  </a:lnTo>
                  <a:lnTo>
                    <a:pt x="326" y="565"/>
                  </a:lnTo>
                  <a:lnTo>
                    <a:pt x="211" y="718"/>
                  </a:lnTo>
                  <a:lnTo>
                    <a:pt x="154" y="795"/>
                  </a:lnTo>
                  <a:lnTo>
                    <a:pt x="106" y="891"/>
                  </a:lnTo>
                  <a:lnTo>
                    <a:pt x="58" y="987"/>
                  </a:lnTo>
                  <a:lnTo>
                    <a:pt x="10" y="1092"/>
                  </a:lnTo>
                  <a:lnTo>
                    <a:pt x="1" y="1379"/>
                  </a:lnTo>
                  <a:lnTo>
                    <a:pt x="1" y="1676"/>
                  </a:lnTo>
                  <a:lnTo>
                    <a:pt x="10" y="2021"/>
                  </a:lnTo>
                  <a:lnTo>
                    <a:pt x="29" y="2375"/>
                  </a:lnTo>
                  <a:lnTo>
                    <a:pt x="49" y="2538"/>
                  </a:lnTo>
                  <a:lnTo>
                    <a:pt x="68" y="2691"/>
                  </a:lnTo>
                  <a:lnTo>
                    <a:pt x="96" y="2826"/>
                  </a:lnTo>
                  <a:lnTo>
                    <a:pt x="135" y="2941"/>
                  </a:lnTo>
                  <a:lnTo>
                    <a:pt x="173" y="3017"/>
                  </a:lnTo>
                  <a:lnTo>
                    <a:pt x="202" y="3046"/>
                  </a:lnTo>
                  <a:lnTo>
                    <a:pt x="231" y="3075"/>
                  </a:lnTo>
                  <a:lnTo>
                    <a:pt x="259" y="3075"/>
                  </a:lnTo>
                  <a:lnTo>
                    <a:pt x="288" y="3065"/>
                  </a:lnTo>
                  <a:lnTo>
                    <a:pt x="326" y="3036"/>
                  </a:lnTo>
                  <a:lnTo>
                    <a:pt x="374" y="2988"/>
                  </a:lnTo>
                  <a:lnTo>
                    <a:pt x="460" y="2845"/>
                  </a:lnTo>
                  <a:lnTo>
                    <a:pt x="566" y="2663"/>
                  </a:lnTo>
                  <a:lnTo>
                    <a:pt x="671" y="2433"/>
                  </a:lnTo>
                  <a:lnTo>
                    <a:pt x="786" y="2174"/>
                  </a:lnTo>
                  <a:lnTo>
                    <a:pt x="1006" y="1600"/>
                  </a:lnTo>
                  <a:lnTo>
                    <a:pt x="1217" y="1015"/>
                  </a:lnTo>
                  <a:lnTo>
                    <a:pt x="1399" y="508"/>
                  </a:lnTo>
                  <a:lnTo>
                    <a:pt x="1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969826" y="2855300"/>
              <a:ext cx="235666" cy="113928"/>
            </a:xfrm>
            <a:custGeom>
              <a:rect b="b" l="l" r="r" t="t"/>
              <a:pathLst>
                <a:path extrusionOk="0" h="3209" w="6638">
                  <a:moveTo>
                    <a:pt x="3190" y="0"/>
                  </a:moveTo>
                  <a:lnTo>
                    <a:pt x="3113" y="10"/>
                  </a:lnTo>
                  <a:lnTo>
                    <a:pt x="3037" y="48"/>
                  </a:lnTo>
                  <a:lnTo>
                    <a:pt x="2912" y="115"/>
                  </a:lnTo>
                  <a:lnTo>
                    <a:pt x="2519" y="335"/>
                  </a:lnTo>
                  <a:lnTo>
                    <a:pt x="1466" y="968"/>
                  </a:lnTo>
                  <a:lnTo>
                    <a:pt x="0" y="1849"/>
                  </a:lnTo>
                  <a:lnTo>
                    <a:pt x="326" y="3046"/>
                  </a:lnTo>
                  <a:lnTo>
                    <a:pt x="680" y="3094"/>
                  </a:lnTo>
                  <a:lnTo>
                    <a:pt x="1073" y="3132"/>
                  </a:lnTo>
                  <a:lnTo>
                    <a:pt x="1542" y="3170"/>
                  </a:lnTo>
                  <a:lnTo>
                    <a:pt x="2040" y="3199"/>
                  </a:lnTo>
                  <a:lnTo>
                    <a:pt x="2289" y="3199"/>
                  </a:lnTo>
                  <a:lnTo>
                    <a:pt x="2538" y="3209"/>
                  </a:lnTo>
                  <a:lnTo>
                    <a:pt x="2768" y="3199"/>
                  </a:lnTo>
                  <a:lnTo>
                    <a:pt x="2979" y="3180"/>
                  </a:lnTo>
                  <a:lnTo>
                    <a:pt x="3161" y="3161"/>
                  </a:lnTo>
                  <a:lnTo>
                    <a:pt x="3324" y="3123"/>
                  </a:lnTo>
                  <a:lnTo>
                    <a:pt x="3650" y="3046"/>
                  </a:lnTo>
                  <a:lnTo>
                    <a:pt x="4052" y="2950"/>
                  </a:lnTo>
                  <a:lnTo>
                    <a:pt x="4981" y="2759"/>
                  </a:lnTo>
                  <a:lnTo>
                    <a:pt x="5450" y="2653"/>
                  </a:lnTo>
                  <a:lnTo>
                    <a:pt x="5881" y="2538"/>
                  </a:lnTo>
                  <a:lnTo>
                    <a:pt x="6082" y="2481"/>
                  </a:lnTo>
                  <a:lnTo>
                    <a:pt x="6255" y="2414"/>
                  </a:lnTo>
                  <a:lnTo>
                    <a:pt x="6408" y="2356"/>
                  </a:lnTo>
                  <a:lnTo>
                    <a:pt x="6533" y="2289"/>
                  </a:lnTo>
                  <a:lnTo>
                    <a:pt x="6561" y="2270"/>
                  </a:lnTo>
                  <a:lnTo>
                    <a:pt x="6590" y="2241"/>
                  </a:lnTo>
                  <a:lnTo>
                    <a:pt x="6619" y="2194"/>
                  </a:lnTo>
                  <a:lnTo>
                    <a:pt x="6638" y="2126"/>
                  </a:lnTo>
                  <a:lnTo>
                    <a:pt x="6638" y="2069"/>
                  </a:lnTo>
                  <a:lnTo>
                    <a:pt x="6619" y="2012"/>
                  </a:lnTo>
                  <a:lnTo>
                    <a:pt x="6580" y="1964"/>
                  </a:lnTo>
                  <a:lnTo>
                    <a:pt x="6533" y="1925"/>
                  </a:lnTo>
                  <a:lnTo>
                    <a:pt x="6494" y="1906"/>
                  </a:lnTo>
                  <a:lnTo>
                    <a:pt x="6465" y="1906"/>
                  </a:lnTo>
                  <a:lnTo>
                    <a:pt x="6092" y="1858"/>
                  </a:lnTo>
                  <a:lnTo>
                    <a:pt x="5603" y="1810"/>
                  </a:lnTo>
                  <a:lnTo>
                    <a:pt x="4473" y="1705"/>
                  </a:lnTo>
                  <a:lnTo>
                    <a:pt x="3927" y="1638"/>
                  </a:lnTo>
                  <a:lnTo>
                    <a:pt x="3678" y="1600"/>
                  </a:lnTo>
                  <a:lnTo>
                    <a:pt x="3458" y="1561"/>
                  </a:lnTo>
                  <a:lnTo>
                    <a:pt x="3276" y="1523"/>
                  </a:lnTo>
                  <a:lnTo>
                    <a:pt x="3132" y="1485"/>
                  </a:lnTo>
                  <a:lnTo>
                    <a:pt x="3075" y="1456"/>
                  </a:lnTo>
                  <a:lnTo>
                    <a:pt x="3027" y="1437"/>
                  </a:lnTo>
                  <a:lnTo>
                    <a:pt x="2998" y="1408"/>
                  </a:lnTo>
                  <a:lnTo>
                    <a:pt x="2989" y="1389"/>
                  </a:lnTo>
                  <a:lnTo>
                    <a:pt x="2979" y="1341"/>
                  </a:lnTo>
                  <a:lnTo>
                    <a:pt x="2989" y="1284"/>
                  </a:lnTo>
                  <a:lnTo>
                    <a:pt x="3017" y="1236"/>
                  </a:lnTo>
                  <a:lnTo>
                    <a:pt x="3056" y="1178"/>
                  </a:lnTo>
                  <a:lnTo>
                    <a:pt x="3113" y="1121"/>
                  </a:lnTo>
                  <a:lnTo>
                    <a:pt x="3180" y="1073"/>
                  </a:lnTo>
                  <a:lnTo>
                    <a:pt x="3343" y="958"/>
                  </a:lnTo>
                  <a:lnTo>
                    <a:pt x="3544" y="853"/>
                  </a:lnTo>
                  <a:lnTo>
                    <a:pt x="3755" y="747"/>
                  </a:lnTo>
                  <a:lnTo>
                    <a:pt x="3975" y="651"/>
                  </a:lnTo>
                  <a:lnTo>
                    <a:pt x="4176" y="565"/>
                  </a:lnTo>
                  <a:lnTo>
                    <a:pt x="4234" y="537"/>
                  </a:lnTo>
                  <a:lnTo>
                    <a:pt x="4272" y="489"/>
                  </a:lnTo>
                  <a:lnTo>
                    <a:pt x="4291" y="441"/>
                  </a:lnTo>
                  <a:lnTo>
                    <a:pt x="4301" y="383"/>
                  </a:lnTo>
                  <a:lnTo>
                    <a:pt x="4291" y="326"/>
                  </a:lnTo>
                  <a:lnTo>
                    <a:pt x="4263" y="278"/>
                  </a:lnTo>
                  <a:lnTo>
                    <a:pt x="4224" y="240"/>
                  </a:lnTo>
                  <a:lnTo>
                    <a:pt x="4167" y="211"/>
                  </a:lnTo>
                  <a:lnTo>
                    <a:pt x="3860" y="125"/>
                  </a:lnTo>
                  <a:lnTo>
                    <a:pt x="3554" y="48"/>
                  </a:lnTo>
                  <a:lnTo>
                    <a:pt x="3410" y="19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092516" y="2444194"/>
              <a:ext cx="542407" cy="686583"/>
            </a:xfrm>
            <a:custGeom>
              <a:rect b="b" l="l" r="r" t="t"/>
              <a:pathLst>
                <a:path extrusionOk="0" h="19339" w="15278">
                  <a:moveTo>
                    <a:pt x="4455" y="0"/>
                  </a:moveTo>
                  <a:lnTo>
                    <a:pt x="4301" y="10"/>
                  </a:lnTo>
                  <a:lnTo>
                    <a:pt x="4148" y="19"/>
                  </a:lnTo>
                  <a:lnTo>
                    <a:pt x="3995" y="29"/>
                  </a:lnTo>
                  <a:lnTo>
                    <a:pt x="3842" y="48"/>
                  </a:lnTo>
                  <a:lnTo>
                    <a:pt x="3688" y="77"/>
                  </a:lnTo>
                  <a:lnTo>
                    <a:pt x="3535" y="115"/>
                  </a:lnTo>
                  <a:lnTo>
                    <a:pt x="3382" y="153"/>
                  </a:lnTo>
                  <a:lnTo>
                    <a:pt x="3219" y="201"/>
                  </a:lnTo>
                  <a:lnTo>
                    <a:pt x="3066" y="259"/>
                  </a:lnTo>
                  <a:lnTo>
                    <a:pt x="2913" y="316"/>
                  </a:lnTo>
                  <a:lnTo>
                    <a:pt x="2750" y="383"/>
                  </a:lnTo>
                  <a:lnTo>
                    <a:pt x="2577" y="460"/>
                  </a:lnTo>
                  <a:lnTo>
                    <a:pt x="2443" y="527"/>
                  </a:lnTo>
                  <a:lnTo>
                    <a:pt x="2319" y="594"/>
                  </a:lnTo>
                  <a:lnTo>
                    <a:pt x="2194" y="671"/>
                  </a:lnTo>
                  <a:lnTo>
                    <a:pt x="2070" y="747"/>
                  </a:lnTo>
                  <a:lnTo>
                    <a:pt x="1849" y="910"/>
                  </a:lnTo>
                  <a:lnTo>
                    <a:pt x="1629" y="1102"/>
                  </a:lnTo>
                  <a:lnTo>
                    <a:pt x="1428" y="1303"/>
                  </a:lnTo>
                  <a:lnTo>
                    <a:pt x="1246" y="1523"/>
                  </a:lnTo>
                  <a:lnTo>
                    <a:pt x="1074" y="1753"/>
                  </a:lnTo>
                  <a:lnTo>
                    <a:pt x="920" y="2002"/>
                  </a:lnTo>
                  <a:lnTo>
                    <a:pt x="777" y="2261"/>
                  </a:lnTo>
                  <a:lnTo>
                    <a:pt x="652" y="2529"/>
                  </a:lnTo>
                  <a:lnTo>
                    <a:pt x="528" y="2816"/>
                  </a:lnTo>
                  <a:lnTo>
                    <a:pt x="432" y="3113"/>
                  </a:lnTo>
                  <a:lnTo>
                    <a:pt x="336" y="3420"/>
                  </a:lnTo>
                  <a:lnTo>
                    <a:pt x="259" y="3745"/>
                  </a:lnTo>
                  <a:lnTo>
                    <a:pt x="192" y="4071"/>
                  </a:lnTo>
                  <a:lnTo>
                    <a:pt x="135" y="4406"/>
                  </a:lnTo>
                  <a:lnTo>
                    <a:pt x="87" y="4761"/>
                  </a:lnTo>
                  <a:lnTo>
                    <a:pt x="49" y="5115"/>
                  </a:lnTo>
                  <a:lnTo>
                    <a:pt x="20" y="5469"/>
                  </a:lnTo>
                  <a:lnTo>
                    <a:pt x="10" y="5843"/>
                  </a:lnTo>
                  <a:lnTo>
                    <a:pt x="1" y="6216"/>
                  </a:lnTo>
                  <a:lnTo>
                    <a:pt x="1" y="6600"/>
                  </a:lnTo>
                  <a:lnTo>
                    <a:pt x="10" y="6983"/>
                  </a:lnTo>
                  <a:lnTo>
                    <a:pt x="39" y="7366"/>
                  </a:lnTo>
                  <a:lnTo>
                    <a:pt x="58" y="7758"/>
                  </a:lnTo>
                  <a:lnTo>
                    <a:pt x="97" y="8161"/>
                  </a:lnTo>
                  <a:lnTo>
                    <a:pt x="144" y="8553"/>
                  </a:lnTo>
                  <a:lnTo>
                    <a:pt x="192" y="8956"/>
                  </a:lnTo>
                  <a:lnTo>
                    <a:pt x="250" y="9358"/>
                  </a:lnTo>
                  <a:lnTo>
                    <a:pt x="307" y="9760"/>
                  </a:lnTo>
                  <a:lnTo>
                    <a:pt x="384" y="10163"/>
                  </a:lnTo>
                  <a:lnTo>
                    <a:pt x="451" y="10565"/>
                  </a:lnTo>
                  <a:lnTo>
                    <a:pt x="623" y="11360"/>
                  </a:lnTo>
                  <a:lnTo>
                    <a:pt x="805" y="12145"/>
                  </a:lnTo>
                  <a:lnTo>
                    <a:pt x="1006" y="12911"/>
                  </a:lnTo>
                  <a:lnTo>
                    <a:pt x="1217" y="13668"/>
                  </a:lnTo>
                  <a:lnTo>
                    <a:pt x="1437" y="14396"/>
                  </a:lnTo>
                  <a:lnTo>
                    <a:pt x="1667" y="15086"/>
                  </a:lnTo>
                  <a:lnTo>
                    <a:pt x="1897" y="15747"/>
                  </a:lnTo>
                  <a:lnTo>
                    <a:pt x="2137" y="16369"/>
                  </a:lnTo>
                  <a:lnTo>
                    <a:pt x="2376" y="16944"/>
                  </a:lnTo>
                  <a:lnTo>
                    <a:pt x="2606" y="17471"/>
                  </a:lnTo>
                  <a:lnTo>
                    <a:pt x="2826" y="17940"/>
                  </a:lnTo>
                  <a:lnTo>
                    <a:pt x="3047" y="18342"/>
                  </a:lnTo>
                  <a:lnTo>
                    <a:pt x="3248" y="18687"/>
                  </a:lnTo>
                  <a:lnTo>
                    <a:pt x="3344" y="18840"/>
                  </a:lnTo>
                  <a:lnTo>
                    <a:pt x="3439" y="18965"/>
                  </a:lnTo>
                  <a:lnTo>
                    <a:pt x="3526" y="19070"/>
                  </a:lnTo>
                  <a:lnTo>
                    <a:pt x="3612" y="19166"/>
                  </a:lnTo>
                  <a:lnTo>
                    <a:pt x="3688" y="19233"/>
                  </a:lnTo>
                  <a:lnTo>
                    <a:pt x="3765" y="19281"/>
                  </a:lnTo>
                  <a:lnTo>
                    <a:pt x="3851" y="19319"/>
                  </a:lnTo>
                  <a:lnTo>
                    <a:pt x="3947" y="19338"/>
                  </a:lnTo>
                  <a:lnTo>
                    <a:pt x="4052" y="19338"/>
                  </a:lnTo>
                  <a:lnTo>
                    <a:pt x="4167" y="19329"/>
                  </a:lnTo>
                  <a:lnTo>
                    <a:pt x="4301" y="19300"/>
                  </a:lnTo>
                  <a:lnTo>
                    <a:pt x="4435" y="19252"/>
                  </a:lnTo>
                  <a:lnTo>
                    <a:pt x="4589" y="19195"/>
                  </a:lnTo>
                  <a:lnTo>
                    <a:pt x="4742" y="19118"/>
                  </a:lnTo>
                  <a:lnTo>
                    <a:pt x="4914" y="19032"/>
                  </a:lnTo>
                  <a:lnTo>
                    <a:pt x="5087" y="18936"/>
                  </a:lnTo>
                  <a:lnTo>
                    <a:pt x="5269" y="18821"/>
                  </a:lnTo>
                  <a:lnTo>
                    <a:pt x="5460" y="18697"/>
                  </a:lnTo>
                  <a:lnTo>
                    <a:pt x="5853" y="18419"/>
                  </a:lnTo>
                  <a:lnTo>
                    <a:pt x="6274" y="18093"/>
                  </a:lnTo>
                  <a:lnTo>
                    <a:pt x="6725" y="17739"/>
                  </a:lnTo>
                  <a:lnTo>
                    <a:pt x="7184" y="17346"/>
                  </a:lnTo>
                  <a:lnTo>
                    <a:pt x="7663" y="16925"/>
                  </a:lnTo>
                  <a:lnTo>
                    <a:pt x="8152" y="16484"/>
                  </a:lnTo>
                  <a:lnTo>
                    <a:pt x="8650" y="16015"/>
                  </a:lnTo>
                  <a:lnTo>
                    <a:pt x="9148" y="15545"/>
                  </a:lnTo>
                  <a:lnTo>
                    <a:pt x="9655" y="15047"/>
                  </a:lnTo>
                  <a:lnTo>
                    <a:pt x="10154" y="14559"/>
                  </a:lnTo>
                  <a:lnTo>
                    <a:pt x="11140" y="13553"/>
                  </a:lnTo>
                  <a:lnTo>
                    <a:pt x="12079" y="12586"/>
                  </a:lnTo>
                  <a:lnTo>
                    <a:pt x="12950" y="11666"/>
                  </a:lnTo>
                  <a:lnTo>
                    <a:pt x="13717" y="10833"/>
                  </a:lnTo>
                  <a:lnTo>
                    <a:pt x="14358" y="10134"/>
                  </a:lnTo>
                  <a:lnTo>
                    <a:pt x="14847" y="9588"/>
                  </a:lnTo>
                  <a:lnTo>
                    <a:pt x="15278" y="9119"/>
                  </a:lnTo>
                  <a:lnTo>
                    <a:pt x="15249" y="8917"/>
                  </a:lnTo>
                  <a:lnTo>
                    <a:pt x="15211" y="8726"/>
                  </a:lnTo>
                  <a:lnTo>
                    <a:pt x="15153" y="8544"/>
                  </a:lnTo>
                  <a:lnTo>
                    <a:pt x="15077" y="8371"/>
                  </a:lnTo>
                  <a:lnTo>
                    <a:pt x="15000" y="8209"/>
                  </a:lnTo>
                  <a:lnTo>
                    <a:pt x="14904" y="8046"/>
                  </a:lnTo>
                  <a:lnTo>
                    <a:pt x="14799" y="7902"/>
                  </a:lnTo>
                  <a:lnTo>
                    <a:pt x="14694" y="7768"/>
                  </a:lnTo>
                  <a:lnTo>
                    <a:pt x="14579" y="7644"/>
                  </a:lnTo>
                  <a:lnTo>
                    <a:pt x="14473" y="7519"/>
                  </a:lnTo>
                  <a:lnTo>
                    <a:pt x="14358" y="7414"/>
                  </a:lnTo>
                  <a:lnTo>
                    <a:pt x="14253" y="7327"/>
                  </a:lnTo>
                  <a:lnTo>
                    <a:pt x="14052" y="7174"/>
                  </a:lnTo>
                  <a:lnTo>
                    <a:pt x="13889" y="7069"/>
                  </a:lnTo>
                  <a:lnTo>
                    <a:pt x="7280" y="11724"/>
                  </a:lnTo>
                  <a:lnTo>
                    <a:pt x="7318" y="11293"/>
                  </a:lnTo>
                  <a:lnTo>
                    <a:pt x="7376" y="10891"/>
                  </a:lnTo>
                  <a:lnTo>
                    <a:pt x="7443" y="10507"/>
                  </a:lnTo>
                  <a:lnTo>
                    <a:pt x="7520" y="10153"/>
                  </a:lnTo>
                  <a:lnTo>
                    <a:pt x="7606" y="9799"/>
                  </a:lnTo>
                  <a:lnTo>
                    <a:pt x="7692" y="9454"/>
                  </a:lnTo>
                  <a:lnTo>
                    <a:pt x="7893" y="8783"/>
                  </a:lnTo>
                  <a:lnTo>
                    <a:pt x="8113" y="8084"/>
                  </a:lnTo>
                  <a:lnTo>
                    <a:pt x="8219" y="7720"/>
                  </a:lnTo>
                  <a:lnTo>
                    <a:pt x="8334" y="7337"/>
                  </a:lnTo>
                  <a:lnTo>
                    <a:pt x="8439" y="6925"/>
                  </a:lnTo>
                  <a:lnTo>
                    <a:pt x="8544" y="6485"/>
                  </a:lnTo>
                  <a:lnTo>
                    <a:pt x="8650" y="6015"/>
                  </a:lnTo>
                  <a:lnTo>
                    <a:pt x="8746" y="5508"/>
                  </a:lnTo>
                  <a:lnTo>
                    <a:pt x="8793" y="5182"/>
                  </a:lnTo>
                  <a:lnTo>
                    <a:pt x="8813" y="4866"/>
                  </a:lnTo>
                  <a:lnTo>
                    <a:pt x="8813" y="4540"/>
                  </a:lnTo>
                  <a:lnTo>
                    <a:pt x="8803" y="4234"/>
                  </a:lnTo>
                  <a:lnTo>
                    <a:pt x="8765" y="3927"/>
                  </a:lnTo>
                  <a:lnTo>
                    <a:pt x="8707" y="3621"/>
                  </a:lnTo>
                  <a:lnTo>
                    <a:pt x="8631" y="3324"/>
                  </a:lnTo>
                  <a:lnTo>
                    <a:pt x="8535" y="3036"/>
                  </a:lnTo>
                  <a:lnTo>
                    <a:pt x="8420" y="2759"/>
                  </a:lnTo>
                  <a:lnTo>
                    <a:pt x="8295" y="2491"/>
                  </a:lnTo>
                  <a:lnTo>
                    <a:pt x="8152" y="2222"/>
                  </a:lnTo>
                  <a:lnTo>
                    <a:pt x="7998" y="1973"/>
                  </a:lnTo>
                  <a:lnTo>
                    <a:pt x="7826" y="1734"/>
                  </a:lnTo>
                  <a:lnTo>
                    <a:pt x="7644" y="1504"/>
                  </a:lnTo>
                  <a:lnTo>
                    <a:pt x="7443" y="1293"/>
                  </a:lnTo>
                  <a:lnTo>
                    <a:pt x="7232" y="1092"/>
                  </a:lnTo>
                  <a:lnTo>
                    <a:pt x="7012" y="901"/>
                  </a:lnTo>
                  <a:lnTo>
                    <a:pt x="6772" y="728"/>
                  </a:lnTo>
                  <a:lnTo>
                    <a:pt x="6533" y="575"/>
                  </a:lnTo>
                  <a:lnTo>
                    <a:pt x="6274" y="441"/>
                  </a:lnTo>
                  <a:lnTo>
                    <a:pt x="6016" y="316"/>
                  </a:lnTo>
                  <a:lnTo>
                    <a:pt x="5748" y="211"/>
                  </a:lnTo>
                  <a:lnTo>
                    <a:pt x="5470" y="134"/>
                  </a:lnTo>
                  <a:lnTo>
                    <a:pt x="5183" y="67"/>
                  </a:lnTo>
                  <a:lnTo>
                    <a:pt x="4895" y="2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3891223" y="3263673"/>
              <a:ext cx="1204138" cy="596833"/>
            </a:xfrm>
            <a:custGeom>
              <a:rect b="b" l="l" r="r" t="t"/>
              <a:pathLst>
                <a:path extrusionOk="0" h="16811" w="33917">
                  <a:moveTo>
                    <a:pt x="13314" y="0"/>
                  </a:moveTo>
                  <a:lnTo>
                    <a:pt x="12644" y="125"/>
                  </a:lnTo>
                  <a:lnTo>
                    <a:pt x="11887" y="278"/>
                  </a:lnTo>
                  <a:lnTo>
                    <a:pt x="10910" y="489"/>
                  </a:lnTo>
                  <a:lnTo>
                    <a:pt x="9761" y="748"/>
                  </a:lnTo>
                  <a:lnTo>
                    <a:pt x="9138" y="901"/>
                  </a:lnTo>
                  <a:lnTo>
                    <a:pt x="8496" y="1064"/>
                  </a:lnTo>
                  <a:lnTo>
                    <a:pt x="7835" y="1236"/>
                  </a:lnTo>
                  <a:lnTo>
                    <a:pt x="7165" y="1428"/>
                  </a:lnTo>
                  <a:lnTo>
                    <a:pt x="6485" y="1629"/>
                  </a:lnTo>
                  <a:lnTo>
                    <a:pt x="5814" y="1839"/>
                  </a:lnTo>
                  <a:lnTo>
                    <a:pt x="5144" y="2060"/>
                  </a:lnTo>
                  <a:lnTo>
                    <a:pt x="4493" y="2290"/>
                  </a:lnTo>
                  <a:lnTo>
                    <a:pt x="3861" y="2529"/>
                  </a:lnTo>
                  <a:lnTo>
                    <a:pt x="3248" y="2778"/>
                  </a:lnTo>
                  <a:lnTo>
                    <a:pt x="2960" y="2912"/>
                  </a:lnTo>
                  <a:lnTo>
                    <a:pt x="2673" y="3046"/>
                  </a:lnTo>
                  <a:lnTo>
                    <a:pt x="2405" y="3180"/>
                  </a:lnTo>
                  <a:lnTo>
                    <a:pt x="2146" y="3314"/>
                  </a:lnTo>
                  <a:lnTo>
                    <a:pt x="1887" y="3449"/>
                  </a:lnTo>
                  <a:lnTo>
                    <a:pt x="1658" y="3592"/>
                  </a:lnTo>
                  <a:lnTo>
                    <a:pt x="1428" y="3736"/>
                  </a:lnTo>
                  <a:lnTo>
                    <a:pt x="1217" y="3880"/>
                  </a:lnTo>
                  <a:lnTo>
                    <a:pt x="1016" y="4023"/>
                  </a:lnTo>
                  <a:lnTo>
                    <a:pt x="834" y="4177"/>
                  </a:lnTo>
                  <a:lnTo>
                    <a:pt x="671" y="4330"/>
                  </a:lnTo>
                  <a:lnTo>
                    <a:pt x="518" y="4483"/>
                  </a:lnTo>
                  <a:lnTo>
                    <a:pt x="384" y="4636"/>
                  </a:lnTo>
                  <a:lnTo>
                    <a:pt x="269" y="4790"/>
                  </a:lnTo>
                  <a:lnTo>
                    <a:pt x="173" y="4952"/>
                  </a:lnTo>
                  <a:lnTo>
                    <a:pt x="106" y="5115"/>
                  </a:lnTo>
                  <a:lnTo>
                    <a:pt x="48" y="5278"/>
                  </a:lnTo>
                  <a:lnTo>
                    <a:pt x="10" y="5441"/>
                  </a:lnTo>
                  <a:lnTo>
                    <a:pt x="1" y="5604"/>
                  </a:lnTo>
                  <a:lnTo>
                    <a:pt x="10" y="5690"/>
                  </a:lnTo>
                  <a:lnTo>
                    <a:pt x="20" y="5776"/>
                  </a:lnTo>
                  <a:lnTo>
                    <a:pt x="29" y="5853"/>
                  </a:lnTo>
                  <a:lnTo>
                    <a:pt x="48" y="5939"/>
                  </a:lnTo>
                  <a:lnTo>
                    <a:pt x="77" y="6025"/>
                  </a:lnTo>
                  <a:lnTo>
                    <a:pt x="115" y="6111"/>
                  </a:lnTo>
                  <a:lnTo>
                    <a:pt x="202" y="6284"/>
                  </a:lnTo>
                  <a:lnTo>
                    <a:pt x="307" y="6456"/>
                  </a:lnTo>
                  <a:lnTo>
                    <a:pt x="259" y="6743"/>
                  </a:lnTo>
                  <a:lnTo>
                    <a:pt x="230" y="7012"/>
                  </a:lnTo>
                  <a:lnTo>
                    <a:pt x="221" y="7280"/>
                  </a:lnTo>
                  <a:lnTo>
                    <a:pt x="221" y="7529"/>
                  </a:lnTo>
                  <a:lnTo>
                    <a:pt x="240" y="7778"/>
                  </a:lnTo>
                  <a:lnTo>
                    <a:pt x="269" y="8008"/>
                  </a:lnTo>
                  <a:lnTo>
                    <a:pt x="317" y="8238"/>
                  </a:lnTo>
                  <a:lnTo>
                    <a:pt x="374" y="8458"/>
                  </a:lnTo>
                  <a:lnTo>
                    <a:pt x="451" y="8669"/>
                  </a:lnTo>
                  <a:lnTo>
                    <a:pt x="547" y="8870"/>
                  </a:lnTo>
                  <a:lnTo>
                    <a:pt x="642" y="9061"/>
                  </a:lnTo>
                  <a:lnTo>
                    <a:pt x="757" y="9253"/>
                  </a:lnTo>
                  <a:lnTo>
                    <a:pt x="882" y="9425"/>
                  </a:lnTo>
                  <a:lnTo>
                    <a:pt x="1025" y="9598"/>
                  </a:lnTo>
                  <a:lnTo>
                    <a:pt x="1169" y="9761"/>
                  </a:lnTo>
                  <a:lnTo>
                    <a:pt x="1332" y="9914"/>
                  </a:lnTo>
                  <a:lnTo>
                    <a:pt x="1504" y="10067"/>
                  </a:lnTo>
                  <a:lnTo>
                    <a:pt x="1677" y="10211"/>
                  </a:lnTo>
                  <a:lnTo>
                    <a:pt x="1868" y="10345"/>
                  </a:lnTo>
                  <a:lnTo>
                    <a:pt x="2069" y="10469"/>
                  </a:lnTo>
                  <a:lnTo>
                    <a:pt x="2271" y="10594"/>
                  </a:lnTo>
                  <a:lnTo>
                    <a:pt x="2491" y="10709"/>
                  </a:lnTo>
                  <a:lnTo>
                    <a:pt x="2711" y="10824"/>
                  </a:lnTo>
                  <a:lnTo>
                    <a:pt x="2941" y="10929"/>
                  </a:lnTo>
                  <a:lnTo>
                    <a:pt x="3180" y="11025"/>
                  </a:lnTo>
                  <a:lnTo>
                    <a:pt x="3420" y="11121"/>
                  </a:lnTo>
                  <a:lnTo>
                    <a:pt x="3669" y="11207"/>
                  </a:lnTo>
                  <a:lnTo>
                    <a:pt x="3918" y="11293"/>
                  </a:lnTo>
                  <a:lnTo>
                    <a:pt x="4177" y="11370"/>
                  </a:lnTo>
                  <a:lnTo>
                    <a:pt x="4435" y="11446"/>
                  </a:lnTo>
                  <a:lnTo>
                    <a:pt x="4972" y="11580"/>
                  </a:lnTo>
                  <a:lnTo>
                    <a:pt x="5527" y="11705"/>
                  </a:lnTo>
                  <a:lnTo>
                    <a:pt x="6083" y="11810"/>
                  </a:lnTo>
                  <a:lnTo>
                    <a:pt x="6638" y="11896"/>
                  </a:lnTo>
                  <a:lnTo>
                    <a:pt x="7203" y="11983"/>
                  </a:lnTo>
                  <a:lnTo>
                    <a:pt x="7768" y="12050"/>
                  </a:lnTo>
                  <a:lnTo>
                    <a:pt x="8324" y="12107"/>
                  </a:lnTo>
                  <a:lnTo>
                    <a:pt x="9397" y="12213"/>
                  </a:lnTo>
                  <a:lnTo>
                    <a:pt x="10412" y="12299"/>
                  </a:lnTo>
                  <a:lnTo>
                    <a:pt x="11331" y="12375"/>
                  </a:lnTo>
                  <a:lnTo>
                    <a:pt x="11743" y="12423"/>
                  </a:lnTo>
                  <a:lnTo>
                    <a:pt x="12126" y="12462"/>
                  </a:lnTo>
                  <a:lnTo>
                    <a:pt x="12471" y="12519"/>
                  </a:lnTo>
                  <a:lnTo>
                    <a:pt x="12768" y="12567"/>
                  </a:lnTo>
                  <a:lnTo>
                    <a:pt x="13898" y="12806"/>
                  </a:lnTo>
                  <a:lnTo>
                    <a:pt x="15393" y="13132"/>
                  </a:lnTo>
                  <a:lnTo>
                    <a:pt x="16235" y="13324"/>
                  </a:lnTo>
                  <a:lnTo>
                    <a:pt x="17117" y="13525"/>
                  </a:lnTo>
                  <a:lnTo>
                    <a:pt x="18007" y="13755"/>
                  </a:lnTo>
                  <a:lnTo>
                    <a:pt x="18889" y="13985"/>
                  </a:lnTo>
                  <a:lnTo>
                    <a:pt x="19760" y="14234"/>
                  </a:lnTo>
                  <a:lnTo>
                    <a:pt x="20182" y="14358"/>
                  </a:lnTo>
                  <a:lnTo>
                    <a:pt x="20584" y="14492"/>
                  </a:lnTo>
                  <a:lnTo>
                    <a:pt x="20977" y="14626"/>
                  </a:lnTo>
                  <a:lnTo>
                    <a:pt x="21350" y="14760"/>
                  </a:lnTo>
                  <a:lnTo>
                    <a:pt x="21695" y="14894"/>
                  </a:lnTo>
                  <a:lnTo>
                    <a:pt x="22030" y="15029"/>
                  </a:lnTo>
                  <a:lnTo>
                    <a:pt x="22337" y="15172"/>
                  </a:lnTo>
                  <a:lnTo>
                    <a:pt x="22614" y="15306"/>
                  </a:lnTo>
                  <a:lnTo>
                    <a:pt x="22854" y="15450"/>
                  </a:lnTo>
                  <a:lnTo>
                    <a:pt x="23074" y="15594"/>
                  </a:lnTo>
                  <a:lnTo>
                    <a:pt x="23256" y="15737"/>
                  </a:lnTo>
                  <a:lnTo>
                    <a:pt x="23333" y="15804"/>
                  </a:lnTo>
                  <a:lnTo>
                    <a:pt x="23400" y="15871"/>
                  </a:lnTo>
                  <a:lnTo>
                    <a:pt x="23457" y="15948"/>
                  </a:lnTo>
                  <a:lnTo>
                    <a:pt x="23505" y="16015"/>
                  </a:lnTo>
                  <a:lnTo>
                    <a:pt x="23534" y="16092"/>
                  </a:lnTo>
                  <a:lnTo>
                    <a:pt x="23563" y="16159"/>
                  </a:lnTo>
                  <a:lnTo>
                    <a:pt x="23601" y="16245"/>
                  </a:lnTo>
                  <a:lnTo>
                    <a:pt x="23649" y="16331"/>
                  </a:lnTo>
                  <a:lnTo>
                    <a:pt x="23706" y="16398"/>
                  </a:lnTo>
                  <a:lnTo>
                    <a:pt x="23783" y="16465"/>
                  </a:lnTo>
                  <a:lnTo>
                    <a:pt x="23869" y="16532"/>
                  </a:lnTo>
                  <a:lnTo>
                    <a:pt x="23965" y="16590"/>
                  </a:lnTo>
                  <a:lnTo>
                    <a:pt x="24080" y="16638"/>
                  </a:lnTo>
                  <a:lnTo>
                    <a:pt x="24204" y="16676"/>
                  </a:lnTo>
                  <a:lnTo>
                    <a:pt x="24338" y="16714"/>
                  </a:lnTo>
                  <a:lnTo>
                    <a:pt x="24482" y="16743"/>
                  </a:lnTo>
                  <a:lnTo>
                    <a:pt x="24635" y="16772"/>
                  </a:lnTo>
                  <a:lnTo>
                    <a:pt x="24798" y="16791"/>
                  </a:lnTo>
                  <a:lnTo>
                    <a:pt x="24971" y="16800"/>
                  </a:lnTo>
                  <a:lnTo>
                    <a:pt x="25153" y="16810"/>
                  </a:lnTo>
                  <a:lnTo>
                    <a:pt x="25536" y="16810"/>
                  </a:lnTo>
                  <a:lnTo>
                    <a:pt x="25948" y="16781"/>
                  </a:lnTo>
                  <a:lnTo>
                    <a:pt x="26388" y="16733"/>
                  </a:lnTo>
                  <a:lnTo>
                    <a:pt x="26838" y="16666"/>
                  </a:lnTo>
                  <a:lnTo>
                    <a:pt x="27317" y="16580"/>
                  </a:lnTo>
                  <a:lnTo>
                    <a:pt x="27796" y="16475"/>
                  </a:lnTo>
                  <a:lnTo>
                    <a:pt x="28285" y="16350"/>
                  </a:lnTo>
                  <a:lnTo>
                    <a:pt x="28783" y="16207"/>
                  </a:lnTo>
                  <a:lnTo>
                    <a:pt x="29271" y="16044"/>
                  </a:lnTo>
                  <a:lnTo>
                    <a:pt x="29760" y="15862"/>
                  </a:lnTo>
                  <a:lnTo>
                    <a:pt x="30239" y="15661"/>
                  </a:lnTo>
                  <a:lnTo>
                    <a:pt x="30708" y="15440"/>
                  </a:lnTo>
                  <a:lnTo>
                    <a:pt x="31158" y="15211"/>
                  </a:lnTo>
                  <a:lnTo>
                    <a:pt x="31378" y="15096"/>
                  </a:lnTo>
                  <a:lnTo>
                    <a:pt x="31589" y="14961"/>
                  </a:lnTo>
                  <a:lnTo>
                    <a:pt x="31800" y="14837"/>
                  </a:lnTo>
                  <a:lnTo>
                    <a:pt x="32001" y="14703"/>
                  </a:lnTo>
                  <a:lnTo>
                    <a:pt x="32193" y="14569"/>
                  </a:lnTo>
                  <a:lnTo>
                    <a:pt x="32375" y="14425"/>
                  </a:lnTo>
                  <a:lnTo>
                    <a:pt x="32556" y="14281"/>
                  </a:lnTo>
                  <a:lnTo>
                    <a:pt x="32729" y="14138"/>
                  </a:lnTo>
                  <a:lnTo>
                    <a:pt x="32882" y="13985"/>
                  </a:lnTo>
                  <a:lnTo>
                    <a:pt x="33035" y="13831"/>
                  </a:lnTo>
                  <a:lnTo>
                    <a:pt x="33179" y="13678"/>
                  </a:lnTo>
                  <a:lnTo>
                    <a:pt x="33304" y="13515"/>
                  </a:lnTo>
                  <a:lnTo>
                    <a:pt x="33428" y="13362"/>
                  </a:lnTo>
                  <a:lnTo>
                    <a:pt x="33533" y="13190"/>
                  </a:lnTo>
                  <a:lnTo>
                    <a:pt x="33629" y="13027"/>
                  </a:lnTo>
                  <a:lnTo>
                    <a:pt x="33706" y="12854"/>
                  </a:lnTo>
                  <a:lnTo>
                    <a:pt x="33782" y="12682"/>
                  </a:lnTo>
                  <a:lnTo>
                    <a:pt x="33830" y="12500"/>
                  </a:lnTo>
                  <a:lnTo>
                    <a:pt x="33878" y="12318"/>
                  </a:lnTo>
                  <a:lnTo>
                    <a:pt x="33907" y="12136"/>
                  </a:lnTo>
                  <a:lnTo>
                    <a:pt x="33917" y="11954"/>
                  </a:lnTo>
                  <a:lnTo>
                    <a:pt x="33917" y="11772"/>
                  </a:lnTo>
                  <a:lnTo>
                    <a:pt x="33897" y="11580"/>
                  </a:lnTo>
                  <a:lnTo>
                    <a:pt x="33859" y="11389"/>
                  </a:lnTo>
                  <a:lnTo>
                    <a:pt x="33821" y="11245"/>
                  </a:lnTo>
                  <a:lnTo>
                    <a:pt x="33782" y="11101"/>
                  </a:lnTo>
                  <a:lnTo>
                    <a:pt x="33735" y="10958"/>
                  </a:lnTo>
                  <a:lnTo>
                    <a:pt x="33677" y="10805"/>
                  </a:lnTo>
                  <a:lnTo>
                    <a:pt x="33543" y="10517"/>
                  </a:lnTo>
                  <a:lnTo>
                    <a:pt x="33390" y="10239"/>
                  </a:lnTo>
                  <a:lnTo>
                    <a:pt x="33217" y="9952"/>
                  </a:lnTo>
                  <a:lnTo>
                    <a:pt x="33026" y="9665"/>
                  </a:lnTo>
                  <a:lnTo>
                    <a:pt x="32806" y="9387"/>
                  </a:lnTo>
                  <a:lnTo>
                    <a:pt x="32566" y="9109"/>
                  </a:lnTo>
                  <a:lnTo>
                    <a:pt x="32307" y="8841"/>
                  </a:lnTo>
                  <a:lnTo>
                    <a:pt x="32039" y="8563"/>
                  </a:lnTo>
                  <a:lnTo>
                    <a:pt x="31742" y="8295"/>
                  </a:lnTo>
                  <a:lnTo>
                    <a:pt x="31436" y="8027"/>
                  </a:lnTo>
                  <a:lnTo>
                    <a:pt x="31110" y="7759"/>
                  </a:lnTo>
                  <a:lnTo>
                    <a:pt x="30765" y="7500"/>
                  </a:lnTo>
                  <a:lnTo>
                    <a:pt x="30411" y="7242"/>
                  </a:lnTo>
                  <a:lnTo>
                    <a:pt x="30047" y="6983"/>
                  </a:lnTo>
                  <a:lnTo>
                    <a:pt x="29664" y="6734"/>
                  </a:lnTo>
                  <a:lnTo>
                    <a:pt x="29281" y="6475"/>
                  </a:lnTo>
                  <a:lnTo>
                    <a:pt x="28878" y="6236"/>
                  </a:lnTo>
                  <a:lnTo>
                    <a:pt x="28467" y="5987"/>
                  </a:lnTo>
                  <a:lnTo>
                    <a:pt x="28045" y="5747"/>
                  </a:lnTo>
                  <a:lnTo>
                    <a:pt x="27614" y="5508"/>
                  </a:lnTo>
                  <a:lnTo>
                    <a:pt x="27174" y="5278"/>
                  </a:lnTo>
                  <a:lnTo>
                    <a:pt x="26733" y="5048"/>
                  </a:lnTo>
                  <a:lnTo>
                    <a:pt x="26283" y="4828"/>
                  </a:lnTo>
                  <a:lnTo>
                    <a:pt x="25833" y="4608"/>
                  </a:lnTo>
                  <a:lnTo>
                    <a:pt x="24913" y="4167"/>
                  </a:lnTo>
                  <a:lnTo>
                    <a:pt x="23984" y="3755"/>
                  </a:lnTo>
                  <a:lnTo>
                    <a:pt x="23055" y="3362"/>
                  </a:lnTo>
                  <a:lnTo>
                    <a:pt x="22126" y="2979"/>
                  </a:lnTo>
                  <a:lnTo>
                    <a:pt x="21206" y="2625"/>
                  </a:lnTo>
                  <a:lnTo>
                    <a:pt x="20316" y="2280"/>
                  </a:lnTo>
                  <a:lnTo>
                    <a:pt x="19434" y="1964"/>
                  </a:lnTo>
                  <a:lnTo>
                    <a:pt x="18592" y="1667"/>
                  </a:lnTo>
                  <a:lnTo>
                    <a:pt x="17787" y="1389"/>
                  </a:lnTo>
                  <a:lnTo>
                    <a:pt x="17030" y="1131"/>
                  </a:lnTo>
                  <a:lnTo>
                    <a:pt x="16322" y="901"/>
                  </a:lnTo>
                  <a:lnTo>
                    <a:pt x="15086" y="518"/>
                  </a:lnTo>
                  <a:lnTo>
                    <a:pt x="14138" y="230"/>
                  </a:lnTo>
                  <a:lnTo>
                    <a:pt x="13525" y="58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3800446" y="2426514"/>
              <a:ext cx="754570" cy="1205842"/>
            </a:xfrm>
            <a:custGeom>
              <a:rect b="b" l="l" r="r" t="t"/>
              <a:pathLst>
                <a:path extrusionOk="0" h="33965" w="21254">
                  <a:moveTo>
                    <a:pt x="10709" y="0"/>
                  </a:moveTo>
                  <a:lnTo>
                    <a:pt x="10431" y="10"/>
                  </a:lnTo>
                  <a:lnTo>
                    <a:pt x="10134" y="10"/>
                  </a:lnTo>
                  <a:lnTo>
                    <a:pt x="9846" y="29"/>
                  </a:lnTo>
                  <a:lnTo>
                    <a:pt x="9550" y="58"/>
                  </a:lnTo>
                  <a:lnTo>
                    <a:pt x="9253" y="96"/>
                  </a:lnTo>
                  <a:lnTo>
                    <a:pt x="8956" y="144"/>
                  </a:lnTo>
                  <a:lnTo>
                    <a:pt x="8649" y="201"/>
                  </a:lnTo>
                  <a:lnTo>
                    <a:pt x="8352" y="268"/>
                  </a:lnTo>
                  <a:lnTo>
                    <a:pt x="8046" y="345"/>
                  </a:lnTo>
                  <a:lnTo>
                    <a:pt x="7749" y="441"/>
                  </a:lnTo>
                  <a:lnTo>
                    <a:pt x="7442" y="556"/>
                  </a:lnTo>
                  <a:lnTo>
                    <a:pt x="7136" y="671"/>
                  </a:lnTo>
                  <a:lnTo>
                    <a:pt x="6839" y="814"/>
                  </a:lnTo>
                  <a:lnTo>
                    <a:pt x="6542" y="958"/>
                  </a:lnTo>
                  <a:lnTo>
                    <a:pt x="6236" y="1130"/>
                  </a:lnTo>
                  <a:lnTo>
                    <a:pt x="5939" y="1312"/>
                  </a:lnTo>
                  <a:lnTo>
                    <a:pt x="5651" y="1513"/>
                  </a:lnTo>
                  <a:lnTo>
                    <a:pt x="5354" y="1734"/>
                  </a:lnTo>
                  <a:lnTo>
                    <a:pt x="5067" y="1973"/>
                  </a:lnTo>
                  <a:lnTo>
                    <a:pt x="4789" y="2232"/>
                  </a:lnTo>
                  <a:lnTo>
                    <a:pt x="4502" y="2510"/>
                  </a:lnTo>
                  <a:lnTo>
                    <a:pt x="4234" y="2807"/>
                  </a:lnTo>
                  <a:lnTo>
                    <a:pt x="3956" y="3123"/>
                  </a:lnTo>
                  <a:lnTo>
                    <a:pt x="3697" y="3467"/>
                  </a:lnTo>
                  <a:lnTo>
                    <a:pt x="3439" y="3831"/>
                  </a:lnTo>
                  <a:lnTo>
                    <a:pt x="3180" y="4215"/>
                  </a:lnTo>
                  <a:lnTo>
                    <a:pt x="2931" y="4626"/>
                  </a:lnTo>
                  <a:lnTo>
                    <a:pt x="2692" y="5057"/>
                  </a:lnTo>
                  <a:lnTo>
                    <a:pt x="2462" y="5517"/>
                  </a:lnTo>
                  <a:lnTo>
                    <a:pt x="2241" y="5996"/>
                  </a:lnTo>
                  <a:lnTo>
                    <a:pt x="2021" y="6513"/>
                  </a:lnTo>
                  <a:lnTo>
                    <a:pt x="1810" y="7050"/>
                  </a:lnTo>
                  <a:lnTo>
                    <a:pt x="1619" y="7605"/>
                  </a:lnTo>
                  <a:lnTo>
                    <a:pt x="1427" y="8199"/>
                  </a:lnTo>
                  <a:lnTo>
                    <a:pt x="1245" y="8822"/>
                  </a:lnTo>
                  <a:lnTo>
                    <a:pt x="1083" y="9473"/>
                  </a:lnTo>
                  <a:lnTo>
                    <a:pt x="920" y="10153"/>
                  </a:lnTo>
                  <a:lnTo>
                    <a:pt x="776" y="10862"/>
                  </a:lnTo>
                  <a:lnTo>
                    <a:pt x="642" y="11609"/>
                  </a:lnTo>
                  <a:lnTo>
                    <a:pt x="517" y="12375"/>
                  </a:lnTo>
                  <a:lnTo>
                    <a:pt x="402" y="13180"/>
                  </a:lnTo>
                  <a:lnTo>
                    <a:pt x="307" y="14022"/>
                  </a:lnTo>
                  <a:lnTo>
                    <a:pt x="220" y="14894"/>
                  </a:lnTo>
                  <a:lnTo>
                    <a:pt x="144" y="15804"/>
                  </a:lnTo>
                  <a:lnTo>
                    <a:pt x="86" y="16743"/>
                  </a:lnTo>
                  <a:lnTo>
                    <a:pt x="48" y="17720"/>
                  </a:lnTo>
                  <a:lnTo>
                    <a:pt x="19" y="18735"/>
                  </a:lnTo>
                  <a:lnTo>
                    <a:pt x="0" y="19645"/>
                  </a:lnTo>
                  <a:lnTo>
                    <a:pt x="0" y="20516"/>
                  </a:lnTo>
                  <a:lnTo>
                    <a:pt x="19" y="21350"/>
                  </a:lnTo>
                  <a:lnTo>
                    <a:pt x="39" y="22135"/>
                  </a:lnTo>
                  <a:lnTo>
                    <a:pt x="77" y="22892"/>
                  </a:lnTo>
                  <a:lnTo>
                    <a:pt x="115" y="23601"/>
                  </a:lnTo>
                  <a:lnTo>
                    <a:pt x="173" y="24271"/>
                  </a:lnTo>
                  <a:lnTo>
                    <a:pt x="230" y="24913"/>
                  </a:lnTo>
                  <a:lnTo>
                    <a:pt x="297" y="25507"/>
                  </a:lnTo>
                  <a:lnTo>
                    <a:pt x="374" y="26072"/>
                  </a:lnTo>
                  <a:lnTo>
                    <a:pt x="460" y="26608"/>
                  </a:lnTo>
                  <a:lnTo>
                    <a:pt x="546" y="27106"/>
                  </a:lnTo>
                  <a:lnTo>
                    <a:pt x="632" y="27566"/>
                  </a:lnTo>
                  <a:lnTo>
                    <a:pt x="728" y="28007"/>
                  </a:lnTo>
                  <a:lnTo>
                    <a:pt x="824" y="28409"/>
                  </a:lnTo>
                  <a:lnTo>
                    <a:pt x="920" y="28773"/>
                  </a:lnTo>
                  <a:lnTo>
                    <a:pt x="1006" y="29079"/>
                  </a:lnTo>
                  <a:lnTo>
                    <a:pt x="1121" y="29376"/>
                  </a:lnTo>
                  <a:lnTo>
                    <a:pt x="1236" y="29664"/>
                  </a:lnTo>
                  <a:lnTo>
                    <a:pt x="1379" y="29941"/>
                  </a:lnTo>
                  <a:lnTo>
                    <a:pt x="1533" y="30210"/>
                  </a:lnTo>
                  <a:lnTo>
                    <a:pt x="1705" y="30468"/>
                  </a:lnTo>
                  <a:lnTo>
                    <a:pt x="1887" y="30717"/>
                  </a:lnTo>
                  <a:lnTo>
                    <a:pt x="2079" y="30957"/>
                  </a:lnTo>
                  <a:lnTo>
                    <a:pt x="2289" y="31186"/>
                  </a:lnTo>
                  <a:lnTo>
                    <a:pt x="2510" y="31407"/>
                  </a:lnTo>
                  <a:lnTo>
                    <a:pt x="2740" y="31608"/>
                  </a:lnTo>
                  <a:lnTo>
                    <a:pt x="2989" y="31799"/>
                  </a:lnTo>
                  <a:lnTo>
                    <a:pt x="3238" y="31981"/>
                  </a:lnTo>
                  <a:lnTo>
                    <a:pt x="3506" y="32144"/>
                  </a:lnTo>
                  <a:lnTo>
                    <a:pt x="3784" y="32298"/>
                  </a:lnTo>
                  <a:lnTo>
                    <a:pt x="4061" y="32432"/>
                  </a:lnTo>
                  <a:lnTo>
                    <a:pt x="4626" y="32671"/>
                  </a:lnTo>
                  <a:lnTo>
                    <a:pt x="5172" y="32882"/>
                  </a:lnTo>
                  <a:lnTo>
                    <a:pt x="5718" y="33073"/>
                  </a:lnTo>
                  <a:lnTo>
                    <a:pt x="6264" y="33246"/>
                  </a:lnTo>
                  <a:lnTo>
                    <a:pt x="6791" y="33399"/>
                  </a:lnTo>
                  <a:lnTo>
                    <a:pt x="7318" y="33533"/>
                  </a:lnTo>
                  <a:lnTo>
                    <a:pt x="7835" y="33648"/>
                  </a:lnTo>
                  <a:lnTo>
                    <a:pt x="8343" y="33744"/>
                  </a:lnTo>
                  <a:lnTo>
                    <a:pt x="8841" y="33820"/>
                  </a:lnTo>
                  <a:lnTo>
                    <a:pt x="9339" y="33878"/>
                  </a:lnTo>
                  <a:lnTo>
                    <a:pt x="9818" y="33916"/>
                  </a:lnTo>
                  <a:lnTo>
                    <a:pt x="10297" y="33945"/>
                  </a:lnTo>
                  <a:lnTo>
                    <a:pt x="10766" y="33964"/>
                  </a:lnTo>
                  <a:lnTo>
                    <a:pt x="11235" y="33955"/>
                  </a:lnTo>
                  <a:lnTo>
                    <a:pt x="11685" y="33945"/>
                  </a:lnTo>
                  <a:lnTo>
                    <a:pt x="12126" y="33916"/>
                  </a:lnTo>
                  <a:lnTo>
                    <a:pt x="12567" y="33868"/>
                  </a:lnTo>
                  <a:lnTo>
                    <a:pt x="12988" y="33820"/>
                  </a:lnTo>
                  <a:lnTo>
                    <a:pt x="13410" y="33753"/>
                  </a:lnTo>
                  <a:lnTo>
                    <a:pt x="13821" y="33686"/>
                  </a:lnTo>
                  <a:lnTo>
                    <a:pt x="14214" y="33600"/>
                  </a:lnTo>
                  <a:lnTo>
                    <a:pt x="14607" y="33504"/>
                  </a:lnTo>
                  <a:lnTo>
                    <a:pt x="14990" y="33409"/>
                  </a:lnTo>
                  <a:lnTo>
                    <a:pt x="15363" y="33294"/>
                  </a:lnTo>
                  <a:lnTo>
                    <a:pt x="15718" y="33179"/>
                  </a:lnTo>
                  <a:lnTo>
                    <a:pt x="16072" y="33064"/>
                  </a:lnTo>
                  <a:lnTo>
                    <a:pt x="16417" y="32930"/>
                  </a:lnTo>
                  <a:lnTo>
                    <a:pt x="16752" y="32805"/>
                  </a:lnTo>
                  <a:lnTo>
                    <a:pt x="17068" y="32662"/>
                  </a:lnTo>
                  <a:lnTo>
                    <a:pt x="17384" y="32527"/>
                  </a:lnTo>
                  <a:lnTo>
                    <a:pt x="17681" y="32384"/>
                  </a:lnTo>
                  <a:lnTo>
                    <a:pt x="17969" y="32240"/>
                  </a:lnTo>
                  <a:lnTo>
                    <a:pt x="18199" y="32116"/>
                  </a:lnTo>
                  <a:lnTo>
                    <a:pt x="18409" y="31981"/>
                  </a:lnTo>
                  <a:lnTo>
                    <a:pt x="18610" y="31847"/>
                  </a:lnTo>
                  <a:lnTo>
                    <a:pt x="18802" y="31704"/>
                  </a:lnTo>
                  <a:lnTo>
                    <a:pt x="18984" y="31550"/>
                  </a:lnTo>
                  <a:lnTo>
                    <a:pt x="19156" y="31388"/>
                  </a:lnTo>
                  <a:lnTo>
                    <a:pt x="19319" y="31215"/>
                  </a:lnTo>
                  <a:lnTo>
                    <a:pt x="19472" y="31043"/>
                  </a:lnTo>
                  <a:lnTo>
                    <a:pt x="19616" y="30861"/>
                  </a:lnTo>
                  <a:lnTo>
                    <a:pt x="19750" y="30679"/>
                  </a:lnTo>
                  <a:lnTo>
                    <a:pt x="19884" y="30478"/>
                  </a:lnTo>
                  <a:lnTo>
                    <a:pt x="19999" y="30286"/>
                  </a:lnTo>
                  <a:lnTo>
                    <a:pt x="20114" y="30075"/>
                  </a:lnTo>
                  <a:lnTo>
                    <a:pt x="20220" y="29865"/>
                  </a:lnTo>
                  <a:lnTo>
                    <a:pt x="20315" y="29654"/>
                  </a:lnTo>
                  <a:lnTo>
                    <a:pt x="20411" y="29434"/>
                  </a:lnTo>
                  <a:lnTo>
                    <a:pt x="20488" y="29213"/>
                  </a:lnTo>
                  <a:lnTo>
                    <a:pt x="20564" y="28984"/>
                  </a:lnTo>
                  <a:lnTo>
                    <a:pt x="20641" y="28754"/>
                  </a:lnTo>
                  <a:lnTo>
                    <a:pt x="20708" y="28514"/>
                  </a:lnTo>
                  <a:lnTo>
                    <a:pt x="20766" y="28284"/>
                  </a:lnTo>
                  <a:lnTo>
                    <a:pt x="20823" y="28035"/>
                  </a:lnTo>
                  <a:lnTo>
                    <a:pt x="20919" y="27547"/>
                  </a:lnTo>
                  <a:lnTo>
                    <a:pt x="20995" y="27049"/>
                  </a:lnTo>
                  <a:lnTo>
                    <a:pt x="21053" y="26541"/>
                  </a:lnTo>
                  <a:lnTo>
                    <a:pt x="21101" y="26033"/>
                  </a:lnTo>
                  <a:lnTo>
                    <a:pt x="21139" y="25526"/>
                  </a:lnTo>
                  <a:lnTo>
                    <a:pt x="21187" y="24434"/>
                  </a:lnTo>
                  <a:lnTo>
                    <a:pt x="21216" y="23811"/>
                  </a:lnTo>
                  <a:lnTo>
                    <a:pt x="21235" y="23150"/>
                  </a:lnTo>
                  <a:lnTo>
                    <a:pt x="21244" y="22432"/>
                  </a:lnTo>
                  <a:lnTo>
                    <a:pt x="21254" y="21675"/>
                  </a:lnTo>
                  <a:lnTo>
                    <a:pt x="21254" y="20880"/>
                  </a:lnTo>
                  <a:lnTo>
                    <a:pt x="21254" y="20047"/>
                  </a:lnTo>
                  <a:lnTo>
                    <a:pt x="21235" y="19185"/>
                  </a:lnTo>
                  <a:lnTo>
                    <a:pt x="21206" y="18285"/>
                  </a:lnTo>
                  <a:lnTo>
                    <a:pt x="21168" y="17356"/>
                  </a:lnTo>
                  <a:lnTo>
                    <a:pt x="21110" y="16398"/>
                  </a:lnTo>
                  <a:lnTo>
                    <a:pt x="21043" y="15421"/>
                  </a:lnTo>
                  <a:lnTo>
                    <a:pt x="20967" y="14415"/>
                  </a:lnTo>
                  <a:lnTo>
                    <a:pt x="20871" y="13390"/>
                  </a:lnTo>
                  <a:lnTo>
                    <a:pt x="20756" y="12356"/>
                  </a:lnTo>
                  <a:lnTo>
                    <a:pt x="20631" y="11398"/>
                  </a:lnTo>
                  <a:lnTo>
                    <a:pt x="20497" y="10488"/>
                  </a:lnTo>
                  <a:lnTo>
                    <a:pt x="20344" y="9636"/>
                  </a:lnTo>
                  <a:lnTo>
                    <a:pt x="20191" y="8841"/>
                  </a:lnTo>
                  <a:lnTo>
                    <a:pt x="20018" y="8084"/>
                  </a:lnTo>
                  <a:lnTo>
                    <a:pt x="19836" y="7385"/>
                  </a:lnTo>
                  <a:lnTo>
                    <a:pt x="19645" y="6724"/>
                  </a:lnTo>
                  <a:lnTo>
                    <a:pt x="19453" y="6111"/>
                  </a:lnTo>
                  <a:lnTo>
                    <a:pt x="19243" y="5536"/>
                  </a:lnTo>
                  <a:lnTo>
                    <a:pt x="19032" y="5009"/>
                  </a:lnTo>
                  <a:lnTo>
                    <a:pt x="18821" y="4521"/>
                  </a:lnTo>
                  <a:lnTo>
                    <a:pt x="18601" y="4071"/>
                  </a:lnTo>
                  <a:lnTo>
                    <a:pt x="18371" y="3649"/>
                  </a:lnTo>
                  <a:lnTo>
                    <a:pt x="18151" y="3276"/>
                  </a:lnTo>
                  <a:lnTo>
                    <a:pt x="17921" y="2921"/>
                  </a:lnTo>
                  <a:lnTo>
                    <a:pt x="17691" y="2605"/>
                  </a:lnTo>
                  <a:lnTo>
                    <a:pt x="17461" y="2328"/>
                  </a:lnTo>
                  <a:lnTo>
                    <a:pt x="17231" y="2069"/>
                  </a:lnTo>
                  <a:lnTo>
                    <a:pt x="17001" y="1839"/>
                  </a:lnTo>
                  <a:lnTo>
                    <a:pt x="16781" y="1628"/>
                  </a:lnTo>
                  <a:lnTo>
                    <a:pt x="16561" y="1456"/>
                  </a:lnTo>
                  <a:lnTo>
                    <a:pt x="16340" y="1293"/>
                  </a:lnTo>
                  <a:lnTo>
                    <a:pt x="16130" y="1159"/>
                  </a:lnTo>
                  <a:lnTo>
                    <a:pt x="15929" y="1035"/>
                  </a:lnTo>
                  <a:lnTo>
                    <a:pt x="15727" y="929"/>
                  </a:lnTo>
                  <a:lnTo>
                    <a:pt x="15536" y="843"/>
                  </a:lnTo>
                  <a:lnTo>
                    <a:pt x="15354" y="776"/>
                  </a:lnTo>
                  <a:lnTo>
                    <a:pt x="15181" y="709"/>
                  </a:lnTo>
                  <a:lnTo>
                    <a:pt x="15019" y="661"/>
                  </a:lnTo>
                  <a:lnTo>
                    <a:pt x="14875" y="623"/>
                  </a:lnTo>
                  <a:lnTo>
                    <a:pt x="14607" y="565"/>
                  </a:lnTo>
                  <a:lnTo>
                    <a:pt x="13908" y="412"/>
                  </a:lnTo>
                  <a:lnTo>
                    <a:pt x="13496" y="326"/>
                  </a:lnTo>
                  <a:lnTo>
                    <a:pt x="13046" y="240"/>
                  </a:lnTo>
                  <a:lnTo>
                    <a:pt x="12576" y="163"/>
                  </a:lnTo>
                  <a:lnTo>
                    <a:pt x="12069" y="96"/>
                  </a:lnTo>
                  <a:lnTo>
                    <a:pt x="11542" y="38"/>
                  </a:lnTo>
                  <a:lnTo>
                    <a:pt x="11274" y="19"/>
                  </a:lnTo>
                  <a:lnTo>
                    <a:pt x="10996" y="10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210168" y="2562520"/>
              <a:ext cx="792345" cy="706642"/>
            </a:xfrm>
            <a:custGeom>
              <a:rect b="b" l="l" r="r" t="t"/>
              <a:pathLst>
                <a:path extrusionOk="0" h="19904" w="22318">
                  <a:moveTo>
                    <a:pt x="3602" y="0"/>
                  </a:moveTo>
                  <a:lnTo>
                    <a:pt x="3353" y="10"/>
                  </a:lnTo>
                  <a:lnTo>
                    <a:pt x="3095" y="29"/>
                  </a:lnTo>
                  <a:lnTo>
                    <a:pt x="2845" y="77"/>
                  </a:lnTo>
                  <a:lnTo>
                    <a:pt x="2596" y="154"/>
                  </a:lnTo>
                  <a:lnTo>
                    <a:pt x="2357" y="240"/>
                  </a:lnTo>
                  <a:lnTo>
                    <a:pt x="2118" y="355"/>
                  </a:lnTo>
                  <a:lnTo>
                    <a:pt x="1888" y="498"/>
                  </a:lnTo>
                  <a:lnTo>
                    <a:pt x="1658" y="652"/>
                  </a:lnTo>
                  <a:lnTo>
                    <a:pt x="1447" y="834"/>
                  </a:lnTo>
                  <a:lnTo>
                    <a:pt x="1236" y="1035"/>
                  </a:lnTo>
                  <a:lnTo>
                    <a:pt x="1045" y="1255"/>
                  </a:lnTo>
                  <a:lnTo>
                    <a:pt x="853" y="1495"/>
                  </a:lnTo>
                  <a:lnTo>
                    <a:pt x="767" y="1629"/>
                  </a:lnTo>
                  <a:lnTo>
                    <a:pt x="690" y="1763"/>
                  </a:lnTo>
                  <a:lnTo>
                    <a:pt x="604" y="1897"/>
                  </a:lnTo>
                  <a:lnTo>
                    <a:pt x="528" y="2050"/>
                  </a:lnTo>
                  <a:lnTo>
                    <a:pt x="461" y="2194"/>
                  </a:lnTo>
                  <a:lnTo>
                    <a:pt x="394" y="2347"/>
                  </a:lnTo>
                  <a:lnTo>
                    <a:pt x="326" y="2510"/>
                  </a:lnTo>
                  <a:lnTo>
                    <a:pt x="269" y="2673"/>
                  </a:lnTo>
                  <a:lnTo>
                    <a:pt x="212" y="2845"/>
                  </a:lnTo>
                  <a:lnTo>
                    <a:pt x="164" y="3017"/>
                  </a:lnTo>
                  <a:lnTo>
                    <a:pt x="116" y="3199"/>
                  </a:lnTo>
                  <a:lnTo>
                    <a:pt x="77" y="3391"/>
                  </a:lnTo>
                  <a:lnTo>
                    <a:pt x="39" y="3583"/>
                  </a:lnTo>
                  <a:lnTo>
                    <a:pt x="10" y="3774"/>
                  </a:lnTo>
                  <a:lnTo>
                    <a:pt x="1" y="3908"/>
                  </a:lnTo>
                  <a:lnTo>
                    <a:pt x="1" y="4062"/>
                  </a:lnTo>
                  <a:lnTo>
                    <a:pt x="20" y="4224"/>
                  </a:lnTo>
                  <a:lnTo>
                    <a:pt x="49" y="4406"/>
                  </a:lnTo>
                  <a:lnTo>
                    <a:pt x="87" y="4598"/>
                  </a:lnTo>
                  <a:lnTo>
                    <a:pt x="144" y="4799"/>
                  </a:lnTo>
                  <a:lnTo>
                    <a:pt x="202" y="5019"/>
                  </a:lnTo>
                  <a:lnTo>
                    <a:pt x="279" y="5249"/>
                  </a:lnTo>
                  <a:lnTo>
                    <a:pt x="365" y="5498"/>
                  </a:lnTo>
                  <a:lnTo>
                    <a:pt x="470" y="5747"/>
                  </a:lnTo>
                  <a:lnTo>
                    <a:pt x="690" y="6284"/>
                  </a:lnTo>
                  <a:lnTo>
                    <a:pt x="949" y="6868"/>
                  </a:lnTo>
                  <a:lnTo>
                    <a:pt x="1246" y="7471"/>
                  </a:lnTo>
                  <a:lnTo>
                    <a:pt x="1581" y="8103"/>
                  </a:lnTo>
                  <a:lnTo>
                    <a:pt x="1936" y="8764"/>
                  </a:lnTo>
                  <a:lnTo>
                    <a:pt x="2309" y="9444"/>
                  </a:lnTo>
                  <a:lnTo>
                    <a:pt x="2711" y="10134"/>
                  </a:lnTo>
                  <a:lnTo>
                    <a:pt x="3133" y="10843"/>
                  </a:lnTo>
                  <a:lnTo>
                    <a:pt x="3573" y="11542"/>
                  </a:lnTo>
                  <a:lnTo>
                    <a:pt x="4014" y="12251"/>
                  </a:lnTo>
                  <a:lnTo>
                    <a:pt x="4474" y="12960"/>
                  </a:lnTo>
                  <a:lnTo>
                    <a:pt x="4934" y="13649"/>
                  </a:lnTo>
                  <a:lnTo>
                    <a:pt x="5403" y="14329"/>
                  </a:lnTo>
                  <a:lnTo>
                    <a:pt x="5872" y="14990"/>
                  </a:lnTo>
                  <a:lnTo>
                    <a:pt x="6332" y="15632"/>
                  </a:lnTo>
                  <a:lnTo>
                    <a:pt x="6792" y="16245"/>
                  </a:lnTo>
                  <a:lnTo>
                    <a:pt x="7232" y="16829"/>
                  </a:lnTo>
                  <a:lnTo>
                    <a:pt x="7663" y="17375"/>
                  </a:lnTo>
                  <a:lnTo>
                    <a:pt x="8085" y="17883"/>
                  </a:lnTo>
                  <a:lnTo>
                    <a:pt x="8487" y="18342"/>
                  </a:lnTo>
                  <a:lnTo>
                    <a:pt x="8861" y="18754"/>
                  </a:lnTo>
                  <a:lnTo>
                    <a:pt x="9215" y="19109"/>
                  </a:lnTo>
                  <a:lnTo>
                    <a:pt x="9378" y="19262"/>
                  </a:lnTo>
                  <a:lnTo>
                    <a:pt x="9541" y="19396"/>
                  </a:lnTo>
                  <a:lnTo>
                    <a:pt x="9684" y="19521"/>
                  </a:lnTo>
                  <a:lnTo>
                    <a:pt x="9828" y="19636"/>
                  </a:lnTo>
                  <a:lnTo>
                    <a:pt x="9962" y="19722"/>
                  </a:lnTo>
                  <a:lnTo>
                    <a:pt x="10087" y="19798"/>
                  </a:lnTo>
                  <a:lnTo>
                    <a:pt x="10201" y="19856"/>
                  </a:lnTo>
                  <a:lnTo>
                    <a:pt x="10307" y="19885"/>
                  </a:lnTo>
                  <a:lnTo>
                    <a:pt x="10403" y="19904"/>
                  </a:lnTo>
                  <a:lnTo>
                    <a:pt x="10489" y="19904"/>
                  </a:lnTo>
                  <a:lnTo>
                    <a:pt x="10585" y="19885"/>
                  </a:lnTo>
                  <a:lnTo>
                    <a:pt x="10690" y="19846"/>
                  </a:lnTo>
                  <a:lnTo>
                    <a:pt x="10939" y="19760"/>
                  </a:lnTo>
                  <a:lnTo>
                    <a:pt x="11226" y="19626"/>
                  </a:lnTo>
                  <a:lnTo>
                    <a:pt x="11542" y="19463"/>
                  </a:lnTo>
                  <a:lnTo>
                    <a:pt x="11906" y="19262"/>
                  </a:lnTo>
                  <a:lnTo>
                    <a:pt x="12289" y="19042"/>
                  </a:lnTo>
                  <a:lnTo>
                    <a:pt x="12711" y="18793"/>
                  </a:lnTo>
                  <a:lnTo>
                    <a:pt x="13142" y="18515"/>
                  </a:lnTo>
                  <a:lnTo>
                    <a:pt x="13602" y="18218"/>
                  </a:lnTo>
                  <a:lnTo>
                    <a:pt x="14081" y="17902"/>
                  </a:lnTo>
                  <a:lnTo>
                    <a:pt x="15077" y="17222"/>
                  </a:lnTo>
                  <a:lnTo>
                    <a:pt x="16092" y="16503"/>
                  </a:lnTo>
                  <a:lnTo>
                    <a:pt x="17117" y="15776"/>
                  </a:lnTo>
                  <a:lnTo>
                    <a:pt x="18123" y="15048"/>
                  </a:lnTo>
                  <a:lnTo>
                    <a:pt x="19080" y="14339"/>
                  </a:lnTo>
                  <a:lnTo>
                    <a:pt x="20737" y="13094"/>
                  </a:lnTo>
                  <a:lnTo>
                    <a:pt x="21887" y="12222"/>
                  </a:lnTo>
                  <a:lnTo>
                    <a:pt x="22318" y="11896"/>
                  </a:lnTo>
                  <a:lnTo>
                    <a:pt x="22318" y="11762"/>
                  </a:lnTo>
                  <a:lnTo>
                    <a:pt x="22308" y="11609"/>
                  </a:lnTo>
                  <a:lnTo>
                    <a:pt x="22279" y="11456"/>
                  </a:lnTo>
                  <a:lnTo>
                    <a:pt x="22241" y="11283"/>
                  </a:lnTo>
                  <a:lnTo>
                    <a:pt x="22184" y="11111"/>
                  </a:lnTo>
                  <a:lnTo>
                    <a:pt x="22126" y="10939"/>
                  </a:lnTo>
                  <a:lnTo>
                    <a:pt x="22050" y="10776"/>
                  </a:lnTo>
                  <a:lnTo>
                    <a:pt x="21973" y="10603"/>
                  </a:lnTo>
                  <a:lnTo>
                    <a:pt x="21887" y="10450"/>
                  </a:lnTo>
                  <a:lnTo>
                    <a:pt x="21791" y="10306"/>
                  </a:lnTo>
                  <a:lnTo>
                    <a:pt x="21695" y="10172"/>
                  </a:lnTo>
                  <a:lnTo>
                    <a:pt x="21599" y="10067"/>
                  </a:lnTo>
                  <a:lnTo>
                    <a:pt x="21513" y="9981"/>
                  </a:lnTo>
                  <a:lnTo>
                    <a:pt x="21417" y="9914"/>
                  </a:lnTo>
                  <a:lnTo>
                    <a:pt x="21379" y="9885"/>
                  </a:lnTo>
                  <a:lnTo>
                    <a:pt x="21331" y="9875"/>
                  </a:lnTo>
                  <a:lnTo>
                    <a:pt x="21293" y="9866"/>
                  </a:lnTo>
                  <a:lnTo>
                    <a:pt x="21255" y="9866"/>
                  </a:lnTo>
                  <a:lnTo>
                    <a:pt x="20967" y="10038"/>
                  </a:lnTo>
                  <a:lnTo>
                    <a:pt x="20201" y="10498"/>
                  </a:lnTo>
                  <a:lnTo>
                    <a:pt x="19684" y="10795"/>
                  </a:lnTo>
                  <a:lnTo>
                    <a:pt x="19090" y="11140"/>
                  </a:lnTo>
                  <a:lnTo>
                    <a:pt x="18439" y="11494"/>
                  </a:lnTo>
                  <a:lnTo>
                    <a:pt x="17749" y="11868"/>
                  </a:lnTo>
                  <a:lnTo>
                    <a:pt x="17040" y="12241"/>
                  </a:lnTo>
                  <a:lnTo>
                    <a:pt x="16322" y="12605"/>
                  </a:lnTo>
                  <a:lnTo>
                    <a:pt x="15604" y="12950"/>
                  </a:lnTo>
                  <a:lnTo>
                    <a:pt x="15259" y="13103"/>
                  </a:lnTo>
                  <a:lnTo>
                    <a:pt x="14923" y="13247"/>
                  </a:lnTo>
                  <a:lnTo>
                    <a:pt x="14598" y="13391"/>
                  </a:lnTo>
                  <a:lnTo>
                    <a:pt x="14282" y="13506"/>
                  </a:lnTo>
                  <a:lnTo>
                    <a:pt x="13975" y="13620"/>
                  </a:lnTo>
                  <a:lnTo>
                    <a:pt x="13688" y="13707"/>
                  </a:lnTo>
                  <a:lnTo>
                    <a:pt x="13420" y="13783"/>
                  </a:lnTo>
                  <a:lnTo>
                    <a:pt x="13171" y="13841"/>
                  </a:lnTo>
                  <a:lnTo>
                    <a:pt x="12950" y="13879"/>
                  </a:lnTo>
                  <a:lnTo>
                    <a:pt x="12749" y="13889"/>
                  </a:lnTo>
                  <a:lnTo>
                    <a:pt x="12730" y="13879"/>
                  </a:lnTo>
                  <a:lnTo>
                    <a:pt x="12701" y="13860"/>
                  </a:lnTo>
                  <a:lnTo>
                    <a:pt x="12615" y="13764"/>
                  </a:lnTo>
                  <a:lnTo>
                    <a:pt x="12510" y="13611"/>
                  </a:lnTo>
                  <a:lnTo>
                    <a:pt x="12376" y="13400"/>
                  </a:lnTo>
                  <a:lnTo>
                    <a:pt x="12031" y="12835"/>
                  </a:lnTo>
                  <a:lnTo>
                    <a:pt x="11619" y="12098"/>
                  </a:lnTo>
                  <a:lnTo>
                    <a:pt x="11131" y="11226"/>
                  </a:lnTo>
                  <a:lnTo>
                    <a:pt x="10604" y="10249"/>
                  </a:lnTo>
                  <a:lnTo>
                    <a:pt x="9474" y="8113"/>
                  </a:lnTo>
                  <a:lnTo>
                    <a:pt x="8353" y="5968"/>
                  </a:lnTo>
                  <a:lnTo>
                    <a:pt x="7376" y="4071"/>
                  </a:lnTo>
                  <a:lnTo>
                    <a:pt x="6667" y="2682"/>
                  </a:lnTo>
                  <a:lnTo>
                    <a:pt x="6361" y="2069"/>
                  </a:lnTo>
                  <a:lnTo>
                    <a:pt x="6284" y="1916"/>
                  </a:lnTo>
                  <a:lnTo>
                    <a:pt x="6217" y="1763"/>
                  </a:lnTo>
                  <a:lnTo>
                    <a:pt x="6131" y="1619"/>
                  </a:lnTo>
                  <a:lnTo>
                    <a:pt x="6054" y="1485"/>
                  </a:lnTo>
                  <a:lnTo>
                    <a:pt x="5968" y="1360"/>
                  </a:lnTo>
                  <a:lnTo>
                    <a:pt x="5872" y="1236"/>
                  </a:lnTo>
                  <a:lnTo>
                    <a:pt x="5776" y="1121"/>
                  </a:lnTo>
                  <a:lnTo>
                    <a:pt x="5681" y="1006"/>
                  </a:lnTo>
                  <a:lnTo>
                    <a:pt x="5585" y="901"/>
                  </a:lnTo>
                  <a:lnTo>
                    <a:pt x="5479" y="795"/>
                  </a:lnTo>
                  <a:lnTo>
                    <a:pt x="5384" y="709"/>
                  </a:lnTo>
                  <a:lnTo>
                    <a:pt x="5269" y="623"/>
                  </a:lnTo>
                  <a:lnTo>
                    <a:pt x="5163" y="537"/>
                  </a:lnTo>
                  <a:lnTo>
                    <a:pt x="5048" y="460"/>
                  </a:lnTo>
                  <a:lnTo>
                    <a:pt x="4934" y="393"/>
                  </a:lnTo>
                  <a:lnTo>
                    <a:pt x="4819" y="326"/>
                  </a:lnTo>
                  <a:lnTo>
                    <a:pt x="4704" y="269"/>
                  </a:lnTo>
                  <a:lnTo>
                    <a:pt x="4589" y="211"/>
                  </a:lnTo>
                  <a:lnTo>
                    <a:pt x="4464" y="173"/>
                  </a:lnTo>
                  <a:lnTo>
                    <a:pt x="4349" y="125"/>
                  </a:lnTo>
                  <a:lnTo>
                    <a:pt x="4225" y="96"/>
                  </a:lnTo>
                  <a:lnTo>
                    <a:pt x="4100" y="67"/>
                  </a:lnTo>
                  <a:lnTo>
                    <a:pt x="3976" y="39"/>
                  </a:lnTo>
                  <a:lnTo>
                    <a:pt x="3851" y="20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4068730" y="3625822"/>
              <a:ext cx="995348" cy="923917"/>
            </a:xfrm>
            <a:custGeom>
              <a:rect b="b" l="l" r="r" t="t"/>
              <a:pathLst>
                <a:path extrusionOk="0" h="26024" w="28036">
                  <a:moveTo>
                    <a:pt x="16044" y="0"/>
                  </a:moveTo>
                  <a:lnTo>
                    <a:pt x="0" y="24453"/>
                  </a:lnTo>
                  <a:lnTo>
                    <a:pt x="2213" y="26024"/>
                  </a:lnTo>
                  <a:lnTo>
                    <a:pt x="28035" y="3640"/>
                  </a:lnTo>
                  <a:lnTo>
                    <a:pt x="16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800446" y="2784226"/>
              <a:ext cx="646465" cy="598501"/>
            </a:xfrm>
            <a:custGeom>
              <a:rect b="b" l="l" r="r" t="t"/>
              <a:pathLst>
                <a:path extrusionOk="0" h="16858" w="18209">
                  <a:moveTo>
                    <a:pt x="3161" y="0"/>
                  </a:moveTo>
                  <a:lnTo>
                    <a:pt x="2998" y="10"/>
                  </a:lnTo>
                  <a:lnTo>
                    <a:pt x="2835" y="19"/>
                  </a:lnTo>
                  <a:lnTo>
                    <a:pt x="2672" y="39"/>
                  </a:lnTo>
                  <a:lnTo>
                    <a:pt x="2519" y="67"/>
                  </a:lnTo>
                  <a:lnTo>
                    <a:pt x="2366" y="106"/>
                  </a:lnTo>
                  <a:lnTo>
                    <a:pt x="2213" y="14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16"/>
                  </a:lnTo>
                  <a:lnTo>
                    <a:pt x="1648" y="383"/>
                  </a:lnTo>
                  <a:lnTo>
                    <a:pt x="1514" y="460"/>
                  </a:lnTo>
                  <a:lnTo>
                    <a:pt x="1389" y="546"/>
                  </a:lnTo>
                  <a:lnTo>
                    <a:pt x="1265" y="632"/>
                  </a:lnTo>
                  <a:lnTo>
                    <a:pt x="1150" y="728"/>
                  </a:lnTo>
                  <a:lnTo>
                    <a:pt x="1035" y="824"/>
                  </a:lnTo>
                  <a:lnTo>
                    <a:pt x="920" y="929"/>
                  </a:lnTo>
                  <a:lnTo>
                    <a:pt x="814" y="1044"/>
                  </a:lnTo>
                  <a:lnTo>
                    <a:pt x="719" y="1159"/>
                  </a:lnTo>
                  <a:lnTo>
                    <a:pt x="623" y="1274"/>
                  </a:lnTo>
                  <a:lnTo>
                    <a:pt x="537" y="1399"/>
                  </a:lnTo>
                  <a:lnTo>
                    <a:pt x="450" y="1523"/>
                  </a:lnTo>
                  <a:lnTo>
                    <a:pt x="374" y="1657"/>
                  </a:lnTo>
                  <a:lnTo>
                    <a:pt x="307" y="1791"/>
                  </a:lnTo>
                  <a:lnTo>
                    <a:pt x="249" y="1935"/>
                  </a:lnTo>
                  <a:lnTo>
                    <a:pt x="192" y="2079"/>
                  </a:lnTo>
                  <a:lnTo>
                    <a:pt x="134" y="2222"/>
                  </a:lnTo>
                  <a:lnTo>
                    <a:pt x="96" y="2376"/>
                  </a:lnTo>
                  <a:lnTo>
                    <a:pt x="58" y="2529"/>
                  </a:lnTo>
                  <a:lnTo>
                    <a:pt x="29" y="2682"/>
                  </a:lnTo>
                  <a:lnTo>
                    <a:pt x="10" y="2845"/>
                  </a:lnTo>
                  <a:lnTo>
                    <a:pt x="0" y="3008"/>
                  </a:lnTo>
                  <a:lnTo>
                    <a:pt x="0" y="3161"/>
                  </a:lnTo>
                  <a:lnTo>
                    <a:pt x="0" y="13697"/>
                  </a:lnTo>
                  <a:lnTo>
                    <a:pt x="0" y="13860"/>
                  </a:lnTo>
                  <a:lnTo>
                    <a:pt x="10" y="14023"/>
                  </a:lnTo>
                  <a:lnTo>
                    <a:pt x="29" y="1417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3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67"/>
                  </a:lnTo>
                  <a:lnTo>
                    <a:pt x="374" y="15201"/>
                  </a:lnTo>
                  <a:lnTo>
                    <a:pt x="450" y="1533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708"/>
                  </a:lnTo>
                  <a:lnTo>
                    <a:pt x="814" y="15823"/>
                  </a:lnTo>
                  <a:lnTo>
                    <a:pt x="920" y="15929"/>
                  </a:lnTo>
                  <a:lnTo>
                    <a:pt x="1035" y="16034"/>
                  </a:lnTo>
                  <a:lnTo>
                    <a:pt x="1150" y="16139"/>
                  </a:lnTo>
                  <a:lnTo>
                    <a:pt x="1265" y="16226"/>
                  </a:lnTo>
                  <a:lnTo>
                    <a:pt x="1389" y="16321"/>
                  </a:lnTo>
                  <a:lnTo>
                    <a:pt x="1514" y="16398"/>
                  </a:lnTo>
                  <a:lnTo>
                    <a:pt x="1648" y="16475"/>
                  </a:lnTo>
                  <a:lnTo>
                    <a:pt x="1791" y="16542"/>
                  </a:lnTo>
                  <a:lnTo>
                    <a:pt x="1925" y="16609"/>
                  </a:lnTo>
                  <a:lnTo>
                    <a:pt x="2069" y="16666"/>
                  </a:lnTo>
                  <a:lnTo>
                    <a:pt x="2213" y="16714"/>
                  </a:lnTo>
                  <a:lnTo>
                    <a:pt x="2366" y="16762"/>
                  </a:lnTo>
                  <a:lnTo>
                    <a:pt x="2519" y="16791"/>
                  </a:lnTo>
                  <a:lnTo>
                    <a:pt x="2672" y="16819"/>
                  </a:lnTo>
                  <a:lnTo>
                    <a:pt x="2835" y="16839"/>
                  </a:lnTo>
                  <a:lnTo>
                    <a:pt x="2998" y="16848"/>
                  </a:lnTo>
                  <a:lnTo>
                    <a:pt x="3161" y="16858"/>
                  </a:lnTo>
                  <a:lnTo>
                    <a:pt x="15047" y="16858"/>
                  </a:lnTo>
                  <a:lnTo>
                    <a:pt x="15210" y="16848"/>
                  </a:lnTo>
                  <a:lnTo>
                    <a:pt x="15373" y="16839"/>
                  </a:lnTo>
                  <a:lnTo>
                    <a:pt x="15526" y="16819"/>
                  </a:lnTo>
                  <a:lnTo>
                    <a:pt x="15689" y="16791"/>
                  </a:lnTo>
                  <a:lnTo>
                    <a:pt x="15842" y="16762"/>
                  </a:lnTo>
                  <a:lnTo>
                    <a:pt x="15986" y="16714"/>
                  </a:lnTo>
                  <a:lnTo>
                    <a:pt x="16139" y="16666"/>
                  </a:lnTo>
                  <a:lnTo>
                    <a:pt x="16283" y="16609"/>
                  </a:lnTo>
                  <a:lnTo>
                    <a:pt x="16417" y="16542"/>
                  </a:lnTo>
                  <a:lnTo>
                    <a:pt x="16551" y="16475"/>
                  </a:lnTo>
                  <a:lnTo>
                    <a:pt x="16685" y="16398"/>
                  </a:lnTo>
                  <a:lnTo>
                    <a:pt x="16819" y="16321"/>
                  </a:lnTo>
                  <a:lnTo>
                    <a:pt x="16944" y="16226"/>
                  </a:lnTo>
                  <a:lnTo>
                    <a:pt x="17059" y="16139"/>
                  </a:lnTo>
                  <a:lnTo>
                    <a:pt x="17174" y="16034"/>
                  </a:lnTo>
                  <a:lnTo>
                    <a:pt x="17289" y="15929"/>
                  </a:lnTo>
                  <a:lnTo>
                    <a:pt x="17384" y="15823"/>
                  </a:lnTo>
                  <a:lnTo>
                    <a:pt x="17490" y="15708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35"/>
                  </a:lnTo>
                  <a:lnTo>
                    <a:pt x="17825" y="15201"/>
                  </a:lnTo>
                  <a:lnTo>
                    <a:pt x="17902" y="1506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3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76"/>
                  </a:lnTo>
                  <a:lnTo>
                    <a:pt x="18199" y="14023"/>
                  </a:lnTo>
                  <a:lnTo>
                    <a:pt x="18208" y="13860"/>
                  </a:lnTo>
                  <a:lnTo>
                    <a:pt x="18208" y="13697"/>
                  </a:lnTo>
                  <a:lnTo>
                    <a:pt x="18208" y="3161"/>
                  </a:lnTo>
                  <a:lnTo>
                    <a:pt x="18208" y="3008"/>
                  </a:lnTo>
                  <a:lnTo>
                    <a:pt x="18199" y="2845"/>
                  </a:lnTo>
                  <a:lnTo>
                    <a:pt x="18170" y="2682"/>
                  </a:lnTo>
                  <a:lnTo>
                    <a:pt x="18151" y="2529"/>
                  </a:lnTo>
                  <a:lnTo>
                    <a:pt x="18112" y="2376"/>
                  </a:lnTo>
                  <a:lnTo>
                    <a:pt x="18064" y="2222"/>
                  </a:lnTo>
                  <a:lnTo>
                    <a:pt x="18017" y="2079"/>
                  </a:lnTo>
                  <a:lnTo>
                    <a:pt x="17959" y="1935"/>
                  </a:lnTo>
                  <a:lnTo>
                    <a:pt x="17902" y="1791"/>
                  </a:lnTo>
                  <a:lnTo>
                    <a:pt x="17825" y="1657"/>
                  </a:lnTo>
                  <a:lnTo>
                    <a:pt x="17748" y="1523"/>
                  </a:lnTo>
                  <a:lnTo>
                    <a:pt x="17672" y="1399"/>
                  </a:lnTo>
                  <a:lnTo>
                    <a:pt x="17586" y="1274"/>
                  </a:lnTo>
                  <a:lnTo>
                    <a:pt x="17490" y="1159"/>
                  </a:lnTo>
                  <a:lnTo>
                    <a:pt x="17384" y="1044"/>
                  </a:lnTo>
                  <a:lnTo>
                    <a:pt x="17289" y="929"/>
                  </a:lnTo>
                  <a:lnTo>
                    <a:pt x="17174" y="824"/>
                  </a:lnTo>
                  <a:lnTo>
                    <a:pt x="17059" y="728"/>
                  </a:lnTo>
                  <a:lnTo>
                    <a:pt x="16944" y="632"/>
                  </a:lnTo>
                  <a:lnTo>
                    <a:pt x="16819" y="546"/>
                  </a:lnTo>
                  <a:lnTo>
                    <a:pt x="16685" y="460"/>
                  </a:lnTo>
                  <a:lnTo>
                    <a:pt x="16551" y="383"/>
                  </a:lnTo>
                  <a:lnTo>
                    <a:pt x="16417" y="316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44"/>
                  </a:lnTo>
                  <a:lnTo>
                    <a:pt x="15842" y="106"/>
                  </a:lnTo>
                  <a:lnTo>
                    <a:pt x="15689" y="67"/>
                  </a:lnTo>
                  <a:lnTo>
                    <a:pt x="15526" y="39"/>
                  </a:lnTo>
                  <a:lnTo>
                    <a:pt x="15373" y="19"/>
                  </a:lnTo>
                  <a:lnTo>
                    <a:pt x="15210" y="10"/>
                  </a:lnTo>
                  <a:lnTo>
                    <a:pt x="15047" y="0"/>
                  </a:lnTo>
                  <a:close/>
                </a:path>
              </a:pathLst>
            </a:custGeom>
            <a:solidFill>
              <a:srgbClr val="FFC0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3800446" y="2855300"/>
              <a:ext cx="646465" cy="598182"/>
            </a:xfrm>
            <a:custGeom>
              <a:rect b="b" l="l" r="r" t="t"/>
              <a:pathLst>
                <a:path extrusionOk="0" h="16849" w="18209">
                  <a:moveTo>
                    <a:pt x="2998" y="0"/>
                  </a:moveTo>
                  <a:lnTo>
                    <a:pt x="2835" y="10"/>
                  </a:lnTo>
                  <a:lnTo>
                    <a:pt x="2672" y="29"/>
                  </a:lnTo>
                  <a:lnTo>
                    <a:pt x="2519" y="58"/>
                  </a:lnTo>
                  <a:lnTo>
                    <a:pt x="2366" y="96"/>
                  </a:lnTo>
                  <a:lnTo>
                    <a:pt x="2213" y="13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07"/>
                  </a:lnTo>
                  <a:lnTo>
                    <a:pt x="1648" y="374"/>
                  </a:lnTo>
                  <a:lnTo>
                    <a:pt x="1514" y="450"/>
                  </a:lnTo>
                  <a:lnTo>
                    <a:pt x="1389" y="537"/>
                  </a:lnTo>
                  <a:lnTo>
                    <a:pt x="1265" y="623"/>
                  </a:lnTo>
                  <a:lnTo>
                    <a:pt x="1150" y="719"/>
                  </a:lnTo>
                  <a:lnTo>
                    <a:pt x="1035" y="814"/>
                  </a:lnTo>
                  <a:lnTo>
                    <a:pt x="920" y="920"/>
                  </a:lnTo>
                  <a:lnTo>
                    <a:pt x="814" y="1035"/>
                  </a:lnTo>
                  <a:lnTo>
                    <a:pt x="719" y="1150"/>
                  </a:lnTo>
                  <a:lnTo>
                    <a:pt x="623" y="1264"/>
                  </a:lnTo>
                  <a:lnTo>
                    <a:pt x="537" y="1389"/>
                  </a:lnTo>
                  <a:lnTo>
                    <a:pt x="450" y="1523"/>
                  </a:lnTo>
                  <a:lnTo>
                    <a:pt x="374" y="1648"/>
                  </a:lnTo>
                  <a:lnTo>
                    <a:pt x="307" y="1791"/>
                  </a:lnTo>
                  <a:lnTo>
                    <a:pt x="249" y="1925"/>
                  </a:lnTo>
                  <a:lnTo>
                    <a:pt x="192" y="2069"/>
                  </a:lnTo>
                  <a:lnTo>
                    <a:pt x="134" y="2222"/>
                  </a:lnTo>
                  <a:lnTo>
                    <a:pt x="96" y="2366"/>
                  </a:lnTo>
                  <a:lnTo>
                    <a:pt x="58" y="2519"/>
                  </a:lnTo>
                  <a:lnTo>
                    <a:pt x="29" y="2672"/>
                  </a:lnTo>
                  <a:lnTo>
                    <a:pt x="10" y="2835"/>
                  </a:lnTo>
                  <a:lnTo>
                    <a:pt x="0" y="2998"/>
                  </a:lnTo>
                  <a:lnTo>
                    <a:pt x="0" y="3161"/>
                  </a:lnTo>
                  <a:lnTo>
                    <a:pt x="0" y="13687"/>
                  </a:lnTo>
                  <a:lnTo>
                    <a:pt x="0" y="13850"/>
                  </a:lnTo>
                  <a:lnTo>
                    <a:pt x="10" y="14013"/>
                  </a:lnTo>
                  <a:lnTo>
                    <a:pt x="29" y="1416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2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57"/>
                  </a:lnTo>
                  <a:lnTo>
                    <a:pt x="374" y="15191"/>
                  </a:lnTo>
                  <a:lnTo>
                    <a:pt x="450" y="1532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699"/>
                  </a:lnTo>
                  <a:lnTo>
                    <a:pt x="814" y="15814"/>
                  </a:lnTo>
                  <a:lnTo>
                    <a:pt x="920" y="15919"/>
                  </a:lnTo>
                  <a:lnTo>
                    <a:pt x="1035" y="16024"/>
                  </a:lnTo>
                  <a:lnTo>
                    <a:pt x="1150" y="16130"/>
                  </a:lnTo>
                  <a:lnTo>
                    <a:pt x="1265" y="16225"/>
                  </a:lnTo>
                  <a:lnTo>
                    <a:pt x="1389" y="16312"/>
                  </a:lnTo>
                  <a:lnTo>
                    <a:pt x="1514" y="16388"/>
                  </a:lnTo>
                  <a:lnTo>
                    <a:pt x="1648" y="16465"/>
                  </a:lnTo>
                  <a:lnTo>
                    <a:pt x="1791" y="16542"/>
                  </a:lnTo>
                  <a:lnTo>
                    <a:pt x="1925" y="16599"/>
                  </a:lnTo>
                  <a:lnTo>
                    <a:pt x="2069" y="16656"/>
                  </a:lnTo>
                  <a:lnTo>
                    <a:pt x="2213" y="16704"/>
                  </a:lnTo>
                  <a:lnTo>
                    <a:pt x="2366" y="16752"/>
                  </a:lnTo>
                  <a:lnTo>
                    <a:pt x="2519" y="16781"/>
                  </a:lnTo>
                  <a:lnTo>
                    <a:pt x="2672" y="16810"/>
                  </a:lnTo>
                  <a:lnTo>
                    <a:pt x="2835" y="16829"/>
                  </a:lnTo>
                  <a:lnTo>
                    <a:pt x="2998" y="16848"/>
                  </a:lnTo>
                  <a:lnTo>
                    <a:pt x="15210" y="16848"/>
                  </a:lnTo>
                  <a:lnTo>
                    <a:pt x="15373" y="16829"/>
                  </a:lnTo>
                  <a:lnTo>
                    <a:pt x="15526" y="16810"/>
                  </a:lnTo>
                  <a:lnTo>
                    <a:pt x="15689" y="16781"/>
                  </a:lnTo>
                  <a:lnTo>
                    <a:pt x="15842" y="16752"/>
                  </a:lnTo>
                  <a:lnTo>
                    <a:pt x="15986" y="16704"/>
                  </a:lnTo>
                  <a:lnTo>
                    <a:pt x="16139" y="16656"/>
                  </a:lnTo>
                  <a:lnTo>
                    <a:pt x="16283" y="16599"/>
                  </a:lnTo>
                  <a:lnTo>
                    <a:pt x="16417" y="16542"/>
                  </a:lnTo>
                  <a:lnTo>
                    <a:pt x="16551" y="16465"/>
                  </a:lnTo>
                  <a:lnTo>
                    <a:pt x="16685" y="16388"/>
                  </a:lnTo>
                  <a:lnTo>
                    <a:pt x="16819" y="16312"/>
                  </a:lnTo>
                  <a:lnTo>
                    <a:pt x="16944" y="16225"/>
                  </a:lnTo>
                  <a:lnTo>
                    <a:pt x="17059" y="16130"/>
                  </a:lnTo>
                  <a:lnTo>
                    <a:pt x="17174" y="16024"/>
                  </a:lnTo>
                  <a:lnTo>
                    <a:pt x="17289" y="15919"/>
                  </a:lnTo>
                  <a:lnTo>
                    <a:pt x="17384" y="15814"/>
                  </a:lnTo>
                  <a:lnTo>
                    <a:pt x="17490" y="15699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25"/>
                  </a:lnTo>
                  <a:lnTo>
                    <a:pt x="17825" y="15191"/>
                  </a:lnTo>
                  <a:lnTo>
                    <a:pt x="17902" y="1505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2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66"/>
                  </a:lnTo>
                  <a:lnTo>
                    <a:pt x="18199" y="14013"/>
                  </a:lnTo>
                  <a:lnTo>
                    <a:pt x="18208" y="13850"/>
                  </a:lnTo>
                  <a:lnTo>
                    <a:pt x="18208" y="13687"/>
                  </a:lnTo>
                  <a:lnTo>
                    <a:pt x="18208" y="3161"/>
                  </a:lnTo>
                  <a:lnTo>
                    <a:pt x="18208" y="2998"/>
                  </a:lnTo>
                  <a:lnTo>
                    <a:pt x="18199" y="2835"/>
                  </a:lnTo>
                  <a:lnTo>
                    <a:pt x="18170" y="2672"/>
                  </a:lnTo>
                  <a:lnTo>
                    <a:pt x="18151" y="2519"/>
                  </a:lnTo>
                  <a:lnTo>
                    <a:pt x="18112" y="2366"/>
                  </a:lnTo>
                  <a:lnTo>
                    <a:pt x="18064" y="2222"/>
                  </a:lnTo>
                  <a:lnTo>
                    <a:pt x="18017" y="2069"/>
                  </a:lnTo>
                  <a:lnTo>
                    <a:pt x="17959" y="1925"/>
                  </a:lnTo>
                  <a:lnTo>
                    <a:pt x="17902" y="1791"/>
                  </a:lnTo>
                  <a:lnTo>
                    <a:pt x="17825" y="1648"/>
                  </a:lnTo>
                  <a:lnTo>
                    <a:pt x="17748" y="1523"/>
                  </a:lnTo>
                  <a:lnTo>
                    <a:pt x="17672" y="1389"/>
                  </a:lnTo>
                  <a:lnTo>
                    <a:pt x="17586" y="1264"/>
                  </a:lnTo>
                  <a:lnTo>
                    <a:pt x="17490" y="1150"/>
                  </a:lnTo>
                  <a:lnTo>
                    <a:pt x="17384" y="1035"/>
                  </a:lnTo>
                  <a:lnTo>
                    <a:pt x="17289" y="920"/>
                  </a:lnTo>
                  <a:lnTo>
                    <a:pt x="17174" y="814"/>
                  </a:lnTo>
                  <a:lnTo>
                    <a:pt x="17059" y="719"/>
                  </a:lnTo>
                  <a:lnTo>
                    <a:pt x="16944" y="623"/>
                  </a:lnTo>
                  <a:lnTo>
                    <a:pt x="16819" y="537"/>
                  </a:lnTo>
                  <a:lnTo>
                    <a:pt x="16685" y="450"/>
                  </a:lnTo>
                  <a:lnTo>
                    <a:pt x="16551" y="374"/>
                  </a:lnTo>
                  <a:lnTo>
                    <a:pt x="16417" y="307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34"/>
                  </a:lnTo>
                  <a:lnTo>
                    <a:pt x="15842" y="96"/>
                  </a:lnTo>
                  <a:lnTo>
                    <a:pt x="15689" y="58"/>
                  </a:lnTo>
                  <a:lnTo>
                    <a:pt x="15526" y="29"/>
                  </a:lnTo>
                  <a:lnTo>
                    <a:pt x="15373" y="10"/>
                  </a:lnTo>
                  <a:lnTo>
                    <a:pt x="15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3719503" y="3788348"/>
              <a:ext cx="801540" cy="53076"/>
            </a:xfrm>
            <a:custGeom>
              <a:rect b="b" l="l" r="r" t="t"/>
              <a:pathLst>
                <a:path extrusionOk="0" h="1495" w="22577">
                  <a:moveTo>
                    <a:pt x="1" y="0"/>
                  </a:moveTo>
                  <a:lnTo>
                    <a:pt x="1" y="364"/>
                  </a:lnTo>
                  <a:lnTo>
                    <a:pt x="10" y="479"/>
                  </a:lnTo>
                  <a:lnTo>
                    <a:pt x="29" y="594"/>
                  </a:lnTo>
                  <a:lnTo>
                    <a:pt x="49" y="700"/>
                  </a:lnTo>
                  <a:lnTo>
                    <a:pt x="87" y="805"/>
                  </a:lnTo>
                  <a:lnTo>
                    <a:pt x="135" y="901"/>
                  </a:lnTo>
                  <a:lnTo>
                    <a:pt x="192" y="997"/>
                  </a:lnTo>
                  <a:lnTo>
                    <a:pt x="259" y="1083"/>
                  </a:lnTo>
                  <a:lnTo>
                    <a:pt x="336" y="1159"/>
                  </a:lnTo>
                  <a:lnTo>
                    <a:pt x="412" y="1236"/>
                  </a:lnTo>
                  <a:lnTo>
                    <a:pt x="499" y="1303"/>
                  </a:lnTo>
                  <a:lnTo>
                    <a:pt x="594" y="1361"/>
                  </a:lnTo>
                  <a:lnTo>
                    <a:pt x="690" y="1399"/>
                  </a:lnTo>
                  <a:lnTo>
                    <a:pt x="796" y="1437"/>
                  </a:lnTo>
                  <a:lnTo>
                    <a:pt x="901" y="1466"/>
                  </a:lnTo>
                  <a:lnTo>
                    <a:pt x="1016" y="1485"/>
                  </a:lnTo>
                  <a:lnTo>
                    <a:pt x="1131" y="1495"/>
                  </a:lnTo>
                  <a:lnTo>
                    <a:pt x="21446" y="1495"/>
                  </a:lnTo>
                  <a:lnTo>
                    <a:pt x="21561" y="1485"/>
                  </a:lnTo>
                  <a:lnTo>
                    <a:pt x="21676" y="1466"/>
                  </a:lnTo>
                  <a:lnTo>
                    <a:pt x="21781" y="1437"/>
                  </a:lnTo>
                  <a:lnTo>
                    <a:pt x="21887" y="1399"/>
                  </a:lnTo>
                  <a:lnTo>
                    <a:pt x="21982" y="1361"/>
                  </a:lnTo>
                  <a:lnTo>
                    <a:pt x="22078" y="1303"/>
                  </a:lnTo>
                  <a:lnTo>
                    <a:pt x="22164" y="1236"/>
                  </a:lnTo>
                  <a:lnTo>
                    <a:pt x="22241" y="1159"/>
                  </a:lnTo>
                  <a:lnTo>
                    <a:pt x="22318" y="1083"/>
                  </a:lnTo>
                  <a:lnTo>
                    <a:pt x="22375" y="997"/>
                  </a:lnTo>
                  <a:lnTo>
                    <a:pt x="22433" y="901"/>
                  </a:lnTo>
                  <a:lnTo>
                    <a:pt x="22480" y="805"/>
                  </a:lnTo>
                  <a:lnTo>
                    <a:pt x="22519" y="700"/>
                  </a:lnTo>
                  <a:lnTo>
                    <a:pt x="22547" y="594"/>
                  </a:lnTo>
                  <a:lnTo>
                    <a:pt x="22567" y="479"/>
                  </a:lnTo>
                  <a:lnTo>
                    <a:pt x="22576" y="364"/>
                  </a:lnTo>
                  <a:lnTo>
                    <a:pt x="225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4092516" y="3810110"/>
              <a:ext cx="57514" cy="833492"/>
            </a:xfrm>
            <a:custGeom>
              <a:rect b="b" l="l" r="r" t="t"/>
              <a:pathLst>
                <a:path extrusionOk="0" h="23477" w="1620">
                  <a:moveTo>
                    <a:pt x="1" y="0"/>
                  </a:moveTo>
                  <a:lnTo>
                    <a:pt x="1" y="23476"/>
                  </a:lnTo>
                  <a:lnTo>
                    <a:pt x="1619" y="234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850077" y="4555143"/>
              <a:ext cx="547520" cy="147264"/>
            </a:xfrm>
            <a:custGeom>
              <a:rect b="b" l="l" r="r" t="t"/>
              <a:pathLst>
                <a:path extrusionOk="0" h="4148" w="15422">
                  <a:moveTo>
                    <a:pt x="3937" y="0"/>
                  </a:moveTo>
                  <a:lnTo>
                    <a:pt x="3726" y="19"/>
                  </a:lnTo>
                  <a:lnTo>
                    <a:pt x="3516" y="48"/>
                  </a:lnTo>
                  <a:lnTo>
                    <a:pt x="3315" y="77"/>
                  </a:lnTo>
                  <a:lnTo>
                    <a:pt x="3113" y="125"/>
                  </a:lnTo>
                  <a:lnTo>
                    <a:pt x="2912" y="182"/>
                  </a:lnTo>
                  <a:lnTo>
                    <a:pt x="2721" y="249"/>
                  </a:lnTo>
                  <a:lnTo>
                    <a:pt x="2539" y="326"/>
                  </a:lnTo>
                  <a:lnTo>
                    <a:pt x="2347" y="402"/>
                  </a:lnTo>
                  <a:lnTo>
                    <a:pt x="2175" y="498"/>
                  </a:lnTo>
                  <a:lnTo>
                    <a:pt x="2002" y="594"/>
                  </a:lnTo>
                  <a:lnTo>
                    <a:pt x="1830" y="709"/>
                  </a:lnTo>
                  <a:lnTo>
                    <a:pt x="1667" y="824"/>
                  </a:lnTo>
                  <a:lnTo>
                    <a:pt x="1514" y="948"/>
                  </a:lnTo>
                  <a:lnTo>
                    <a:pt x="1361" y="1073"/>
                  </a:lnTo>
                  <a:lnTo>
                    <a:pt x="1217" y="1217"/>
                  </a:lnTo>
                  <a:lnTo>
                    <a:pt x="1073" y="1360"/>
                  </a:lnTo>
                  <a:lnTo>
                    <a:pt x="949" y="1513"/>
                  </a:lnTo>
                  <a:lnTo>
                    <a:pt x="824" y="1667"/>
                  </a:lnTo>
                  <a:lnTo>
                    <a:pt x="709" y="1830"/>
                  </a:lnTo>
                  <a:lnTo>
                    <a:pt x="594" y="2002"/>
                  </a:lnTo>
                  <a:lnTo>
                    <a:pt x="499" y="2174"/>
                  </a:lnTo>
                  <a:lnTo>
                    <a:pt x="403" y="2347"/>
                  </a:lnTo>
                  <a:lnTo>
                    <a:pt x="326" y="2538"/>
                  </a:lnTo>
                  <a:lnTo>
                    <a:pt x="250" y="2720"/>
                  </a:lnTo>
                  <a:lnTo>
                    <a:pt x="183" y="2912"/>
                  </a:lnTo>
                  <a:lnTo>
                    <a:pt x="125" y="3113"/>
                  </a:lnTo>
                  <a:lnTo>
                    <a:pt x="77" y="3314"/>
                  </a:lnTo>
                  <a:lnTo>
                    <a:pt x="48" y="3515"/>
                  </a:lnTo>
                  <a:lnTo>
                    <a:pt x="20" y="3726"/>
                  </a:lnTo>
                  <a:lnTo>
                    <a:pt x="1" y="3937"/>
                  </a:lnTo>
                  <a:lnTo>
                    <a:pt x="1" y="4147"/>
                  </a:lnTo>
                  <a:lnTo>
                    <a:pt x="1274" y="4147"/>
                  </a:lnTo>
                  <a:lnTo>
                    <a:pt x="1274" y="4004"/>
                  </a:lnTo>
                  <a:lnTo>
                    <a:pt x="1284" y="3860"/>
                  </a:lnTo>
                  <a:lnTo>
                    <a:pt x="1303" y="3707"/>
                  </a:lnTo>
                  <a:lnTo>
                    <a:pt x="1332" y="3573"/>
                  </a:lnTo>
                  <a:lnTo>
                    <a:pt x="1361" y="3429"/>
                  </a:lnTo>
                  <a:lnTo>
                    <a:pt x="1399" y="3295"/>
                  </a:lnTo>
                  <a:lnTo>
                    <a:pt x="1447" y="3161"/>
                  </a:lnTo>
                  <a:lnTo>
                    <a:pt x="1504" y="3027"/>
                  </a:lnTo>
                  <a:lnTo>
                    <a:pt x="1562" y="2902"/>
                  </a:lnTo>
                  <a:lnTo>
                    <a:pt x="1619" y="2778"/>
                  </a:lnTo>
                  <a:lnTo>
                    <a:pt x="1686" y="2663"/>
                  </a:lnTo>
                  <a:lnTo>
                    <a:pt x="1763" y="2538"/>
                  </a:lnTo>
                  <a:lnTo>
                    <a:pt x="1849" y="2433"/>
                  </a:lnTo>
                  <a:lnTo>
                    <a:pt x="1935" y="2318"/>
                  </a:lnTo>
                  <a:lnTo>
                    <a:pt x="2022" y="2213"/>
                  </a:lnTo>
                  <a:lnTo>
                    <a:pt x="2117" y="2117"/>
                  </a:lnTo>
                  <a:lnTo>
                    <a:pt x="2213" y="2021"/>
                  </a:lnTo>
                  <a:lnTo>
                    <a:pt x="2318" y="1935"/>
                  </a:lnTo>
                  <a:lnTo>
                    <a:pt x="2433" y="1849"/>
                  </a:lnTo>
                  <a:lnTo>
                    <a:pt x="2539" y="1763"/>
                  </a:lnTo>
                  <a:lnTo>
                    <a:pt x="2663" y="1686"/>
                  </a:lnTo>
                  <a:lnTo>
                    <a:pt x="2778" y="1619"/>
                  </a:lnTo>
                  <a:lnTo>
                    <a:pt x="2903" y="1561"/>
                  </a:lnTo>
                  <a:lnTo>
                    <a:pt x="3027" y="1504"/>
                  </a:lnTo>
                  <a:lnTo>
                    <a:pt x="3161" y="1446"/>
                  </a:lnTo>
                  <a:lnTo>
                    <a:pt x="3295" y="1399"/>
                  </a:lnTo>
                  <a:lnTo>
                    <a:pt x="3430" y="1360"/>
                  </a:lnTo>
                  <a:lnTo>
                    <a:pt x="3573" y="1331"/>
                  </a:lnTo>
                  <a:lnTo>
                    <a:pt x="3707" y="1303"/>
                  </a:lnTo>
                  <a:lnTo>
                    <a:pt x="3851" y="1284"/>
                  </a:lnTo>
                  <a:lnTo>
                    <a:pt x="4004" y="1274"/>
                  </a:lnTo>
                  <a:lnTo>
                    <a:pt x="11418" y="1274"/>
                  </a:lnTo>
                  <a:lnTo>
                    <a:pt x="11561" y="1284"/>
                  </a:lnTo>
                  <a:lnTo>
                    <a:pt x="11705" y="1303"/>
                  </a:lnTo>
                  <a:lnTo>
                    <a:pt x="11849" y="1331"/>
                  </a:lnTo>
                  <a:lnTo>
                    <a:pt x="11992" y="1360"/>
                  </a:lnTo>
                  <a:lnTo>
                    <a:pt x="12126" y="1399"/>
                  </a:lnTo>
                  <a:lnTo>
                    <a:pt x="12261" y="1446"/>
                  </a:lnTo>
                  <a:lnTo>
                    <a:pt x="12395" y="1504"/>
                  </a:lnTo>
                  <a:lnTo>
                    <a:pt x="12519" y="1561"/>
                  </a:lnTo>
                  <a:lnTo>
                    <a:pt x="12644" y="1619"/>
                  </a:lnTo>
                  <a:lnTo>
                    <a:pt x="12759" y="1686"/>
                  </a:lnTo>
                  <a:lnTo>
                    <a:pt x="12883" y="1763"/>
                  </a:lnTo>
                  <a:lnTo>
                    <a:pt x="12988" y="1849"/>
                  </a:lnTo>
                  <a:lnTo>
                    <a:pt x="13103" y="1935"/>
                  </a:lnTo>
                  <a:lnTo>
                    <a:pt x="13209" y="2021"/>
                  </a:lnTo>
                  <a:lnTo>
                    <a:pt x="13305" y="2117"/>
                  </a:lnTo>
                  <a:lnTo>
                    <a:pt x="13400" y="2213"/>
                  </a:lnTo>
                  <a:lnTo>
                    <a:pt x="13487" y="2318"/>
                  </a:lnTo>
                  <a:lnTo>
                    <a:pt x="13573" y="2433"/>
                  </a:lnTo>
                  <a:lnTo>
                    <a:pt x="13659" y="2538"/>
                  </a:lnTo>
                  <a:lnTo>
                    <a:pt x="13726" y="2663"/>
                  </a:lnTo>
                  <a:lnTo>
                    <a:pt x="13803" y="2778"/>
                  </a:lnTo>
                  <a:lnTo>
                    <a:pt x="13860" y="2902"/>
                  </a:lnTo>
                  <a:lnTo>
                    <a:pt x="13918" y="3027"/>
                  </a:lnTo>
                  <a:lnTo>
                    <a:pt x="13975" y="3161"/>
                  </a:lnTo>
                  <a:lnTo>
                    <a:pt x="14013" y="3295"/>
                  </a:lnTo>
                  <a:lnTo>
                    <a:pt x="14061" y="3429"/>
                  </a:lnTo>
                  <a:lnTo>
                    <a:pt x="14090" y="3573"/>
                  </a:lnTo>
                  <a:lnTo>
                    <a:pt x="14119" y="3707"/>
                  </a:lnTo>
                  <a:lnTo>
                    <a:pt x="14128" y="3860"/>
                  </a:lnTo>
                  <a:lnTo>
                    <a:pt x="14147" y="4004"/>
                  </a:lnTo>
                  <a:lnTo>
                    <a:pt x="14147" y="4147"/>
                  </a:lnTo>
                  <a:lnTo>
                    <a:pt x="15421" y="4147"/>
                  </a:lnTo>
                  <a:lnTo>
                    <a:pt x="15421" y="3937"/>
                  </a:lnTo>
                  <a:lnTo>
                    <a:pt x="15402" y="3726"/>
                  </a:lnTo>
                  <a:lnTo>
                    <a:pt x="15373" y="3515"/>
                  </a:lnTo>
                  <a:lnTo>
                    <a:pt x="15335" y="3314"/>
                  </a:lnTo>
                  <a:lnTo>
                    <a:pt x="15297" y="3113"/>
                  </a:lnTo>
                  <a:lnTo>
                    <a:pt x="15239" y="2912"/>
                  </a:lnTo>
                  <a:lnTo>
                    <a:pt x="15172" y="2720"/>
                  </a:lnTo>
                  <a:lnTo>
                    <a:pt x="15096" y="2538"/>
                  </a:lnTo>
                  <a:lnTo>
                    <a:pt x="15009" y="2347"/>
                  </a:lnTo>
                  <a:lnTo>
                    <a:pt x="14923" y="2174"/>
                  </a:lnTo>
                  <a:lnTo>
                    <a:pt x="14818" y="2002"/>
                  </a:lnTo>
                  <a:lnTo>
                    <a:pt x="14713" y="1830"/>
                  </a:lnTo>
                  <a:lnTo>
                    <a:pt x="14598" y="1667"/>
                  </a:lnTo>
                  <a:lnTo>
                    <a:pt x="14473" y="1513"/>
                  </a:lnTo>
                  <a:lnTo>
                    <a:pt x="14349" y="1360"/>
                  </a:lnTo>
                  <a:lnTo>
                    <a:pt x="14205" y="1217"/>
                  </a:lnTo>
                  <a:lnTo>
                    <a:pt x="14061" y="1073"/>
                  </a:lnTo>
                  <a:lnTo>
                    <a:pt x="13908" y="948"/>
                  </a:lnTo>
                  <a:lnTo>
                    <a:pt x="13755" y="824"/>
                  </a:lnTo>
                  <a:lnTo>
                    <a:pt x="13592" y="709"/>
                  </a:lnTo>
                  <a:lnTo>
                    <a:pt x="13420" y="594"/>
                  </a:lnTo>
                  <a:lnTo>
                    <a:pt x="13247" y="498"/>
                  </a:lnTo>
                  <a:lnTo>
                    <a:pt x="13075" y="402"/>
                  </a:lnTo>
                  <a:lnTo>
                    <a:pt x="12883" y="326"/>
                  </a:lnTo>
                  <a:lnTo>
                    <a:pt x="12701" y="249"/>
                  </a:lnTo>
                  <a:lnTo>
                    <a:pt x="12510" y="182"/>
                  </a:lnTo>
                  <a:lnTo>
                    <a:pt x="12308" y="125"/>
                  </a:lnTo>
                  <a:lnTo>
                    <a:pt x="12107" y="77"/>
                  </a:lnTo>
                  <a:lnTo>
                    <a:pt x="11906" y="48"/>
                  </a:lnTo>
                  <a:lnTo>
                    <a:pt x="11695" y="19"/>
                  </a:lnTo>
                  <a:lnTo>
                    <a:pt x="11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055133" y="3801270"/>
              <a:ext cx="124827" cy="226151"/>
            </a:xfrm>
            <a:custGeom>
              <a:rect b="b" l="l" r="r" t="t"/>
              <a:pathLst>
                <a:path extrusionOk="0" h="6370" w="3516">
                  <a:moveTo>
                    <a:pt x="0" y="0"/>
                  </a:moveTo>
                  <a:lnTo>
                    <a:pt x="671" y="6370"/>
                  </a:lnTo>
                  <a:lnTo>
                    <a:pt x="2854" y="6370"/>
                  </a:lnTo>
                  <a:lnTo>
                    <a:pt x="3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3691634" y="3674104"/>
              <a:ext cx="859338" cy="127205"/>
            </a:xfrm>
            <a:custGeom>
              <a:rect b="b" l="l" r="r" t="t"/>
              <a:pathLst>
                <a:path extrusionOk="0" h="3583" w="24205">
                  <a:moveTo>
                    <a:pt x="3448" y="0"/>
                  </a:moveTo>
                  <a:lnTo>
                    <a:pt x="3266" y="10"/>
                  </a:lnTo>
                  <a:lnTo>
                    <a:pt x="3094" y="19"/>
                  </a:lnTo>
                  <a:lnTo>
                    <a:pt x="2922" y="39"/>
                  </a:lnTo>
                  <a:lnTo>
                    <a:pt x="2749" y="67"/>
                  </a:lnTo>
                  <a:lnTo>
                    <a:pt x="2586" y="106"/>
                  </a:lnTo>
                  <a:lnTo>
                    <a:pt x="2423" y="153"/>
                  </a:lnTo>
                  <a:lnTo>
                    <a:pt x="2261" y="211"/>
                  </a:lnTo>
                  <a:lnTo>
                    <a:pt x="2107" y="268"/>
                  </a:lnTo>
                  <a:lnTo>
                    <a:pt x="1954" y="345"/>
                  </a:lnTo>
                  <a:lnTo>
                    <a:pt x="1801" y="412"/>
                  </a:lnTo>
                  <a:lnTo>
                    <a:pt x="1657" y="498"/>
                  </a:lnTo>
                  <a:lnTo>
                    <a:pt x="1523" y="585"/>
                  </a:lnTo>
                  <a:lnTo>
                    <a:pt x="1389" y="680"/>
                  </a:lnTo>
                  <a:lnTo>
                    <a:pt x="1255" y="786"/>
                  </a:lnTo>
                  <a:lnTo>
                    <a:pt x="1130" y="891"/>
                  </a:lnTo>
                  <a:lnTo>
                    <a:pt x="1015" y="1006"/>
                  </a:lnTo>
                  <a:lnTo>
                    <a:pt x="901" y="1130"/>
                  </a:lnTo>
                  <a:lnTo>
                    <a:pt x="786" y="1255"/>
                  </a:lnTo>
                  <a:lnTo>
                    <a:pt x="690" y="1379"/>
                  </a:lnTo>
                  <a:lnTo>
                    <a:pt x="594" y="1523"/>
                  </a:lnTo>
                  <a:lnTo>
                    <a:pt x="498" y="1657"/>
                  </a:lnTo>
                  <a:lnTo>
                    <a:pt x="422" y="1801"/>
                  </a:lnTo>
                  <a:lnTo>
                    <a:pt x="345" y="1954"/>
                  </a:lnTo>
                  <a:lnTo>
                    <a:pt x="278" y="2107"/>
                  </a:lnTo>
                  <a:lnTo>
                    <a:pt x="211" y="2261"/>
                  </a:lnTo>
                  <a:lnTo>
                    <a:pt x="153" y="2424"/>
                  </a:lnTo>
                  <a:lnTo>
                    <a:pt x="115" y="2586"/>
                  </a:lnTo>
                  <a:lnTo>
                    <a:pt x="77" y="2749"/>
                  </a:lnTo>
                  <a:lnTo>
                    <a:pt x="39" y="2922"/>
                  </a:lnTo>
                  <a:lnTo>
                    <a:pt x="19" y="3094"/>
                  </a:lnTo>
                  <a:lnTo>
                    <a:pt x="10" y="3266"/>
                  </a:lnTo>
                  <a:lnTo>
                    <a:pt x="0" y="3439"/>
                  </a:lnTo>
                  <a:lnTo>
                    <a:pt x="0" y="3582"/>
                  </a:lnTo>
                  <a:lnTo>
                    <a:pt x="24204" y="3582"/>
                  </a:lnTo>
                  <a:lnTo>
                    <a:pt x="24204" y="3439"/>
                  </a:lnTo>
                  <a:lnTo>
                    <a:pt x="24194" y="3266"/>
                  </a:lnTo>
                  <a:lnTo>
                    <a:pt x="24185" y="3094"/>
                  </a:lnTo>
                  <a:lnTo>
                    <a:pt x="24166" y="2922"/>
                  </a:lnTo>
                  <a:lnTo>
                    <a:pt x="24127" y="2749"/>
                  </a:lnTo>
                  <a:lnTo>
                    <a:pt x="24089" y="2586"/>
                  </a:lnTo>
                  <a:lnTo>
                    <a:pt x="24041" y="2424"/>
                  </a:lnTo>
                  <a:lnTo>
                    <a:pt x="23993" y="2261"/>
                  </a:lnTo>
                  <a:lnTo>
                    <a:pt x="23926" y="2107"/>
                  </a:lnTo>
                  <a:lnTo>
                    <a:pt x="23859" y="1954"/>
                  </a:lnTo>
                  <a:lnTo>
                    <a:pt x="23783" y="1801"/>
                  </a:lnTo>
                  <a:lnTo>
                    <a:pt x="23706" y="1657"/>
                  </a:lnTo>
                  <a:lnTo>
                    <a:pt x="23610" y="1523"/>
                  </a:lnTo>
                  <a:lnTo>
                    <a:pt x="23514" y="1379"/>
                  </a:lnTo>
                  <a:lnTo>
                    <a:pt x="23419" y="1255"/>
                  </a:lnTo>
                  <a:lnTo>
                    <a:pt x="23304" y="1130"/>
                  </a:lnTo>
                  <a:lnTo>
                    <a:pt x="23189" y="1006"/>
                  </a:lnTo>
                  <a:lnTo>
                    <a:pt x="23074" y="891"/>
                  </a:lnTo>
                  <a:lnTo>
                    <a:pt x="22949" y="786"/>
                  </a:lnTo>
                  <a:lnTo>
                    <a:pt x="22815" y="680"/>
                  </a:lnTo>
                  <a:lnTo>
                    <a:pt x="22681" y="585"/>
                  </a:lnTo>
                  <a:lnTo>
                    <a:pt x="22547" y="498"/>
                  </a:lnTo>
                  <a:lnTo>
                    <a:pt x="22403" y="412"/>
                  </a:lnTo>
                  <a:lnTo>
                    <a:pt x="22250" y="345"/>
                  </a:lnTo>
                  <a:lnTo>
                    <a:pt x="22097" y="268"/>
                  </a:lnTo>
                  <a:lnTo>
                    <a:pt x="21944" y="211"/>
                  </a:lnTo>
                  <a:lnTo>
                    <a:pt x="21781" y="153"/>
                  </a:lnTo>
                  <a:lnTo>
                    <a:pt x="21618" y="106"/>
                  </a:lnTo>
                  <a:lnTo>
                    <a:pt x="21455" y="67"/>
                  </a:lnTo>
                  <a:lnTo>
                    <a:pt x="21283" y="39"/>
                  </a:lnTo>
                  <a:lnTo>
                    <a:pt x="21110" y="19"/>
                  </a:lnTo>
                  <a:lnTo>
                    <a:pt x="20938" y="10"/>
                  </a:lnTo>
                  <a:lnTo>
                    <a:pt x="207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100007" y="3332687"/>
              <a:ext cx="47289" cy="417616"/>
            </a:xfrm>
            <a:custGeom>
              <a:rect b="b" l="l" r="r" t="t"/>
              <a:pathLst>
                <a:path extrusionOk="0" h="11763" w="1332">
                  <a:moveTo>
                    <a:pt x="594" y="1"/>
                  </a:moveTo>
                  <a:lnTo>
                    <a:pt x="527" y="10"/>
                  </a:lnTo>
                  <a:lnTo>
                    <a:pt x="470" y="30"/>
                  </a:lnTo>
                  <a:lnTo>
                    <a:pt x="403" y="49"/>
                  </a:lnTo>
                  <a:lnTo>
                    <a:pt x="345" y="77"/>
                  </a:lnTo>
                  <a:lnTo>
                    <a:pt x="297" y="106"/>
                  </a:lnTo>
                  <a:lnTo>
                    <a:pt x="240" y="144"/>
                  </a:lnTo>
                  <a:lnTo>
                    <a:pt x="192" y="192"/>
                  </a:lnTo>
                  <a:lnTo>
                    <a:pt x="154" y="240"/>
                  </a:lnTo>
                  <a:lnTo>
                    <a:pt x="115" y="288"/>
                  </a:lnTo>
                  <a:lnTo>
                    <a:pt x="77" y="346"/>
                  </a:lnTo>
                  <a:lnTo>
                    <a:pt x="48" y="403"/>
                  </a:lnTo>
                  <a:lnTo>
                    <a:pt x="29" y="461"/>
                  </a:lnTo>
                  <a:lnTo>
                    <a:pt x="10" y="528"/>
                  </a:lnTo>
                  <a:lnTo>
                    <a:pt x="0" y="595"/>
                  </a:lnTo>
                  <a:lnTo>
                    <a:pt x="0" y="662"/>
                  </a:lnTo>
                  <a:lnTo>
                    <a:pt x="0" y="11102"/>
                  </a:lnTo>
                  <a:lnTo>
                    <a:pt x="0" y="11169"/>
                  </a:lnTo>
                  <a:lnTo>
                    <a:pt x="10" y="11236"/>
                  </a:lnTo>
                  <a:lnTo>
                    <a:pt x="29" y="11293"/>
                  </a:lnTo>
                  <a:lnTo>
                    <a:pt x="48" y="11360"/>
                  </a:lnTo>
                  <a:lnTo>
                    <a:pt x="77" y="11418"/>
                  </a:lnTo>
                  <a:lnTo>
                    <a:pt x="115" y="11466"/>
                  </a:lnTo>
                  <a:lnTo>
                    <a:pt x="154" y="11523"/>
                  </a:lnTo>
                  <a:lnTo>
                    <a:pt x="192" y="11571"/>
                  </a:lnTo>
                  <a:lnTo>
                    <a:pt x="240" y="11609"/>
                  </a:lnTo>
                  <a:lnTo>
                    <a:pt x="297" y="11648"/>
                  </a:lnTo>
                  <a:lnTo>
                    <a:pt x="345" y="11686"/>
                  </a:lnTo>
                  <a:lnTo>
                    <a:pt x="403" y="11715"/>
                  </a:lnTo>
                  <a:lnTo>
                    <a:pt x="470" y="11734"/>
                  </a:lnTo>
                  <a:lnTo>
                    <a:pt x="527" y="11753"/>
                  </a:lnTo>
                  <a:lnTo>
                    <a:pt x="594" y="11763"/>
                  </a:lnTo>
                  <a:lnTo>
                    <a:pt x="728" y="11763"/>
                  </a:lnTo>
                  <a:lnTo>
                    <a:pt x="795" y="11753"/>
                  </a:lnTo>
                  <a:lnTo>
                    <a:pt x="863" y="11734"/>
                  </a:lnTo>
                  <a:lnTo>
                    <a:pt x="920" y="11715"/>
                  </a:lnTo>
                  <a:lnTo>
                    <a:pt x="977" y="11686"/>
                  </a:lnTo>
                  <a:lnTo>
                    <a:pt x="1035" y="11648"/>
                  </a:lnTo>
                  <a:lnTo>
                    <a:pt x="1092" y="11609"/>
                  </a:lnTo>
                  <a:lnTo>
                    <a:pt x="1131" y="11571"/>
                  </a:lnTo>
                  <a:lnTo>
                    <a:pt x="1179" y="11523"/>
                  </a:lnTo>
                  <a:lnTo>
                    <a:pt x="1217" y="11466"/>
                  </a:lnTo>
                  <a:lnTo>
                    <a:pt x="1246" y="11418"/>
                  </a:lnTo>
                  <a:lnTo>
                    <a:pt x="1274" y="11360"/>
                  </a:lnTo>
                  <a:lnTo>
                    <a:pt x="1303" y="11293"/>
                  </a:lnTo>
                  <a:lnTo>
                    <a:pt x="1313" y="11236"/>
                  </a:lnTo>
                  <a:lnTo>
                    <a:pt x="1322" y="11169"/>
                  </a:lnTo>
                  <a:lnTo>
                    <a:pt x="1332" y="11102"/>
                  </a:lnTo>
                  <a:lnTo>
                    <a:pt x="1332" y="662"/>
                  </a:lnTo>
                  <a:lnTo>
                    <a:pt x="1322" y="595"/>
                  </a:lnTo>
                  <a:lnTo>
                    <a:pt x="1313" y="528"/>
                  </a:lnTo>
                  <a:lnTo>
                    <a:pt x="1303" y="461"/>
                  </a:lnTo>
                  <a:lnTo>
                    <a:pt x="1274" y="403"/>
                  </a:lnTo>
                  <a:lnTo>
                    <a:pt x="1246" y="346"/>
                  </a:lnTo>
                  <a:lnTo>
                    <a:pt x="1217" y="288"/>
                  </a:lnTo>
                  <a:lnTo>
                    <a:pt x="1179" y="240"/>
                  </a:lnTo>
                  <a:lnTo>
                    <a:pt x="1131" y="192"/>
                  </a:lnTo>
                  <a:lnTo>
                    <a:pt x="1092" y="144"/>
                  </a:lnTo>
                  <a:lnTo>
                    <a:pt x="1035" y="106"/>
                  </a:lnTo>
                  <a:lnTo>
                    <a:pt x="977" y="77"/>
                  </a:lnTo>
                  <a:lnTo>
                    <a:pt x="920" y="49"/>
                  </a:lnTo>
                  <a:lnTo>
                    <a:pt x="863" y="30"/>
                  </a:lnTo>
                  <a:lnTo>
                    <a:pt x="795" y="1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3872514" y="3079030"/>
              <a:ext cx="502644" cy="297227"/>
            </a:xfrm>
            <a:custGeom>
              <a:rect b="b" l="l" r="r" t="t"/>
              <a:pathLst>
                <a:path extrusionOk="0" h="8372" w="14158">
                  <a:moveTo>
                    <a:pt x="1227" y="1"/>
                  </a:moveTo>
                  <a:lnTo>
                    <a:pt x="1102" y="10"/>
                  </a:lnTo>
                  <a:lnTo>
                    <a:pt x="978" y="29"/>
                  </a:lnTo>
                  <a:lnTo>
                    <a:pt x="863" y="58"/>
                  </a:lnTo>
                  <a:lnTo>
                    <a:pt x="748" y="96"/>
                  </a:lnTo>
                  <a:lnTo>
                    <a:pt x="642" y="154"/>
                  </a:lnTo>
                  <a:lnTo>
                    <a:pt x="547" y="211"/>
                  </a:lnTo>
                  <a:lnTo>
                    <a:pt x="451" y="288"/>
                  </a:lnTo>
                  <a:lnTo>
                    <a:pt x="365" y="365"/>
                  </a:lnTo>
                  <a:lnTo>
                    <a:pt x="279" y="451"/>
                  </a:lnTo>
                  <a:lnTo>
                    <a:pt x="211" y="546"/>
                  </a:lnTo>
                  <a:lnTo>
                    <a:pt x="154" y="642"/>
                  </a:lnTo>
                  <a:lnTo>
                    <a:pt x="97" y="748"/>
                  </a:lnTo>
                  <a:lnTo>
                    <a:pt x="58" y="863"/>
                  </a:lnTo>
                  <a:lnTo>
                    <a:pt x="29" y="978"/>
                  </a:lnTo>
                  <a:lnTo>
                    <a:pt x="10" y="1102"/>
                  </a:lnTo>
                  <a:lnTo>
                    <a:pt x="1" y="1227"/>
                  </a:lnTo>
                  <a:lnTo>
                    <a:pt x="1" y="7146"/>
                  </a:lnTo>
                  <a:lnTo>
                    <a:pt x="10" y="7270"/>
                  </a:lnTo>
                  <a:lnTo>
                    <a:pt x="29" y="7395"/>
                  </a:lnTo>
                  <a:lnTo>
                    <a:pt x="58" y="7510"/>
                  </a:lnTo>
                  <a:lnTo>
                    <a:pt x="97" y="7625"/>
                  </a:lnTo>
                  <a:lnTo>
                    <a:pt x="154" y="7730"/>
                  </a:lnTo>
                  <a:lnTo>
                    <a:pt x="211" y="7826"/>
                  </a:lnTo>
                  <a:lnTo>
                    <a:pt x="279" y="7922"/>
                  </a:lnTo>
                  <a:lnTo>
                    <a:pt x="365" y="8008"/>
                  </a:lnTo>
                  <a:lnTo>
                    <a:pt x="451" y="8084"/>
                  </a:lnTo>
                  <a:lnTo>
                    <a:pt x="547" y="8161"/>
                  </a:lnTo>
                  <a:lnTo>
                    <a:pt x="642" y="8219"/>
                  </a:lnTo>
                  <a:lnTo>
                    <a:pt x="748" y="8276"/>
                  </a:lnTo>
                  <a:lnTo>
                    <a:pt x="863" y="8314"/>
                  </a:lnTo>
                  <a:lnTo>
                    <a:pt x="978" y="8343"/>
                  </a:lnTo>
                  <a:lnTo>
                    <a:pt x="1102" y="8362"/>
                  </a:lnTo>
                  <a:lnTo>
                    <a:pt x="1227" y="8372"/>
                  </a:lnTo>
                  <a:lnTo>
                    <a:pt x="12931" y="8372"/>
                  </a:lnTo>
                  <a:lnTo>
                    <a:pt x="13056" y="8362"/>
                  </a:lnTo>
                  <a:lnTo>
                    <a:pt x="13180" y="8343"/>
                  </a:lnTo>
                  <a:lnTo>
                    <a:pt x="13295" y="8314"/>
                  </a:lnTo>
                  <a:lnTo>
                    <a:pt x="13410" y="8276"/>
                  </a:lnTo>
                  <a:lnTo>
                    <a:pt x="13515" y="8219"/>
                  </a:lnTo>
                  <a:lnTo>
                    <a:pt x="13611" y="8161"/>
                  </a:lnTo>
                  <a:lnTo>
                    <a:pt x="13707" y="8084"/>
                  </a:lnTo>
                  <a:lnTo>
                    <a:pt x="13793" y="8008"/>
                  </a:lnTo>
                  <a:lnTo>
                    <a:pt x="13870" y="7922"/>
                  </a:lnTo>
                  <a:lnTo>
                    <a:pt x="13946" y="7826"/>
                  </a:lnTo>
                  <a:lnTo>
                    <a:pt x="14004" y="7730"/>
                  </a:lnTo>
                  <a:lnTo>
                    <a:pt x="14061" y="7625"/>
                  </a:lnTo>
                  <a:lnTo>
                    <a:pt x="14100" y="7510"/>
                  </a:lnTo>
                  <a:lnTo>
                    <a:pt x="14128" y="7395"/>
                  </a:lnTo>
                  <a:lnTo>
                    <a:pt x="14148" y="7270"/>
                  </a:lnTo>
                  <a:lnTo>
                    <a:pt x="14157" y="7146"/>
                  </a:lnTo>
                  <a:lnTo>
                    <a:pt x="14157" y="1227"/>
                  </a:lnTo>
                  <a:lnTo>
                    <a:pt x="14148" y="1102"/>
                  </a:lnTo>
                  <a:lnTo>
                    <a:pt x="14128" y="978"/>
                  </a:lnTo>
                  <a:lnTo>
                    <a:pt x="14100" y="863"/>
                  </a:lnTo>
                  <a:lnTo>
                    <a:pt x="14061" y="748"/>
                  </a:lnTo>
                  <a:lnTo>
                    <a:pt x="14004" y="642"/>
                  </a:lnTo>
                  <a:lnTo>
                    <a:pt x="13946" y="546"/>
                  </a:lnTo>
                  <a:lnTo>
                    <a:pt x="13870" y="451"/>
                  </a:lnTo>
                  <a:lnTo>
                    <a:pt x="13793" y="365"/>
                  </a:lnTo>
                  <a:lnTo>
                    <a:pt x="13707" y="288"/>
                  </a:lnTo>
                  <a:lnTo>
                    <a:pt x="13611" y="211"/>
                  </a:lnTo>
                  <a:lnTo>
                    <a:pt x="13515" y="154"/>
                  </a:lnTo>
                  <a:lnTo>
                    <a:pt x="13410" y="96"/>
                  </a:lnTo>
                  <a:lnTo>
                    <a:pt x="13295" y="58"/>
                  </a:lnTo>
                  <a:lnTo>
                    <a:pt x="13180" y="29"/>
                  </a:lnTo>
                  <a:lnTo>
                    <a:pt x="13056" y="10"/>
                  </a:lnTo>
                  <a:lnTo>
                    <a:pt x="129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599866" y="2491446"/>
              <a:ext cx="136401" cy="259843"/>
            </a:xfrm>
            <a:custGeom>
              <a:rect b="b" l="l" r="r" t="t"/>
              <a:pathLst>
                <a:path extrusionOk="0" h="7319" w="3842">
                  <a:moveTo>
                    <a:pt x="2127" y="1"/>
                  </a:moveTo>
                  <a:lnTo>
                    <a:pt x="1925" y="317"/>
                  </a:lnTo>
                  <a:lnTo>
                    <a:pt x="1456" y="1073"/>
                  </a:lnTo>
                  <a:lnTo>
                    <a:pt x="1188" y="1514"/>
                  </a:lnTo>
                  <a:lnTo>
                    <a:pt x="939" y="1964"/>
                  </a:lnTo>
                  <a:lnTo>
                    <a:pt x="728" y="2366"/>
                  </a:lnTo>
                  <a:lnTo>
                    <a:pt x="642" y="2539"/>
                  </a:lnTo>
                  <a:lnTo>
                    <a:pt x="585" y="2692"/>
                  </a:lnTo>
                  <a:lnTo>
                    <a:pt x="527" y="2864"/>
                  </a:lnTo>
                  <a:lnTo>
                    <a:pt x="479" y="3066"/>
                  </a:lnTo>
                  <a:lnTo>
                    <a:pt x="422" y="3295"/>
                  </a:lnTo>
                  <a:lnTo>
                    <a:pt x="374" y="3554"/>
                  </a:lnTo>
                  <a:lnTo>
                    <a:pt x="268" y="4100"/>
                  </a:lnTo>
                  <a:lnTo>
                    <a:pt x="182" y="4665"/>
                  </a:lnTo>
                  <a:lnTo>
                    <a:pt x="106" y="5192"/>
                  </a:lnTo>
                  <a:lnTo>
                    <a:pt x="48" y="5632"/>
                  </a:lnTo>
                  <a:lnTo>
                    <a:pt x="0" y="6044"/>
                  </a:lnTo>
                  <a:lnTo>
                    <a:pt x="154" y="6178"/>
                  </a:lnTo>
                  <a:lnTo>
                    <a:pt x="288" y="6313"/>
                  </a:lnTo>
                  <a:lnTo>
                    <a:pt x="422" y="6456"/>
                  </a:lnTo>
                  <a:lnTo>
                    <a:pt x="537" y="6619"/>
                  </a:lnTo>
                  <a:lnTo>
                    <a:pt x="652" y="6782"/>
                  </a:lnTo>
                  <a:lnTo>
                    <a:pt x="747" y="6954"/>
                  </a:lnTo>
                  <a:lnTo>
                    <a:pt x="824" y="7136"/>
                  </a:lnTo>
                  <a:lnTo>
                    <a:pt x="901" y="7318"/>
                  </a:lnTo>
                  <a:lnTo>
                    <a:pt x="1648" y="6044"/>
                  </a:lnTo>
                  <a:lnTo>
                    <a:pt x="2826" y="4234"/>
                  </a:lnTo>
                  <a:lnTo>
                    <a:pt x="3017" y="3908"/>
                  </a:lnTo>
                  <a:lnTo>
                    <a:pt x="3209" y="3564"/>
                  </a:lnTo>
                  <a:lnTo>
                    <a:pt x="3410" y="3171"/>
                  </a:lnTo>
                  <a:lnTo>
                    <a:pt x="3611" y="2769"/>
                  </a:lnTo>
                  <a:lnTo>
                    <a:pt x="3697" y="2577"/>
                  </a:lnTo>
                  <a:lnTo>
                    <a:pt x="3764" y="2405"/>
                  </a:lnTo>
                  <a:lnTo>
                    <a:pt x="3812" y="2261"/>
                  </a:lnTo>
                  <a:lnTo>
                    <a:pt x="3841" y="2136"/>
                  </a:lnTo>
                  <a:lnTo>
                    <a:pt x="3841" y="2089"/>
                  </a:lnTo>
                  <a:lnTo>
                    <a:pt x="3841" y="2050"/>
                  </a:lnTo>
                  <a:lnTo>
                    <a:pt x="3832" y="2022"/>
                  </a:lnTo>
                  <a:lnTo>
                    <a:pt x="3812" y="2002"/>
                  </a:lnTo>
                  <a:lnTo>
                    <a:pt x="3764" y="1983"/>
                  </a:lnTo>
                  <a:lnTo>
                    <a:pt x="3678" y="1983"/>
                  </a:lnTo>
                  <a:lnTo>
                    <a:pt x="3630" y="1993"/>
                  </a:lnTo>
                  <a:lnTo>
                    <a:pt x="3582" y="2012"/>
                  </a:lnTo>
                  <a:lnTo>
                    <a:pt x="3525" y="2041"/>
                  </a:lnTo>
                  <a:lnTo>
                    <a:pt x="3420" y="2117"/>
                  </a:lnTo>
                  <a:lnTo>
                    <a:pt x="3314" y="2213"/>
                  </a:lnTo>
                  <a:lnTo>
                    <a:pt x="3199" y="2318"/>
                  </a:lnTo>
                  <a:lnTo>
                    <a:pt x="2970" y="2567"/>
                  </a:lnTo>
                  <a:lnTo>
                    <a:pt x="2740" y="2817"/>
                  </a:lnTo>
                  <a:lnTo>
                    <a:pt x="2625" y="2931"/>
                  </a:lnTo>
                  <a:lnTo>
                    <a:pt x="2519" y="3027"/>
                  </a:lnTo>
                  <a:lnTo>
                    <a:pt x="2414" y="3094"/>
                  </a:lnTo>
                  <a:lnTo>
                    <a:pt x="2366" y="3123"/>
                  </a:lnTo>
                  <a:lnTo>
                    <a:pt x="2309" y="3142"/>
                  </a:lnTo>
                  <a:lnTo>
                    <a:pt x="2261" y="3152"/>
                  </a:lnTo>
                  <a:lnTo>
                    <a:pt x="2175" y="3152"/>
                  </a:lnTo>
                  <a:lnTo>
                    <a:pt x="2127" y="3133"/>
                  </a:lnTo>
                  <a:lnTo>
                    <a:pt x="2060" y="3085"/>
                  </a:lnTo>
                  <a:lnTo>
                    <a:pt x="2012" y="3027"/>
                  </a:lnTo>
                  <a:lnTo>
                    <a:pt x="1964" y="2951"/>
                  </a:lnTo>
                  <a:lnTo>
                    <a:pt x="1925" y="2864"/>
                  </a:lnTo>
                  <a:lnTo>
                    <a:pt x="1897" y="2759"/>
                  </a:lnTo>
                  <a:lnTo>
                    <a:pt x="1878" y="2654"/>
                  </a:lnTo>
                  <a:lnTo>
                    <a:pt x="1868" y="2529"/>
                  </a:lnTo>
                  <a:lnTo>
                    <a:pt x="1868" y="2405"/>
                  </a:lnTo>
                  <a:lnTo>
                    <a:pt x="1878" y="2127"/>
                  </a:lnTo>
                  <a:lnTo>
                    <a:pt x="1897" y="1840"/>
                  </a:lnTo>
                  <a:lnTo>
                    <a:pt x="1935" y="1533"/>
                  </a:lnTo>
                  <a:lnTo>
                    <a:pt x="1973" y="1236"/>
                  </a:lnTo>
                  <a:lnTo>
                    <a:pt x="2040" y="776"/>
                  </a:lnTo>
                  <a:lnTo>
                    <a:pt x="2088" y="37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5664518" y="2994714"/>
              <a:ext cx="223453" cy="161891"/>
            </a:xfrm>
            <a:custGeom>
              <a:rect b="b" l="l" r="r" t="t"/>
              <a:pathLst>
                <a:path extrusionOk="0" h="4560" w="6294">
                  <a:moveTo>
                    <a:pt x="4904" y="738"/>
                  </a:moveTo>
                  <a:lnTo>
                    <a:pt x="4990" y="747"/>
                  </a:lnTo>
                  <a:lnTo>
                    <a:pt x="5067" y="757"/>
                  </a:lnTo>
                  <a:lnTo>
                    <a:pt x="5153" y="776"/>
                  </a:lnTo>
                  <a:lnTo>
                    <a:pt x="5230" y="805"/>
                  </a:lnTo>
                  <a:lnTo>
                    <a:pt x="5297" y="843"/>
                  </a:lnTo>
                  <a:lnTo>
                    <a:pt x="5364" y="881"/>
                  </a:lnTo>
                  <a:lnTo>
                    <a:pt x="5431" y="929"/>
                  </a:lnTo>
                  <a:lnTo>
                    <a:pt x="5489" y="977"/>
                  </a:lnTo>
                  <a:lnTo>
                    <a:pt x="5536" y="1044"/>
                  </a:lnTo>
                  <a:lnTo>
                    <a:pt x="5584" y="1102"/>
                  </a:lnTo>
                  <a:lnTo>
                    <a:pt x="5623" y="1169"/>
                  </a:lnTo>
                  <a:lnTo>
                    <a:pt x="5661" y="1245"/>
                  </a:lnTo>
                  <a:lnTo>
                    <a:pt x="5690" y="1322"/>
                  </a:lnTo>
                  <a:lnTo>
                    <a:pt x="5709" y="1399"/>
                  </a:lnTo>
                  <a:lnTo>
                    <a:pt x="5718" y="1475"/>
                  </a:lnTo>
                  <a:lnTo>
                    <a:pt x="5728" y="1561"/>
                  </a:lnTo>
                  <a:lnTo>
                    <a:pt x="5718" y="1648"/>
                  </a:lnTo>
                  <a:lnTo>
                    <a:pt x="5709" y="1724"/>
                  </a:lnTo>
                  <a:lnTo>
                    <a:pt x="5690" y="1801"/>
                  </a:lnTo>
                  <a:lnTo>
                    <a:pt x="5661" y="1877"/>
                  </a:lnTo>
                  <a:lnTo>
                    <a:pt x="5623" y="1954"/>
                  </a:lnTo>
                  <a:lnTo>
                    <a:pt x="5584" y="2021"/>
                  </a:lnTo>
                  <a:lnTo>
                    <a:pt x="5536" y="2079"/>
                  </a:lnTo>
                  <a:lnTo>
                    <a:pt x="5489" y="2136"/>
                  </a:lnTo>
                  <a:lnTo>
                    <a:pt x="5431" y="2194"/>
                  </a:lnTo>
                  <a:lnTo>
                    <a:pt x="5364" y="2241"/>
                  </a:lnTo>
                  <a:lnTo>
                    <a:pt x="5297" y="2280"/>
                  </a:lnTo>
                  <a:lnTo>
                    <a:pt x="5230" y="2318"/>
                  </a:lnTo>
                  <a:lnTo>
                    <a:pt x="5153" y="2347"/>
                  </a:lnTo>
                  <a:lnTo>
                    <a:pt x="5067" y="2366"/>
                  </a:lnTo>
                  <a:lnTo>
                    <a:pt x="4990" y="2376"/>
                  </a:lnTo>
                  <a:lnTo>
                    <a:pt x="4904" y="2385"/>
                  </a:lnTo>
                  <a:lnTo>
                    <a:pt x="4818" y="2376"/>
                  </a:lnTo>
                  <a:lnTo>
                    <a:pt x="4732" y="2356"/>
                  </a:lnTo>
                  <a:lnTo>
                    <a:pt x="4646" y="2337"/>
                  </a:lnTo>
                  <a:lnTo>
                    <a:pt x="4569" y="2308"/>
                  </a:lnTo>
                  <a:lnTo>
                    <a:pt x="4569" y="2280"/>
                  </a:lnTo>
                  <a:lnTo>
                    <a:pt x="4569" y="814"/>
                  </a:lnTo>
                  <a:lnTo>
                    <a:pt x="4646" y="786"/>
                  </a:lnTo>
                  <a:lnTo>
                    <a:pt x="4732" y="757"/>
                  </a:lnTo>
                  <a:lnTo>
                    <a:pt x="4818" y="747"/>
                  </a:lnTo>
                  <a:lnTo>
                    <a:pt x="4904" y="738"/>
                  </a:lnTo>
                  <a:close/>
                  <a:moveTo>
                    <a:pt x="0" y="0"/>
                  </a:moveTo>
                  <a:lnTo>
                    <a:pt x="0" y="2280"/>
                  </a:lnTo>
                  <a:lnTo>
                    <a:pt x="10" y="2395"/>
                  </a:lnTo>
                  <a:lnTo>
                    <a:pt x="19" y="2510"/>
                  </a:lnTo>
                  <a:lnTo>
                    <a:pt x="29" y="2625"/>
                  </a:lnTo>
                  <a:lnTo>
                    <a:pt x="48" y="2740"/>
                  </a:lnTo>
                  <a:lnTo>
                    <a:pt x="106" y="2960"/>
                  </a:lnTo>
                  <a:lnTo>
                    <a:pt x="182" y="3171"/>
                  </a:lnTo>
                  <a:lnTo>
                    <a:pt x="278" y="3372"/>
                  </a:lnTo>
                  <a:lnTo>
                    <a:pt x="393" y="3554"/>
                  </a:lnTo>
                  <a:lnTo>
                    <a:pt x="527" y="3736"/>
                  </a:lnTo>
                  <a:lnTo>
                    <a:pt x="671" y="3898"/>
                  </a:lnTo>
                  <a:lnTo>
                    <a:pt x="834" y="4042"/>
                  </a:lnTo>
                  <a:lnTo>
                    <a:pt x="1006" y="4176"/>
                  </a:lnTo>
                  <a:lnTo>
                    <a:pt x="1198" y="4291"/>
                  </a:lnTo>
                  <a:lnTo>
                    <a:pt x="1399" y="4387"/>
                  </a:lnTo>
                  <a:lnTo>
                    <a:pt x="1609" y="4464"/>
                  </a:lnTo>
                  <a:lnTo>
                    <a:pt x="1830" y="4521"/>
                  </a:lnTo>
                  <a:lnTo>
                    <a:pt x="1935" y="4540"/>
                  </a:lnTo>
                  <a:lnTo>
                    <a:pt x="2050" y="4550"/>
                  </a:lnTo>
                  <a:lnTo>
                    <a:pt x="2165" y="4559"/>
                  </a:lnTo>
                  <a:lnTo>
                    <a:pt x="2481" y="4559"/>
                  </a:lnTo>
                  <a:lnTo>
                    <a:pt x="2673" y="4531"/>
                  </a:lnTo>
                  <a:lnTo>
                    <a:pt x="2855" y="4492"/>
                  </a:lnTo>
                  <a:lnTo>
                    <a:pt x="3037" y="4435"/>
                  </a:lnTo>
                  <a:lnTo>
                    <a:pt x="3209" y="4368"/>
                  </a:lnTo>
                  <a:lnTo>
                    <a:pt x="3372" y="4282"/>
                  </a:lnTo>
                  <a:lnTo>
                    <a:pt x="3535" y="4186"/>
                  </a:lnTo>
                  <a:lnTo>
                    <a:pt x="3678" y="4080"/>
                  </a:lnTo>
                  <a:lnTo>
                    <a:pt x="3822" y="3966"/>
                  </a:lnTo>
                  <a:lnTo>
                    <a:pt x="3946" y="3841"/>
                  </a:lnTo>
                  <a:lnTo>
                    <a:pt x="4071" y="3697"/>
                  </a:lnTo>
                  <a:lnTo>
                    <a:pt x="4176" y="3554"/>
                  </a:lnTo>
                  <a:lnTo>
                    <a:pt x="4272" y="3391"/>
                  </a:lnTo>
                  <a:lnTo>
                    <a:pt x="4358" y="3228"/>
                  </a:lnTo>
                  <a:lnTo>
                    <a:pt x="4425" y="3056"/>
                  </a:lnTo>
                  <a:lnTo>
                    <a:pt x="4483" y="2874"/>
                  </a:lnTo>
                  <a:lnTo>
                    <a:pt x="4588" y="2912"/>
                  </a:lnTo>
                  <a:lnTo>
                    <a:pt x="4684" y="2931"/>
                  </a:lnTo>
                  <a:lnTo>
                    <a:pt x="4799" y="2941"/>
                  </a:lnTo>
                  <a:lnTo>
                    <a:pt x="4904" y="2950"/>
                  </a:lnTo>
                  <a:lnTo>
                    <a:pt x="5048" y="2941"/>
                  </a:lnTo>
                  <a:lnTo>
                    <a:pt x="5182" y="2921"/>
                  </a:lnTo>
                  <a:lnTo>
                    <a:pt x="5316" y="2893"/>
                  </a:lnTo>
                  <a:lnTo>
                    <a:pt x="5450" y="2845"/>
                  </a:lnTo>
                  <a:lnTo>
                    <a:pt x="5565" y="2787"/>
                  </a:lnTo>
                  <a:lnTo>
                    <a:pt x="5680" y="2711"/>
                  </a:lnTo>
                  <a:lnTo>
                    <a:pt x="5795" y="2634"/>
                  </a:lnTo>
                  <a:lnTo>
                    <a:pt x="5891" y="2548"/>
                  </a:lnTo>
                  <a:lnTo>
                    <a:pt x="5977" y="2443"/>
                  </a:lnTo>
                  <a:lnTo>
                    <a:pt x="6063" y="2337"/>
                  </a:lnTo>
                  <a:lnTo>
                    <a:pt x="6130" y="2222"/>
                  </a:lnTo>
                  <a:lnTo>
                    <a:pt x="6188" y="2098"/>
                  </a:lnTo>
                  <a:lnTo>
                    <a:pt x="6236" y="1973"/>
                  </a:lnTo>
                  <a:lnTo>
                    <a:pt x="6264" y="1839"/>
                  </a:lnTo>
                  <a:lnTo>
                    <a:pt x="6293" y="1705"/>
                  </a:lnTo>
                  <a:lnTo>
                    <a:pt x="6293" y="1561"/>
                  </a:lnTo>
                  <a:lnTo>
                    <a:pt x="6293" y="1418"/>
                  </a:lnTo>
                  <a:lnTo>
                    <a:pt x="6264" y="1284"/>
                  </a:lnTo>
                  <a:lnTo>
                    <a:pt x="6236" y="1150"/>
                  </a:lnTo>
                  <a:lnTo>
                    <a:pt x="6188" y="1015"/>
                  </a:lnTo>
                  <a:lnTo>
                    <a:pt x="6130" y="901"/>
                  </a:lnTo>
                  <a:lnTo>
                    <a:pt x="6063" y="786"/>
                  </a:lnTo>
                  <a:lnTo>
                    <a:pt x="5977" y="680"/>
                  </a:lnTo>
                  <a:lnTo>
                    <a:pt x="5891" y="575"/>
                  </a:lnTo>
                  <a:lnTo>
                    <a:pt x="5795" y="489"/>
                  </a:lnTo>
                  <a:lnTo>
                    <a:pt x="5680" y="412"/>
                  </a:lnTo>
                  <a:lnTo>
                    <a:pt x="5565" y="335"/>
                  </a:lnTo>
                  <a:lnTo>
                    <a:pt x="5450" y="278"/>
                  </a:lnTo>
                  <a:lnTo>
                    <a:pt x="5316" y="230"/>
                  </a:lnTo>
                  <a:lnTo>
                    <a:pt x="5182" y="201"/>
                  </a:lnTo>
                  <a:lnTo>
                    <a:pt x="5048" y="182"/>
                  </a:lnTo>
                  <a:lnTo>
                    <a:pt x="4904" y="173"/>
                  </a:lnTo>
                  <a:lnTo>
                    <a:pt x="4818" y="173"/>
                  </a:lnTo>
                  <a:lnTo>
                    <a:pt x="4732" y="182"/>
                  </a:lnTo>
                  <a:lnTo>
                    <a:pt x="4569" y="22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5731509" y="2397581"/>
              <a:ext cx="496822" cy="554656"/>
            </a:xfrm>
            <a:custGeom>
              <a:rect b="b" l="l" r="r" t="t"/>
              <a:pathLst>
                <a:path extrusionOk="0" h="15623" w="13994">
                  <a:moveTo>
                    <a:pt x="13199" y="1"/>
                  </a:moveTo>
                  <a:lnTo>
                    <a:pt x="13132" y="30"/>
                  </a:lnTo>
                  <a:lnTo>
                    <a:pt x="13103" y="49"/>
                  </a:lnTo>
                  <a:lnTo>
                    <a:pt x="13074" y="68"/>
                  </a:lnTo>
                  <a:lnTo>
                    <a:pt x="13055" y="97"/>
                  </a:lnTo>
                  <a:lnTo>
                    <a:pt x="13036" y="135"/>
                  </a:lnTo>
                  <a:lnTo>
                    <a:pt x="13026" y="173"/>
                  </a:lnTo>
                  <a:lnTo>
                    <a:pt x="13026" y="212"/>
                  </a:lnTo>
                  <a:lnTo>
                    <a:pt x="13017" y="413"/>
                  </a:lnTo>
                  <a:lnTo>
                    <a:pt x="13007" y="614"/>
                  </a:lnTo>
                  <a:lnTo>
                    <a:pt x="12988" y="806"/>
                  </a:lnTo>
                  <a:lnTo>
                    <a:pt x="12969" y="997"/>
                  </a:lnTo>
                  <a:lnTo>
                    <a:pt x="12931" y="1189"/>
                  </a:lnTo>
                  <a:lnTo>
                    <a:pt x="12892" y="1371"/>
                  </a:lnTo>
                  <a:lnTo>
                    <a:pt x="12844" y="1553"/>
                  </a:lnTo>
                  <a:lnTo>
                    <a:pt x="12797" y="1735"/>
                  </a:lnTo>
                  <a:lnTo>
                    <a:pt x="12739" y="1907"/>
                  </a:lnTo>
                  <a:lnTo>
                    <a:pt x="12672" y="2079"/>
                  </a:lnTo>
                  <a:lnTo>
                    <a:pt x="12595" y="2252"/>
                  </a:lnTo>
                  <a:lnTo>
                    <a:pt x="12519" y="2415"/>
                  </a:lnTo>
                  <a:lnTo>
                    <a:pt x="12433" y="2578"/>
                  </a:lnTo>
                  <a:lnTo>
                    <a:pt x="12346" y="2740"/>
                  </a:lnTo>
                  <a:lnTo>
                    <a:pt x="12251" y="2903"/>
                  </a:lnTo>
                  <a:lnTo>
                    <a:pt x="12145" y="3056"/>
                  </a:lnTo>
                  <a:lnTo>
                    <a:pt x="12040" y="3210"/>
                  </a:lnTo>
                  <a:lnTo>
                    <a:pt x="11925" y="3363"/>
                  </a:lnTo>
                  <a:lnTo>
                    <a:pt x="11685" y="3660"/>
                  </a:lnTo>
                  <a:lnTo>
                    <a:pt x="11427" y="3947"/>
                  </a:lnTo>
                  <a:lnTo>
                    <a:pt x="11149" y="4215"/>
                  </a:lnTo>
                  <a:lnTo>
                    <a:pt x="10862" y="4484"/>
                  </a:lnTo>
                  <a:lnTo>
                    <a:pt x="10555" y="4733"/>
                  </a:lnTo>
                  <a:lnTo>
                    <a:pt x="10230" y="4982"/>
                  </a:lnTo>
                  <a:lnTo>
                    <a:pt x="9904" y="5221"/>
                  </a:lnTo>
                  <a:lnTo>
                    <a:pt x="9559" y="5451"/>
                  </a:lnTo>
                  <a:lnTo>
                    <a:pt x="9205" y="5671"/>
                  </a:lnTo>
                  <a:lnTo>
                    <a:pt x="8841" y="5882"/>
                  </a:lnTo>
                  <a:lnTo>
                    <a:pt x="8477" y="6083"/>
                  </a:lnTo>
                  <a:lnTo>
                    <a:pt x="8094" y="6284"/>
                  </a:lnTo>
                  <a:lnTo>
                    <a:pt x="7720" y="6466"/>
                  </a:lnTo>
                  <a:lnTo>
                    <a:pt x="7337" y="6648"/>
                  </a:lnTo>
                  <a:lnTo>
                    <a:pt x="6944" y="6821"/>
                  </a:lnTo>
                  <a:lnTo>
                    <a:pt x="6561" y="6993"/>
                  </a:lnTo>
                  <a:lnTo>
                    <a:pt x="6178" y="7156"/>
                  </a:lnTo>
                  <a:lnTo>
                    <a:pt x="5402" y="7462"/>
                  </a:lnTo>
                  <a:lnTo>
                    <a:pt x="4655" y="7740"/>
                  </a:lnTo>
                  <a:lnTo>
                    <a:pt x="3937" y="8008"/>
                  </a:lnTo>
                  <a:lnTo>
                    <a:pt x="3554" y="8152"/>
                  </a:lnTo>
                  <a:lnTo>
                    <a:pt x="3199" y="8315"/>
                  </a:lnTo>
                  <a:lnTo>
                    <a:pt x="2874" y="8487"/>
                  </a:lnTo>
                  <a:lnTo>
                    <a:pt x="2567" y="8669"/>
                  </a:lnTo>
                  <a:lnTo>
                    <a:pt x="2280" y="8870"/>
                  </a:lnTo>
                  <a:lnTo>
                    <a:pt x="2012" y="9081"/>
                  </a:lnTo>
                  <a:lnTo>
                    <a:pt x="1772" y="9292"/>
                  </a:lnTo>
                  <a:lnTo>
                    <a:pt x="1542" y="9522"/>
                  </a:lnTo>
                  <a:lnTo>
                    <a:pt x="1332" y="9752"/>
                  </a:lnTo>
                  <a:lnTo>
                    <a:pt x="1150" y="9991"/>
                  </a:lnTo>
                  <a:lnTo>
                    <a:pt x="977" y="10240"/>
                  </a:lnTo>
                  <a:lnTo>
                    <a:pt x="824" y="10499"/>
                  </a:lnTo>
                  <a:lnTo>
                    <a:pt x="680" y="10757"/>
                  </a:lnTo>
                  <a:lnTo>
                    <a:pt x="556" y="11016"/>
                  </a:lnTo>
                  <a:lnTo>
                    <a:pt x="450" y="11284"/>
                  </a:lnTo>
                  <a:lnTo>
                    <a:pt x="355" y="11552"/>
                  </a:lnTo>
                  <a:lnTo>
                    <a:pt x="278" y="11820"/>
                  </a:lnTo>
                  <a:lnTo>
                    <a:pt x="201" y="12089"/>
                  </a:lnTo>
                  <a:lnTo>
                    <a:pt x="144" y="12357"/>
                  </a:lnTo>
                  <a:lnTo>
                    <a:pt x="96" y="12625"/>
                  </a:lnTo>
                  <a:lnTo>
                    <a:pt x="58" y="12884"/>
                  </a:lnTo>
                  <a:lnTo>
                    <a:pt x="38" y="13152"/>
                  </a:lnTo>
                  <a:lnTo>
                    <a:pt x="19" y="13410"/>
                  </a:lnTo>
                  <a:lnTo>
                    <a:pt x="0" y="13669"/>
                  </a:lnTo>
                  <a:lnTo>
                    <a:pt x="0" y="13918"/>
                  </a:lnTo>
                  <a:lnTo>
                    <a:pt x="0" y="14157"/>
                  </a:lnTo>
                  <a:lnTo>
                    <a:pt x="29" y="14627"/>
                  </a:lnTo>
                  <a:lnTo>
                    <a:pt x="67" y="15058"/>
                  </a:lnTo>
                  <a:lnTo>
                    <a:pt x="115" y="15450"/>
                  </a:lnTo>
                  <a:lnTo>
                    <a:pt x="125" y="15489"/>
                  </a:lnTo>
                  <a:lnTo>
                    <a:pt x="144" y="15527"/>
                  </a:lnTo>
                  <a:lnTo>
                    <a:pt x="163" y="15556"/>
                  </a:lnTo>
                  <a:lnTo>
                    <a:pt x="192" y="15575"/>
                  </a:lnTo>
                  <a:lnTo>
                    <a:pt x="220" y="15594"/>
                  </a:lnTo>
                  <a:lnTo>
                    <a:pt x="249" y="15613"/>
                  </a:lnTo>
                  <a:lnTo>
                    <a:pt x="316" y="15623"/>
                  </a:lnTo>
                  <a:lnTo>
                    <a:pt x="383" y="15613"/>
                  </a:lnTo>
                  <a:lnTo>
                    <a:pt x="422" y="15604"/>
                  </a:lnTo>
                  <a:lnTo>
                    <a:pt x="450" y="15585"/>
                  </a:lnTo>
                  <a:lnTo>
                    <a:pt x="479" y="15565"/>
                  </a:lnTo>
                  <a:lnTo>
                    <a:pt x="498" y="15537"/>
                  </a:lnTo>
                  <a:lnTo>
                    <a:pt x="517" y="15498"/>
                  </a:lnTo>
                  <a:lnTo>
                    <a:pt x="537" y="15460"/>
                  </a:lnTo>
                  <a:lnTo>
                    <a:pt x="575" y="15288"/>
                  </a:lnTo>
                  <a:lnTo>
                    <a:pt x="632" y="15125"/>
                  </a:lnTo>
                  <a:lnTo>
                    <a:pt x="680" y="14962"/>
                  </a:lnTo>
                  <a:lnTo>
                    <a:pt x="738" y="14818"/>
                  </a:lnTo>
                  <a:lnTo>
                    <a:pt x="805" y="14675"/>
                  </a:lnTo>
                  <a:lnTo>
                    <a:pt x="872" y="14531"/>
                  </a:lnTo>
                  <a:lnTo>
                    <a:pt x="939" y="14406"/>
                  </a:lnTo>
                  <a:lnTo>
                    <a:pt x="1015" y="14272"/>
                  </a:lnTo>
                  <a:lnTo>
                    <a:pt x="1092" y="14157"/>
                  </a:lnTo>
                  <a:lnTo>
                    <a:pt x="1178" y="14043"/>
                  </a:lnTo>
                  <a:lnTo>
                    <a:pt x="1264" y="13928"/>
                  </a:lnTo>
                  <a:lnTo>
                    <a:pt x="1351" y="13822"/>
                  </a:lnTo>
                  <a:lnTo>
                    <a:pt x="1446" y="13717"/>
                  </a:lnTo>
                  <a:lnTo>
                    <a:pt x="1542" y="13621"/>
                  </a:lnTo>
                  <a:lnTo>
                    <a:pt x="1753" y="13439"/>
                  </a:lnTo>
                  <a:lnTo>
                    <a:pt x="1973" y="13276"/>
                  </a:lnTo>
                  <a:lnTo>
                    <a:pt x="2213" y="13123"/>
                  </a:lnTo>
                  <a:lnTo>
                    <a:pt x="2462" y="12979"/>
                  </a:lnTo>
                  <a:lnTo>
                    <a:pt x="2730" y="12836"/>
                  </a:lnTo>
                  <a:lnTo>
                    <a:pt x="3017" y="12711"/>
                  </a:lnTo>
                  <a:lnTo>
                    <a:pt x="3305" y="12587"/>
                  </a:lnTo>
                  <a:lnTo>
                    <a:pt x="3621" y="12472"/>
                  </a:lnTo>
                  <a:lnTo>
                    <a:pt x="3937" y="12357"/>
                  </a:lnTo>
                  <a:lnTo>
                    <a:pt x="4626" y="12117"/>
                  </a:lnTo>
                  <a:lnTo>
                    <a:pt x="5354" y="11868"/>
                  </a:lnTo>
                  <a:lnTo>
                    <a:pt x="6140" y="11591"/>
                  </a:lnTo>
                  <a:lnTo>
                    <a:pt x="6542" y="11437"/>
                  </a:lnTo>
                  <a:lnTo>
                    <a:pt x="6963" y="11274"/>
                  </a:lnTo>
                  <a:lnTo>
                    <a:pt x="7394" y="11092"/>
                  </a:lnTo>
                  <a:lnTo>
                    <a:pt x="7835" y="10891"/>
                  </a:lnTo>
                  <a:lnTo>
                    <a:pt x="8285" y="10671"/>
                  </a:lnTo>
                  <a:lnTo>
                    <a:pt x="8745" y="10441"/>
                  </a:lnTo>
                  <a:lnTo>
                    <a:pt x="9224" y="10183"/>
                  </a:lnTo>
                  <a:lnTo>
                    <a:pt x="9703" y="9895"/>
                  </a:lnTo>
                  <a:lnTo>
                    <a:pt x="10191" y="9589"/>
                  </a:lnTo>
                  <a:lnTo>
                    <a:pt x="10699" y="9263"/>
                  </a:lnTo>
                  <a:lnTo>
                    <a:pt x="11072" y="8985"/>
                  </a:lnTo>
                  <a:lnTo>
                    <a:pt x="11427" y="8708"/>
                  </a:lnTo>
                  <a:lnTo>
                    <a:pt x="11743" y="8420"/>
                  </a:lnTo>
                  <a:lnTo>
                    <a:pt x="12040" y="8133"/>
                  </a:lnTo>
                  <a:lnTo>
                    <a:pt x="12318" y="7836"/>
                  </a:lnTo>
                  <a:lnTo>
                    <a:pt x="12567" y="7529"/>
                  </a:lnTo>
                  <a:lnTo>
                    <a:pt x="12787" y="7223"/>
                  </a:lnTo>
                  <a:lnTo>
                    <a:pt x="12988" y="6916"/>
                  </a:lnTo>
                  <a:lnTo>
                    <a:pt x="13170" y="6610"/>
                  </a:lnTo>
                  <a:lnTo>
                    <a:pt x="13333" y="6294"/>
                  </a:lnTo>
                  <a:lnTo>
                    <a:pt x="13477" y="5987"/>
                  </a:lnTo>
                  <a:lnTo>
                    <a:pt x="13591" y="5671"/>
                  </a:lnTo>
                  <a:lnTo>
                    <a:pt x="13697" y="5355"/>
                  </a:lnTo>
                  <a:lnTo>
                    <a:pt x="13783" y="5039"/>
                  </a:lnTo>
                  <a:lnTo>
                    <a:pt x="13860" y="4733"/>
                  </a:lnTo>
                  <a:lnTo>
                    <a:pt x="13908" y="4417"/>
                  </a:lnTo>
                  <a:lnTo>
                    <a:pt x="13955" y="4110"/>
                  </a:lnTo>
                  <a:lnTo>
                    <a:pt x="13975" y="3804"/>
                  </a:lnTo>
                  <a:lnTo>
                    <a:pt x="13994" y="3497"/>
                  </a:lnTo>
                  <a:lnTo>
                    <a:pt x="13994" y="3200"/>
                  </a:lnTo>
                  <a:lnTo>
                    <a:pt x="13984" y="2913"/>
                  </a:lnTo>
                  <a:lnTo>
                    <a:pt x="13965" y="2616"/>
                  </a:lnTo>
                  <a:lnTo>
                    <a:pt x="13946" y="2338"/>
                  </a:lnTo>
                  <a:lnTo>
                    <a:pt x="13908" y="2060"/>
                  </a:lnTo>
                  <a:lnTo>
                    <a:pt x="13860" y="1792"/>
                  </a:lnTo>
                  <a:lnTo>
                    <a:pt x="13812" y="1524"/>
                  </a:lnTo>
                  <a:lnTo>
                    <a:pt x="13754" y="1275"/>
                  </a:lnTo>
                  <a:lnTo>
                    <a:pt x="13697" y="1026"/>
                  </a:lnTo>
                  <a:lnTo>
                    <a:pt x="13572" y="566"/>
                  </a:lnTo>
                  <a:lnTo>
                    <a:pt x="13429" y="145"/>
                  </a:lnTo>
                  <a:lnTo>
                    <a:pt x="13410" y="106"/>
                  </a:lnTo>
                  <a:lnTo>
                    <a:pt x="13390" y="68"/>
                  </a:lnTo>
                  <a:lnTo>
                    <a:pt x="13362" y="39"/>
                  </a:lnTo>
                  <a:lnTo>
                    <a:pt x="13333" y="20"/>
                  </a:lnTo>
                  <a:lnTo>
                    <a:pt x="13304" y="11"/>
                  </a:lnTo>
                  <a:lnTo>
                    <a:pt x="13266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470322" y="2242866"/>
              <a:ext cx="75159" cy="86768"/>
            </a:xfrm>
            <a:custGeom>
              <a:rect b="b" l="l" r="r" t="t"/>
              <a:pathLst>
                <a:path extrusionOk="0" h="2444" w="2117">
                  <a:moveTo>
                    <a:pt x="1226" y="154"/>
                  </a:moveTo>
                  <a:lnTo>
                    <a:pt x="1303" y="164"/>
                  </a:lnTo>
                  <a:lnTo>
                    <a:pt x="1370" y="173"/>
                  </a:lnTo>
                  <a:lnTo>
                    <a:pt x="1446" y="193"/>
                  </a:lnTo>
                  <a:lnTo>
                    <a:pt x="1513" y="221"/>
                  </a:lnTo>
                  <a:lnTo>
                    <a:pt x="1590" y="260"/>
                  </a:lnTo>
                  <a:lnTo>
                    <a:pt x="1657" y="307"/>
                  </a:lnTo>
                  <a:lnTo>
                    <a:pt x="1715" y="355"/>
                  </a:lnTo>
                  <a:lnTo>
                    <a:pt x="1772" y="422"/>
                  </a:lnTo>
                  <a:lnTo>
                    <a:pt x="1820" y="499"/>
                  </a:lnTo>
                  <a:lnTo>
                    <a:pt x="1868" y="576"/>
                  </a:lnTo>
                  <a:lnTo>
                    <a:pt x="1897" y="652"/>
                  </a:lnTo>
                  <a:lnTo>
                    <a:pt x="1925" y="748"/>
                  </a:lnTo>
                  <a:lnTo>
                    <a:pt x="1954" y="844"/>
                  </a:lnTo>
                  <a:lnTo>
                    <a:pt x="1964" y="949"/>
                  </a:lnTo>
                  <a:lnTo>
                    <a:pt x="1964" y="1055"/>
                  </a:lnTo>
                  <a:lnTo>
                    <a:pt x="1954" y="1160"/>
                  </a:lnTo>
                  <a:lnTo>
                    <a:pt x="1944" y="1265"/>
                  </a:lnTo>
                  <a:lnTo>
                    <a:pt x="1916" y="1371"/>
                  </a:lnTo>
                  <a:lnTo>
                    <a:pt x="1887" y="1476"/>
                  </a:lnTo>
                  <a:lnTo>
                    <a:pt x="1839" y="1572"/>
                  </a:lnTo>
                  <a:lnTo>
                    <a:pt x="1762" y="1725"/>
                  </a:lnTo>
                  <a:lnTo>
                    <a:pt x="1667" y="1869"/>
                  </a:lnTo>
                  <a:lnTo>
                    <a:pt x="1561" y="1984"/>
                  </a:lnTo>
                  <a:lnTo>
                    <a:pt x="1437" y="2089"/>
                  </a:lnTo>
                  <a:lnTo>
                    <a:pt x="1312" y="2175"/>
                  </a:lnTo>
                  <a:lnTo>
                    <a:pt x="1169" y="2233"/>
                  </a:lnTo>
                  <a:lnTo>
                    <a:pt x="1102" y="2261"/>
                  </a:lnTo>
                  <a:lnTo>
                    <a:pt x="1034" y="2271"/>
                  </a:lnTo>
                  <a:lnTo>
                    <a:pt x="958" y="2281"/>
                  </a:lnTo>
                  <a:lnTo>
                    <a:pt x="891" y="2290"/>
                  </a:lnTo>
                  <a:lnTo>
                    <a:pt x="814" y="2281"/>
                  </a:lnTo>
                  <a:lnTo>
                    <a:pt x="747" y="2271"/>
                  </a:lnTo>
                  <a:lnTo>
                    <a:pt x="671" y="2252"/>
                  </a:lnTo>
                  <a:lnTo>
                    <a:pt x="603" y="2223"/>
                  </a:lnTo>
                  <a:lnTo>
                    <a:pt x="536" y="2185"/>
                  </a:lnTo>
                  <a:lnTo>
                    <a:pt x="460" y="2137"/>
                  </a:lnTo>
                  <a:lnTo>
                    <a:pt x="402" y="2079"/>
                  </a:lnTo>
                  <a:lnTo>
                    <a:pt x="345" y="2022"/>
                  </a:lnTo>
                  <a:lnTo>
                    <a:pt x="297" y="1945"/>
                  </a:lnTo>
                  <a:lnTo>
                    <a:pt x="249" y="1869"/>
                  </a:lnTo>
                  <a:lnTo>
                    <a:pt x="220" y="1782"/>
                  </a:lnTo>
                  <a:lnTo>
                    <a:pt x="192" y="1696"/>
                  </a:lnTo>
                  <a:lnTo>
                    <a:pt x="163" y="1601"/>
                  </a:lnTo>
                  <a:lnTo>
                    <a:pt x="153" y="1495"/>
                  </a:lnTo>
                  <a:lnTo>
                    <a:pt x="153" y="1390"/>
                  </a:lnTo>
                  <a:lnTo>
                    <a:pt x="163" y="1284"/>
                  </a:lnTo>
                  <a:lnTo>
                    <a:pt x="172" y="1179"/>
                  </a:lnTo>
                  <a:lnTo>
                    <a:pt x="201" y="1074"/>
                  </a:lnTo>
                  <a:lnTo>
                    <a:pt x="230" y="968"/>
                  </a:lnTo>
                  <a:lnTo>
                    <a:pt x="278" y="863"/>
                  </a:lnTo>
                  <a:lnTo>
                    <a:pt x="354" y="719"/>
                  </a:lnTo>
                  <a:lnTo>
                    <a:pt x="450" y="576"/>
                  </a:lnTo>
                  <a:lnTo>
                    <a:pt x="556" y="461"/>
                  </a:lnTo>
                  <a:lnTo>
                    <a:pt x="680" y="355"/>
                  </a:lnTo>
                  <a:lnTo>
                    <a:pt x="814" y="269"/>
                  </a:lnTo>
                  <a:lnTo>
                    <a:pt x="948" y="212"/>
                  </a:lnTo>
                  <a:lnTo>
                    <a:pt x="1015" y="183"/>
                  </a:lnTo>
                  <a:lnTo>
                    <a:pt x="1082" y="173"/>
                  </a:lnTo>
                  <a:lnTo>
                    <a:pt x="1159" y="164"/>
                  </a:lnTo>
                  <a:lnTo>
                    <a:pt x="1226" y="154"/>
                  </a:lnTo>
                  <a:close/>
                  <a:moveTo>
                    <a:pt x="1226" y="1"/>
                  </a:moveTo>
                  <a:lnTo>
                    <a:pt x="1149" y="11"/>
                  </a:lnTo>
                  <a:lnTo>
                    <a:pt x="1063" y="20"/>
                  </a:lnTo>
                  <a:lnTo>
                    <a:pt x="987" y="39"/>
                  </a:lnTo>
                  <a:lnTo>
                    <a:pt x="910" y="58"/>
                  </a:lnTo>
                  <a:lnTo>
                    <a:pt x="833" y="87"/>
                  </a:lnTo>
                  <a:lnTo>
                    <a:pt x="757" y="125"/>
                  </a:lnTo>
                  <a:lnTo>
                    <a:pt x="680" y="173"/>
                  </a:lnTo>
                  <a:lnTo>
                    <a:pt x="603" y="221"/>
                  </a:lnTo>
                  <a:lnTo>
                    <a:pt x="536" y="279"/>
                  </a:lnTo>
                  <a:lnTo>
                    <a:pt x="469" y="336"/>
                  </a:lnTo>
                  <a:lnTo>
                    <a:pt x="402" y="403"/>
                  </a:lnTo>
                  <a:lnTo>
                    <a:pt x="335" y="470"/>
                  </a:lnTo>
                  <a:lnTo>
                    <a:pt x="278" y="547"/>
                  </a:lnTo>
                  <a:lnTo>
                    <a:pt x="230" y="633"/>
                  </a:lnTo>
                  <a:lnTo>
                    <a:pt x="182" y="710"/>
                  </a:lnTo>
                  <a:lnTo>
                    <a:pt x="134" y="806"/>
                  </a:lnTo>
                  <a:lnTo>
                    <a:pt x="86" y="920"/>
                  </a:lnTo>
                  <a:lnTo>
                    <a:pt x="48" y="1045"/>
                  </a:lnTo>
                  <a:lnTo>
                    <a:pt x="19" y="1160"/>
                  </a:lnTo>
                  <a:lnTo>
                    <a:pt x="10" y="1284"/>
                  </a:lnTo>
                  <a:lnTo>
                    <a:pt x="0" y="1399"/>
                  </a:lnTo>
                  <a:lnTo>
                    <a:pt x="0" y="1514"/>
                  </a:lnTo>
                  <a:lnTo>
                    <a:pt x="19" y="1629"/>
                  </a:lnTo>
                  <a:lnTo>
                    <a:pt x="38" y="1735"/>
                  </a:lnTo>
                  <a:lnTo>
                    <a:pt x="77" y="1840"/>
                  </a:lnTo>
                  <a:lnTo>
                    <a:pt x="115" y="1936"/>
                  </a:lnTo>
                  <a:lnTo>
                    <a:pt x="163" y="2032"/>
                  </a:lnTo>
                  <a:lnTo>
                    <a:pt x="220" y="2108"/>
                  </a:lnTo>
                  <a:lnTo>
                    <a:pt x="287" y="2194"/>
                  </a:lnTo>
                  <a:lnTo>
                    <a:pt x="364" y="2261"/>
                  </a:lnTo>
                  <a:lnTo>
                    <a:pt x="450" y="2319"/>
                  </a:lnTo>
                  <a:lnTo>
                    <a:pt x="546" y="2367"/>
                  </a:lnTo>
                  <a:lnTo>
                    <a:pt x="632" y="2395"/>
                  </a:lnTo>
                  <a:lnTo>
                    <a:pt x="718" y="2424"/>
                  </a:lnTo>
                  <a:lnTo>
                    <a:pt x="805" y="2434"/>
                  </a:lnTo>
                  <a:lnTo>
                    <a:pt x="891" y="2443"/>
                  </a:lnTo>
                  <a:lnTo>
                    <a:pt x="967" y="2434"/>
                  </a:lnTo>
                  <a:lnTo>
                    <a:pt x="1054" y="2424"/>
                  </a:lnTo>
                  <a:lnTo>
                    <a:pt x="1130" y="2405"/>
                  </a:lnTo>
                  <a:lnTo>
                    <a:pt x="1207" y="2386"/>
                  </a:lnTo>
                  <a:lnTo>
                    <a:pt x="1293" y="2357"/>
                  </a:lnTo>
                  <a:lnTo>
                    <a:pt x="1370" y="2319"/>
                  </a:lnTo>
                  <a:lnTo>
                    <a:pt x="1437" y="2271"/>
                  </a:lnTo>
                  <a:lnTo>
                    <a:pt x="1513" y="2223"/>
                  </a:lnTo>
                  <a:lnTo>
                    <a:pt x="1580" y="2166"/>
                  </a:lnTo>
                  <a:lnTo>
                    <a:pt x="1647" y="2108"/>
                  </a:lnTo>
                  <a:lnTo>
                    <a:pt x="1715" y="2041"/>
                  </a:lnTo>
                  <a:lnTo>
                    <a:pt x="1782" y="1974"/>
                  </a:lnTo>
                  <a:lnTo>
                    <a:pt x="1839" y="1897"/>
                  </a:lnTo>
                  <a:lnTo>
                    <a:pt x="1887" y="1811"/>
                  </a:lnTo>
                  <a:lnTo>
                    <a:pt x="1935" y="1725"/>
                  </a:lnTo>
                  <a:lnTo>
                    <a:pt x="1983" y="1639"/>
                  </a:lnTo>
                  <a:lnTo>
                    <a:pt x="2031" y="1524"/>
                  </a:lnTo>
                  <a:lnTo>
                    <a:pt x="2069" y="1399"/>
                  </a:lnTo>
                  <a:lnTo>
                    <a:pt x="2098" y="1284"/>
                  </a:lnTo>
                  <a:lnTo>
                    <a:pt x="2107" y="1160"/>
                  </a:lnTo>
                  <a:lnTo>
                    <a:pt x="2117" y="1045"/>
                  </a:lnTo>
                  <a:lnTo>
                    <a:pt x="2117" y="930"/>
                  </a:lnTo>
                  <a:lnTo>
                    <a:pt x="2098" y="815"/>
                  </a:lnTo>
                  <a:lnTo>
                    <a:pt x="2078" y="710"/>
                  </a:lnTo>
                  <a:lnTo>
                    <a:pt x="2040" y="604"/>
                  </a:lnTo>
                  <a:lnTo>
                    <a:pt x="2002" y="509"/>
                  </a:lnTo>
                  <a:lnTo>
                    <a:pt x="1954" y="413"/>
                  </a:lnTo>
                  <a:lnTo>
                    <a:pt x="1897" y="327"/>
                  </a:lnTo>
                  <a:lnTo>
                    <a:pt x="1829" y="250"/>
                  </a:lnTo>
                  <a:lnTo>
                    <a:pt x="1753" y="183"/>
                  </a:lnTo>
                  <a:lnTo>
                    <a:pt x="1667" y="125"/>
                  </a:lnTo>
                  <a:lnTo>
                    <a:pt x="1571" y="78"/>
                  </a:lnTo>
                  <a:lnTo>
                    <a:pt x="1494" y="49"/>
                  </a:lnTo>
                  <a:lnTo>
                    <a:pt x="1408" y="20"/>
                  </a:lnTo>
                  <a:lnTo>
                    <a:pt x="1312" y="11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4475754" y="2242866"/>
              <a:ext cx="64295" cy="81336"/>
            </a:xfrm>
            <a:custGeom>
              <a:rect b="b" l="l" r="r" t="t"/>
              <a:pathLst>
                <a:path extrusionOk="0" fill="none" h="2291" w="1811">
                  <a:moveTo>
                    <a:pt x="1073" y="1"/>
                  </a:moveTo>
                  <a:lnTo>
                    <a:pt x="1073" y="154"/>
                  </a:lnTo>
                  <a:lnTo>
                    <a:pt x="1073" y="154"/>
                  </a:lnTo>
                  <a:lnTo>
                    <a:pt x="1150" y="164"/>
                  </a:lnTo>
                  <a:lnTo>
                    <a:pt x="1217" y="173"/>
                  </a:lnTo>
                  <a:lnTo>
                    <a:pt x="1293" y="193"/>
                  </a:lnTo>
                  <a:lnTo>
                    <a:pt x="1360" y="221"/>
                  </a:lnTo>
                  <a:lnTo>
                    <a:pt x="1360" y="221"/>
                  </a:lnTo>
                  <a:lnTo>
                    <a:pt x="1437" y="260"/>
                  </a:lnTo>
                  <a:lnTo>
                    <a:pt x="1504" y="307"/>
                  </a:lnTo>
                  <a:lnTo>
                    <a:pt x="1562" y="355"/>
                  </a:lnTo>
                  <a:lnTo>
                    <a:pt x="1619" y="422"/>
                  </a:lnTo>
                  <a:lnTo>
                    <a:pt x="1667" y="499"/>
                  </a:lnTo>
                  <a:lnTo>
                    <a:pt x="1715" y="576"/>
                  </a:lnTo>
                  <a:lnTo>
                    <a:pt x="1744" y="652"/>
                  </a:lnTo>
                  <a:lnTo>
                    <a:pt x="1772" y="748"/>
                  </a:lnTo>
                  <a:lnTo>
                    <a:pt x="1772" y="748"/>
                  </a:lnTo>
                  <a:lnTo>
                    <a:pt x="1801" y="844"/>
                  </a:lnTo>
                  <a:lnTo>
                    <a:pt x="1811" y="949"/>
                  </a:lnTo>
                  <a:lnTo>
                    <a:pt x="1811" y="1055"/>
                  </a:lnTo>
                  <a:lnTo>
                    <a:pt x="1801" y="1160"/>
                  </a:lnTo>
                  <a:lnTo>
                    <a:pt x="1791" y="1265"/>
                  </a:lnTo>
                  <a:lnTo>
                    <a:pt x="1763" y="1371"/>
                  </a:lnTo>
                  <a:lnTo>
                    <a:pt x="1734" y="1476"/>
                  </a:lnTo>
                  <a:lnTo>
                    <a:pt x="1686" y="1572"/>
                  </a:lnTo>
                  <a:lnTo>
                    <a:pt x="1686" y="1572"/>
                  </a:lnTo>
                  <a:lnTo>
                    <a:pt x="1609" y="1725"/>
                  </a:lnTo>
                  <a:lnTo>
                    <a:pt x="1514" y="1869"/>
                  </a:lnTo>
                  <a:lnTo>
                    <a:pt x="1408" y="1984"/>
                  </a:lnTo>
                  <a:lnTo>
                    <a:pt x="1284" y="2089"/>
                  </a:lnTo>
                  <a:lnTo>
                    <a:pt x="1159" y="2175"/>
                  </a:lnTo>
                  <a:lnTo>
                    <a:pt x="1016" y="2233"/>
                  </a:lnTo>
                  <a:lnTo>
                    <a:pt x="949" y="2261"/>
                  </a:lnTo>
                  <a:lnTo>
                    <a:pt x="881" y="2271"/>
                  </a:lnTo>
                  <a:lnTo>
                    <a:pt x="805" y="2281"/>
                  </a:lnTo>
                  <a:lnTo>
                    <a:pt x="738" y="2290"/>
                  </a:lnTo>
                  <a:lnTo>
                    <a:pt x="738" y="2290"/>
                  </a:lnTo>
                  <a:lnTo>
                    <a:pt x="661" y="2281"/>
                  </a:lnTo>
                  <a:lnTo>
                    <a:pt x="594" y="2271"/>
                  </a:lnTo>
                  <a:lnTo>
                    <a:pt x="518" y="2252"/>
                  </a:lnTo>
                  <a:lnTo>
                    <a:pt x="450" y="2223"/>
                  </a:lnTo>
                  <a:lnTo>
                    <a:pt x="450" y="2223"/>
                  </a:lnTo>
                  <a:lnTo>
                    <a:pt x="383" y="2185"/>
                  </a:lnTo>
                  <a:lnTo>
                    <a:pt x="307" y="2137"/>
                  </a:lnTo>
                  <a:lnTo>
                    <a:pt x="249" y="2079"/>
                  </a:lnTo>
                  <a:lnTo>
                    <a:pt x="192" y="2022"/>
                  </a:lnTo>
                  <a:lnTo>
                    <a:pt x="144" y="1945"/>
                  </a:lnTo>
                  <a:lnTo>
                    <a:pt x="96" y="1869"/>
                  </a:lnTo>
                  <a:lnTo>
                    <a:pt x="67" y="1782"/>
                  </a:lnTo>
                  <a:lnTo>
                    <a:pt x="39" y="1696"/>
                  </a:lnTo>
                  <a:lnTo>
                    <a:pt x="39" y="1696"/>
                  </a:lnTo>
                  <a:lnTo>
                    <a:pt x="10" y="1601"/>
                  </a:lnTo>
                  <a:lnTo>
                    <a:pt x="0" y="1495"/>
                  </a:lnTo>
                  <a:lnTo>
                    <a:pt x="0" y="1390"/>
                  </a:lnTo>
                  <a:lnTo>
                    <a:pt x="10" y="1284"/>
                  </a:lnTo>
                  <a:lnTo>
                    <a:pt x="19" y="1179"/>
                  </a:lnTo>
                  <a:lnTo>
                    <a:pt x="48" y="1074"/>
                  </a:lnTo>
                  <a:lnTo>
                    <a:pt x="77" y="968"/>
                  </a:lnTo>
                  <a:lnTo>
                    <a:pt x="125" y="863"/>
                  </a:lnTo>
                  <a:lnTo>
                    <a:pt x="125" y="863"/>
                  </a:lnTo>
                  <a:lnTo>
                    <a:pt x="201" y="719"/>
                  </a:lnTo>
                  <a:lnTo>
                    <a:pt x="297" y="576"/>
                  </a:lnTo>
                  <a:lnTo>
                    <a:pt x="403" y="461"/>
                  </a:lnTo>
                  <a:lnTo>
                    <a:pt x="527" y="355"/>
                  </a:lnTo>
                  <a:lnTo>
                    <a:pt x="661" y="269"/>
                  </a:lnTo>
                  <a:lnTo>
                    <a:pt x="795" y="212"/>
                  </a:lnTo>
                  <a:lnTo>
                    <a:pt x="862" y="183"/>
                  </a:lnTo>
                  <a:lnTo>
                    <a:pt x="929" y="173"/>
                  </a:lnTo>
                  <a:lnTo>
                    <a:pt x="1006" y="164"/>
                  </a:lnTo>
                  <a:lnTo>
                    <a:pt x="1073" y="154"/>
                  </a:lnTo>
                  <a:lnTo>
                    <a:pt x="10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4406384" y="2223517"/>
              <a:ext cx="77218" cy="52721"/>
            </a:xfrm>
            <a:custGeom>
              <a:rect b="b" l="l" r="r" t="t"/>
              <a:pathLst>
                <a:path extrusionOk="0" h="1485" w="2175">
                  <a:moveTo>
                    <a:pt x="67" y="0"/>
                  </a:moveTo>
                  <a:lnTo>
                    <a:pt x="0" y="125"/>
                  </a:lnTo>
                  <a:lnTo>
                    <a:pt x="1916" y="1485"/>
                  </a:lnTo>
                  <a:lnTo>
                    <a:pt x="2175" y="105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584526" y="2124539"/>
              <a:ext cx="794368" cy="951147"/>
            </a:xfrm>
            <a:custGeom>
              <a:rect b="b" l="l" r="r" t="t"/>
              <a:pathLst>
                <a:path extrusionOk="0" h="26791" w="22375">
                  <a:moveTo>
                    <a:pt x="13984" y="1"/>
                  </a:moveTo>
                  <a:lnTo>
                    <a:pt x="13572" y="20"/>
                  </a:lnTo>
                  <a:lnTo>
                    <a:pt x="13362" y="30"/>
                  </a:lnTo>
                  <a:lnTo>
                    <a:pt x="13151" y="49"/>
                  </a:lnTo>
                  <a:lnTo>
                    <a:pt x="12940" y="77"/>
                  </a:lnTo>
                  <a:lnTo>
                    <a:pt x="12739" y="106"/>
                  </a:lnTo>
                  <a:lnTo>
                    <a:pt x="12528" y="154"/>
                  </a:lnTo>
                  <a:lnTo>
                    <a:pt x="12318" y="192"/>
                  </a:lnTo>
                  <a:lnTo>
                    <a:pt x="12116" y="250"/>
                  </a:lnTo>
                  <a:lnTo>
                    <a:pt x="11906" y="307"/>
                  </a:lnTo>
                  <a:lnTo>
                    <a:pt x="11705" y="384"/>
                  </a:lnTo>
                  <a:lnTo>
                    <a:pt x="11513" y="461"/>
                  </a:lnTo>
                  <a:lnTo>
                    <a:pt x="11312" y="547"/>
                  </a:lnTo>
                  <a:lnTo>
                    <a:pt x="11120" y="643"/>
                  </a:lnTo>
                  <a:lnTo>
                    <a:pt x="10938" y="748"/>
                  </a:lnTo>
                  <a:lnTo>
                    <a:pt x="10747" y="863"/>
                  </a:lnTo>
                  <a:lnTo>
                    <a:pt x="10574" y="987"/>
                  </a:lnTo>
                  <a:lnTo>
                    <a:pt x="10402" y="1121"/>
                  </a:lnTo>
                  <a:lnTo>
                    <a:pt x="10230" y="1265"/>
                  </a:lnTo>
                  <a:lnTo>
                    <a:pt x="10067" y="1418"/>
                  </a:lnTo>
                  <a:lnTo>
                    <a:pt x="9913" y="1591"/>
                  </a:lnTo>
                  <a:lnTo>
                    <a:pt x="9770" y="1773"/>
                  </a:lnTo>
                  <a:lnTo>
                    <a:pt x="9626" y="1964"/>
                  </a:lnTo>
                  <a:lnTo>
                    <a:pt x="9492" y="2165"/>
                  </a:lnTo>
                  <a:lnTo>
                    <a:pt x="9367" y="2386"/>
                  </a:lnTo>
                  <a:lnTo>
                    <a:pt x="9253" y="2616"/>
                  </a:lnTo>
                  <a:lnTo>
                    <a:pt x="9147" y="2855"/>
                  </a:lnTo>
                  <a:lnTo>
                    <a:pt x="9042" y="3114"/>
                  </a:lnTo>
                  <a:lnTo>
                    <a:pt x="8956" y="3382"/>
                  </a:lnTo>
                  <a:lnTo>
                    <a:pt x="8879" y="3669"/>
                  </a:lnTo>
                  <a:lnTo>
                    <a:pt x="8812" y="3966"/>
                  </a:lnTo>
                  <a:lnTo>
                    <a:pt x="8754" y="4282"/>
                  </a:lnTo>
                  <a:lnTo>
                    <a:pt x="8707" y="4617"/>
                  </a:lnTo>
                  <a:lnTo>
                    <a:pt x="8678" y="4962"/>
                  </a:lnTo>
                  <a:lnTo>
                    <a:pt x="8649" y="5317"/>
                  </a:lnTo>
                  <a:lnTo>
                    <a:pt x="8640" y="5700"/>
                  </a:lnTo>
                  <a:lnTo>
                    <a:pt x="8553" y="5738"/>
                  </a:lnTo>
                  <a:lnTo>
                    <a:pt x="8314" y="5872"/>
                  </a:lnTo>
                  <a:lnTo>
                    <a:pt x="7931" y="6092"/>
                  </a:lnTo>
                  <a:lnTo>
                    <a:pt x="7433" y="6389"/>
                  </a:lnTo>
                  <a:lnTo>
                    <a:pt x="7145" y="6571"/>
                  </a:lnTo>
                  <a:lnTo>
                    <a:pt x="6839" y="6782"/>
                  </a:lnTo>
                  <a:lnTo>
                    <a:pt x="6513" y="7002"/>
                  </a:lnTo>
                  <a:lnTo>
                    <a:pt x="6168" y="7251"/>
                  </a:lnTo>
                  <a:lnTo>
                    <a:pt x="5814" y="7520"/>
                  </a:lnTo>
                  <a:lnTo>
                    <a:pt x="5450" y="7817"/>
                  </a:lnTo>
                  <a:lnTo>
                    <a:pt x="5076" y="8123"/>
                  </a:lnTo>
                  <a:lnTo>
                    <a:pt x="4703" y="8458"/>
                  </a:lnTo>
                  <a:lnTo>
                    <a:pt x="4320" y="8813"/>
                  </a:lnTo>
                  <a:lnTo>
                    <a:pt x="3937" y="9186"/>
                  </a:lnTo>
                  <a:lnTo>
                    <a:pt x="3563" y="9588"/>
                  </a:lnTo>
                  <a:lnTo>
                    <a:pt x="3190" y="10000"/>
                  </a:lnTo>
                  <a:lnTo>
                    <a:pt x="2816" y="10441"/>
                  </a:lnTo>
                  <a:lnTo>
                    <a:pt x="2462" y="10910"/>
                  </a:lnTo>
                  <a:lnTo>
                    <a:pt x="2289" y="11140"/>
                  </a:lnTo>
                  <a:lnTo>
                    <a:pt x="2126" y="11389"/>
                  </a:lnTo>
                  <a:lnTo>
                    <a:pt x="1954" y="11638"/>
                  </a:lnTo>
                  <a:lnTo>
                    <a:pt x="1801" y="11887"/>
                  </a:lnTo>
                  <a:lnTo>
                    <a:pt x="1638" y="12155"/>
                  </a:lnTo>
                  <a:lnTo>
                    <a:pt x="1485" y="12414"/>
                  </a:lnTo>
                  <a:lnTo>
                    <a:pt x="1341" y="12682"/>
                  </a:lnTo>
                  <a:lnTo>
                    <a:pt x="1197" y="12960"/>
                  </a:lnTo>
                  <a:lnTo>
                    <a:pt x="1063" y="13247"/>
                  </a:lnTo>
                  <a:lnTo>
                    <a:pt x="939" y="13525"/>
                  </a:lnTo>
                  <a:lnTo>
                    <a:pt x="814" y="13822"/>
                  </a:lnTo>
                  <a:lnTo>
                    <a:pt x="699" y="14119"/>
                  </a:lnTo>
                  <a:lnTo>
                    <a:pt x="594" y="14416"/>
                  </a:lnTo>
                  <a:lnTo>
                    <a:pt x="489" y="14722"/>
                  </a:lnTo>
                  <a:lnTo>
                    <a:pt x="402" y="15038"/>
                  </a:lnTo>
                  <a:lnTo>
                    <a:pt x="316" y="15354"/>
                  </a:lnTo>
                  <a:lnTo>
                    <a:pt x="240" y="15680"/>
                  </a:lnTo>
                  <a:lnTo>
                    <a:pt x="173" y="16006"/>
                  </a:lnTo>
                  <a:lnTo>
                    <a:pt x="115" y="16341"/>
                  </a:lnTo>
                  <a:lnTo>
                    <a:pt x="67" y="16676"/>
                  </a:lnTo>
                  <a:lnTo>
                    <a:pt x="29" y="17079"/>
                  </a:lnTo>
                  <a:lnTo>
                    <a:pt x="0" y="17471"/>
                  </a:lnTo>
                  <a:lnTo>
                    <a:pt x="0" y="17854"/>
                  </a:lnTo>
                  <a:lnTo>
                    <a:pt x="19" y="18238"/>
                  </a:lnTo>
                  <a:lnTo>
                    <a:pt x="48" y="18611"/>
                  </a:lnTo>
                  <a:lnTo>
                    <a:pt x="96" y="18985"/>
                  </a:lnTo>
                  <a:lnTo>
                    <a:pt x="163" y="19339"/>
                  </a:lnTo>
                  <a:lnTo>
                    <a:pt x="249" y="19703"/>
                  </a:lnTo>
                  <a:lnTo>
                    <a:pt x="355" y="20048"/>
                  </a:lnTo>
                  <a:lnTo>
                    <a:pt x="469" y="20393"/>
                  </a:lnTo>
                  <a:lnTo>
                    <a:pt x="594" y="20728"/>
                  </a:lnTo>
                  <a:lnTo>
                    <a:pt x="747" y="21063"/>
                  </a:lnTo>
                  <a:lnTo>
                    <a:pt x="900" y="21389"/>
                  </a:lnTo>
                  <a:lnTo>
                    <a:pt x="1082" y="21705"/>
                  </a:lnTo>
                  <a:lnTo>
                    <a:pt x="1264" y="22011"/>
                  </a:lnTo>
                  <a:lnTo>
                    <a:pt x="1466" y="22308"/>
                  </a:lnTo>
                  <a:lnTo>
                    <a:pt x="1686" y="22605"/>
                  </a:lnTo>
                  <a:lnTo>
                    <a:pt x="1906" y="22892"/>
                  </a:lnTo>
                  <a:lnTo>
                    <a:pt x="2146" y="23170"/>
                  </a:lnTo>
                  <a:lnTo>
                    <a:pt x="2395" y="23438"/>
                  </a:lnTo>
                  <a:lnTo>
                    <a:pt x="2663" y="23697"/>
                  </a:lnTo>
                  <a:lnTo>
                    <a:pt x="2931" y="23946"/>
                  </a:lnTo>
                  <a:lnTo>
                    <a:pt x="3209" y="24186"/>
                  </a:lnTo>
                  <a:lnTo>
                    <a:pt x="3506" y="24425"/>
                  </a:lnTo>
                  <a:lnTo>
                    <a:pt x="3803" y="24645"/>
                  </a:lnTo>
                  <a:lnTo>
                    <a:pt x="4119" y="24866"/>
                  </a:lnTo>
                  <a:lnTo>
                    <a:pt x="4435" y="25067"/>
                  </a:lnTo>
                  <a:lnTo>
                    <a:pt x="4760" y="25268"/>
                  </a:lnTo>
                  <a:lnTo>
                    <a:pt x="5096" y="25450"/>
                  </a:lnTo>
                  <a:lnTo>
                    <a:pt x="5440" y="25622"/>
                  </a:lnTo>
                  <a:lnTo>
                    <a:pt x="5785" y="25795"/>
                  </a:lnTo>
                  <a:lnTo>
                    <a:pt x="6140" y="25948"/>
                  </a:lnTo>
                  <a:lnTo>
                    <a:pt x="6542" y="26101"/>
                  </a:lnTo>
                  <a:lnTo>
                    <a:pt x="6954" y="26245"/>
                  </a:lnTo>
                  <a:lnTo>
                    <a:pt x="7375" y="26369"/>
                  </a:lnTo>
                  <a:lnTo>
                    <a:pt x="7806" y="26475"/>
                  </a:lnTo>
                  <a:lnTo>
                    <a:pt x="8247" y="26561"/>
                  </a:lnTo>
                  <a:lnTo>
                    <a:pt x="8687" y="26638"/>
                  </a:lnTo>
                  <a:lnTo>
                    <a:pt x="9147" y="26705"/>
                  </a:lnTo>
                  <a:lnTo>
                    <a:pt x="9597" y="26743"/>
                  </a:lnTo>
                  <a:lnTo>
                    <a:pt x="10057" y="26772"/>
                  </a:lnTo>
                  <a:lnTo>
                    <a:pt x="10517" y="26791"/>
                  </a:lnTo>
                  <a:lnTo>
                    <a:pt x="10977" y="26791"/>
                  </a:lnTo>
                  <a:lnTo>
                    <a:pt x="11436" y="26781"/>
                  </a:lnTo>
                  <a:lnTo>
                    <a:pt x="11887" y="26752"/>
                  </a:lnTo>
                  <a:lnTo>
                    <a:pt x="12337" y="26714"/>
                  </a:lnTo>
                  <a:lnTo>
                    <a:pt x="12787" y="26657"/>
                  </a:lnTo>
                  <a:lnTo>
                    <a:pt x="13227" y="26590"/>
                  </a:lnTo>
                  <a:lnTo>
                    <a:pt x="13658" y="26513"/>
                  </a:lnTo>
                  <a:lnTo>
                    <a:pt x="14080" y="26427"/>
                  </a:lnTo>
                  <a:lnTo>
                    <a:pt x="14492" y="26321"/>
                  </a:lnTo>
                  <a:lnTo>
                    <a:pt x="14884" y="26206"/>
                  </a:lnTo>
                  <a:lnTo>
                    <a:pt x="15277" y="26082"/>
                  </a:lnTo>
                  <a:lnTo>
                    <a:pt x="15641" y="25938"/>
                  </a:lnTo>
                  <a:lnTo>
                    <a:pt x="15996" y="25795"/>
                  </a:lnTo>
                  <a:lnTo>
                    <a:pt x="16340" y="25632"/>
                  </a:lnTo>
                  <a:lnTo>
                    <a:pt x="16656" y="25459"/>
                  </a:lnTo>
                  <a:lnTo>
                    <a:pt x="16953" y="25287"/>
                  </a:lnTo>
                  <a:lnTo>
                    <a:pt x="17231" y="25095"/>
                  </a:lnTo>
                  <a:lnTo>
                    <a:pt x="17490" y="24894"/>
                  </a:lnTo>
                  <a:lnTo>
                    <a:pt x="17605" y="24789"/>
                  </a:lnTo>
                  <a:lnTo>
                    <a:pt x="17720" y="24684"/>
                  </a:lnTo>
                  <a:lnTo>
                    <a:pt x="17825" y="24578"/>
                  </a:lnTo>
                  <a:lnTo>
                    <a:pt x="17921" y="24473"/>
                  </a:lnTo>
                  <a:lnTo>
                    <a:pt x="18017" y="24358"/>
                  </a:lnTo>
                  <a:lnTo>
                    <a:pt x="18103" y="24243"/>
                  </a:lnTo>
                  <a:lnTo>
                    <a:pt x="18179" y="24128"/>
                  </a:lnTo>
                  <a:lnTo>
                    <a:pt x="18246" y="24004"/>
                  </a:lnTo>
                  <a:lnTo>
                    <a:pt x="18371" y="23774"/>
                  </a:lnTo>
                  <a:lnTo>
                    <a:pt x="18495" y="23534"/>
                  </a:lnTo>
                  <a:lnTo>
                    <a:pt x="18601" y="23285"/>
                  </a:lnTo>
                  <a:lnTo>
                    <a:pt x="18706" y="23017"/>
                  </a:lnTo>
                  <a:lnTo>
                    <a:pt x="18802" y="22758"/>
                  </a:lnTo>
                  <a:lnTo>
                    <a:pt x="18888" y="22481"/>
                  </a:lnTo>
                  <a:lnTo>
                    <a:pt x="18965" y="22193"/>
                  </a:lnTo>
                  <a:lnTo>
                    <a:pt x="19041" y="21906"/>
                  </a:lnTo>
                  <a:lnTo>
                    <a:pt x="19108" y="21609"/>
                  </a:lnTo>
                  <a:lnTo>
                    <a:pt x="19166" y="21312"/>
                  </a:lnTo>
                  <a:lnTo>
                    <a:pt x="19223" y="21006"/>
                  </a:lnTo>
                  <a:lnTo>
                    <a:pt x="19271" y="20690"/>
                  </a:lnTo>
                  <a:lnTo>
                    <a:pt x="19310" y="20373"/>
                  </a:lnTo>
                  <a:lnTo>
                    <a:pt x="19348" y="20057"/>
                  </a:lnTo>
                  <a:lnTo>
                    <a:pt x="19405" y="19406"/>
                  </a:lnTo>
                  <a:lnTo>
                    <a:pt x="19444" y="18736"/>
                  </a:lnTo>
                  <a:lnTo>
                    <a:pt x="19463" y="18065"/>
                  </a:lnTo>
                  <a:lnTo>
                    <a:pt x="19463" y="17385"/>
                  </a:lnTo>
                  <a:lnTo>
                    <a:pt x="19444" y="16705"/>
                  </a:lnTo>
                  <a:lnTo>
                    <a:pt x="19415" y="16025"/>
                  </a:lnTo>
                  <a:lnTo>
                    <a:pt x="19367" y="15345"/>
                  </a:lnTo>
                  <a:lnTo>
                    <a:pt x="19319" y="14684"/>
                  </a:lnTo>
                  <a:lnTo>
                    <a:pt x="19252" y="14023"/>
                  </a:lnTo>
                  <a:lnTo>
                    <a:pt x="19185" y="13381"/>
                  </a:lnTo>
                  <a:lnTo>
                    <a:pt x="19099" y="12759"/>
                  </a:lnTo>
                  <a:lnTo>
                    <a:pt x="19022" y="12146"/>
                  </a:lnTo>
                  <a:lnTo>
                    <a:pt x="18936" y="11571"/>
                  </a:lnTo>
                  <a:lnTo>
                    <a:pt x="18754" y="10498"/>
                  </a:lnTo>
                  <a:lnTo>
                    <a:pt x="18582" y="9560"/>
                  </a:lnTo>
                  <a:lnTo>
                    <a:pt x="18428" y="8774"/>
                  </a:lnTo>
                  <a:lnTo>
                    <a:pt x="18304" y="8190"/>
                  </a:lnTo>
                  <a:lnTo>
                    <a:pt x="18179" y="7692"/>
                  </a:lnTo>
                  <a:lnTo>
                    <a:pt x="18361" y="7663"/>
                  </a:lnTo>
                  <a:lnTo>
                    <a:pt x="18553" y="7625"/>
                  </a:lnTo>
                  <a:lnTo>
                    <a:pt x="18811" y="7567"/>
                  </a:lnTo>
                  <a:lnTo>
                    <a:pt x="19118" y="7491"/>
                  </a:lnTo>
                  <a:lnTo>
                    <a:pt x="19463" y="7395"/>
                  </a:lnTo>
                  <a:lnTo>
                    <a:pt x="19827" y="7280"/>
                  </a:lnTo>
                  <a:lnTo>
                    <a:pt x="20210" y="7136"/>
                  </a:lnTo>
                  <a:lnTo>
                    <a:pt x="20401" y="7060"/>
                  </a:lnTo>
                  <a:lnTo>
                    <a:pt x="20593" y="6974"/>
                  </a:lnTo>
                  <a:lnTo>
                    <a:pt x="20785" y="6878"/>
                  </a:lnTo>
                  <a:lnTo>
                    <a:pt x="20967" y="6782"/>
                  </a:lnTo>
                  <a:lnTo>
                    <a:pt x="21149" y="6677"/>
                  </a:lnTo>
                  <a:lnTo>
                    <a:pt x="21321" y="6571"/>
                  </a:lnTo>
                  <a:lnTo>
                    <a:pt x="21493" y="6456"/>
                  </a:lnTo>
                  <a:lnTo>
                    <a:pt x="21647" y="6322"/>
                  </a:lnTo>
                  <a:lnTo>
                    <a:pt x="21790" y="6198"/>
                  </a:lnTo>
                  <a:lnTo>
                    <a:pt x="21924" y="6054"/>
                  </a:lnTo>
                  <a:lnTo>
                    <a:pt x="22039" y="5910"/>
                  </a:lnTo>
                  <a:lnTo>
                    <a:pt x="22145" y="5757"/>
                  </a:lnTo>
                  <a:lnTo>
                    <a:pt x="22231" y="5594"/>
                  </a:lnTo>
                  <a:lnTo>
                    <a:pt x="22298" y="5422"/>
                  </a:lnTo>
                  <a:lnTo>
                    <a:pt x="22346" y="5240"/>
                  </a:lnTo>
                  <a:lnTo>
                    <a:pt x="22375" y="5058"/>
                  </a:lnTo>
                  <a:lnTo>
                    <a:pt x="22202" y="4943"/>
                  </a:lnTo>
                  <a:lnTo>
                    <a:pt x="21733" y="4627"/>
                  </a:lnTo>
                  <a:lnTo>
                    <a:pt x="21417" y="4397"/>
                  </a:lnTo>
                  <a:lnTo>
                    <a:pt x="21053" y="4139"/>
                  </a:lnTo>
                  <a:lnTo>
                    <a:pt x="20670" y="3851"/>
                  </a:lnTo>
                  <a:lnTo>
                    <a:pt x="20258" y="3535"/>
                  </a:lnTo>
                  <a:lnTo>
                    <a:pt x="19846" y="3190"/>
                  </a:lnTo>
                  <a:lnTo>
                    <a:pt x="19434" y="2836"/>
                  </a:lnTo>
                  <a:lnTo>
                    <a:pt x="19032" y="2462"/>
                  </a:lnTo>
                  <a:lnTo>
                    <a:pt x="18840" y="2271"/>
                  </a:lnTo>
                  <a:lnTo>
                    <a:pt x="18658" y="2089"/>
                  </a:lnTo>
                  <a:lnTo>
                    <a:pt x="18486" y="1897"/>
                  </a:lnTo>
                  <a:lnTo>
                    <a:pt x="18313" y="1706"/>
                  </a:lnTo>
                  <a:lnTo>
                    <a:pt x="18160" y="1514"/>
                  </a:lnTo>
                  <a:lnTo>
                    <a:pt x="18026" y="1323"/>
                  </a:lnTo>
                  <a:lnTo>
                    <a:pt x="17902" y="1131"/>
                  </a:lnTo>
                  <a:lnTo>
                    <a:pt x="17787" y="949"/>
                  </a:lnTo>
                  <a:lnTo>
                    <a:pt x="17691" y="767"/>
                  </a:lnTo>
                  <a:lnTo>
                    <a:pt x="17624" y="585"/>
                  </a:lnTo>
                  <a:lnTo>
                    <a:pt x="17518" y="556"/>
                  </a:lnTo>
                  <a:lnTo>
                    <a:pt x="17241" y="470"/>
                  </a:lnTo>
                  <a:lnTo>
                    <a:pt x="16800" y="355"/>
                  </a:lnTo>
                  <a:lnTo>
                    <a:pt x="16522" y="288"/>
                  </a:lnTo>
                  <a:lnTo>
                    <a:pt x="16225" y="231"/>
                  </a:lnTo>
                  <a:lnTo>
                    <a:pt x="15900" y="164"/>
                  </a:lnTo>
                  <a:lnTo>
                    <a:pt x="15545" y="116"/>
                  </a:lnTo>
                  <a:lnTo>
                    <a:pt x="15181" y="68"/>
                  </a:lnTo>
                  <a:lnTo>
                    <a:pt x="14798" y="30"/>
                  </a:lnTo>
                  <a:lnTo>
                    <a:pt x="14396" y="10"/>
                  </a:lnTo>
                  <a:lnTo>
                    <a:pt x="13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538982" y="2285041"/>
              <a:ext cx="25207" cy="21799"/>
            </a:xfrm>
            <a:custGeom>
              <a:rect b="b" l="l" r="r" t="t"/>
              <a:pathLst>
                <a:path extrusionOk="0" h="614" w="710">
                  <a:moveTo>
                    <a:pt x="144" y="1"/>
                  </a:moveTo>
                  <a:lnTo>
                    <a:pt x="1" y="413"/>
                  </a:lnTo>
                  <a:lnTo>
                    <a:pt x="566" y="614"/>
                  </a:lnTo>
                  <a:lnTo>
                    <a:pt x="710" y="2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14"/>
          <p:cNvSpPr/>
          <p:nvPr/>
        </p:nvSpPr>
        <p:spPr>
          <a:xfrm>
            <a:off x="3565375" y="1231175"/>
            <a:ext cx="5215500" cy="32205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Objetivo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categorizar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uma nova observação em classes 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pré determinadas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.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Modelos podem retornar a classe ou a probabilidade de se estar em uma classe.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4092288" y="1117914"/>
            <a:ext cx="278232" cy="547509"/>
          </a:xfrm>
          <a:custGeom>
            <a:rect b="b" l="l" r="r" t="t"/>
            <a:pathLst>
              <a:path extrusionOk="0" h="10209" w="5188">
                <a:moveTo>
                  <a:pt x="731" y="1"/>
                </a:moveTo>
                <a:lnTo>
                  <a:pt x="590" y="14"/>
                </a:lnTo>
                <a:lnTo>
                  <a:pt x="449" y="52"/>
                </a:lnTo>
                <a:lnTo>
                  <a:pt x="321" y="116"/>
                </a:lnTo>
                <a:lnTo>
                  <a:pt x="218" y="206"/>
                </a:lnTo>
                <a:lnTo>
                  <a:pt x="129" y="321"/>
                </a:lnTo>
                <a:lnTo>
                  <a:pt x="65" y="436"/>
                </a:lnTo>
                <a:lnTo>
                  <a:pt x="13" y="577"/>
                </a:lnTo>
                <a:lnTo>
                  <a:pt x="1" y="731"/>
                </a:lnTo>
                <a:lnTo>
                  <a:pt x="1" y="4253"/>
                </a:lnTo>
                <a:lnTo>
                  <a:pt x="13" y="4394"/>
                </a:lnTo>
                <a:lnTo>
                  <a:pt x="65" y="4535"/>
                </a:lnTo>
                <a:lnTo>
                  <a:pt x="129" y="4650"/>
                </a:lnTo>
                <a:lnTo>
                  <a:pt x="218" y="4765"/>
                </a:lnTo>
                <a:lnTo>
                  <a:pt x="321" y="4855"/>
                </a:lnTo>
                <a:lnTo>
                  <a:pt x="449" y="4919"/>
                </a:lnTo>
                <a:lnTo>
                  <a:pt x="590" y="4958"/>
                </a:lnTo>
                <a:lnTo>
                  <a:pt x="731" y="4970"/>
                </a:lnTo>
                <a:lnTo>
                  <a:pt x="3728" y="4970"/>
                </a:lnTo>
                <a:lnTo>
                  <a:pt x="3728" y="9479"/>
                </a:lnTo>
                <a:lnTo>
                  <a:pt x="3740" y="9632"/>
                </a:lnTo>
                <a:lnTo>
                  <a:pt x="3792" y="9761"/>
                </a:lnTo>
                <a:lnTo>
                  <a:pt x="3856" y="9889"/>
                </a:lnTo>
                <a:lnTo>
                  <a:pt x="3945" y="10004"/>
                </a:lnTo>
                <a:lnTo>
                  <a:pt x="4048" y="10081"/>
                </a:lnTo>
                <a:lnTo>
                  <a:pt x="4176" y="10158"/>
                </a:lnTo>
                <a:lnTo>
                  <a:pt x="4317" y="10196"/>
                </a:lnTo>
                <a:lnTo>
                  <a:pt x="4458" y="10209"/>
                </a:lnTo>
                <a:lnTo>
                  <a:pt x="4611" y="10196"/>
                </a:lnTo>
                <a:lnTo>
                  <a:pt x="4739" y="10158"/>
                </a:lnTo>
                <a:lnTo>
                  <a:pt x="4868" y="10081"/>
                </a:lnTo>
                <a:lnTo>
                  <a:pt x="4970" y="10004"/>
                </a:lnTo>
                <a:lnTo>
                  <a:pt x="5060" y="9889"/>
                </a:lnTo>
                <a:lnTo>
                  <a:pt x="5137" y="9761"/>
                </a:lnTo>
                <a:lnTo>
                  <a:pt x="5175" y="9632"/>
                </a:lnTo>
                <a:lnTo>
                  <a:pt x="5188" y="9479"/>
                </a:lnTo>
                <a:lnTo>
                  <a:pt x="5188" y="4253"/>
                </a:lnTo>
                <a:lnTo>
                  <a:pt x="5175" y="4099"/>
                </a:lnTo>
                <a:lnTo>
                  <a:pt x="5137" y="3959"/>
                </a:lnTo>
                <a:lnTo>
                  <a:pt x="5060" y="3843"/>
                </a:lnTo>
                <a:lnTo>
                  <a:pt x="4970" y="3728"/>
                </a:lnTo>
                <a:lnTo>
                  <a:pt x="4868" y="3638"/>
                </a:lnTo>
                <a:lnTo>
                  <a:pt x="4739" y="3574"/>
                </a:lnTo>
                <a:lnTo>
                  <a:pt x="4611" y="3536"/>
                </a:lnTo>
                <a:lnTo>
                  <a:pt x="4458" y="3523"/>
                </a:lnTo>
                <a:lnTo>
                  <a:pt x="1461" y="3523"/>
                </a:lnTo>
                <a:lnTo>
                  <a:pt x="1461" y="731"/>
                </a:lnTo>
                <a:lnTo>
                  <a:pt x="1448" y="577"/>
                </a:lnTo>
                <a:lnTo>
                  <a:pt x="1409" y="436"/>
                </a:lnTo>
                <a:lnTo>
                  <a:pt x="1333" y="321"/>
                </a:lnTo>
                <a:lnTo>
                  <a:pt x="1243" y="206"/>
                </a:lnTo>
                <a:lnTo>
                  <a:pt x="1140" y="116"/>
                </a:lnTo>
                <a:lnTo>
                  <a:pt x="1012" y="52"/>
                </a:lnTo>
                <a:lnTo>
                  <a:pt x="884" y="14"/>
                </a:lnTo>
                <a:lnTo>
                  <a:pt x="73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4483829" y="1235414"/>
            <a:ext cx="77656" cy="430005"/>
          </a:xfrm>
          <a:custGeom>
            <a:rect b="b" l="l" r="r" t="t"/>
            <a:pathLst>
              <a:path extrusionOk="0" h="8018" w="1448">
                <a:moveTo>
                  <a:pt x="717" y="0"/>
                </a:moveTo>
                <a:lnTo>
                  <a:pt x="576" y="13"/>
                </a:lnTo>
                <a:lnTo>
                  <a:pt x="436" y="51"/>
                </a:lnTo>
                <a:lnTo>
                  <a:pt x="320" y="115"/>
                </a:lnTo>
                <a:lnTo>
                  <a:pt x="205" y="205"/>
                </a:lnTo>
                <a:lnTo>
                  <a:pt x="115" y="320"/>
                </a:lnTo>
                <a:lnTo>
                  <a:pt x="51" y="436"/>
                </a:lnTo>
                <a:lnTo>
                  <a:pt x="13" y="576"/>
                </a:lnTo>
                <a:lnTo>
                  <a:pt x="0" y="717"/>
                </a:lnTo>
                <a:lnTo>
                  <a:pt x="0" y="7288"/>
                </a:lnTo>
                <a:lnTo>
                  <a:pt x="13" y="7441"/>
                </a:lnTo>
                <a:lnTo>
                  <a:pt x="51" y="7570"/>
                </a:lnTo>
                <a:lnTo>
                  <a:pt x="115" y="7698"/>
                </a:lnTo>
                <a:lnTo>
                  <a:pt x="205" y="7813"/>
                </a:lnTo>
                <a:lnTo>
                  <a:pt x="320" y="7890"/>
                </a:lnTo>
                <a:lnTo>
                  <a:pt x="436" y="7967"/>
                </a:lnTo>
                <a:lnTo>
                  <a:pt x="576" y="8005"/>
                </a:lnTo>
                <a:lnTo>
                  <a:pt x="717" y="8018"/>
                </a:lnTo>
                <a:lnTo>
                  <a:pt x="871" y="8005"/>
                </a:lnTo>
                <a:lnTo>
                  <a:pt x="1012" y="7967"/>
                </a:lnTo>
                <a:lnTo>
                  <a:pt x="1127" y="7890"/>
                </a:lnTo>
                <a:lnTo>
                  <a:pt x="1242" y="7813"/>
                </a:lnTo>
                <a:lnTo>
                  <a:pt x="1332" y="7698"/>
                </a:lnTo>
                <a:lnTo>
                  <a:pt x="1396" y="7570"/>
                </a:lnTo>
                <a:lnTo>
                  <a:pt x="1435" y="7441"/>
                </a:lnTo>
                <a:lnTo>
                  <a:pt x="1447" y="7288"/>
                </a:lnTo>
                <a:lnTo>
                  <a:pt x="1447" y="717"/>
                </a:lnTo>
                <a:lnTo>
                  <a:pt x="1435" y="576"/>
                </a:lnTo>
                <a:lnTo>
                  <a:pt x="1396" y="436"/>
                </a:lnTo>
                <a:lnTo>
                  <a:pt x="1332" y="320"/>
                </a:lnTo>
                <a:lnTo>
                  <a:pt x="1242" y="205"/>
                </a:lnTo>
                <a:lnTo>
                  <a:pt x="1127" y="115"/>
                </a:lnTo>
                <a:lnTo>
                  <a:pt x="1012" y="51"/>
                </a:lnTo>
                <a:lnTo>
                  <a:pt x="871" y="13"/>
                </a:lnTo>
                <a:lnTo>
                  <a:pt x="71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4665146" y="1071901"/>
            <a:ext cx="228088" cy="593523"/>
          </a:xfrm>
          <a:custGeom>
            <a:rect b="b" l="l" r="r" t="t"/>
            <a:pathLst>
              <a:path extrusionOk="0" h="11067" w="4253">
                <a:moveTo>
                  <a:pt x="3522" y="1"/>
                </a:moveTo>
                <a:lnTo>
                  <a:pt x="3369" y="14"/>
                </a:lnTo>
                <a:lnTo>
                  <a:pt x="3241" y="52"/>
                </a:lnTo>
                <a:lnTo>
                  <a:pt x="3113" y="116"/>
                </a:lnTo>
                <a:lnTo>
                  <a:pt x="3010" y="206"/>
                </a:lnTo>
                <a:lnTo>
                  <a:pt x="2921" y="321"/>
                </a:lnTo>
                <a:lnTo>
                  <a:pt x="2856" y="436"/>
                </a:lnTo>
                <a:lnTo>
                  <a:pt x="2805" y="577"/>
                </a:lnTo>
                <a:lnTo>
                  <a:pt x="2792" y="731"/>
                </a:lnTo>
                <a:lnTo>
                  <a:pt x="2792" y="6200"/>
                </a:lnTo>
                <a:lnTo>
                  <a:pt x="128" y="9914"/>
                </a:lnTo>
                <a:lnTo>
                  <a:pt x="64" y="10042"/>
                </a:lnTo>
                <a:lnTo>
                  <a:pt x="13" y="10183"/>
                </a:lnTo>
                <a:lnTo>
                  <a:pt x="0" y="10324"/>
                </a:lnTo>
                <a:lnTo>
                  <a:pt x="13" y="10465"/>
                </a:lnTo>
                <a:lnTo>
                  <a:pt x="39" y="10593"/>
                </a:lnTo>
                <a:lnTo>
                  <a:pt x="103" y="10721"/>
                </a:lnTo>
                <a:lnTo>
                  <a:pt x="192" y="10836"/>
                </a:lnTo>
                <a:lnTo>
                  <a:pt x="308" y="10939"/>
                </a:lnTo>
                <a:lnTo>
                  <a:pt x="397" y="10990"/>
                </a:lnTo>
                <a:lnTo>
                  <a:pt x="513" y="11041"/>
                </a:lnTo>
                <a:lnTo>
                  <a:pt x="615" y="11067"/>
                </a:lnTo>
                <a:lnTo>
                  <a:pt x="807" y="11067"/>
                </a:lnTo>
                <a:lnTo>
                  <a:pt x="897" y="11054"/>
                </a:lnTo>
                <a:lnTo>
                  <a:pt x="974" y="11028"/>
                </a:lnTo>
                <a:lnTo>
                  <a:pt x="1051" y="10990"/>
                </a:lnTo>
                <a:lnTo>
                  <a:pt x="1127" y="10952"/>
                </a:lnTo>
                <a:lnTo>
                  <a:pt x="1204" y="10900"/>
                </a:lnTo>
                <a:lnTo>
                  <a:pt x="1268" y="10836"/>
                </a:lnTo>
                <a:lnTo>
                  <a:pt x="1320" y="10759"/>
                </a:lnTo>
                <a:lnTo>
                  <a:pt x="4112" y="6866"/>
                </a:lnTo>
                <a:lnTo>
                  <a:pt x="4176" y="6763"/>
                </a:lnTo>
                <a:lnTo>
                  <a:pt x="4214" y="6661"/>
                </a:lnTo>
                <a:lnTo>
                  <a:pt x="4240" y="6546"/>
                </a:lnTo>
                <a:lnTo>
                  <a:pt x="4253" y="6443"/>
                </a:lnTo>
                <a:lnTo>
                  <a:pt x="4253" y="731"/>
                </a:lnTo>
                <a:lnTo>
                  <a:pt x="4240" y="577"/>
                </a:lnTo>
                <a:lnTo>
                  <a:pt x="4189" y="436"/>
                </a:lnTo>
                <a:lnTo>
                  <a:pt x="4124" y="321"/>
                </a:lnTo>
                <a:lnTo>
                  <a:pt x="4035" y="206"/>
                </a:lnTo>
                <a:lnTo>
                  <a:pt x="3932" y="116"/>
                </a:lnTo>
                <a:lnTo>
                  <a:pt x="3804" y="52"/>
                </a:lnTo>
                <a:lnTo>
                  <a:pt x="3663" y="14"/>
                </a:lnTo>
                <a:lnTo>
                  <a:pt x="352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4573763" y="3941668"/>
            <a:ext cx="1086705" cy="535817"/>
          </a:xfrm>
          <a:custGeom>
            <a:rect b="b" l="l" r="r" t="t"/>
            <a:pathLst>
              <a:path extrusionOk="0" h="9991" w="20263">
                <a:moveTo>
                  <a:pt x="731" y="0"/>
                </a:moveTo>
                <a:lnTo>
                  <a:pt x="590" y="13"/>
                </a:lnTo>
                <a:lnTo>
                  <a:pt x="449" y="51"/>
                </a:lnTo>
                <a:lnTo>
                  <a:pt x="321" y="128"/>
                </a:lnTo>
                <a:lnTo>
                  <a:pt x="219" y="218"/>
                </a:lnTo>
                <a:lnTo>
                  <a:pt x="129" y="320"/>
                </a:lnTo>
                <a:lnTo>
                  <a:pt x="65" y="448"/>
                </a:lnTo>
                <a:lnTo>
                  <a:pt x="14" y="577"/>
                </a:lnTo>
                <a:lnTo>
                  <a:pt x="1" y="730"/>
                </a:lnTo>
                <a:lnTo>
                  <a:pt x="1" y="9260"/>
                </a:lnTo>
                <a:lnTo>
                  <a:pt x="14" y="9401"/>
                </a:lnTo>
                <a:lnTo>
                  <a:pt x="65" y="9542"/>
                </a:lnTo>
                <a:lnTo>
                  <a:pt x="129" y="9670"/>
                </a:lnTo>
                <a:lnTo>
                  <a:pt x="219" y="9773"/>
                </a:lnTo>
                <a:lnTo>
                  <a:pt x="321" y="9862"/>
                </a:lnTo>
                <a:lnTo>
                  <a:pt x="449" y="9926"/>
                </a:lnTo>
                <a:lnTo>
                  <a:pt x="590" y="9978"/>
                </a:lnTo>
                <a:lnTo>
                  <a:pt x="731" y="9990"/>
                </a:lnTo>
                <a:lnTo>
                  <a:pt x="19533" y="9990"/>
                </a:lnTo>
                <a:lnTo>
                  <a:pt x="19674" y="9978"/>
                </a:lnTo>
                <a:lnTo>
                  <a:pt x="19815" y="9926"/>
                </a:lnTo>
                <a:lnTo>
                  <a:pt x="19943" y="9862"/>
                </a:lnTo>
                <a:lnTo>
                  <a:pt x="20045" y="9773"/>
                </a:lnTo>
                <a:lnTo>
                  <a:pt x="20135" y="9670"/>
                </a:lnTo>
                <a:lnTo>
                  <a:pt x="20199" y="9542"/>
                </a:lnTo>
                <a:lnTo>
                  <a:pt x="20237" y="9401"/>
                </a:lnTo>
                <a:lnTo>
                  <a:pt x="20263" y="9260"/>
                </a:lnTo>
                <a:lnTo>
                  <a:pt x="20237" y="9107"/>
                </a:lnTo>
                <a:lnTo>
                  <a:pt x="20199" y="8979"/>
                </a:lnTo>
                <a:lnTo>
                  <a:pt x="20135" y="8850"/>
                </a:lnTo>
                <a:lnTo>
                  <a:pt x="20045" y="8748"/>
                </a:lnTo>
                <a:lnTo>
                  <a:pt x="19943" y="8658"/>
                </a:lnTo>
                <a:lnTo>
                  <a:pt x="19815" y="8582"/>
                </a:lnTo>
                <a:lnTo>
                  <a:pt x="19674" y="8543"/>
                </a:lnTo>
                <a:lnTo>
                  <a:pt x="19533" y="8530"/>
                </a:lnTo>
                <a:lnTo>
                  <a:pt x="1461" y="8530"/>
                </a:lnTo>
                <a:lnTo>
                  <a:pt x="1461" y="730"/>
                </a:lnTo>
                <a:lnTo>
                  <a:pt x="1448" y="577"/>
                </a:lnTo>
                <a:lnTo>
                  <a:pt x="1410" y="448"/>
                </a:lnTo>
                <a:lnTo>
                  <a:pt x="1333" y="320"/>
                </a:lnTo>
                <a:lnTo>
                  <a:pt x="1243" y="218"/>
                </a:lnTo>
                <a:lnTo>
                  <a:pt x="1141" y="128"/>
                </a:lnTo>
                <a:lnTo>
                  <a:pt x="1013" y="51"/>
                </a:lnTo>
                <a:lnTo>
                  <a:pt x="885" y="13"/>
                </a:lnTo>
                <a:lnTo>
                  <a:pt x="7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4393143" y="3958829"/>
            <a:ext cx="1267331" cy="728832"/>
          </a:xfrm>
          <a:custGeom>
            <a:rect b="b" l="l" r="r" t="t"/>
            <a:pathLst>
              <a:path extrusionOk="0" h="13590" w="23631">
                <a:moveTo>
                  <a:pt x="730" y="0"/>
                </a:moveTo>
                <a:lnTo>
                  <a:pt x="577" y="13"/>
                </a:lnTo>
                <a:lnTo>
                  <a:pt x="449" y="52"/>
                </a:lnTo>
                <a:lnTo>
                  <a:pt x="321" y="128"/>
                </a:lnTo>
                <a:lnTo>
                  <a:pt x="205" y="218"/>
                </a:lnTo>
                <a:lnTo>
                  <a:pt x="129" y="321"/>
                </a:lnTo>
                <a:lnTo>
                  <a:pt x="52" y="449"/>
                </a:lnTo>
                <a:lnTo>
                  <a:pt x="13" y="577"/>
                </a:lnTo>
                <a:lnTo>
                  <a:pt x="0" y="730"/>
                </a:lnTo>
                <a:lnTo>
                  <a:pt x="0" y="12860"/>
                </a:lnTo>
                <a:lnTo>
                  <a:pt x="13" y="13000"/>
                </a:lnTo>
                <a:lnTo>
                  <a:pt x="52" y="13141"/>
                </a:lnTo>
                <a:lnTo>
                  <a:pt x="129" y="13269"/>
                </a:lnTo>
                <a:lnTo>
                  <a:pt x="205" y="13372"/>
                </a:lnTo>
                <a:lnTo>
                  <a:pt x="321" y="13462"/>
                </a:lnTo>
                <a:lnTo>
                  <a:pt x="449" y="13526"/>
                </a:lnTo>
                <a:lnTo>
                  <a:pt x="577" y="13577"/>
                </a:lnTo>
                <a:lnTo>
                  <a:pt x="730" y="13590"/>
                </a:lnTo>
                <a:lnTo>
                  <a:pt x="22901" y="13590"/>
                </a:lnTo>
                <a:lnTo>
                  <a:pt x="23042" y="13577"/>
                </a:lnTo>
                <a:lnTo>
                  <a:pt x="23183" y="13526"/>
                </a:lnTo>
                <a:lnTo>
                  <a:pt x="23311" y="13462"/>
                </a:lnTo>
                <a:lnTo>
                  <a:pt x="23413" y="13372"/>
                </a:lnTo>
                <a:lnTo>
                  <a:pt x="23503" y="13269"/>
                </a:lnTo>
                <a:lnTo>
                  <a:pt x="23567" y="13141"/>
                </a:lnTo>
                <a:lnTo>
                  <a:pt x="23605" y="13000"/>
                </a:lnTo>
                <a:lnTo>
                  <a:pt x="23631" y="12860"/>
                </a:lnTo>
                <a:lnTo>
                  <a:pt x="23605" y="12706"/>
                </a:lnTo>
                <a:lnTo>
                  <a:pt x="23567" y="12578"/>
                </a:lnTo>
                <a:lnTo>
                  <a:pt x="23503" y="12450"/>
                </a:lnTo>
                <a:lnTo>
                  <a:pt x="23413" y="12347"/>
                </a:lnTo>
                <a:lnTo>
                  <a:pt x="23311" y="12258"/>
                </a:lnTo>
                <a:lnTo>
                  <a:pt x="23183" y="12181"/>
                </a:lnTo>
                <a:lnTo>
                  <a:pt x="23042" y="12142"/>
                </a:lnTo>
                <a:lnTo>
                  <a:pt x="22901" y="12129"/>
                </a:lnTo>
                <a:lnTo>
                  <a:pt x="1461" y="12129"/>
                </a:lnTo>
                <a:lnTo>
                  <a:pt x="1461" y="730"/>
                </a:lnTo>
                <a:lnTo>
                  <a:pt x="1435" y="577"/>
                </a:lnTo>
                <a:lnTo>
                  <a:pt x="1396" y="449"/>
                </a:lnTo>
                <a:lnTo>
                  <a:pt x="1332" y="321"/>
                </a:lnTo>
                <a:lnTo>
                  <a:pt x="1243" y="218"/>
                </a:lnTo>
                <a:lnTo>
                  <a:pt x="1128" y="128"/>
                </a:lnTo>
                <a:lnTo>
                  <a:pt x="1012" y="52"/>
                </a:lnTo>
                <a:lnTo>
                  <a:pt x="871" y="13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4755134" y="3941668"/>
            <a:ext cx="905328" cy="325641"/>
          </a:xfrm>
          <a:custGeom>
            <a:rect b="b" l="l" r="r" t="t"/>
            <a:pathLst>
              <a:path extrusionOk="0" h="6072" w="16881">
                <a:moveTo>
                  <a:pt x="730" y="0"/>
                </a:moveTo>
                <a:lnTo>
                  <a:pt x="577" y="26"/>
                </a:lnTo>
                <a:lnTo>
                  <a:pt x="436" y="64"/>
                </a:lnTo>
                <a:lnTo>
                  <a:pt x="320" y="128"/>
                </a:lnTo>
                <a:lnTo>
                  <a:pt x="205" y="218"/>
                </a:lnTo>
                <a:lnTo>
                  <a:pt x="115" y="333"/>
                </a:lnTo>
                <a:lnTo>
                  <a:pt x="51" y="448"/>
                </a:lnTo>
                <a:lnTo>
                  <a:pt x="13" y="589"/>
                </a:lnTo>
                <a:lnTo>
                  <a:pt x="0" y="730"/>
                </a:lnTo>
                <a:lnTo>
                  <a:pt x="0" y="5341"/>
                </a:lnTo>
                <a:lnTo>
                  <a:pt x="13" y="5482"/>
                </a:lnTo>
                <a:lnTo>
                  <a:pt x="51" y="5623"/>
                </a:lnTo>
                <a:lnTo>
                  <a:pt x="115" y="5751"/>
                </a:lnTo>
                <a:lnTo>
                  <a:pt x="205" y="5853"/>
                </a:lnTo>
                <a:lnTo>
                  <a:pt x="320" y="5943"/>
                </a:lnTo>
                <a:lnTo>
                  <a:pt x="436" y="6007"/>
                </a:lnTo>
                <a:lnTo>
                  <a:pt x="577" y="6058"/>
                </a:lnTo>
                <a:lnTo>
                  <a:pt x="730" y="6071"/>
                </a:lnTo>
                <a:lnTo>
                  <a:pt x="16151" y="6071"/>
                </a:lnTo>
                <a:lnTo>
                  <a:pt x="16292" y="6058"/>
                </a:lnTo>
                <a:lnTo>
                  <a:pt x="16433" y="6007"/>
                </a:lnTo>
                <a:lnTo>
                  <a:pt x="16561" y="5943"/>
                </a:lnTo>
                <a:lnTo>
                  <a:pt x="16663" y="5853"/>
                </a:lnTo>
                <a:lnTo>
                  <a:pt x="16753" y="5751"/>
                </a:lnTo>
                <a:lnTo>
                  <a:pt x="16817" y="5623"/>
                </a:lnTo>
                <a:lnTo>
                  <a:pt x="16855" y="5482"/>
                </a:lnTo>
                <a:lnTo>
                  <a:pt x="16881" y="5341"/>
                </a:lnTo>
                <a:lnTo>
                  <a:pt x="16855" y="5187"/>
                </a:lnTo>
                <a:lnTo>
                  <a:pt x="16817" y="5059"/>
                </a:lnTo>
                <a:lnTo>
                  <a:pt x="16753" y="4931"/>
                </a:lnTo>
                <a:lnTo>
                  <a:pt x="16663" y="4829"/>
                </a:lnTo>
                <a:lnTo>
                  <a:pt x="16561" y="4739"/>
                </a:lnTo>
                <a:lnTo>
                  <a:pt x="16433" y="4662"/>
                </a:lnTo>
                <a:lnTo>
                  <a:pt x="16292" y="4624"/>
                </a:lnTo>
                <a:lnTo>
                  <a:pt x="16151" y="4611"/>
                </a:lnTo>
                <a:lnTo>
                  <a:pt x="1460" y="4611"/>
                </a:lnTo>
                <a:lnTo>
                  <a:pt x="1460" y="730"/>
                </a:lnTo>
                <a:lnTo>
                  <a:pt x="1435" y="589"/>
                </a:lnTo>
                <a:lnTo>
                  <a:pt x="1396" y="448"/>
                </a:lnTo>
                <a:lnTo>
                  <a:pt x="1332" y="333"/>
                </a:lnTo>
                <a:lnTo>
                  <a:pt x="1243" y="218"/>
                </a:lnTo>
                <a:lnTo>
                  <a:pt x="1127" y="128"/>
                </a:lnTo>
                <a:lnTo>
                  <a:pt x="1012" y="64"/>
                </a:lnTo>
                <a:lnTo>
                  <a:pt x="871" y="26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3296926" y="1725149"/>
            <a:ext cx="2450837" cy="1939797"/>
          </a:xfrm>
          <a:custGeom>
            <a:rect b="b" l="l" r="r" t="t"/>
            <a:pathLst>
              <a:path extrusionOk="0" h="36170" w="45699">
                <a:moveTo>
                  <a:pt x="0" y="0"/>
                </a:moveTo>
                <a:lnTo>
                  <a:pt x="0" y="36170"/>
                </a:lnTo>
                <a:lnTo>
                  <a:pt x="45699" y="36170"/>
                </a:lnTo>
                <a:lnTo>
                  <a:pt x="45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3501572" y="1929152"/>
            <a:ext cx="2042177" cy="1531780"/>
          </a:xfrm>
          <a:custGeom>
            <a:rect b="b" l="l" r="r" t="t"/>
            <a:pathLst>
              <a:path extrusionOk="0" h="28562" w="38079">
                <a:moveTo>
                  <a:pt x="1" y="0"/>
                </a:moveTo>
                <a:lnTo>
                  <a:pt x="1" y="28562"/>
                </a:lnTo>
                <a:lnTo>
                  <a:pt x="38079" y="28562"/>
                </a:lnTo>
                <a:lnTo>
                  <a:pt x="380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3583301" y="1985462"/>
            <a:ext cx="1878713" cy="1419157"/>
          </a:xfrm>
          <a:custGeom>
            <a:rect b="b" l="l" r="r" t="t"/>
            <a:pathLst>
              <a:path extrusionOk="0" h="26462" w="35031">
                <a:moveTo>
                  <a:pt x="1" y="0"/>
                </a:moveTo>
                <a:lnTo>
                  <a:pt x="1" y="26461"/>
                </a:lnTo>
                <a:lnTo>
                  <a:pt x="35030" y="26461"/>
                </a:lnTo>
                <a:lnTo>
                  <a:pt x="350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083386" y="3664837"/>
            <a:ext cx="878567" cy="94174"/>
          </a:xfrm>
          <a:custGeom>
            <a:rect b="b" l="l" r="r" t="t"/>
            <a:pathLst>
              <a:path extrusionOk="0" h="1756" w="16382">
                <a:moveTo>
                  <a:pt x="0" y="1"/>
                </a:moveTo>
                <a:lnTo>
                  <a:pt x="3433" y="1755"/>
                </a:lnTo>
                <a:lnTo>
                  <a:pt x="12949" y="1755"/>
                </a:lnTo>
                <a:lnTo>
                  <a:pt x="1638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4165115" y="3844815"/>
            <a:ext cx="715102" cy="94121"/>
          </a:xfrm>
          <a:custGeom>
            <a:rect b="b" l="l" r="r" t="t"/>
            <a:pathLst>
              <a:path extrusionOk="0" h="1755" w="13334">
                <a:moveTo>
                  <a:pt x="1909" y="0"/>
                </a:moveTo>
                <a:lnTo>
                  <a:pt x="0" y="1755"/>
                </a:lnTo>
                <a:lnTo>
                  <a:pt x="13333" y="1755"/>
                </a:lnTo>
                <a:lnTo>
                  <a:pt x="1142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4267438" y="3758955"/>
            <a:ext cx="509753" cy="85915"/>
          </a:xfrm>
          <a:custGeom>
            <a:rect b="b" l="l" r="r" t="t"/>
            <a:pathLst>
              <a:path extrusionOk="0" h="1602" w="9505">
                <a:moveTo>
                  <a:pt x="1" y="0"/>
                </a:moveTo>
                <a:lnTo>
                  <a:pt x="1" y="1601"/>
                </a:lnTo>
                <a:lnTo>
                  <a:pt x="9504" y="1601"/>
                </a:lnTo>
                <a:lnTo>
                  <a:pt x="95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4188444" y="1626205"/>
            <a:ext cx="668391" cy="99001"/>
          </a:xfrm>
          <a:custGeom>
            <a:rect b="b" l="l" r="r" t="t"/>
            <a:pathLst>
              <a:path extrusionOk="0" h="1846" w="12463">
                <a:moveTo>
                  <a:pt x="1704" y="1"/>
                </a:moveTo>
                <a:lnTo>
                  <a:pt x="1538" y="14"/>
                </a:lnTo>
                <a:lnTo>
                  <a:pt x="1358" y="39"/>
                </a:lnTo>
                <a:lnTo>
                  <a:pt x="1205" y="78"/>
                </a:lnTo>
                <a:lnTo>
                  <a:pt x="1038" y="142"/>
                </a:lnTo>
                <a:lnTo>
                  <a:pt x="897" y="206"/>
                </a:lnTo>
                <a:lnTo>
                  <a:pt x="756" y="295"/>
                </a:lnTo>
                <a:lnTo>
                  <a:pt x="615" y="398"/>
                </a:lnTo>
                <a:lnTo>
                  <a:pt x="500" y="500"/>
                </a:lnTo>
                <a:lnTo>
                  <a:pt x="385" y="628"/>
                </a:lnTo>
                <a:lnTo>
                  <a:pt x="295" y="756"/>
                </a:lnTo>
                <a:lnTo>
                  <a:pt x="206" y="897"/>
                </a:lnTo>
                <a:lnTo>
                  <a:pt x="129" y="1051"/>
                </a:lnTo>
                <a:lnTo>
                  <a:pt x="78" y="1205"/>
                </a:lnTo>
                <a:lnTo>
                  <a:pt x="39" y="1371"/>
                </a:lnTo>
                <a:lnTo>
                  <a:pt x="13" y="1538"/>
                </a:lnTo>
                <a:lnTo>
                  <a:pt x="1" y="1717"/>
                </a:lnTo>
                <a:lnTo>
                  <a:pt x="1" y="1845"/>
                </a:lnTo>
                <a:lnTo>
                  <a:pt x="12463" y="1845"/>
                </a:lnTo>
                <a:lnTo>
                  <a:pt x="12463" y="1717"/>
                </a:lnTo>
                <a:lnTo>
                  <a:pt x="12450" y="1538"/>
                </a:lnTo>
                <a:lnTo>
                  <a:pt x="12424" y="1371"/>
                </a:lnTo>
                <a:lnTo>
                  <a:pt x="12386" y="1205"/>
                </a:lnTo>
                <a:lnTo>
                  <a:pt x="12322" y="1051"/>
                </a:lnTo>
                <a:lnTo>
                  <a:pt x="12258" y="897"/>
                </a:lnTo>
                <a:lnTo>
                  <a:pt x="12168" y="756"/>
                </a:lnTo>
                <a:lnTo>
                  <a:pt x="12066" y="628"/>
                </a:lnTo>
                <a:lnTo>
                  <a:pt x="11963" y="500"/>
                </a:lnTo>
                <a:lnTo>
                  <a:pt x="11835" y="398"/>
                </a:lnTo>
                <a:lnTo>
                  <a:pt x="11707" y="295"/>
                </a:lnTo>
                <a:lnTo>
                  <a:pt x="11566" y="206"/>
                </a:lnTo>
                <a:lnTo>
                  <a:pt x="11412" y="142"/>
                </a:lnTo>
                <a:lnTo>
                  <a:pt x="11259" y="78"/>
                </a:lnTo>
                <a:lnTo>
                  <a:pt x="11092" y="39"/>
                </a:lnTo>
                <a:lnTo>
                  <a:pt x="10926" y="14"/>
                </a:lnTo>
                <a:lnTo>
                  <a:pt x="107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4056572" y="1081554"/>
            <a:ext cx="149789" cy="150486"/>
          </a:xfrm>
          <a:custGeom>
            <a:rect b="b" l="l" r="r" t="t"/>
            <a:pathLst>
              <a:path extrusionOk="0" h="2806" w="2793">
                <a:moveTo>
                  <a:pt x="1397" y="0"/>
                </a:moveTo>
                <a:lnTo>
                  <a:pt x="1256" y="13"/>
                </a:lnTo>
                <a:lnTo>
                  <a:pt x="1115" y="26"/>
                </a:lnTo>
                <a:lnTo>
                  <a:pt x="987" y="64"/>
                </a:lnTo>
                <a:lnTo>
                  <a:pt x="859" y="115"/>
                </a:lnTo>
                <a:lnTo>
                  <a:pt x="731" y="167"/>
                </a:lnTo>
                <a:lnTo>
                  <a:pt x="615" y="243"/>
                </a:lnTo>
                <a:lnTo>
                  <a:pt x="513" y="320"/>
                </a:lnTo>
                <a:lnTo>
                  <a:pt x="410" y="410"/>
                </a:lnTo>
                <a:lnTo>
                  <a:pt x="321" y="512"/>
                </a:lnTo>
                <a:lnTo>
                  <a:pt x="231" y="615"/>
                </a:lnTo>
                <a:lnTo>
                  <a:pt x="167" y="730"/>
                </a:lnTo>
                <a:lnTo>
                  <a:pt x="103" y="858"/>
                </a:lnTo>
                <a:lnTo>
                  <a:pt x="65" y="986"/>
                </a:lnTo>
                <a:lnTo>
                  <a:pt x="26" y="1114"/>
                </a:lnTo>
                <a:lnTo>
                  <a:pt x="1" y="1255"/>
                </a:lnTo>
                <a:lnTo>
                  <a:pt x="1" y="1409"/>
                </a:lnTo>
                <a:lnTo>
                  <a:pt x="1" y="1550"/>
                </a:lnTo>
                <a:lnTo>
                  <a:pt x="26" y="1691"/>
                </a:lnTo>
                <a:lnTo>
                  <a:pt x="65" y="1819"/>
                </a:lnTo>
                <a:lnTo>
                  <a:pt x="103" y="1947"/>
                </a:lnTo>
                <a:lnTo>
                  <a:pt x="167" y="2075"/>
                </a:lnTo>
                <a:lnTo>
                  <a:pt x="231" y="2190"/>
                </a:lnTo>
                <a:lnTo>
                  <a:pt x="321" y="2293"/>
                </a:lnTo>
                <a:lnTo>
                  <a:pt x="410" y="2395"/>
                </a:lnTo>
                <a:lnTo>
                  <a:pt x="513" y="2485"/>
                </a:lnTo>
                <a:lnTo>
                  <a:pt x="615" y="2562"/>
                </a:lnTo>
                <a:lnTo>
                  <a:pt x="731" y="2639"/>
                </a:lnTo>
                <a:lnTo>
                  <a:pt x="859" y="2690"/>
                </a:lnTo>
                <a:lnTo>
                  <a:pt x="987" y="2741"/>
                </a:lnTo>
                <a:lnTo>
                  <a:pt x="1115" y="2779"/>
                </a:lnTo>
                <a:lnTo>
                  <a:pt x="1256" y="2792"/>
                </a:lnTo>
                <a:lnTo>
                  <a:pt x="1397" y="2805"/>
                </a:lnTo>
                <a:lnTo>
                  <a:pt x="1538" y="2792"/>
                </a:lnTo>
                <a:lnTo>
                  <a:pt x="1678" y="2779"/>
                </a:lnTo>
                <a:lnTo>
                  <a:pt x="1819" y="2741"/>
                </a:lnTo>
                <a:lnTo>
                  <a:pt x="1947" y="2690"/>
                </a:lnTo>
                <a:lnTo>
                  <a:pt x="2063" y="2639"/>
                </a:lnTo>
                <a:lnTo>
                  <a:pt x="2178" y="2562"/>
                </a:lnTo>
                <a:lnTo>
                  <a:pt x="2293" y="2485"/>
                </a:lnTo>
                <a:lnTo>
                  <a:pt x="2383" y="2395"/>
                </a:lnTo>
                <a:lnTo>
                  <a:pt x="2472" y="2293"/>
                </a:lnTo>
                <a:lnTo>
                  <a:pt x="2562" y="2190"/>
                </a:lnTo>
                <a:lnTo>
                  <a:pt x="2626" y="2075"/>
                </a:lnTo>
                <a:lnTo>
                  <a:pt x="2690" y="1947"/>
                </a:lnTo>
                <a:lnTo>
                  <a:pt x="2741" y="1819"/>
                </a:lnTo>
                <a:lnTo>
                  <a:pt x="2767" y="1691"/>
                </a:lnTo>
                <a:lnTo>
                  <a:pt x="2793" y="1550"/>
                </a:lnTo>
                <a:lnTo>
                  <a:pt x="2793" y="1409"/>
                </a:lnTo>
                <a:lnTo>
                  <a:pt x="2793" y="1255"/>
                </a:lnTo>
                <a:lnTo>
                  <a:pt x="2767" y="1114"/>
                </a:lnTo>
                <a:lnTo>
                  <a:pt x="2741" y="986"/>
                </a:lnTo>
                <a:lnTo>
                  <a:pt x="2690" y="858"/>
                </a:lnTo>
                <a:lnTo>
                  <a:pt x="2626" y="730"/>
                </a:lnTo>
                <a:lnTo>
                  <a:pt x="2562" y="615"/>
                </a:lnTo>
                <a:lnTo>
                  <a:pt x="2472" y="512"/>
                </a:lnTo>
                <a:lnTo>
                  <a:pt x="2383" y="410"/>
                </a:lnTo>
                <a:lnTo>
                  <a:pt x="2293" y="320"/>
                </a:lnTo>
                <a:lnTo>
                  <a:pt x="2178" y="243"/>
                </a:lnTo>
                <a:lnTo>
                  <a:pt x="2063" y="167"/>
                </a:lnTo>
                <a:lnTo>
                  <a:pt x="1947" y="115"/>
                </a:lnTo>
                <a:lnTo>
                  <a:pt x="1819" y="64"/>
                </a:lnTo>
                <a:lnTo>
                  <a:pt x="1678" y="26"/>
                </a:lnTo>
                <a:lnTo>
                  <a:pt x="1538" y="13"/>
                </a:lnTo>
                <a:lnTo>
                  <a:pt x="13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4447415" y="1199000"/>
            <a:ext cx="150486" cy="150486"/>
          </a:xfrm>
          <a:custGeom>
            <a:rect b="b" l="l" r="r" t="t"/>
            <a:pathLst>
              <a:path extrusionOk="0" h="2806" w="2806">
                <a:moveTo>
                  <a:pt x="1396" y="0"/>
                </a:moveTo>
                <a:lnTo>
                  <a:pt x="1255" y="13"/>
                </a:lnTo>
                <a:lnTo>
                  <a:pt x="1115" y="26"/>
                </a:lnTo>
                <a:lnTo>
                  <a:pt x="986" y="64"/>
                </a:lnTo>
                <a:lnTo>
                  <a:pt x="858" y="116"/>
                </a:lnTo>
                <a:lnTo>
                  <a:pt x="730" y="167"/>
                </a:lnTo>
                <a:lnTo>
                  <a:pt x="615" y="244"/>
                </a:lnTo>
                <a:lnTo>
                  <a:pt x="513" y="320"/>
                </a:lnTo>
                <a:lnTo>
                  <a:pt x="410" y="410"/>
                </a:lnTo>
                <a:lnTo>
                  <a:pt x="320" y="513"/>
                </a:lnTo>
                <a:lnTo>
                  <a:pt x="244" y="615"/>
                </a:lnTo>
                <a:lnTo>
                  <a:pt x="167" y="730"/>
                </a:lnTo>
                <a:lnTo>
                  <a:pt x="116" y="858"/>
                </a:lnTo>
                <a:lnTo>
                  <a:pt x="64" y="986"/>
                </a:lnTo>
                <a:lnTo>
                  <a:pt x="26" y="1115"/>
                </a:lnTo>
                <a:lnTo>
                  <a:pt x="13" y="1255"/>
                </a:lnTo>
                <a:lnTo>
                  <a:pt x="0" y="1396"/>
                </a:lnTo>
                <a:lnTo>
                  <a:pt x="13" y="1550"/>
                </a:lnTo>
                <a:lnTo>
                  <a:pt x="26" y="1691"/>
                </a:lnTo>
                <a:lnTo>
                  <a:pt x="64" y="1819"/>
                </a:lnTo>
                <a:lnTo>
                  <a:pt x="116" y="1947"/>
                </a:lnTo>
                <a:lnTo>
                  <a:pt x="167" y="2075"/>
                </a:lnTo>
                <a:lnTo>
                  <a:pt x="244" y="2190"/>
                </a:lnTo>
                <a:lnTo>
                  <a:pt x="320" y="2293"/>
                </a:lnTo>
                <a:lnTo>
                  <a:pt x="410" y="2395"/>
                </a:lnTo>
                <a:lnTo>
                  <a:pt x="513" y="2485"/>
                </a:lnTo>
                <a:lnTo>
                  <a:pt x="615" y="2562"/>
                </a:lnTo>
                <a:lnTo>
                  <a:pt x="730" y="2639"/>
                </a:lnTo>
                <a:lnTo>
                  <a:pt x="858" y="2690"/>
                </a:lnTo>
                <a:lnTo>
                  <a:pt x="986" y="2741"/>
                </a:lnTo>
                <a:lnTo>
                  <a:pt x="1115" y="2780"/>
                </a:lnTo>
                <a:lnTo>
                  <a:pt x="1255" y="2792"/>
                </a:lnTo>
                <a:lnTo>
                  <a:pt x="1396" y="2805"/>
                </a:lnTo>
                <a:lnTo>
                  <a:pt x="1550" y="2792"/>
                </a:lnTo>
                <a:lnTo>
                  <a:pt x="1678" y="2780"/>
                </a:lnTo>
                <a:lnTo>
                  <a:pt x="1819" y="2741"/>
                </a:lnTo>
                <a:lnTo>
                  <a:pt x="1947" y="2690"/>
                </a:lnTo>
                <a:lnTo>
                  <a:pt x="2075" y="2639"/>
                </a:lnTo>
                <a:lnTo>
                  <a:pt x="2190" y="2562"/>
                </a:lnTo>
                <a:lnTo>
                  <a:pt x="2293" y="2485"/>
                </a:lnTo>
                <a:lnTo>
                  <a:pt x="2395" y="2395"/>
                </a:lnTo>
                <a:lnTo>
                  <a:pt x="2485" y="2293"/>
                </a:lnTo>
                <a:lnTo>
                  <a:pt x="2562" y="2190"/>
                </a:lnTo>
                <a:lnTo>
                  <a:pt x="2639" y="2075"/>
                </a:lnTo>
                <a:lnTo>
                  <a:pt x="2690" y="1947"/>
                </a:lnTo>
                <a:lnTo>
                  <a:pt x="2741" y="1819"/>
                </a:lnTo>
                <a:lnTo>
                  <a:pt x="2780" y="1691"/>
                </a:lnTo>
                <a:lnTo>
                  <a:pt x="2792" y="1550"/>
                </a:lnTo>
                <a:lnTo>
                  <a:pt x="2805" y="1396"/>
                </a:lnTo>
                <a:lnTo>
                  <a:pt x="2792" y="1255"/>
                </a:lnTo>
                <a:lnTo>
                  <a:pt x="2780" y="1115"/>
                </a:lnTo>
                <a:lnTo>
                  <a:pt x="2741" y="986"/>
                </a:lnTo>
                <a:lnTo>
                  <a:pt x="2690" y="858"/>
                </a:lnTo>
                <a:lnTo>
                  <a:pt x="2639" y="730"/>
                </a:lnTo>
                <a:lnTo>
                  <a:pt x="2562" y="615"/>
                </a:lnTo>
                <a:lnTo>
                  <a:pt x="2485" y="513"/>
                </a:lnTo>
                <a:lnTo>
                  <a:pt x="2395" y="410"/>
                </a:lnTo>
                <a:lnTo>
                  <a:pt x="2293" y="320"/>
                </a:lnTo>
                <a:lnTo>
                  <a:pt x="2190" y="244"/>
                </a:lnTo>
                <a:lnTo>
                  <a:pt x="2075" y="167"/>
                </a:lnTo>
                <a:lnTo>
                  <a:pt x="1947" y="116"/>
                </a:lnTo>
                <a:lnTo>
                  <a:pt x="1819" y="64"/>
                </a:lnTo>
                <a:lnTo>
                  <a:pt x="1678" y="26"/>
                </a:lnTo>
                <a:lnTo>
                  <a:pt x="1550" y="13"/>
                </a:lnTo>
                <a:lnTo>
                  <a:pt x="13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4781895" y="1035541"/>
            <a:ext cx="149789" cy="150432"/>
          </a:xfrm>
          <a:custGeom>
            <a:rect b="b" l="l" r="r" t="t"/>
            <a:pathLst>
              <a:path extrusionOk="0" h="2805" w="2793">
                <a:moveTo>
                  <a:pt x="1397" y="0"/>
                </a:moveTo>
                <a:lnTo>
                  <a:pt x="1256" y="13"/>
                </a:lnTo>
                <a:lnTo>
                  <a:pt x="1115" y="26"/>
                </a:lnTo>
                <a:lnTo>
                  <a:pt x="974" y="64"/>
                </a:lnTo>
                <a:lnTo>
                  <a:pt x="846" y="115"/>
                </a:lnTo>
                <a:lnTo>
                  <a:pt x="731" y="167"/>
                </a:lnTo>
                <a:lnTo>
                  <a:pt x="615" y="243"/>
                </a:lnTo>
                <a:lnTo>
                  <a:pt x="500" y="320"/>
                </a:lnTo>
                <a:lnTo>
                  <a:pt x="411" y="410"/>
                </a:lnTo>
                <a:lnTo>
                  <a:pt x="321" y="512"/>
                </a:lnTo>
                <a:lnTo>
                  <a:pt x="231" y="615"/>
                </a:lnTo>
                <a:lnTo>
                  <a:pt x="167" y="730"/>
                </a:lnTo>
                <a:lnTo>
                  <a:pt x="103" y="858"/>
                </a:lnTo>
                <a:lnTo>
                  <a:pt x="65" y="986"/>
                </a:lnTo>
                <a:lnTo>
                  <a:pt x="26" y="1127"/>
                </a:lnTo>
                <a:lnTo>
                  <a:pt x="1" y="1255"/>
                </a:lnTo>
                <a:lnTo>
                  <a:pt x="1" y="1409"/>
                </a:lnTo>
                <a:lnTo>
                  <a:pt x="1" y="1550"/>
                </a:lnTo>
                <a:lnTo>
                  <a:pt x="26" y="1691"/>
                </a:lnTo>
                <a:lnTo>
                  <a:pt x="65" y="1819"/>
                </a:lnTo>
                <a:lnTo>
                  <a:pt x="103" y="1947"/>
                </a:lnTo>
                <a:lnTo>
                  <a:pt x="167" y="2075"/>
                </a:lnTo>
                <a:lnTo>
                  <a:pt x="231" y="2190"/>
                </a:lnTo>
                <a:lnTo>
                  <a:pt x="321" y="2293"/>
                </a:lnTo>
                <a:lnTo>
                  <a:pt x="411" y="2395"/>
                </a:lnTo>
                <a:lnTo>
                  <a:pt x="500" y="2485"/>
                </a:lnTo>
                <a:lnTo>
                  <a:pt x="615" y="2562"/>
                </a:lnTo>
                <a:lnTo>
                  <a:pt x="731" y="2638"/>
                </a:lnTo>
                <a:lnTo>
                  <a:pt x="846" y="2690"/>
                </a:lnTo>
                <a:lnTo>
                  <a:pt x="974" y="2741"/>
                </a:lnTo>
                <a:lnTo>
                  <a:pt x="1115" y="2779"/>
                </a:lnTo>
                <a:lnTo>
                  <a:pt x="1256" y="2792"/>
                </a:lnTo>
                <a:lnTo>
                  <a:pt x="1397" y="2805"/>
                </a:lnTo>
                <a:lnTo>
                  <a:pt x="1538" y="2792"/>
                </a:lnTo>
                <a:lnTo>
                  <a:pt x="1678" y="2779"/>
                </a:lnTo>
                <a:lnTo>
                  <a:pt x="1807" y="2741"/>
                </a:lnTo>
                <a:lnTo>
                  <a:pt x="1947" y="2690"/>
                </a:lnTo>
                <a:lnTo>
                  <a:pt x="2063" y="2638"/>
                </a:lnTo>
                <a:lnTo>
                  <a:pt x="2178" y="2562"/>
                </a:lnTo>
                <a:lnTo>
                  <a:pt x="2293" y="2485"/>
                </a:lnTo>
                <a:lnTo>
                  <a:pt x="2383" y="2395"/>
                </a:lnTo>
                <a:lnTo>
                  <a:pt x="2473" y="2293"/>
                </a:lnTo>
                <a:lnTo>
                  <a:pt x="2562" y="2190"/>
                </a:lnTo>
                <a:lnTo>
                  <a:pt x="2626" y="2075"/>
                </a:lnTo>
                <a:lnTo>
                  <a:pt x="2690" y="1947"/>
                </a:lnTo>
                <a:lnTo>
                  <a:pt x="2729" y="1819"/>
                </a:lnTo>
                <a:lnTo>
                  <a:pt x="2767" y="1691"/>
                </a:lnTo>
                <a:lnTo>
                  <a:pt x="2793" y="1550"/>
                </a:lnTo>
                <a:lnTo>
                  <a:pt x="2793" y="1409"/>
                </a:lnTo>
                <a:lnTo>
                  <a:pt x="2793" y="1255"/>
                </a:lnTo>
                <a:lnTo>
                  <a:pt x="2767" y="1127"/>
                </a:lnTo>
                <a:lnTo>
                  <a:pt x="2729" y="986"/>
                </a:lnTo>
                <a:lnTo>
                  <a:pt x="2690" y="858"/>
                </a:lnTo>
                <a:lnTo>
                  <a:pt x="2626" y="730"/>
                </a:lnTo>
                <a:lnTo>
                  <a:pt x="2562" y="615"/>
                </a:lnTo>
                <a:lnTo>
                  <a:pt x="2473" y="512"/>
                </a:lnTo>
                <a:lnTo>
                  <a:pt x="2383" y="410"/>
                </a:lnTo>
                <a:lnTo>
                  <a:pt x="2293" y="320"/>
                </a:lnTo>
                <a:lnTo>
                  <a:pt x="2178" y="243"/>
                </a:lnTo>
                <a:lnTo>
                  <a:pt x="2063" y="167"/>
                </a:lnTo>
                <a:lnTo>
                  <a:pt x="1947" y="115"/>
                </a:lnTo>
                <a:lnTo>
                  <a:pt x="1807" y="64"/>
                </a:lnTo>
                <a:lnTo>
                  <a:pt x="1678" y="26"/>
                </a:lnTo>
                <a:lnTo>
                  <a:pt x="1538" y="13"/>
                </a:lnTo>
                <a:lnTo>
                  <a:pt x="13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5545724" y="4152535"/>
            <a:ext cx="150432" cy="150486"/>
          </a:xfrm>
          <a:custGeom>
            <a:rect b="b" l="l" r="r" t="t"/>
            <a:pathLst>
              <a:path extrusionOk="0" h="2806" w="2805">
                <a:moveTo>
                  <a:pt x="1409" y="0"/>
                </a:moveTo>
                <a:lnTo>
                  <a:pt x="1268" y="13"/>
                </a:lnTo>
                <a:lnTo>
                  <a:pt x="1127" y="39"/>
                </a:lnTo>
                <a:lnTo>
                  <a:pt x="986" y="64"/>
                </a:lnTo>
                <a:lnTo>
                  <a:pt x="858" y="116"/>
                </a:lnTo>
                <a:lnTo>
                  <a:pt x="743" y="180"/>
                </a:lnTo>
                <a:lnTo>
                  <a:pt x="628" y="244"/>
                </a:lnTo>
                <a:lnTo>
                  <a:pt x="512" y="320"/>
                </a:lnTo>
                <a:lnTo>
                  <a:pt x="410" y="423"/>
                </a:lnTo>
                <a:lnTo>
                  <a:pt x="320" y="513"/>
                </a:lnTo>
                <a:lnTo>
                  <a:pt x="243" y="628"/>
                </a:lnTo>
                <a:lnTo>
                  <a:pt x="179" y="743"/>
                </a:lnTo>
                <a:lnTo>
                  <a:pt x="115" y="858"/>
                </a:lnTo>
                <a:lnTo>
                  <a:pt x="64" y="986"/>
                </a:lnTo>
                <a:lnTo>
                  <a:pt x="38" y="1127"/>
                </a:lnTo>
                <a:lnTo>
                  <a:pt x="13" y="1268"/>
                </a:lnTo>
                <a:lnTo>
                  <a:pt x="0" y="1409"/>
                </a:lnTo>
                <a:lnTo>
                  <a:pt x="13" y="1550"/>
                </a:lnTo>
                <a:lnTo>
                  <a:pt x="38" y="1691"/>
                </a:lnTo>
                <a:lnTo>
                  <a:pt x="64" y="1819"/>
                </a:lnTo>
                <a:lnTo>
                  <a:pt x="115" y="1947"/>
                </a:lnTo>
                <a:lnTo>
                  <a:pt x="179" y="2075"/>
                </a:lnTo>
                <a:lnTo>
                  <a:pt x="243" y="2190"/>
                </a:lnTo>
                <a:lnTo>
                  <a:pt x="320" y="2293"/>
                </a:lnTo>
                <a:lnTo>
                  <a:pt x="410" y="2395"/>
                </a:lnTo>
                <a:lnTo>
                  <a:pt x="512" y="2485"/>
                </a:lnTo>
                <a:lnTo>
                  <a:pt x="628" y="2575"/>
                </a:lnTo>
                <a:lnTo>
                  <a:pt x="743" y="2639"/>
                </a:lnTo>
                <a:lnTo>
                  <a:pt x="858" y="2703"/>
                </a:lnTo>
                <a:lnTo>
                  <a:pt x="986" y="2741"/>
                </a:lnTo>
                <a:lnTo>
                  <a:pt x="1127" y="2780"/>
                </a:lnTo>
                <a:lnTo>
                  <a:pt x="1268" y="2805"/>
                </a:lnTo>
                <a:lnTo>
                  <a:pt x="1550" y="2805"/>
                </a:lnTo>
                <a:lnTo>
                  <a:pt x="1691" y="2780"/>
                </a:lnTo>
                <a:lnTo>
                  <a:pt x="1819" y="2741"/>
                </a:lnTo>
                <a:lnTo>
                  <a:pt x="1947" y="2703"/>
                </a:lnTo>
                <a:lnTo>
                  <a:pt x="2075" y="2639"/>
                </a:lnTo>
                <a:lnTo>
                  <a:pt x="2190" y="2575"/>
                </a:lnTo>
                <a:lnTo>
                  <a:pt x="2293" y="2485"/>
                </a:lnTo>
                <a:lnTo>
                  <a:pt x="2395" y="2395"/>
                </a:lnTo>
                <a:lnTo>
                  <a:pt x="2485" y="2293"/>
                </a:lnTo>
                <a:lnTo>
                  <a:pt x="2562" y="2190"/>
                </a:lnTo>
                <a:lnTo>
                  <a:pt x="2638" y="2075"/>
                </a:lnTo>
                <a:lnTo>
                  <a:pt x="2702" y="1947"/>
                </a:lnTo>
                <a:lnTo>
                  <a:pt x="2741" y="1819"/>
                </a:lnTo>
                <a:lnTo>
                  <a:pt x="2779" y="1691"/>
                </a:lnTo>
                <a:lnTo>
                  <a:pt x="2805" y="1550"/>
                </a:lnTo>
                <a:lnTo>
                  <a:pt x="2805" y="1409"/>
                </a:lnTo>
                <a:lnTo>
                  <a:pt x="2805" y="1268"/>
                </a:lnTo>
                <a:lnTo>
                  <a:pt x="2779" y="1127"/>
                </a:lnTo>
                <a:lnTo>
                  <a:pt x="2741" y="986"/>
                </a:lnTo>
                <a:lnTo>
                  <a:pt x="2702" y="858"/>
                </a:lnTo>
                <a:lnTo>
                  <a:pt x="2638" y="743"/>
                </a:lnTo>
                <a:lnTo>
                  <a:pt x="2562" y="628"/>
                </a:lnTo>
                <a:lnTo>
                  <a:pt x="2485" y="513"/>
                </a:lnTo>
                <a:lnTo>
                  <a:pt x="2395" y="423"/>
                </a:lnTo>
                <a:lnTo>
                  <a:pt x="2293" y="320"/>
                </a:lnTo>
                <a:lnTo>
                  <a:pt x="2190" y="244"/>
                </a:lnTo>
                <a:lnTo>
                  <a:pt x="2075" y="180"/>
                </a:lnTo>
                <a:lnTo>
                  <a:pt x="1947" y="116"/>
                </a:lnTo>
                <a:lnTo>
                  <a:pt x="1819" y="64"/>
                </a:lnTo>
                <a:lnTo>
                  <a:pt x="1691" y="39"/>
                </a:lnTo>
                <a:lnTo>
                  <a:pt x="1550" y="13"/>
                </a:lnTo>
                <a:lnTo>
                  <a:pt x="140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5545724" y="4363402"/>
            <a:ext cx="150432" cy="149789"/>
          </a:xfrm>
          <a:custGeom>
            <a:rect b="b" l="l" r="r" t="t"/>
            <a:pathLst>
              <a:path extrusionOk="0" h="2793" w="2805">
                <a:moveTo>
                  <a:pt x="1268" y="0"/>
                </a:moveTo>
                <a:lnTo>
                  <a:pt x="1127" y="26"/>
                </a:lnTo>
                <a:lnTo>
                  <a:pt x="986" y="51"/>
                </a:lnTo>
                <a:lnTo>
                  <a:pt x="858" y="103"/>
                </a:lnTo>
                <a:lnTo>
                  <a:pt x="743" y="167"/>
                </a:lnTo>
                <a:lnTo>
                  <a:pt x="628" y="231"/>
                </a:lnTo>
                <a:lnTo>
                  <a:pt x="512" y="308"/>
                </a:lnTo>
                <a:lnTo>
                  <a:pt x="410" y="410"/>
                </a:lnTo>
                <a:lnTo>
                  <a:pt x="320" y="500"/>
                </a:lnTo>
                <a:lnTo>
                  <a:pt x="243" y="615"/>
                </a:lnTo>
                <a:lnTo>
                  <a:pt x="179" y="730"/>
                </a:lnTo>
                <a:lnTo>
                  <a:pt x="115" y="846"/>
                </a:lnTo>
                <a:lnTo>
                  <a:pt x="64" y="974"/>
                </a:lnTo>
                <a:lnTo>
                  <a:pt x="38" y="1115"/>
                </a:lnTo>
                <a:lnTo>
                  <a:pt x="13" y="1255"/>
                </a:lnTo>
                <a:lnTo>
                  <a:pt x="0" y="1396"/>
                </a:lnTo>
                <a:lnTo>
                  <a:pt x="13" y="1537"/>
                </a:lnTo>
                <a:lnTo>
                  <a:pt x="38" y="1678"/>
                </a:lnTo>
                <a:lnTo>
                  <a:pt x="64" y="1806"/>
                </a:lnTo>
                <a:lnTo>
                  <a:pt x="115" y="1934"/>
                </a:lnTo>
                <a:lnTo>
                  <a:pt x="179" y="2062"/>
                </a:lnTo>
                <a:lnTo>
                  <a:pt x="243" y="2178"/>
                </a:lnTo>
                <a:lnTo>
                  <a:pt x="320" y="2280"/>
                </a:lnTo>
                <a:lnTo>
                  <a:pt x="410" y="2383"/>
                </a:lnTo>
                <a:lnTo>
                  <a:pt x="512" y="2472"/>
                </a:lnTo>
                <a:lnTo>
                  <a:pt x="628" y="2562"/>
                </a:lnTo>
                <a:lnTo>
                  <a:pt x="743" y="2626"/>
                </a:lnTo>
                <a:lnTo>
                  <a:pt x="858" y="2690"/>
                </a:lnTo>
                <a:lnTo>
                  <a:pt x="986" y="2728"/>
                </a:lnTo>
                <a:lnTo>
                  <a:pt x="1127" y="2767"/>
                </a:lnTo>
                <a:lnTo>
                  <a:pt x="1268" y="2792"/>
                </a:lnTo>
                <a:lnTo>
                  <a:pt x="1550" y="2792"/>
                </a:lnTo>
                <a:lnTo>
                  <a:pt x="1691" y="2767"/>
                </a:lnTo>
                <a:lnTo>
                  <a:pt x="1819" y="2728"/>
                </a:lnTo>
                <a:lnTo>
                  <a:pt x="1947" y="2690"/>
                </a:lnTo>
                <a:lnTo>
                  <a:pt x="2075" y="2626"/>
                </a:lnTo>
                <a:lnTo>
                  <a:pt x="2190" y="2562"/>
                </a:lnTo>
                <a:lnTo>
                  <a:pt x="2293" y="2472"/>
                </a:lnTo>
                <a:lnTo>
                  <a:pt x="2395" y="2383"/>
                </a:lnTo>
                <a:lnTo>
                  <a:pt x="2485" y="2280"/>
                </a:lnTo>
                <a:lnTo>
                  <a:pt x="2562" y="2178"/>
                </a:lnTo>
                <a:lnTo>
                  <a:pt x="2638" y="2062"/>
                </a:lnTo>
                <a:lnTo>
                  <a:pt x="2702" y="1934"/>
                </a:lnTo>
                <a:lnTo>
                  <a:pt x="2741" y="1806"/>
                </a:lnTo>
                <a:lnTo>
                  <a:pt x="2779" y="1678"/>
                </a:lnTo>
                <a:lnTo>
                  <a:pt x="2805" y="1537"/>
                </a:lnTo>
                <a:lnTo>
                  <a:pt x="2805" y="1396"/>
                </a:lnTo>
                <a:lnTo>
                  <a:pt x="2805" y="1255"/>
                </a:lnTo>
                <a:lnTo>
                  <a:pt x="2779" y="1115"/>
                </a:lnTo>
                <a:lnTo>
                  <a:pt x="2741" y="974"/>
                </a:lnTo>
                <a:lnTo>
                  <a:pt x="2702" y="846"/>
                </a:lnTo>
                <a:lnTo>
                  <a:pt x="2638" y="730"/>
                </a:lnTo>
                <a:lnTo>
                  <a:pt x="2562" y="615"/>
                </a:lnTo>
                <a:lnTo>
                  <a:pt x="2485" y="500"/>
                </a:lnTo>
                <a:lnTo>
                  <a:pt x="2395" y="410"/>
                </a:lnTo>
                <a:lnTo>
                  <a:pt x="2293" y="308"/>
                </a:lnTo>
                <a:lnTo>
                  <a:pt x="2190" y="231"/>
                </a:lnTo>
                <a:lnTo>
                  <a:pt x="2075" y="167"/>
                </a:lnTo>
                <a:lnTo>
                  <a:pt x="1947" y="103"/>
                </a:lnTo>
                <a:lnTo>
                  <a:pt x="1819" y="51"/>
                </a:lnTo>
                <a:lnTo>
                  <a:pt x="1691" y="26"/>
                </a:lnTo>
                <a:lnTo>
                  <a:pt x="15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5545724" y="4573572"/>
            <a:ext cx="150432" cy="149789"/>
          </a:xfrm>
          <a:custGeom>
            <a:rect b="b" l="l" r="r" t="t"/>
            <a:pathLst>
              <a:path extrusionOk="0" h="2793" w="2805">
                <a:moveTo>
                  <a:pt x="1268" y="0"/>
                </a:moveTo>
                <a:lnTo>
                  <a:pt x="1127" y="26"/>
                </a:lnTo>
                <a:lnTo>
                  <a:pt x="986" y="52"/>
                </a:lnTo>
                <a:lnTo>
                  <a:pt x="858" y="103"/>
                </a:lnTo>
                <a:lnTo>
                  <a:pt x="743" y="167"/>
                </a:lnTo>
                <a:lnTo>
                  <a:pt x="628" y="231"/>
                </a:lnTo>
                <a:lnTo>
                  <a:pt x="512" y="308"/>
                </a:lnTo>
                <a:lnTo>
                  <a:pt x="410" y="410"/>
                </a:lnTo>
                <a:lnTo>
                  <a:pt x="320" y="500"/>
                </a:lnTo>
                <a:lnTo>
                  <a:pt x="243" y="615"/>
                </a:lnTo>
                <a:lnTo>
                  <a:pt x="179" y="731"/>
                </a:lnTo>
                <a:lnTo>
                  <a:pt x="115" y="846"/>
                </a:lnTo>
                <a:lnTo>
                  <a:pt x="64" y="974"/>
                </a:lnTo>
                <a:lnTo>
                  <a:pt x="38" y="1115"/>
                </a:lnTo>
                <a:lnTo>
                  <a:pt x="13" y="1256"/>
                </a:lnTo>
                <a:lnTo>
                  <a:pt x="0" y="1397"/>
                </a:lnTo>
                <a:lnTo>
                  <a:pt x="13" y="1537"/>
                </a:lnTo>
                <a:lnTo>
                  <a:pt x="38" y="1678"/>
                </a:lnTo>
                <a:lnTo>
                  <a:pt x="64" y="1806"/>
                </a:lnTo>
                <a:lnTo>
                  <a:pt x="115" y="1934"/>
                </a:lnTo>
                <a:lnTo>
                  <a:pt x="179" y="2063"/>
                </a:lnTo>
                <a:lnTo>
                  <a:pt x="243" y="2178"/>
                </a:lnTo>
                <a:lnTo>
                  <a:pt x="320" y="2280"/>
                </a:lnTo>
                <a:lnTo>
                  <a:pt x="410" y="2383"/>
                </a:lnTo>
                <a:lnTo>
                  <a:pt x="512" y="2472"/>
                </a:lnTo>
                <a:lnTo>
                  <a:pt x="628" y="2562"/>
                </a:lnTo>
                <a:lnTo>
                  <a:pt x="743" y="2626"/>
                </a:lnTo>
                <a:lnTo>
                  <a:pt x="858" y="2690"/>
                </a:lnTo>
                <a:lnTo>
                  <a:pt x="986" y="2729"/>
                </a:lnTo>
                <a:lnTo>
                  <a:pt x="1127" y="2767"/>
                </a:lnTo>
                <a:lnTo>
                  <a:pt x="1268" y="2793"/>
                </a:lnTo>
                <a:lnTo>
                  <a:pt x="1550" y="2793"/>
                </a:lnTo>
                <a:lnTo>
                  <a:pt x="1691" y="2767"/>
                </a:lnTo>
                <a:lnTo>
                  <a:pt x="1819" y="2729"/>
                </a:lnTo>
                <a:lnTo>
                  <a:pt x="1947" y="2690"/>
                </a:lnTo>
                <a:lnTo>
                  <a:pt x="2075" y="2626"/>
                </a:lnTo>
                <a:lnTo>
                  <a:pt x="2190" y="2562"/>
                </a:lnTo>
                <a:lnTo>
                  <a:pt x="2293" y="2472"/>
                </a:lnTo>
                <a:lnTo>
                  <a:pt x="2395" y="2383"/>
                </a:lnTo>
                <a:lnTo>
                  <a:pt x="2485" y="2280"/>
                </a:lnTo>
                <a:lnTo>
                  <a:pt x="2562" y="2178"/>
                </a:lnTo>
                <a:lnTo>
                  <a:pt x="2638" y="2063"/>
                </a:lnTo>
                <a:lnTo>
                  <a:pt x="2702" y="1934"/>
                </a:lnTo>
                <a:lnTo>
                  <a:pt x="2741" y="1806"/>
                </a:lnTo>
                <a:lnTo>
                  <a:pt x="2779" y="1678"/>
                </a:lnTo>
                <a:lnTo>
                  <a:pt x="2805" y="1537"/>
                </a:lnTo>
                <a:lnTo>
                  <a:pt x="2805" y="1397"/>
                </a:lnTo>
                <a:lnTo>
                  <a:pt x="2805" y="1256"/>
                </a:lnTo>
                <a:lnTo>
                  <a:pt x="2779" y="1115"/>
                </a:lnTo>
                <a:lnTo>
                  <a:pt x="2741" y="974"/>
                </a:lnTo>
                <a:lnTo>
                  <a:pt x="2702" y="846"/>
                </a:lnTo>
                <a:lnTo>
                  <a:pt x="2638" y="731"/>
                </a:lnTo>
                <a:lnTo>
                  <a:pt x="2562" y="615"/>
                </a:lnTo>
                <a:lnTo>
                  <a:pt x="2485" y="500"/>
                </a:lnTo>
                <a:lnTo>
                  <a:pt x="2395" y="410"/>
                </a:lnTo>
                <a:lnTo>
                  <a:pt x="2293" y="308"/>
                </a:lnTo>
                <a:lnTo>
                  <a:pt x="2190" y="231"/>
                </a:lnTo>
                <a:lnTo>
                  <a:pt x="2075" y="167"/>
                </a:lnTo>
                <a:lnTo>
                  <a:pt x="1947" y="103"/>
                </a:lnTo>
                <a:lnTo>
                  <a:pt x="1819" y="52"/>
                </a:lnTo>
                <a:lnTo>
                  <a:pt x="1691" y="26"/>
                </a:lnTo>
                <a:lnTo>
                  <a:pt x="15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3894453" y="3938879"/>
            <a:ext cx="1255693" cy="105866"/>
          </a:xfrm>
          <a:custGeom>
            <a:rect b="b" l="l" r="r" t="t"/>
            <a:pathLst>
              <a:path extrusionOk="0" h="1974" w="23414">
                <a:moveTo>
                  <a:pt x="1551" y="1"/>
                </a:moveTo>
                <a:lnTo>
                  <a:pt x="1371" y="27"/>
                </a:lnTo>
                <a:lnTo>
                  <a:pt x="1218" y="78"/>
                </a:lnTo>
                <a:lnTo>
                  <a:pt x="1051" y="129"/>
                </a:lnTo>
                <a:lnTo>
                  <a:pt x="910" y="206"/>
                </a:lnTo>
                <a:lnTo>
                  <a:pt x="769" y="296"/>
                </a:lnTo>
                <a:lnTo>
                  <a:pt x="629" y="385"/>
                </a:lnTo>
                <a:lnTo>
                  <a:pt x="513" y="500"/>
                </a:lnTo>
                <a:lnTo>
                  <a:pt x="398" y="616"/>
                </a:lnTo>
                <a:lnTo>
                  <a:pt x="296" y="757"/>
                </a:lnTo>
                <a:lnTo>
                  <a:pt x="219" y="898"/>
                </a:lnTo>
                <a:lnTo>
                  <a:pt x="142" y="1038"/>
                </a:lnTo>
                <a:lnTo>
                  <a:pt x="78" y="1205"/>
                </a:lnTo>
                <a:lnTo>
                  <a:pt x="39" y="1371"/>
                </a:lnTo>
                <a:lnTo>
                  <a:pt x="14" y="1538"/>
                </a:lnTo>
                <a:lnTo>
                  <a:pt x="1" y="1717"/>
                </a:lnTo>
                <a:lnTo>
                  <a:pt x="1" y="1973"/>
                </a:lnTo>
                <a:lnTo>
                  <a:pt x="23414" y="1973"/>
                </a:lnTo>
                <a:lnTo>
                  <a:pt x="23414" y="1717"/>
                </a:lnTo>
                <a:lnTo>
                  <a:pt x="23414" y="1538"/>
                </a:lnTo>
                <a:lnTo>
                  <a:pt x="23388" y="1371"/>
                </a:lnTo>
                <a:lnTo>
                  <a:pt x="23337" y="1205"/>
                </a:lnTo>
                <a:lnTo>
                  <a:pt x="23286" y="1038"/>
                </a:lnTo>
                <a:lnTo>
                  <a:pt x="23209" y="898"/>
                </a:lnTo>
                <a:lnTo>
                  <a:pt x="23119" y="757"/>
                </a:lnTo>
                <a:lnTo>
                  <a:pt x="23029" y="616"/>
                </a:lnTo>
                <a:lnTo>
                  <a:pt x="22914" y="500"/>
                </a:lnTo>
                <a:lnTo>
                  <a:pt x="22799" y="385"/>
                </a:lnTo>
                <a:lnTo>
                  <a:pt x="22658" y="296"/>
                </a:lnTo>
                <a:lnTo>
                  <a:pt x="22517" y="206"/>
                </a:lnTo>
                <a:lnTo>
                  <a:pt x="22376" y="129"/>
                </a:lnTo>
                <a:lnTo>
                  <a:pt x="22210" y="78"/>
                </a:lnTo>
                <a:lnTo>
                  <a:pt x="22043" y="27"/>
                </a:lnTo>
                <a:lnTo>
                  <a:pt x="2187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904638" y="2808350"/>
            <a:ext cx="142200" cy="142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5704863" y="4370450"/>
            <a:ext cx="142200" cy="142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401150" y="1793125"/>
            <a:ext cx="2061000" cy="1503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Regressão</a:t>
            </a:r>
            <a:endParaRPr/>
          </a:p>
        </p:txBody>
      </p:sp>
      <p:grpSp>
        <p:nvGrpSpPr>
          <p:cNvPr id="319" name="Google Shape;319;p15"/>
          <p:cNvGrpSpPr/>
          <p:nvPr/>
        </p:nvGrpSpPr>
        <p:grpSpPr>
          <a:xfrm>
            <a:off x="457200" y="1333163"/>
            <a:ext cx="2061000" cy="824600"/>
            <a:chOff x="457200" y="959300"/>
            <a:chExt cx="2061000" cy="824600"/>
          </a:xfrm>
        </p:grpSpPr>
        <p:sp>
          <p:nvSpPr>
            <p:cNvPr id="320" name="Google Shape;320;p1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1" name="Google Shape;321;p1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2" name="Google Shape;322;p15"/>
          <p:cNvSpPr txBox="1"/>
          <p:nvPr/>
        </p:nvSpPr>
        <p:spPr>
          <a:xfrm>
            <a:off x="6625800" y="2213125"/>
            <a:ext cx="206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Outputs</a:t>
            </a:r>
            <a:endParaRPr b="1" sz="18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625800" y="2628875"/>
            <a:ext cx="2061000" cy="1503600"/>
          </a:xfrm>
          <a:prstGeom prst="roundRect">
            <a:avLst>
              <a:gd fmla="val 16667" name="adj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4" name="Google Shape;324;p15"/>
          <p:cNvCxnSpPr>
            <a:stCxn id="317" idx="3"/>
            <a:endCxn id="315" idx="2"/>
          </p:cNvCxnSpPr>
          <p:nvPr/>
        </p:nvCxnSpPr>
        <p:spPr>
          <a:xfrm>
            <a:off x="2462150" y="2544925"/>
            <a:ext cx="1442400" cy="3345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25" name="Google Shape;325;p15"/>
          <p:cNvGrpSpPr/>
          <p:nvPr/>
        </p:nvGrpSpPr>
        <p:grpSpPr>
          <a:xfrm>
            <a:off x="457209" y="2132625"/>
            <a:ext cx="1948882" cy="824600"/>
            <a:chOff x="457200" y="959300"/>
            <a:chExt cx="2061000" cy="824600"/>
          </a:xfrm>
        </p:grpSpPr>
        <p:sp>
          <p:nvSpPr>
            <p:cNvPr id="326" name="Google Shape;326;p1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Features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7" name="Google Shape;327;p1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Conjunto de dado conhecido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8" name="Google Shape;328;p15"/>
          <p:cNvGrpSpPr/>
          <p:nvPr/>
        </p:nvGrpSpPr>
        <p:grpSpPr>
          <a:xfrm>
            <a:off x="6681859" y="2968375"/>
            <a:ext cx="1948882" cy="824600"/>
            <a:chOff x="457200" y="2087425"/>
            <a:chExt cx="2061000" cy="824600"/>
          </a:xfrm>
        </p:grpSpPr>
        <p:sp>
          <p:nvSpPr>
            <p:cNvPr id="329" name="Google Shape;329;p15"/>
            <p:cNvSpPr txBox="1"/>
            <p:nvPr/>
          </p:nvSpPr>
          <p:spPr>
            <a:xfrm>
              <a:off x="457200" y="208742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Target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0" name="Google Shape;330;p15"/>
            <p:cNvSpPr txBox="1"/>
            <p:nvPr/>
          </p:nvSpPr>
          <p:spPr>
            <a:xfrm>
              <a:off x="457200" y="24290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Predição do target, dado desconhecido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1" name="Google Shape;331;p15"/>
          <p:cNvGrpSpPr/>
          <p:nvPr/>
        </p:nvGrpSpPr>
        <p:grpSpPr>
          <a:xfrm>
            <a:off x="3547886" y="2282748"/>
            <a:ext cx="1948882" cy="824600"/>
            <a:chOff x="457200" y="959300"/>
            <a:chExt cx="2061000" cy="824600"/>
          </a:xfrm>
        </p:grpSpPr>
        <p:sp>
          <p:nvSpPr>
            <p:cNvPr id="332" name="Google Shape;332;p1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Equação</a:t>
              </a:r>
              <a:endParaRPr b="1" sz="21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3" name="Google Shape;333;p1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Y = a + bX</a:t>
              </a:r>
              <a:endParaRPr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34" name="Google Shape;334;p15"/>
          <p:cNvCxnSpPr>
            <a:stCxn id="316" idx="6"/>
            <a:endCxn id="323" idx="2"/>
          </p:cNvCxnSpPr>
          <p:nvPr/>
        </p:nvCxnSpPr>
        <p:spPr>
          <a:xfrm flipH="1" rot="10800000">
            <a:off x="5847063" y="4132550"/>
            <a:ext cx="1809300" cy="309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/>
          <p:nvPr/>
        </p:nvSpPr>
        <p:spPr>
          <a:xfrm>
            <a:off x="4092288" y="1117914"/>
            <a:ext cx="278232" cy="547509"/>
          </a:xfrm>
          <a:custGeom>
            <a:rect b="b" l="l" r="r" t="t"/>
            <a:pathLst>
              <a:path extrusionOk="0" h="10209" w="5188">
                <a:moveTo>
                  <a:pt x="731" y="1"/>
                </a:moveTo>
                <a:lnTo>
                  <a:pt x="590" y="14"/>
                </a:lnTo>
                <a:lnTo>
                  <a:pt x="449" y="52"/>
                </a:lnTo>
                <a:lnTo>
                  <a:pt x="321" y="116"/>
                </a:lnTo>
                <a:lnTo>
                  <a:pt x="218" y="206"/>
                </a:lnTo>
                <a:lnTo>
                  <a:pt x="129" y="321"/>
                </a:lnTo>
                <a:lnTo>
                  <a:pt x="65" y="436"/>
                </a:lnTo>
                <a:lnTo>
                  <a:pt x="13" y="577"/>
                </a:lnTo>
                <a:lnTo>
                  <a:pt x="1" y="731"/>
                </a:lnTo>
                <a:lnTo>
                  <a:pt x="1" y="4253"/>
                </a:lnTo>
                <a:lnTo>
                  <a:pt x="13" y="4394"/>
                </a:lnTo>
                <a:lnTo>
                  <a:pt x="65" y="4535"/>
                </a:lnTo>
                <a:lnTo>
                  <a:pt x="129" y="4650"/>
                </a:lnTo>
                <a:lnTo>
                  <a:pt x="218" y="4765"/>
                </a:lnTo>
                <a:lnTo>
                  <a:pt x="321" y="4855"/>
                </a:lnTo>
                <a:lnTo>
                  <a:pt x="449" y="4919"/>
                </a:lnTo>
                <a:lnTo>
                  <a:pt x="590" y="4958"/>
                </a:lnTo>
                <a:lnTo>
                  <a:pt x="731" y="4970"/>
                </a:lnTo>
                <a:lnTo>
                  <a:pt x="3728" y="4970"/>
                </a:lnTo>
                <a:lnTo>
                  <a:pt x="3728" y="9479"/>
                </a:lnTo>
                <a:lnTo>
                  <a:pt x="3740" y="9632"/>
                </a:lnTo>
                <a:lnTo>
                  <a:pt x="3792" y="9761"/>
                </a:lnTo>
                <a:lnTo>
                  <a:pt x="3856" y="9889"/>
                </a:lnTo>
                <a:lnTo>
                  <a:pt x="3945" y="10004"/>
                </a:lnTo>
                <a:lnTo>
                  <a:pt x="4048" y="10081"/>
                </a:lnTo>
                <a:lnTo>
                  <a:pt x="4176" y="10158"/>
                </a:lnTo>
                <a:lnTo>
                  <a:pt x="4317" y="10196"/>
                </a:lnTo>
                <a:lnTo>
                  <a:pt x="4458" y="10209"/>
                </a:lnTo>
                <a:lnTo>
                  <a:pt x="4611" y="10196"/>
                </a:lnTo>
                <a:lnTo>
                  <a:pt x="4739" y="10158"/>
                </a:lnTo>
                <a:lnTo>
                  <a:pt x="4868" y="10081"/>
                </a:lnTo>
                <a:lnTo>
                  <a:pt x="4970" y="10004"/>
                </a:lnTo>
                <a:lnTo>
                  <a:pt x="5060" y="9889"/>
                </a:lnTo>
                <a:lnTo>
                  <a:pt x="5137" y="9761"/>
                </a:lnTo>
                <a:lnTo>
                  <a:pt x="5175" y="9632"/>
                </a:lnTo>
                <a:lnTo>
                  <a:pt x="5188" y="9479"/>
                </a:lnTo>
                <a:lnTo>
                  <a:pt x="5188" y="4253"/>
                </a:lnTo>
                <a:lnTo>
                  <a:pt x="5175" y="4099"/>
                </a:lnTo>
                <a:lnTo>
                  <a:pt x="5137" y="3959"/>
                </a:lnTo>
                <a:lnTo>
                  <a:pt x="5060" y="3843"/>
                </a:lnTo>
                <a:lnTo>
                  <a:pt x="4970" y="3728"/>
                </a:lnTo>
                <a:lnTo>
                  <a:pt x="4868" y="3638"/>
                </a:lnTo>
                <a:lnTo>
                  <a:pt x="4739" y="3574"/>
                </a:lnTo>
                <a:lnTo>
                  <a:pt x="4611" y="3536"/>
                </a:lnTo>
                <a:lnTo>
                  <a:pt x="4458" y="3523"/>
                </a:lnTo>
                <a:lnTo>
                  <a:pt x="1461" y="3523"/>
                </a:lnTo>
                <a:lnTo>
                  <a:pt x="1461" y="731"/>
                </a:lnTo>
                <a:lnTo>
                  <a:pt x="1448" y="577"/>
                </a:lnTo>
                <a:lnTo>
                  <a:pt x="1409" y="436"/>
                </a:lnTo>
                <a:lnTo>
                  <a:pt x="1333" y="321"/>
                </a:lnTo>
                <a:lnTo>
                  <a:pt x="1243" y="206"/>
                </a:lnTo>
                <a:lnTo>
                  <a:pt x="1140" y="116"/>
                </a:lnTo>
                <a:lnTo>
                  <a:pt x="1012" y="52"/>
                </a:lnTo>
                <a:lnTo>
                  <a:pt x="884" y="14"/>
                </a:lnTo>
                <a:lnTo>
                  <a:pt x="73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4483829" y="1235414"/>
            <a:ext cx="77656" cy="430005"/>
          </a:xfrm>
          <a:custGeom>
            <a:rect b="b" l="l" r="r" t="t"/>
            <a:pathLst>
              <a:path extrusionOk="0" h="8018" w="1448">
                <a:moveTo>
                  <a:pt x="717" y="0"/>
                </a:moveTo>
                <a:lnTo>
                  <a:pt x="576" y="13"/>
                </a:lnTo>
                <a:lnTo>
                  <a:pt x="436" y="51"/>
                </a:lnTo>
                <a:lnTo>
                  <a:pt x="320" y="115"/>
                </a:lnTo>
                <a:lnTo>
                  <a:pt x="205" y="205"/>
                </a:lnTo>
                <a:lnTo>
                  <a:pt x="115" y="320"/>
                </a:lnTo>
                <a:lnTo>
                  <a:pt x="51" y="436"/>
                </a:lnTo>
                <a:lnTo>
                  <a:pt x="13" y="576"/>
                </a:lnTo>
                <a:lnTo>
                  <a:pt x="0" y="717"/>
                </a:lnTo>
                <a:lnTo>
                  <a:pt x="0" y="7288"/>
                </a:lnTo>
                <a:lnTo>
                  <a:pt x="13" y="7441"/>
                </a:lnTo>
                <a:lnTo>
                  <a:pt x="51" y="7570"/>
                </a:lnTo>
                <a:lnTo>
                  <a:pt x="115" y="7698"/>
                </a:lnTo>
                <a:lnTo>
                  <a:pt x="205" y="7813"/>
                </a:lnTo>
                <a:lnTo>
                  <a:pt x="320" y="7890"/>
                </a:lnTo>
                <a:lnTo>
                  <a:pt x="436" y="7967"/>
                </a:lnTo>
                <a:lnTo>
                  <a:pt x="576" y="8005"/>
                </a:lnTo>
                <a:lnTo>
                  <a:pt x="717" y="8018"/>
                </a:lnTo>
                <a:lnTo>
                  <a:pt x="871" y="8005"/>
                </a:lnTo>
                <a:lnTo>
                  <a:pt x="1012" y="7967"/>
                </a:lnTo>
                <a:lnTo>
                  <a:pt x="1127" y="7890"/>
                </a:lnTo>
                <a:lnTo>
                  <a:pt x="1242" y="7813"/>
                </a:lnTo>
                <a:lnTo>
                  <a:pt x="1332" y="7698"/>
                </a:lnTo>
                <a:lnTo>
                  <a:pt x="1396" y="7570"/>
                </a:lnTo>
                <a:lnTo>
                  <a:pt x="1435" y="7441"/>
                </a:lnTo>
                <a:lnTo>
                  <a:pt x="1447" y="7288"/>
                </a:lnTo>
                <a:lnTo>
                  <a:pt x="1447" y="717"/>
                </a:lnTo>
                <a:lnTo>
                  <a:pt x="1435" y="576"/>
                </a:lnTo>
                <a:lnTo>
                  <a:pt x="1396" y="436"/>
                </a:lnTo>
                <a:lnTo>
                  <a:pt x="1332" y="320"/>
                </a:lnTo>
                <a:lnTo>
                  <a:pt x="1242" y="205"/>
                </a:lnTo>
                <a:lnTo>
                  <a:pt x="1127" y="115"/>
                </a:lnTo>
                <a:lnTo>
                  <a:pt x="1012" y="51"/>
                </a:lnTo>
                <a:lnTo>
                  <a:pt x="871" y="13"/>
                </a:lnTo>
                <a:lnTo>
                  <a:pt x="71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4665146" y="1071901"/>
            <a:ext cx="228088" cy="593523"/>
          </a:xfrm>
          <a:custGeom>
            <a:rect b="b" l="l" r="r" t="t"/>
            <a:pathLst>
              <a:path extrusionOk="0" h="11067" w="4253">
                <a:moveTo>
                  <a:pt x="3522" y="1"/>
                </a:moveTo>
                <a:lnTo>
                  <a:pt x="3369" y="14"/>
                </a:lnTo>
                <a:lnTo>
                  <a:pt x="3241" y="52"/>
                </a:lnTo>
                <a:lnTo>
                  <a:pt x="3113" y="116"/>
                </a:lnTo>
                <a:lnTo>
                  <a:pt x="3010" y="206"/>
                </a:lnTo>
                <a:lnTo>
                  <a:pt x="2921" y="321"/>
                </a:lnTo>
                <a:lnTo>
                  <a:pt x="2856" y="436"/>
                </a:lnTo>
                <a:lnTo>
                  <a:pt x="2805" y="577"/>
                </a:lnTo>
                <a:lnTo>
                  <a:pt x="2792" y="731"/>
                </a:lnTo>
                <a:lnTo>
                  <a:pt x="2792" y="6200"/>
                </a:lnTo>
                <a:lnTo>
                  <a:pt x="128" y="9914"/>
                </a:lnTo>
                <a:lnTo>
                  <a:pt x="64" y="10042"/>
                </a:lnTo>
                <a:lnTo>
                  <a:pt x="13" y="10183"/>
                </a:lnTo>
                <a:lnTo>
                  <a:pt x="0" y="10324"/>
                </a:lnTo>
                <a:lnTo>
                  <a:pt x="13" y="10465"/>
                </a:lnTo>
                <a:lnTo>
                  <a:pt x="39" y="10593"/>
                </a:lnTo>
                <a:lnTo>
                  <a:pt x="103" y="10721"/>
                </a:lnTo>
                <a:lnTo>
                  <a:pt x="192" y="10836"/>
                </a:lnTo>
                <a:lnTo>
                  <a:pt x="308" y="10939"/>
                </a:lnTo>
                <a:lnTo>
                  <a:pt x="397" y="10990"/>
                </a:lnTo>
                <a:lnTo>
                  <a:pt x="513" y="11041"/>
                </a:lnTo>
                <a:lnTo>
                  <a:pt x="615" y="11067"/>
                </a:lnTo>
                <a:lnTo>
                  <a:pt x="807" y="11067"/>
                </a:lnTo>
                <a:lnTo>
                  <a:pt x="897" y="11054"/>
                </a:lnTo>
                <a:lnTo>
                  <a:pt x="974" y="11028"/>
                </a:lnTo>
                <a:lnTo>
                  <a:pt x="1051" y="10990"/>
                </a:lnTo>
                <a:lnTo>
                  <a:pt x="1127" y="10952"/>
                </a:lnTo>
                <a:lnTo>
                  <a:pt x="1204" y="10900"/>
                </a:lnTo>
                <a:lnTo>
                  <a:pt x="1268" y="10836"/>
                </a:lnTo>
                <a:lnTo>
                  <a:pt x="1320" y="10759"/>
                </a:lnTo>
                <a:lnTo>
                  <a:pt x="4112" y="6866"/>
                </a:lnTo>
                <a:lnTo>
                  <a:pt x="4176" y="6763"/>
                </a:lnTo>
                <a:lnTo>
                  <a:pt x="4214" y="6661"/>
                </a:lnTo>
                <a:lnTo>
                  <a:pt x="4240" y="6546"/>
                </a:lnTo>
                <a:lnTo>
                  <a:pt x="4253" y="6443"/>
                </a:lnTo>
                <a:lnTo>
                  <a:pt x="4253" y="731"/>
                </a:lnTo>
                <a:lnTo>
                  <a:pt x="4240" y="577"/>
                </a:lnTo>
                <a:lnTo>
                  <a:pt x="4189" y="436"/>
                </a:lnTo>
                <a:lnTo>
                  <a:pt x="4124" y="321"/>
                </a:lnTo>
                <a:lnTo>
                  <a:pt x="4035" y="206"/>
                </a:lnTo>
                <a:lnTo>
                  <a:pt x="3932" y="116"/>
                </a:lnTo>
                <a:lnTo>
                  <a:pt x="3804" y="52"/>
                </a:lnTo>
                <a:lnTo>
                  <a:pt x="3663" y="14"/>
                </a:lnTo>
                <a:lnTo>
                  <a:pt x="352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4573763" y="3941668"/>
            <a:ext cx="1086705" cy="535817"/>
          </a:xfrm>
          <a:custGeom>
            <a:rect b="b" l="l" r="r" t="t"/>
            <a:pathLst>
              <a:path extrusionOk="0" h="9991" w="20263">
                <a:moveTo>
                  <a:pt x="731" y="0"/>
                </a:moveTo>
                <a:lnTo>
                  <a:pt x="590" y="13"/>
                </a:lnTo>
                <a:lnTo>
                  <a:pt x="449" y="51"/>
                </a:lnTo>
                <a:lnTo>
                  <a:pt x="321" y="128"/>
                </a:lnTo>
                <a:lnTo>
                  <a:pt x="219" y="218"/>
                </a:lnTo>
                <a:lnTo>
                  <a:pt x="129" y="320"/>
                </a:lnTo>
                <a:lnTo>
                  <a:pt x="65" y="448"/>
                </a:lnTo>
                <a:lnTo>
                  <a:pt x="14" y="577"/>
                </a:lnTo>
                <a:lnTo>
                  <a:pt x="1" y="730"/>
                </a:lnTo>
                <a:lnTo>
                  <a:pt x="1" y="9260"/>
                </a:lnTo>
                <a:lnTo>
                  <a:pt x="14" y="9401"/>
                </a:lnTo>
                <a:lnTo>
                  <a:pt x="65" y="9542"/>
                </a:lnTo>
                <a:lnTo>
                  <a:pt x="129" y="9670"/>
                </a:lnTo>
                <a:lnTo>
                  <a:pt x="219" y="9773"/>
                </a:lnTo>
                <a:lnTo>
                  <a:pt x="321" y="9862"/>
                </a:lnTo>
                <a:lnTo>
                  <a:pt x="449" y="9926"/>
                </a:lnTo>
                <a:lnTo>
                  <a:pt x="590" y="9978"/>
                </a:lnTo>
                <a:lnTo>
                  <a:pt x="731" y="9990"/>
                </a:lnTo>
                <a:lnTo>
                  <a:pt x="19533" y="9990"/>
                </a:lnTo>
                <a:lnTo>
                  <a:pt x="19674" y="9978"/>
                </a:lnTo>
                <a:lnTo>
                  <a:pt x="19815" y="9926"/>
                </a:lnTo>
                <a:lnTo>
                  <a:pt x="19943" y="9862"/>
                </a:lnTo>
                <a:lnTo>
                  <a:pt x="20045" y="9773"/>
                </a:lnTo>
                <a:lnTo>
                  <a:pt x="20135" y="9670"/>
                </a:lnTo>
                <a:lnTo>
                  <a:pt x="20199" y="9542"/>
                </a:lnTo>
                <a:lnTo>
                  <a:pt x="20237" y="9401"/>
                </a:lnTo>
                <a:lnTo>
                  <a:pt x="20263" y="9260"/>
                </a:lnTo>
                <a:lnTo>
                  <a:pt x="20237" y="9107"/>
                </a:lnTo>
                <a:lnTo>
                  <a:pt x="20199" y="8979"/>
                </a:lnTo>
                <a:lnTo>
                  <a:pt x="20135" y="8850"/>
                </a:lnTo>
                <a:lnTo>
                  <a:pt x="20045" y="8748"/>
                </a:lnTo>
                <a:lnTo>
                  <a:pt x="19943" y="8658"/>
                </a:lnTo>
                <a:lnTo>
                  <a:pt x="19815" y="8582"/>
                </a:lnTo>
                <a:lnTo>
                  <a:pt x="19674" y="8543"/>
                </a:lnTo>
                <a:lnTo>
                  <a:pt x="19533" y="8530"/>
                </a:lnTo>
                <a:lnTo>
                  <a:pt x="1461" y="8530"/>
                </a:lnTo>
                <a:lnTo>
                  <a:pt x="1461" y="730"/>
                </a:lnTo>
                <a:lnTo>
                  <a:pt x="1448" y="577"/>
                </a:lnTo>
                <a:lnTo>
                  <a:pt x="1410" y="448"/>
                </a:lnTo>
                <a:lnTo>
                  <a:pt x="1333" y="320"/>
                </a:lnTo>
                <a:lnTo>
                  <a:pt x="1243" y="218"/>
                </a:lnTo>
                <a:lnTo>
                  <a:pt x="1141" y="128"/>
                </a:lnTo>
                <a:lnTo>
                  <a:pt x="1013" y="51"/>
                </a:lnTo>
                <a:lnTo>
                  <a:pt x="885" y="13"/>
                </a:lnTo>
                <a:lnTo>
                  <a:pt x="7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4393143" y="3958829"/>
            <a:ext cx="1267331" cy="728832"/>
          </a:xfrm>
          <a:custGeom>
            <a:rect b="b" l="l" r="r" t="t"/>
            <a:pathLst>
              <a:path extrusionOk="0" h="13590" w="23631">
                <a:moveTo>
                  <a:pt x="730" y="0"/>
                </a:moveTo>
                <a:lnTo>
                  <a:pt x="577" y="13"/>
                </a:lnTo>
                <a:lnTo>
                  <a:pt x="449" y="52"/>
                </a:lnTo>
                <a:lnTo>
                  <a:pt x="321" y="128"/>
                </a:lnTo>
                <a:lnTo>
                  <a:pt x="205" y="218"/>
                </a:lnTo>
                <a:lnTo>
                  <a:pt x="129" y="321"/>
                </a:lnTo>
                <a:lnTo>
                  <a:pt x="52" y="449"/>
                </a:lnTo>
                <a:lnTo>
                  <a:pt x="13" y="577"/>
                </a:lnTo>
                <a:lnTo>
                  <a:pt x="0" y="730"/>
                </a:lnTo>
                <a:lnTo>
                  <a:pt x="0" y="12860"/>
                </a:lnTo>
                <a:lnTo>
                  <a:pt x="13" y="13000"/>
                </a:lnTo>
                <a:lnTo>
                  <a:pt x="52" y="13141"/>
                </a:lnTo>
                <a:lnTo>
                  <a:pt x="129" y="13269"/>
                </a:lnTo>
                <a:lnTo>
                  <a:pt x="205" y="13372"/>
                </a:lnTo>
                <a:lnTo>
                  <a:pt x="321" y="13462"/>
                </a:lnTo>
                <a:lnTo>
                  <a:pt x="449" y="13526"/>
                </a:lnTo>
                <a:lnTo>
                  <a:pt x="577" y="13577"/>
                </a:lnTo>
                <a:lnTo>
                  <a:pt x="730" y="13590"/>
                </a:lnTo>
                <a:lnTo>
                  <a:pt x="22901" y="13590"/>
                </a:lnTo>
                <a:lnTo>
                  <a:pt x="23042" y="13577"/>
                </a:lnTo>
                <a:lnTo>
                  <a:pt x="23183" y="13526"/>
                </a:lnTo>
                <a:lnTo>
                  <a:pt x="23311" y="13462"/>
                </a:lnTo>
                <a:lnTo>
                  <a:pt x="23413" y="13372"/>
                </a:lnTo>
                <a:lnTo>
                  <a:pt x="23503" y="13269"/>
                </a:lnTo>
                <a:lnTo>
                  <a:pt x="23567" y="13141"/>
                </a:lnTo>
                <a:lnTo>
                  <a:pt x="23605" y="13000"/>
                </a:lnTo>
                <a:lnTo>
                  <a:pt x="23631" y="12860"/>
                </a:lnTo>
                <a:lnTo>
                  <a:pt x="23605" y="12706"/>
                </a:lnTo>
                <a:lnTo>
                  <a:pt x="23567" y="12578"/>
                </a:lnTo>
                <a:lnTo>
                  <a:pt x="23503" y="12450"/>
                </a:lnTo>
                <a:lnTo>
                  <a:pt x="23413" y="12347"/>
                </a:lnTo>
                <a:lnTo>
                  <a:pt x="23311" y="12258"/>
                </a:lnTo>
                <a:lnTo>
                  <a:pt x="23183" y="12181"/>
                </a:lnTo>
                <a:lnTo>
                  <a:pt x="23042" y="12142"/>
                </a:lnTo>
                <a:lnTo>
                  <a:pt x="22901" y="12129"/>
                </a:lnTo>
                <a:lnTo>
                  <a:pt x="1461" y="12129"/>
                </a:lnTo>
                <a:lnTo>
                  <a:pt x="1461" y="730"/>
                </a:lnTo>
                <a:lnTo>
                  <a:pt x="1435" y="577"/>
                </a:lnTo>
                <a:lnTo>
                  <a:pt x="1396" y="449"/>
                </a:lnTo>
                <a:lnTo>
                  <a:pt x="1332" y="321"/>
                </a:lnTo>
                <a:lnTo>
                  <a:pt x="1243" y="218"/>
                </a:lnTo>
                <a:lnTo>
                  <a:pt x="1128" y="128"/>
                </a:lnTo>
                <a:lnTo>
                  <a:pt x="1012" y="52"/>
                </a:lnTo>
                <a:lnTo>
                  <a:pt x="871" y="13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4755134" y="3941668"/>
            <a:ext cx="905328" cy="325641"/>
          </a:xfrm>
          <a:custGeom>
            <a:rect b="b" l="l" r="r" t="t"/>
            <a:pathLst>
              <a:path extrusionOk="0" h="6072" w="16881">
                <a:moveTo>
                  <a:pt x="730" y="0"/>
                </a:moveTo>
                <a:lnTo>
                  <a:pt x="577" y="26"/>
                </a:lnTo>
                <a:lnTo>
                  <a:pt x="436" y="64"/>
                </a:lnTo>
                <a:lnTo>
                  <a:pt x="320" y="128"/>
                </a:lnTo>
                <a:lnTo>
                  <a:pt x="205" y="218"/>
                </a:lnTo>
                <a:lnTo>
                  <a:pt x="115" y="333"/>
                </a:lnTo>
                <a:lnTo>
                  <a:pt x="51" y="448"/>
                </a:lnTo>
                <a:lnTo>
                  <a:pt x="13" y="589"/>
                </a:lnTo>
                <a:lnTo>
                  <a:pt x="0" y="730"/>
                </a:lnTo>
                <a:lnTo>
                  <a:pt x="0" y="5341"/>
                </a:lnTo>
                <a:lnTo>
                  <a:pt x="13" y="5482"/>
                </a:lnTo>
                <a:lnTo>
                  <a:pt x="51" y="5623"/>
                </a:lnTo>
                <a:lnTo>
                  <a:pt x="115" y="5751"/>
                </a:lnTo>
                <a:lnTo>
                  <a:pt x="205" y="5853"/>
                </a:lnTo>
                <a:lnTo>
                  <a:pt x="320" y="5943"/>
                </a:lnTo>
                <a:lnTo>
                  <a:pt x="436" y="6007"/>
                </a:lnTo>
                <a:lnTo>
                  <a:pt x="577" y="6058"/>
                </a:lnTo>
                <a:lnTo>
                  <a:pt x="730" y="6071"/>
                </a:lnTo>
                <a:lnTo>
                  <a:pt x="16151" y="6071"/>
                </a:lnTo>
                <a:lnTo>
                  <a:pt x="16292" y="6058"/>
                </a:lnTo>
                <a:lnTo>
                  <a:pt x="16433" y="6007"/>
                </a:lnTo>
                <a:lnTo>
                  <a:pt x="16561" y="5943"/>
                </a:lnTo>
                <a:lnTo>
                  <a:pt x="16663" y="5853"/>
                </a:lnTo>
                <a:lnTo>
                  <a:pt x="16753" y="5751"/>
                </a:lnTo>
                <a:lnTo>
                  <a:pt x="16817" y="5623"/>
                </a:lnTo>
                <a:lnTo>
                  <a:pt x="16855" y="5482"/>
                </a:lnTo>
                <a:lnTo>
                  <a:pt x="16881" y="5341"/>
                </a:lnTo>
                <a:lnTo>
                  <a:pt x="16855" y="5187"/>
                </a:lnTo>
                <a:lnTo>
                  <a:pt x="16817" y="5059"/>
                </a:lnTo>
                <a:lnTo>
                  <a:pt x="16753" y="4931"/>
                </a:lnTo>
                <a:lnTo>
                  <a:pt x="16663" y="4829"/>
                </a:lnTo>
                <a:lnTo>
                  <a:pt x="16561" y="4739"/>
                </a:lnTo>
                <a:lnTo>
                  <a:pt x="16433" y="4662"/>
                </a:lnTo>
                <a:lnTo>
                  <a:pt x="16292" y="4624"/>
                </a:lnTo>
                <a:lnTo>
                  <a:pt x="16151" y="4611"/>
                </a:lnTo>
                <a:lnTo>
                  <a:pt x="1460" y="4611"/>
                </a:lnTo>
                <a:lnTo>
                  <a:pt x="1460" y="730"/>
                </a:lnTo>
                <a:lnTo>
                  <a:pt x="1435" y="589"/>
                </a:lnTo>
                <a:lnTo>
                  <a:pt x="1396" y="448"/>
                </a:lnTo>
                <a:lnTo>
                  <a:pt x="1332" y="333"/>
                </a:lnTo>
                <a:lnTo>
                  <a:pt x="1243" y="218"/>
                </a:lnTo>
                <a:lnTo>
                  <a:pt x="1127" y="128"/>
                </a:lnTo>
                <a:lnTo>
                  <a:pt x="1012" y="64"/>
                </a:lnTo>
                <a:lnTo>
                  <a:pt x="871" y="26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3296926" y="1725149"/>
            <a:ext cx="2450837" cy="1939797"/>
          </a:xfrm>
          <a:custGeom>
            <a:rect b="b" l="l" r="r" t="t"/>
            <a:pathLst>
              <a:path extrusionOk="0" h="36170" w="45699">
                <a:moveTo>
                  <a:pt x="0" y="0"/>
                </a:moveTo>
                <a:lnTo>
                  <a:pt x="0" y="36170"/>
                </a:lnTo>
                <a:lnTo>
                  <a:pt x="45699" y="36170"/>
                </a:lnTo>
                <a:lnTo>
                  <a:pt x="45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3501572" y="1929152"/>
            <a:ext cx="2042177" cy="1531780"/>
          </a:xfrm>
          <a:custGeom>
            <a:rect b="b" l="l" r="r" t="t"/>
            <a:pathLst>
              <a:path extrusionOk="0" h="28562" w="38079">
                <a:moveTo>
                  <a:pt x="1" y="0"/>
                </a:moveTo>
                <a:lnTo>
                  <a:pt x="1" y="28562"/>
                </a:lnTo>
                <a:lnTo>
                  <a:pt x="38079" y="28562"/>
                </a:lnTo>
                <a:lnTo>
                  <a:pt x="380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3583301" y="1985462"/>
            <a:ext cx="1878713" cy="1419157"/>
          </a:xfrm>
          <a:custGeom>
            <a:rect b="b" l="l" r="r" t="t"/>
            <a:pathLst>
              <a:path extrusionOk="0" h="26462" w="35031">
                <a:moveTo>
                  <a:pt x="1" y="0"/>
                </a:moveTo>
                <a:lnTo>
                  <a:pt x="1" y="26461"/>
                </a:lnTo>
                <a:lnTo>
                  <a:pt x="35030" y="26461"/>
                </a:lnTo>
                <a:lnTo>
                  <a:pt x="350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4083386" y="3664837"/>
            <a:ext cx="878567" cy="94174"/>
          </a:xfrm>
          <a:custGeom>
            <a:rect b="b" l="l" r="r" t="t"/>
            <a:pathLst>
              <a:path extrusionOk="0" h="1756" w="16382">
                <a:moveTo>
                  <a:pt x="0" y="1"/>
                </a:moveTo>
                <a:lnTo>
                  <a:pt x="3433" y="1755"/>
                </a:lnTo>
                <a:lnTo>
                  <a:pt x="12949" y="1755"/>
                </a:lnTo>
                <a:lnTo>
                  <a:pt x="1638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165115" y="3844815"/>
            <a:ext cx="715102" cy="94121"/>
          </a:xfrm>
          <a:custGeom>
            <a:rect b="b" l="l" r="r" t="t"/>
            <a:pathLst>
              <a:path extrusionOk="0" h="1755" w="13334">
                <a:moveTo>
                  <a:pt x="1909" y="0"/>
                </a:moveTo>
                <a:lnTo>
                  <a:pt x="0" y="1755"/>
                </a:lnTo>
                <a:lnTo>
                  <a:pt x="13333" y="1755"/>
                </a:lnTo>
                <a:lnTo>
                  <a:pt x="1142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4267438" y="3758955"/>
            <a:ext cx="509753" cy="85915"/>
          </a:xfrm>
          <a:custGeom>
            <a:rect b="b" l="l" r="r" t="t"/>
            <a:pathLst>
              <a:path extrusionOk="0" h="1602" w="9505">
                <a:moveTo>
                  <a:pt x="1" y="0"/>
                </a:moveTo>
                <a:lnTo>
                  <a:pt x="1" y="1601"/>
                </a:lnTo>
                <a:lnTo>
                  <a:pt x="9504" y="1601"/>
                </a:lnTo>
                <a:lnTo>
                  <a:pt x="95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4188444" y="1626205"/>
            <a:ext cx="668391" cy="99001"/>
          </a:xfrm>
          <a:custGeom>
            <a:rect b="b" l="l" r="r" t="t"/>
            <a:pathLst>
              <a:path extrusionOk="0" h="1846" w="12463">
                <a:moveTo>
                  <a:pt x="1704" y="1"/>
                </a:moveTo>
                <a:lnTo>
                  <a:pt x="1538" y="14"/>
                </a:lnTo>
                <a:lnTo>
                  <a:pt x="1358" y="39"/>
                </a:lnTo>
                <a:lnTo>
                  <a:pt x="1205" y="78"/>
                </a:lnTo>
                <a:lnTo>
                  <a:pt x="1038" y="142"/>
                </a:lnTo>
                <a:lnTo>
                  <a:pt x="897" y="206"/>
                </a:lnTo>
                <a:lnTo>
                  <a:pt x="756" y="295"/>
                </a:lnTo>
                <a:lnTo>
                  <a:pt x="615" y="398"/>
                </a:lnTo>
                <a:lnTo>
                  <a:pt x="500" y="500"/>
                </a:lnTo>
                <a:lnTo>
                  <a:pt x="385" y="628"/>
                </a:lnTo>
                <a:lnTo>
                  <a:pt x="295" y="756"/>
                </a:lnTo>
                <a:lnTo>
                  <a:pt x="206" y="897"/>
                </a:lnTo>
                <a:lnTo>
                  <a:pt x="129" y="1051"/>
                </a:lnTo>
                <a:lnTo>
                  <a:pt x="78" y="1205"/>
                </a:lnTo>
                <a:lnTo>
                  <a:pt x="39" y="1371"/>
                </a:lnTo>
                <a:lnTo>
                  <a:pt x="13" y="1538"/>
                </a:lnTo>
                <a:lnTo>
                  <a:pt x="1" y="1717"/>
                </a:lnTo>
                <a:lnTo>
                  <a:pt x="1" y="1845"/>
                </a:lnTo>
                <a:lnTo>
                  <a:pt x="12463" y="1845"/>
                </a:lnTo>
                <a:lnTo>
                  <a:pt x="12463" y="1717"/>
                </a:lnTo>
                <a:lnTo>
                  <a:pt x="12450" y="1538"/>
                </a:lnTo>
                <a:lnTo>
                  <a:pt x="12424" y="1371"/>
                </a:lnTo>
                <a:lnTo>
                  <a:pt x="12386" y="1205"/>
                </a:lnTo>
                <a:lnTo>
                  <a:pt x="12322" y="1051"/>
                </a:lnTo>
                <a:lnTo>
                  <a:pt x="12258" y="897"/>
                </a:lnTo>
                <a:lnTo>
                  <a:pt x="12168" y="756"/>
                </a:lnTo>
                <a:lnTo>
                  <a:pt x="12066" y="628"/>
                </a:lnTo>
                <a:lnTo>
                  <a:pt x="11963" y="500"/>
                </a:lnTo>
                <a:lnTo>
                  <a:pt x="11835" y="398"/>
                </a:lnTo>
                <a:lnTo>
                  <a:pt x="11707" y="295"/>
                </a:lnTo>
                <a:lnTo>
                  <a:pt x="11566" y="206"/>
                </a:lnTo>
                <a:lnTo>
                  <a:pt x="11412" y="142"/>
                </a:lnTo>
                <a:lnTo>
                  <a:pt x="11259" y="78"/>
                </a:lnTo>
                <a:lnTo>
                  <a:pt x="11092" y="39"/>
                </a:lnTo>
                <a:lnTo>
                  <a:pt x="10926" y="14"/>
                </a:lnTo>
                <a:lnTo>
                  <a:pt x="107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4056572" y="1081554"/>
            <a:ext cx="149789" cy="150486"/>
          </a:xfrm>
          <a:custGeom>
            <a:rect b="b" l="l" r="r" t="t"/>
            <a:pathLst>
              <a:path extrusionOk="0" h="2806" w="2793">
                <a:moveTo>
                  <a:pt x="1397" y="0"/>
                </a:moveTo>
                <a:lnTo>
                  <a:pt x="1256" y="13"/>
                </a:lnTo>
                <a:lnTo>
                  <a:pt x="1115" y="26"/>
                </a:lnTo>
                <a:lnTo>
                  <a:pt x="987" y="64"/>
                </a:lnTo>
                <a:lnTo>
                  <a:pt x="859" y="115"/>
                </a:lnTo>
                <a:lnTo>
                  <a:pt x="731" y="167"/>
                </a:lnTo>
                <a:lnTo>
                  <a:pt x="615" y="243"/>
                </a:lnTo>
                <a:lnTo>
                  <a:pt x="513" y="320"/>
                </a:lnTo>
                <a:lnTo>
                  <a:pt x="410" y="410"/>
                </a:lnTo>
                <a:lnTo>
                  <a:pt x="321" y="512"/>
                </a:lnTo>
                <a:lnTo>
                  <a:pt x="231" y="615"/>
                </a:lnTo>
                <a:lnTo>
                  <a:pt x="167" y="730"/>
                </a:lnTo>
                <a:lnTo>
                  <a:pt x="103" y="858"/>
                </a:lnTo>
                <a:lnTo>
                  <a:pt x="65" y="986"/>
                </a:lnTo>
                <a:lnTo>
                  <a:pt x="26" y="1114"/>
                </a:lnTo>
                <a:lnTo>
                  <a:pt x="1" y="1255"/>
                </a:lnTo>
                <a:lnTo>
                  <a:pt x="1" y="1409"/>
                </a:lnTo>
                <a:lnTo>
                  <a:pt x="1" y="1550"/>
                </a:lnTo>
                <a:lnTo>
                  <a:pt x="26" y="1691"/>
                </a:lnTo>
                <a:lnTo>
                  <a:pt x="65" y="1819"/>
                </a:lnTo>
                <a:lnTo>
                  <a:pt x="103" y="1947"/>
                </a:lnTo>
                <a:lnTo>
                  <a:pt x="167" y="2075"/>
                </a:lnTo>
                <a:lnTo>
                  <a:pt x="231" y="2190"/>
                </a:lnTo>
                <a:lnTo>
                  <a:pt x="321" y="2293"/>
                </a:lnTo>
                <a:lnTo>
                  <a:pt x="410" y="2395"/>
                </a:lnTo>
                <a:lnTo>
                  <a:pt x="513" y="2485"/>
                </a:lnTo>
                <a:lnTo>
                  <a:pt x="615" y="2562"/>
                </a:lnTo>
                <a:lnTo>
                  <a:pt x="731" y="2639"/>
                </a:lnTo>
                <a:lnTo>
                  <a:pt x="859" y="2690"/>
                </a:lnTo>
                <a:lnTo>
                  <a:pt x="987" y="2741"/>
                </a:lnTo>
                <a:lnTo>
                  <a:pt x="1115" y="2779"/>
                </a:lnTo>
                <a:lnTo>
                  <a:pt x="1256" y="2792"/>
                </a:lnTo>
                <a:lnTo>
                  <a:pt x="1397" y="2805"/>
                </a:lnTo>
                <a:lnTo>
                  <a:pt x="1538" y="2792"/>
                </a:lnTo>
                <a:lnTo>
                  <a:pt x="1678" y="2779"/>
                </a:lnTo>
                <a:lnTo>
                  <a:pt x="1819" y="2741"/>
                </a:lnTo>
                <a:lnTo>
                  <a:pt x="1947" y="2690"/>
                </a:lnTo>
                <a:lnTo>
                  <a:pt x="2063" y="2639"/>
                </a:lnTo>
                <a:lnTo>
                  <a:pt x="2178" y="2562"/>
                </a:lnTo>
                <a:lnTo>
                  <a:pt x="2293" y="2485"/>
                </a:lnTo>
                <a:lnTo>
                  <a:pt x="2383" y="2395"/>
                </a:lnTo>
                <a:lnTo>
                  <a:pt x="2472" y="2293"/>
                </a:lnTo>
                <a:lnTo>
                  <a:pt x="2562" y="2190"/>
                </a:lnTo>
                <a:lnTo>
                  <a:pt x="2626" y="2075"/>
                </a:lnTo>
                <a:lnTo>
                  <a:pt x="2690" y="1947"/>
                </a:lnTo>
                <a:lnTo>
                  <a:pt x="2741" y="1819"/>
                </a:lnTo>
                <a:lnTo>
                  <a:pt x="2767" y="1691"/>
                </a:lnTo>
                <a:lnTo>
                  <a:pt x="2793" y="1550"/>
                </a:lnTo>
                <a:lnTo>
                  <a:pt x="2793" y="1409"/>
                </a:lnTo>
                <a:lnTo>
                  <a:pt x="2793" y="1255"/>
                </a:lnTo>
                <a:lnTo>
                  <a:pt x="2767" y="1114"/>
                </a:lnTo>
                <a:lnTo>
                  <a:pt x="2741" y="986"/>
                </a:lnTo>
                <a:lnTo>
                  <a:pt x="2690" y="858"/>
                </a:lnTo>
                <a:lnTo>
                  <a:pt x="2626" y="730"/>
                </a:lnTo>
                <a:lnTo>
                  <a:pt x="2562" y="615"/>
                </a:lnTo>
                <a:lnTo>
                  <a:pt x="2472" y="512"/>
                </a:lnTo>
                <a:lnTo>
                  <a:pt x="2383" y="410"/>
                </a:lnTo>
                <a:lnTo>
                  <a:pt x="2293" y="320"/>
                </a:lnTo>
                <a:lnTo>
                  <a:pt x="2178" y="243"/>
                </a:lnTo>
                <a:lnTo>
                  <a:pt x="2063" y="167"/>
                </a:lnTo>
                <a:lnTo>
                  <a:pt x="1947" y="115"/>
                </a:lnTo>
                <a:lnTo>
                  <a:pt x="1819" y="64"/>
                </a:lnTo>
                <a:lnTo>
                  <a:pt x="1678" y="26"/>
                </a:lnTo>
                <a:lnTo>
                  <a:pt x="1538" y="13"/>
                </a:lnTo>
                <a:lnTo>
                  <a:pt x="13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447415" y="1199000"/>
            <a:ext cx="150486" cy="150486"/>
          </a:xfrm>
          <a:custGeom>
            <a:rect b="b" l="l" r="r" t="t"/>
            <a:pathLst>
              <a:path extrusionOk="0" h="2806" w="2806">
                <a:moveTo>
                  <a:pt x="1396" y="0"/>
                </a:moveTo>
                <a:lnTo>
                  <a:pt x="1255" y="13"/>
                </a:lnTo>
                <a:lnTo>
                  <a:pt x="1115" y="26"/>
                </a:lnTo>
                <a:lnTo>
                  <a:pt x="986" y="64"/>
                </a:lnTo>
                <a:lnTo>
                  <a:pt x="858" y="116"/>
                </a:lnTo>
                <a:lnTo>
                  <a:pt x="730" y="167"/>
                </a:lnTo>
                <a:lnTo>
                  <a:pt x="615" y="244"/>
                </a:lnTo>
                <a:lnTo>
                  <a:pt x="513" y="320"/>
                </a:lnTo>
                <a:lnTo>
                  <a:pt x="410" y="410"/>
                </a:lnTo>
                <a:lnTo>
                  <a:pt x="320" y="513"/>
                </a:lnTo>
                <a:lnTo>
                  <a:pt x="244" y="615"/>
                </a:lnTo>
                <a:lnTo>
                  <a:pt x="167" y="730"/>
                </a:lnTo>
                <a:lnTo>
                  <a:pt x="116" y="858"/>
                </a:lnTo>
                <a:lnTo>
                  <a:pt x="64" y="986"/>
                </a:lnTo>
                <a:lnTo>
                  <a:pt x="26" y="1115"/>
                </a:lnTo>
                <a:lnTo>
                  <a:pt x="13" y="1255"/>
                </a:lnTo>
                <a:lnTo>
                  <a:pt x="0" y="1396"/>
                </a:lnTo>
                <a:lnTo>
                  <a:pt x="13" y="1550"/>
                </a:lnTo>
                <a:lnTo>
                  <a:pt x="26" y="1691"/>
                </a:lnTo>
                <a:lnTo>
                  <a:pt x="64" y="1819"/>
                </a:lnTo>
                <a:lnTo>
                  <a:pt x="116" y="1947"/>
                </a:lnTo>
                <a:lnTo>
                  <a:pt x="167" y="2075"/>
                </a:lnTo>
                <a:lnTo>
                  <a:pt x="244" y="2190"/>
                </a:lnTo>
                <a:lnTo>
                  <a:pt x="320" y="2293"/>
                </a:lnTo>
                <a:lnTo>
                  <a:pt x="410" y="2395"/>
                </a:lnTo>
                <a:lnTo>
                  <a:pt x="513" y="2485"/>
                </a:lnTo>
                <a:lnTo>
                  <a:pt x="615" y="2562"/>
                </a:lnTo>
                <a:lnTo>
                  <a:pt x="730" y="2639"/>
                </a:lnTo>
                <a:lnTo>
                  <a:pt x="858" y="2690"/>
                </a:lnTo>
                <a:lnTo>
                  <a:pt x="986" y="2741"/>
                </a:lnTo>
                <a:lnTo>
                  <a:pt x="1115" y="2780"/>
                </a:lnTo>
                <a:lnTo>
                  <a:pt x="1255" y="2792"/>
                </a:lnTo>
                <a:lnTo>
                  <a:pt x="1396" y="2805"/>
                </a:lnTo>
                <a:lnTo>
                  <a:pt x="1550" y="2792"/>
                </a:lnTo>
                <a:lnTo>
                  <a:pt x="1678" y="2780"/>
                </a:lnTo>
                <a:lnTo>
                  <a:pt x="1819" y="2741"/>
                </a:lnTo>
                <a:lnTo>
                  <a:pt x="1947" y="2690"/>
                </a:lnTo>
                <a:lnTo>
                  <a:pt x="2075" y="2639"/>
                </a:lnTo>
                <a:lnTo>
                  <a:pt x="2190" y="2562"/>
                </a:lnTo>
                <a:lnTo>
                  <a:pt x="2293" y="2485"/>
                </a:lnTo>
                <a:lnTo>
                  <a:pt x="2395" y="2395"/>
                </a:lnTo>
                <a:lnTo>
                  <a:pt x="2485" y="2293"/>
                </a:lnTo>
                <a:lnTo>
                  <a:pt x="2562" y="2190"/>
                </a:lnTo>
                <a:lnTo>
                  <a:pt x="2639" y="2075"/>
                </a:lnTo>
                <a:lnTo>
                  <a:pt x="2690" y="1947"/>
                </a:lnTo>
                <a:lnTo>
                  <a:pt x="2741" y="1819"/>
                </a:lnTo>
                <a:lnTo>
                  <a:pt x="2780" y="1691"/>
                </a:lnTo>
                <a:lnTo>
                  <a:pt x="2792" y="1550"/>
                </a:lnTo>
                <a:lnTo>
                  <a:pt x="2805" y="1396"/>
                </a:lnTo>
                <a:lnTo>
                  <a:pt x="2792" y="1255"/>
                </a:lnTo>
                <a:lnTo>
                  <a:pt x="2780" y="1115"/>
                </a:lnTo>
                <a:lnTo>
                  <a:pt x="2741" y="986"/>
                </a:lnTo>
                <a:lnTo>
                  <a:pt x="2690" y="858"/>
                </a:lnTo>
                <a:lnTo>
                  <a:pt x="2639" y="730"/>
                </a:lnTo>
                <a:lnTo>
                  <a:pt x="2562" y="615"/>
                </a:lnTo>
                <a:lnTo>
                  <a:pt x="2485" y="513"/>
                </a:lnTo>
                <a:lnTo>
                  <a:pt x="2395" y="410"/>
                </a:lnTo>
                <a:lnTo>
                  <a:pt x="2293" y="320"/>
                </a:lnTo>
                <a:lnTo>
                  <a:pt x="2190" y="244"/>
                </a:lnTo>
                <a:lnTo>
                  <a:pt x="2075" y="167"/>
                </a:lnTo>
                <a:lnTo>
                  <a:pt x="1947" y="116"/>
                </a:lnTo>
                <a:lnTo>
                  <a:pt x="1819" y="64"/>
                </a:lnTo>
                <a:lnTo>
                  <a:pt x="1678" y="26"/>
                </a:lnTo>
                <a:lnTo>
                  <a:pt x="1550" y="13"/>
                </a:lnTo>
                <a:lnTo>
                  <a:pt x="13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4781895" y="1035541"/>
            <a:ext cx="149789" cy="150432"/>
          </a:xfrm>
          <a:custGeom>
            <a:rect b="b" l="l" r="r" t="t"/>
            <a:pathLst>
              <a:path extrusionOk="0" h="2805" w="2793">
                <a:moveTo>
                  <a:pt x="1397" y="0"/>
                </a:moveTo>
                <a:lnTo>
                  <a:pt x="1256" y="13"/>
                </a:lnTo>
                <a:lnTo>
                  <a:pt x="1115" y="26"/>
                </a:lnTo>
                <a:lnTo>
                  <a:pt x="974" y="64"/>
                </a:lnTo>
                <a:lnTo>
                  <a:pt x="846" y="115"/>
                </a:lnTo>
                <a:lnTo>
                  <a:pt x="731" y="167"/>
                </a:lnTo>
                <a:lnTo>
                  <a:pt x="615" y="243"/>
                </a:lnTo>
                <a:lnTo>
                  <a:pt x="500" y="320"/>
                </a:lnTo>
                <a:lnTo>
                  <a:pt x="411" y="410"/>
                </a:lnTo>
                <a:lnTo>
                  <a:pt x="321" y="512"/>
                </a:lnTo>
                <a:lnTo>
                  <a:pt x="231" y="615"/>
                </a:lnTo>
                <a:lnTo>
                  <a:pt x="167" y="730"/>
                </a:lnTo>
                <a:lnTo>
                  <a:pt x="103" y="858"/>
                </a:lnTo>
                <a:lnTo>
                  <a:pt x="65" y="986"/>
                </a:lnTo>
                <a:lnTo>
                  <a:pt x="26" y="1127"/>
                </a:lnTo>
                <a:lnTo>
                  <a:pt x="1" y="1255"/>
                </a:lnTo>
                <a:lnTo>
                  <a:pt x="1" y="1409"/>
                </a:lnTo>
                <a:lnTo>
                  <a:pt x="1" y="1550"/>
                </a:lnTo>
                <a:lnTo>
                  <a:pt x="26" y="1691"/>
                </a:lnTo>
                <a:lnTo>
                  <a:pt x="65" y="1819"/>
                </a:lnTo>
                <a:lnTo>
                  <a:pt x="103" y="1947"/>
                </a:lnTo>
                <a:lnTo>
                  <a:pt x="167" y="2075"/>
                </a:lnTo>
                <a:lnTo>
                  <a:pt x="231" y="2190"/>
                </a:lnTo>
                <a:lnTo>
                  <a:pt x="321" y="2293"/>
                </a:lnTo>
                <a:lnTo>
                  <a:pt x="411" y="2395"/>
                </a:lnTo>
                <a:lnTo>
                  <a:pt x="500" y="2485"/>
                </a:lnTo>
                <a:lnTo>
                  <a:pt x="615" y="2562"/>
                </a:lnTo>
                <a:lnTo>
                  <a:pt x="731" y="2638"/>
                </a:lnTo>
                <a:lnTo>
                  <a:pt x="846" y="2690"/>
                </a:lnTo>
                <a:lnTo>
                  <a:pt x="974" y="2741"/>
                </a:lnTo>
                <a:lnTo>
                  <a:pt x="1115" y="2779"/>
                </a:lnTo>
                <a:lnTo>
                  <a:pt x="1256" y="2792"/>
                </a:lnTo>
                <a:lnTo>
                  <a:pt x="1397" y="2805"/>
                </a:lnTo>
                <a:lnTo>
                  <a:pt x="1538" y="2792"/>
                </a:lnTo>
                <a:lnTo>
                  <a:pt x="1678" y="2779"/>
                </a:lnTo>
                <a:lnTo>
                  <a:pt x="1807" y="2741"/>
                </a:lnTo>
                <a:lnTo>
                  <a:pt x="1947" y="2690"/>
                </a:lnTo>
                <a:lnTo>
                  <a:pt x="2063" y="2638"/>
                </a:lnTo>
                <a:lnTo>
                  <a:pt x="2178" y="2562"/>
                </a:lnTo>
                <a:lnTo>
                  <a:pt x="2293" y="2485"/>
                </a:lnTo>
                <a:lnTo>
                  <a:pt x="2383" y="2395"/>
                </a:lnTo>
                <a:lnTo>
                  <a:pt x="2473" y="2293"/>
                </a:lnTo>
                <a:lnTo>
                  <a:pt x="2562" y="2190"/>
                </a:lnTo>
                <a:lnTo>
                  <a:pt x="2626" y="2075"/>
                </a:lnTo>
                <a:lnTo>
                  <a:pt x="2690" y="1947"/>
                </a:lnTo>
                <a:lnTo>
                  <a:pt x="2729" y="1819"/>
                </a:lnTo>
                <a:lnTo>
                  <a:pt x="2767" y="1691"/>
                </a:lnTo>
                <a:lnTo>
                  <a:pt x="2793" y="1550"/>
                </a:lnTo>
                <a:lnTo>
                  <a:pt x="2793" y="1409"/>
                </a:lnTo>
                <a:lnTo>
                  <a:pt x="2793" y="1255"/>
                </a:lnTo>
                <a:lnTo>
                  <a:pt x="2767" y="1127"/>
                </a:lnTo>
                <a:lnTo>
                  <a:pt x="2729" y="986"/>
                </a:lnTo>
                <a:lnTo>
                  <a:pt x="2690" y="858"/>
                </a:lnTo>
                <a:lnTo>
                  <a:pt x="2626" y="730"/>
                </a:lnTo>
                <a:lnTo>
                  <a:pt x="2562" y="615"/>
                </a:lnTo>
                <a:lnTo>
                  <a:pt x="2473" y="512"/>
                </a:lnTo>
                <a:lnTo>
                  <a:pt x="2383" y="410"/>
                </a:lnTo>
                <a:lnTo>
                  <a:pt x="2293" y="320"/>
                </a:lnTo>
                <a:lnTo>
                  <a:pt x="2178" y="243"/>
                </a:lnTo>
                <a:lnTo>
                  <a:pt x="2063" y="167"/>
                </a:lnTo>
                <a:lnTo>
                  <a:pt x="1947" y="115"/>
                </a:lnTo>
                <a:lnTo>
                  <a:pt x="1807" y="64"/>
                </a:lnTo>
                <a:lnTo>
                  <a:pt x="1678" y="26"/>
                </a:lnTo>
                <a:lnTo>
                  <a:pt x="1538" y="13"/>
                </a:lnTo>
                <a:lnTo>
                  <a:pt x="13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5545724" y="4152535"/>
            <a:ext cx="150432" cy="150486"/>
          </a:xfrm>
          <a:custGeom>
            <a:rect b="b" l="l" r="r" t="t"/>
            <a:pathLst>
              <a:path extrusionOk="0" h="2806" w="2805">
                <a:moveTo>
                  <a:pt x="1409" y="0"/>
                </a:moveTo>
                <a:lnTo>
                  <a:pt x="1268" y="13"/>
                </a:lnTo>
                <a:lnTo>
                  <a:pt x="1127" y="39"/>
                </a:lnTo>
                <a:lnTo>
                  <a:pt x="986" y="64"/>
                </a:lnTo>
                <a:lnTo>
                  <a:pt x="858" y="116"/>
                </a:lnTo>
                <a:lnTo>
                  <a:pt x="743" y="180"/>
                </a:lnTo>
                <a:lnTo>
                  <a:pt x="628" y="244"/>
                </a:lnTo>
                <a:lnTo>
                  <a:pt x="512" y="320"/>
                </a:lnTo>
                <a:lnTo>
                  <a:pt x="410" y="423"/>
                </a:lnTo>
                <a:lnTo>
                  <a:pt x="320" y="513"/>
                </a:lnTo>
                <a:lnTo>
                  <a:pt x="243" y="628"/>
                </a:lnTo>
                <a:lnTo>
                  <a:pt x="179" y="743"/>
                </a:lnTo>
                <a:lnTo>
                  <a:pt x="115" y="858"/>
                </a:lnTo>
                <a:lnTo>
                  <a:pt x="64" y="986"/>
                </a:lnTo>
                <a:lnTo>
                  <a:pt x="38" y="1127"/>
                </a:lnTo>
                <a:lnTo>
                  <a:pt x="13" y="1268"/>
                </a:lnTo>
                <a:lnTo>
                  <a:pt x="0" y="1409"/>
                </a:lnTo>
                <a:lnTo>
                  <a:pt x="13" y="1550"/>
                </a:lnTo>
                <a:lnTo>
                  <a:pt x="38" y="1691"/>
                </a:lnTo>
                <a:lnTo>
                  <a:pt x="64" y="1819"/>
                </a:lnTo>
                <a:lnTo>
                  <a:pt x="115" y="1947"/>
                </a:lnTo>
                <a:lnTo>
                  <a:pt x="179" y="2075"/>
                </a:lnTo>
                <a:lnTo>
                  <a:pt x="243" y="2190"/>
                </a:lnTo>
                <a:lnTo>
                  <a:pt x="320" y="2293"/>
                </a:lnTo>
                <a:lnTo>
                  <a:pt x="410" y="2395"/>
                </a:lnTo>
                <a:lnTo>
                  <a:pt x="512" y="2485"/>
                </a:lnTo>
                <a:lnTo>
                  <a:pt x="628" y="2575"/>
                </a:lnTo>
                <a:lnTo>
                  <a:pt x="743" y="2639"/>
                </a:lnTo>
                <a:lnTo>
                  <a:pt x="858" y="2703"/>
                </a:lnTo>
                <a:lnTo>
                  <a:pt x="986" y="2741"/>
                </a:lnTo>
                <a:lnTo>
                  <a:pt x="1127" y="2780"/>
                </a:lnTo>
                <a:lnTo>
                  <a:pt x="1268" y="2805"/>
                </a:lnTo>
                <a:lnTo>
                  <a:pt x="1550" y="2805"/>
                </a:lnTo>
                <a:lnTo>
                  <a:pt x="1691" y="2780"/>
                </a:lnTo>
                <a:lnTo>
                  <a:pt x="1819" y="2741"/>
                </a:lnTo>
                <a:lnTo>
                  <a:pt x="1947" y="2703"/>
                </a:lnTo>
                <a:lnTo>
                  <a:pt x="2075" y="2639"/>
                </a:lnTo>
                <a:lnTo>
                  <a:pt x="2190" y="2575"/>
                </a:lnTo>
                <a:lnTo>
                  <a:pt x="2293" y="2485"/>
                </a:lnTo>
                <a:lnTo>
                  <a:pt x="2395" y="2395"/>
                </a:lnTo>
                <a:lnTo>
                  <a:pt x="2485" y="2293"/>
                </a:lnTo>
                <a:lnTo>
                  <a:pt x="2562" y="2190"/>
                </a:lnTo>
                <a:lnTo>
                  <a:pt x="2638" y="2075"/>
                </a:lnTo>
                <a:lnTo>
                  <a:pt x="2702" y="1947"/>
                </a:lnTo>
                <a:lnTo>
                  <a:pt x="2741" y="1819"/>
                </a:lnTo>
                <a:lnTo>
                  <a:pt x="2779" y="1691"/>
                </a:lnTo>
                <a:lnTo>
                  <a:pt x="2805" y="1550"/>
                </a:lnTo>
                <a:lnTo>
                  <a:pt x="2805" y="1409"/>
                </a:lnTo>
                <a:lnTo>
                  <a:pt x="2805" y="1268"/>
                </a:lnTo>
                <a:lnTo>
                  <a:pt x="2779" y="1127"/>
                </a:lnTo>
                <a:lnTo>
                  <a:pt x="2741" y="986"/>
                </a:lnTo>
                <a:lnTo>
                  <a:pt x="2702" y="858"/>
                </a:lnTo>
                <a:lnTo>
                  <a:pt x="2638" y="743"/>
                </a:lnTo>
                <a:lnTo>
                  <a:pt x="2562" y="628"/>
                </a:lnTo>
                <a:lnTo>
                  <a:pt x="2485" y="513"/>
                </a:lnTo>
                <a:lnTo>
                  <a:pt x="2395" y="423"/>
                </a:lnTo>
                <a:lnTo>
                  <a:pt x="2293" y="320"/>
                </a:lnTo>
                <a:lnTo>
                  <a:pt x="2190" y="244"/>
                </a:lnTo>
                <a:lnTo>
                  <a:pt x="2075" y="180"/>
                </a:lnTo>
                <a:lnTo>
                  <a:pt x="1947" y="116"/>
                </a:lnTo>
                <a:lnTo>
                  <a:pt x="1819" y="64"/>
                </a:lnTo>
                <a:lnTo>
                  <a:pt x="1691" y="39"/>
                </a:lnTo>
                <a:lnTo>
                  <a:pt x="1550" y="13"/>
                </a:lnTo>
                <a:lnTo>
                  <a:pt x="140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5545724" y="4363402"/>
            <a:ext cx="150432" cy="149789"/>
          </a:xfrm>
          <a:custGeom>
            <a:rect b="b" l="l" r="r" t="t"/>
            <a:pathLst>
              <a:path extrusionOk="0" h="2793" w="2805">
                <a:moveTo>
                  <a:pt x="1268" y="0"/>
                </a:moveTo>
                <a:lnTo>
                  <a:pt x="1127" y="26"/>
                </a:lnTo>
                <a:lnTo>
                  <a:pt x="986" y="51"/>
                </a:lnTo>
                <a:lnTo>
                  <a:pt x="858" y="103"/>
                </a:lnTo>
                <a:lnTo>
                  <a:pt x="743" y="167"/>
                </a:lnTo>
                <a:lnTo>
                  <a:pt x="628" y="231"/>
                </a:lnTo>
                <a:lnTo>
                  <a:pt x="512" y="308"/>
                </a:lnTo>
                <a:lnTo>
                  <a:pt x="410" y="410"/>
                </a:lnTo>
                <a:lnTo>
                  <a:pt x="320" y="500"/>
                </a:lnTo>
                <a:lnTo>
                  <a:pt x="243" y="615"/>
                </a:lnTo>
                <a:lnTo>
                  <a:pt x="179" y="730"/>
                </a:lnTo>
                <a:lnTo>
                  <a:pt x="115" y="846"/>
                </a:lnTo>
                <a:lnTo>
                  <a:pt x="64" y="974"/>
                </a:lnTo>
                <a:lnTo>
                  <a:pt x="38" y="1115"/>
                </a:lnTo>
                <a:lnTo>
                  <a:pt x="13" y="1255"/>
                </a:lnTo>
                <a:lnTo>
                  <a:pt x="0" y="1396"/>
                </a:lnTo>
                <a:lnTo>
                  <a:pt x="13" y="1537"/>
                </a:lnTo>
                <a:lnTo>
                  <a:pt x="38" y="1678"/>
                </a:lnTo>
                <a:lnTo>
                  <a:pt x="64" y="1806"/>
                </a:lnTo>
                <a:lnTo>
                  <a:pt x="115" y="1934"/>
                </a:lnTo>
                <a:lnTo>
                  <a:pt x="179" y="2062"/>
                </a:lnTo>
                <a:lnTo>
                  <a:pt x="243" y="2178"/>
                </a:lnTo>
                <a:lnTo>
                  <a:pt x="320" y="2280"/>
                </a:lnTo>
                <a:lnTo>
                  <a:pt x="410" y="2383"/>
                </a:lnTo>
                <a:lnTo>
                  <a:pt x="512" y="2472"/>
                </a:lnTo>
                <a:lnTo>
                  <a:pt x="628" y="2562"/>
                </a:lnTo>
                <a:lnTo>
                  <a:pt x="743" y="2626"/>
                </a:lnTo>
                <a:lnTo>
                  <a:pt x="858" y="2690"/>
                </a:lnTo>
                <a:lnTo>
                  <a:pt x="986" y="2728"/>
                </a:lnTo>
                <a:lnTo>
                  <a:pt x="1127" y="2767"/>
                </a:lnTo>
                <a:lnTo>
                  <a:pt x="1268" y="2792"/>
                </a:lnTo>
                <a:lnTo>
                  <a:pt x="1550" y="2792"/>
                </a:lnTo>
                <a:lnTo>
                  <a:pt x="1691" y="2767"/>
                </a:lnTo>
                <a:lnTo>
                  <a:pt x="1819" y="2728"/>
                </a:lnTo>
                <a:lnTo>
                  <a:pt x="1947" y="2690"/>
                </a:lnTo>
                <a:lnTo>
                  <a:pt x="2075" y="2626"/>
                </a:lnTo>
                <a:lnTo>
                  <a:pt x="2190" y="2562"/>
                </a:lnTo>
                <a:lnTo>
                  <a:pt x="2293" y="2472"/>
                </a:lnTo>
                <a:lnTo>
                  <a:pt x="2395" y="2383"/>
                </a:lnTo>
                <a:lnTo>
                  <a:pt x="2485" y="2280"/>
                </a:lnTo>
                <a:lnTo>
                  <a:pt x="2562" y="2178"/>
                </a:lnTo>
                <a:lnTo>
                  <a:pt x="2638" y="2062"/>
                </a:lnTo>
                <a:lnTo>
                  <a:pt x="2702" y="1934"/>
                </a:lnTo>
                <a:lnTo>
                  <a:pt x="2741" y="1806"/>
                </a:lnTo>
                <a:lnTo>
                  <a:pt x="2779" y="1678"/>
                </a:lnTo>
                <a:lnTo>
                  <a:pt x="2805" y="1537"/>
                </a:lnTo>
                <a:lnTo>
                  <a:pt x="2805" y="1396"/>
                </a:lnTo>
                <a:lnTo>
                  <a:pt x="2805" y="1255"/>
                </a:lnTo>
                <a:lnTo>
                  <a:pt x="2779" y="1115"/>
                </a:lnTo>
                <a:lnTo>
                  <a:pt x="2741" y="974"/>
                </a:lnTo>
                <a:lnTo>
                  <a:pt x="2702" y="846"/>
                </a:lnTo>
                <a:lnTo>
                  <a:pt x="2638" y="730"/>
                </a:lnTo>
                <a:lnTo>
                  <a:pt x="2562" y="615"/>
                </a:lnTo>
                <a:lnTo>
                  <a:pt x="2485" y="500"/>
                </a:lnTo>
                <a:lnTo>
                  <a:pt x="2395" y="410"/>
                </a:lnTo>
                <a:lnTo>
                  <a:pt x="2293" y="308"/>
                </a:lnTo>
                <a:lnTo>
                  <a:pt x="2190" y="231"/>
                </a:lnTo>
                <a:lnTo>
                  <a:pt x="2075" y="167"/>
                </a:lnTo>
                <a:lnTo>
                  <a:pt x="1947" y="103"/>
                </a:lnTo>
                <a:lnTo>
                  <a:pt x="1819" y="51"/>
                </a:lnTo>
                <a:lnTo>
                  <a:pt x="1691" y="26"/>
                </a:lnTo>
                <a:lnTo>
                  <a:pt x="15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5545724" y="4573572"/>
            <a:ext cx="150432" cy="149789"/>
          </a:xfrm>
          <a:custGeom>
            <a:rect b="b" l="l" r="r" t="t"/>
            <a:pathLst>
              <a:path extrusionOk="0" h="2793" w="2805">
                <a:moveTo>
                  <a:pt x="1268" y="0"/>
                </a:moveTo>
                <a:lnTo>
                  <a:pt x="1127" y="26"/>
                </a:lnTo>
                <a:lnTo>
                  <a:pt x="986" y="52"/>
                </a:lnTo>
                <a:lnTo>
                  <a:pt x="858" y="103"/>
                </a:lnTo>
                <a:lnTo>
                  <a:pt x="743" y="167"/>
                </a:lnTo>
                <a:lnTo>
                  <a:pt x="628" y="231"/>
                </a:lnTo>
                <a:lnTo>
                  <a:pt x="512" y="308"/>
                </a:lnTo>
                <a:lnTo>
                  <a:pt x="410" y="410"/>
                </a:lnTo>
                <a:lnTo>
                  <a:pt x="320" y="500"/>
                </a:lnTo>
                <a:lnTo>
                  <a:pt x="243" y="615"/>
                </a:lnTo>
                <a:lnTo>
                  <a:pt x="179" y="731"/>
                </a:lnTo>
                <a:lnTo>
                  <a:pt x="115" y="846"/>
                </a:lnTo>
                <a:lnTo>
                  <a:pt x="64" y="974"/>
                </a:lnTo>
                <a:lnTo>
                  <a:pt x="38" y="1115"/>
                </a:lnTo>
                <a:lnTo>
                  <a:pt x="13" y="1256"/>
                </a:lnTo>
                <a:lnTo>
                  <a:pt x="0" y="1397"/>
                </a:lnTo>
                <a:lnTo>
                  <a:pt x="13" y="1537"/>
                </a:lnTo>
                <a:lnTo>
                  <a:pt x="38" y="1678"/>
                </a:lnTo>
                <a:lnTo>
                  <a:pt x="64" y="1806"/>
                </a:lnTo>
                <a:lnTo>
                  <a:pt x="115" y="1934"/>
                </a:lnTo>
                <a:lnTo>
                  <a:pt x="179" y="2063"/>
                </a:lnTo>
                <a:lnTo>
                  <a:pt x="243" y="2178"/>
                </a:lnTo>
                <a:lnTo>
                  <a:pt x="320" y="2280"/>
                </a:lnTo>
                <a:lnTo>
                  <a:pt x="410" y="2383"/>
                </a:lnTo>
                <a:lnTo>
                  <a:pt x="512" y="2472"/>
                </a:lnTo>
                <a:lnTo>
                  <a:pt x="628" y="2562"/>
                </a:lnTo>
                <a:lnTo>
                  <a:pt x="743" y="2626"/>
                </a:lnTo>
                <a:lnTo>
                  <a:pt x="858" y="2690"/>
                </a:lnTo>
                <a:lnTo>
                  <a:pt x="986" y="2729"/>
                </a:lnTo>
                <a:lnTo>
                  <a:pt x="1127" y="2767"/>
                </a:lnTo>
                <a:lnTo>
                  <a:pt x="1268" y="2793"/>
                </a:lnTo>
                <a:lnTo>
                  <a:pt x="1550" y="2793"/>
                </a:lnTo>
                <a:lnTo>
                  <a:pt x="1691" y="2767"/>
                </a:lnTo>
                <a:lnTo>
                  <a:pt x="1819" y="2729"/>
                </a:lnTo>
                <a:lnTo>
                  <a:pt x="1947" y="2690"/>
                </a:lnTo>
                <a:lnTo>
                  <a:pt x="2075" y="2626"/>
                </a:lnTo>
                <a:lnTo>
                  <a:pt x="2190" y="2562"/>
                </a:lnTo>
                <a:lnTo>
                  <a:pt x="2293" y="2472"/>
                </a:lnTo>
                <a:lnTo>
                  <a:pt x="2395" y="2383"/>
                </a:lnTo>
                <a:lnTo>
                  <a:pt x="2485" y="2280"/>
                </a:lnTo>
                <a:lnTo>
                  <a:pt x="2562" y="2178"/>
                </a:lnTo>
                <a:lnTo>
                  <a:pt x="2638" y="2063"/>
                </a:lnTo>
                <a:lnTo>
                  <a:pt x="2702" y="1934"/>
                </a:lnTo>
                <a:lnTo>
                  <a:pt x="2741" y="1806"/>
                </a:lnTo>
                <a:lnTo>
                  <a:pt x="2779" y="1678"/>
                </a:lnTo>
                <a:lnTo>
                  <a:pt x="2805" y="1537"/>
                </a:lnTo>
                <a:lnTo>
                  <a:pt x="2805" y="1397"/>
                </a:lnTo>
                <a:lnTo>
                  <a:pt x="2805" y="1256"/>
                </a:lnTo>
                <a:lnTo>
                  <a:pt x="2779" y="1115"/>
                </a:lnTo>
                <a:lnTo>
                  <a:pt x="2741" y="974"/>
                </a:lnTo>
                <a:lnTo>
                  <a:pt x="2702" y="846"/>
                </a:lnTo>
                <a:lnTo>
                  <a:pt x="2638" y="731"/>
                </a:lnTo>
                <a:lnTo>
                  <a:pt x="2562" y="615"/>
                </a:lnTo>
                <a:lnTo>
                  <a:pt x="2485" y="500"/>
                </a:lnTo>
                <a:lnTo>
                  <a:pt x="2395" y="410"/>
                </a:lnTo>
                <a:lnTo>
                  <a:pt x="2293" y="308"/>
                </a:lnTo>
                <a:lnTo>
                  <a:pt x="2190" y="231"/>
                </a:lnTo>
                <a:lnTo>
                  <a:pt x="2075" y="167"/>
                </a:lnTo>
                <a:lnTo>
                  <a:pt x="1947" y="103"/>
                </a:lnTo>
                <a:lnTo>
                  <a:pt x="1819" y="52"/>
                </a:lnTo>
                <a:lnTo>
                  <a:pt x="1691" y="26"/>
                </a:lnTo>
                <a:lnTo>
                  <a:pt x="15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3894453" y="3938879"/>
            <a:ext cx="1255693" cy="105866"/>
          </a:xfrm>
          <a:custGeom>
            <a:rect b="b" l="l" r="r" t="t"/>
            <a:pathLst>
              <a:path extrusionOk="0" h="1974" w="23414">
                <a:moveTo>
                  <a:pt x="1551" y="1"/>
                </a:moveTo>
                <a:lnTo>
                  <a:pt x="1371" y="27"/>
                </a:lnTo>
                <a:lnTo>
                  <a:pt x="1218" y="78"/>
                </a:lnTo>
                <a:lnTo>
                  <a:pt x="1051" y="129"/>
                </a:lnTo>
                <a:lnTo>
                  <a:pt x="910" y="206"/>
                </a:lnTo>
                <a:lnTo>
                  <a:pt x="769" y="296"/>
                </a:lnTo>
                <a:lnTo>
                  <a:pt x="629" y="385"/>
                </a:lnTo>
                <a:lnTo>
                  <a:pt x="513" y="500"/>
                </a:lnTo>
                <a:lnTo>
                  <a:pt x="398" y="616"/>
                </a:lnTo>
                <a:lnTo>
                  <a:pt x="296" y="757"/>
                </a:lnTo>
                <a:lnTo>
                  <a:pt x="219" y="898"/>
                </a:lnTo>
                <a:lnTo>
                  <a:pt x="142" y="1038"/>
                </a:lnTo>
                <a:lnTo>
                  <a:pt x="78" y="1205"/>
                </a:lnTo>
                <a:lnTo>
                  <a:pt x="39" y="1371"/>
                </a:lnTo>
                <a:lnTo>
                  <a:pt x="14" y="1538"/>
                </a:lnTo>
                <a:lnTo>
                  <a:pt x="1" y="1717"/>
                </a:lnTo>
                <a:lnTo>
                  <a:pt x="1" y="1973"/>
                </a:lnTo>
                <a:lnTo>
                  <a:pt x="23414" y="1973"/>
                </a:lnTo>
                <a:lnTo>
                  <a:pt x="23414" y="1717"/>
                </a:lnTo>
                <a:lnTo>
                  <a:pt x="23414" y="1538"/>
                </a:lnTo>
                <a:lnTo>
                  <a:pt x="23388" y="1371"/>
                </a:lnTo>
                <a:lnTo>
                  <a:pt x="23337" y="1205"/>
                </a:lnTo>
                <a:lnTo>
                  <a:pt x="23286" y="1038"/>
                </a:lnTo>
                <a:lnTo>
                  <a:pt x="23209" y="898"/>
                </a:lnTo>
                <a:lnTo>
                  <a:pt x="23119" y="757"/>
                </a:lnTo>
                <a:lnTo>
                  <a:pt x="23029" y="616"/>
                </a:lnTo>
                <a:lnTo>
                  <a:pt x="22914" y="500"/>
                </a:lnTo>
                <a:lnTo>
                  <a:pt x="22799" y="385"/>
                </a:lnTo>
                <a:lnTo>
                  <a:pt x="22658" y="296"/>
                </a:lnTo>
                <a:lnTo>
                  <a:pt x="22517" y="206"/>
                </a:lnTo>
                <a:lnTo>
                  <a:pt x="22376" y="129"/>
                </a:lnTo>
                <a:lnTo>
                  <a:pt x="22210" y="78"/>
                </a:lnTo>
                <a:lnTo>
                  <a:pt x="22043" y="27"/>
                </a:lnTo>
                <a:lnTo>
                  <a:pt x="2187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3904638" y="2808350"/>
            <a:ext cx="142200" cy="142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5704863" y="4370450"/>
            <a:ext cx="142200" cy="142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401150" y="1793125"/>
            <a:ext cx="2061000" cy="1503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Regressão</a:t>
            </a:r>
            <a:endParaRPr/>
          </a:p>
        </p:txBody>
      </p:sp>
      <p:grpSp>
        <p:nvGrpSpPr>
          <p:cNvPr id="363" name="Google Shape;363;p16"/>
          <p:cNvGrpSpPr/>
          <p:nvPr/>
        </p:nvGrpSpPr>
        <p:grpSpPr>
          <a:xfrm>
            <a:off x="457200" y="1333163"/>
            <a:ext cx="2061000" cy="824600"/>
            <a:chOff x="457200" y="959300"/>
            <a:chExt cx="2061000" cy="824600"/>
          </a:xfrm>
        </p:grpSpPr>
        <p:sp>
          <p:nvSpPr>
            <p:cNvPr id="364" name="Google Shape;364;p16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65" name="Google Shape;365;p16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66" name="Google Shape;366;p16"/>
          <p:cNvSpPr txBox="1"/>
          <p:nvPr/>
        </p:nvSpPr>
        <p:spPr>
          <a:xfrm>
            <a:off x="6625800" y="2213125"/>
            <a:ext cx="206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Outputs</a:t>
            </a:r>
            <a:endParaRPr b="1" sz="18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625800" y="2628875"/>
            <a:ext cx="2061000" cy="1503600"/>
          </a:xfrm>
          <a:prstGeom prst="roundRect">
            <a:avLst>
              <a:gd fmla="val 16667" name="adj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8" name="Google Shape;368;p16"/>
          <p:cNvCxnSpPr>
            <a:stCxn id="361" idx="3"/>
            <a:endCxn id="359" idx="2"/>
          </p:cNvCxnSpPr>
          <p:nvPr/>
        </p:nvCxnSpPr>
        <p:spPr>
          <a:xfrm>
            <a:off x="2462150" y="2544925"/>
            <a:ext cx="1442400" cy="3345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69" name="Google Shape;369;p16"/>
          <p:cNvGrpSpPr/>
          <p:nvPr/>
        </p:nvGrpSpPr>
        <p:grpSpPr>
          <a:xfrm>
            <a:off x="457209" y="2132625"/>
            <a:ext cx="1948882" cy="824600"/>
            <a:chOff x="457200" y="959300"/>
            <a:chExt cx="2061000" cy="824600"/>
          </a:xfrm>
        </p:grpSpPr>
        <p:sp>
          <p:nvSpPr>
            <p:cNvPr id="370" name="Google Shape;370;p16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Features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71" name="Google Shape;371;p16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Conjunto de dado conhecido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2" name="Google Shape;372;p16"/>
          <p:cNvGrpSpPr/>
          <p:nvPr/>
        </p:nvGrpSpPr>
        <p:grpSpPr>
          <a:xfrm>
            <a:off x="6681850" y="2968375"/>
            <a:ext cx="1948891" cy="935000"/>
            <a:chOff x="457190" y="2087425"/>
            <a:chExt cx="2061010" cy="935000"/>
          </a:xfrm>
        </p:grpSpPr>
        <p:sp>
          <p:nvSpPr>
            <p:cNvPr id="373" name="Google Shape;373;p16"/>
            <p:cNvSpPr txBox="1"/>
            <p:nvPr/>
          </p:nvSpPr>
          <p:spPr>
            <a:xfrm>
              <a:off x="457200" y="208742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Target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74" name="Google Shape;374;p16"/>
            <p:cNvSpPr txBox="1"/>
            <p:nvPr/>
          </p:nvSpPr>
          <p:spPr>
            <a:xfrm>
              <a:off x="457190" y="2429025"/>
              <a:ext cx="2061000" cy="5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Predição da probabilidade ou 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rótulo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5" name="Google Shape;375;p16"/>
          <p:cNvGrpSpPr/>
          <p:nvPr/>
        </p:nvGrpSpPr>
        <p:grpSpPr>
          <a:xfrm>
            <a:off x="3547886" y="2282748"/>
            <a:ext cx="1948882" cy="824600"/>
            <a:chOff x="457200" y="959300"/>
            <a:chExt cx="2061000" cy="824600"/>
          </a:xfrm>
        </p:grpSpPr>
        <p:sp>
          <p:nvSpPr>
            <p:cNvPr id="376" name="Google Shape;376;p16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Equação</a:t>
              </a:r>
              <a:endParaRPr b="1" sz="21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77" name="Google Shape;377;p16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Prob = f(x)</a:t>
              </a:r>
              <a:endParaRPr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78" name="Google Shape;378;p16"/>
          <p:cNvCxnSpPr>
            <a:stCxn id="360" idx="6"/>
            <a:endCxn id="367" idx="2"/>
          </p:cNvCxnSpPr>
          <p:nvPr/>
        </p:nvCxnSpPr>
        <p:spPr>
          <a:xfrm flipH="1" rot="10800000">
            <a:off x="5847063" y="4132550"/>
            <a:ext cx="1809300" cy="309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/>
          <p:nvPr/>
        </p:nvSpPr>
        <p:spPr>
          <a:xfrm>
            <a:off x="4873000" y="1417275"/>
            <a:ext cx="2668500" cy="3200400"/>
          </a:xfrm>
          <a:prstGeom prst="rect">
            <a:avLst/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2104075" y="1417275"/>
            <a:ext cx="2668500" cy="3200400"/>
          </a:xfrm>
          <a:prstGeom prst="rect">
            <a:avLst/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regressão</a:t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2104075" y="1147800"/>
            <a:ext cx="2668500" cy="560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4872988" y="1147800"/>
            <a:ext cx="2668500" cy="5607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7"/>
          <p:cNvGrpSpPr/>
          <p:nvPr/>
        </p:nvGrpSpPr>
        <p:grpSpPr>
          <a:xfrm>
            <a:off x="2318099" y="1262175"/>
            <a:ext cx="2240401" cy="1239325"/>
            <a:chOff x="688824" y="1376475"/>
            <a:chExt cx="2240401" cy="1239325"/>
          </a:xfrm>
        </p:grpSpPr>
        <p:sp>
          <p:nvSpPr>
            <p:cNvPr id="389" name="Google Shape;389;p17"/>
            <p:cNvSpPr txBox="1"/>
            <p:nvPr/>
          </p:nvSpPr>
          <p:spPr>
            <a:xfrm>
              <a:off x="688824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Regressão Linear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90" name="Google Shape;390;p17"/>
            <p:cNvSpPr txBox="1"/>
            <p:nvPr/>
          </p:nvSpPr>
          <p:spPr>
            <a:xfrm>
              <a:off x="688825" y="2055100"/>
              <a:ext cx="2240400" cy="5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32004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Consideramos linearidade entre features e </a:t>
              </a: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variáveis</a:t>
              </a: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 respostas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32004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Suposição de normalidade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1" name="Google Shape;391;p17"/>
          <p:cNvGrpSpPr/>
          <p:nvPr/>
        </p:nvGrpSpPr>
        <p:grpSpPr>
          <a:xfrm>
            <a:off x="5081075" y="1262175"/>
            <a:ext cx="2246336" cy="1239325"/>
            <a:chOff x="3451800" y="1376475"/>
            <a:chExt cx="2246336" cy="1239325"/>
          </a:xfrm>
        </p:grpSpPr>
        <p:sp>
          <p:nvSpPr>
            <p:cNvPr id="392" name="Google Shape;392;p17"/>
            <p:cNvSpPr txBox="1"/>
            <p:nvPr/>
          </p:nvSpPr>
          <p:spPr>
            <a:xfrm>
              <a:off x="3457736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Regressão Logística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93" name="Google Shape;393;p17"/>
            <p:cNvSpPr txBox="1"/>
            <p:nvPr/>
          </p:nvSpPr>
          <p:spPr>
            <a:xfrm>
              <a:off x="3451800" y="2055100"/>
              <a:ext cx="2240400" cy="5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32004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Consideramos linearidade sobre as probabilidades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320040" rtl="0" algn="l"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Não há suposição de normalidade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h="50124" w="45058">
                <a:moveTo>
                  <a:pt x="0" y="1"/>
                </a:move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da curva</a:t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fill="none" h="50124" w="45058">
                <a:moveTo>
                  <a:pt x="0" y="1"/>
                </a:moveTo>
                <a:lnTo>
                  <a:pt x="0" y="45671"/>
                </a:ln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lnTo>
                  <a:pt x="0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7449157" y="1209065"/>
            <a:ext cx="1237631" cy="230645"/>
          </a:xfrm>
          <a:custGeom>
            <a:rect b="b" l="l" r="r" t="t"/>
            <a:pathLst>
              <a:path extrusionOk="0" h="8397" w="45058">
                <a:moveTo>
                  <a:pt x="2226" y="1"/>
                </a:moveTo>
                <a:lnTo>
                  <a:pt x="1987" y="16"/>
                </a:lnTo>
                <a:lnTo>
                  <a:pt x="1778" y="46"/>
                </a:lnTo>
                <a:lnTo>
                  <a:pt x="1554" y="105"/>
                </a:lnTo>
                <a:lnTo>
                  <a:pt x="1360" y="180"/>
                </a:lnTo>
                <a:lnTo>
                  <a:pt x="1165" y="270"/>
                </a:lnTo>
                <a:lnTo>
                  <a:pt x="971" y="389"/>
                </a:lnTo>
                <a:lnTo>
                  <a:pt x="807" y="509"/>
                </a:lnTo>
                <a:lnTo>
                  <a:pt x="643" y="658"/>
                </a:lnTo>
                <a:lnTo>
                  <a:pt x="508" y="822"/>
                </a:lnTo>
                <a:lnTo>
                  <a:pt x="374" y="987"/>
                </a:lnTo>
                <a:lnTo>
                  <a:pt x="269" y="1166"/>
                </a:lnTo>
                <a:lnTo>
                  <a:pt x="164" y="1360"/>
                </a:lnTo>
                <a:lnTo>
                  <a:pt x="90" y="1569"/>
                </a:lnTo>
                <a:lnTo>
                  <a:pt x="45" y="1779"/>
                </a:lnTo>
                <a:lnTo>
                  <a:pt x="15" y="2003"/>
                </a:lnTo>
                <a:lnTo>
                  <a:pt x="0" y="2227"/>
                </a:lnTo>
                <a:lnTo>
                  <a:pt x="0" y="8397"/>
                </a:lnTo>
                <a:lnTo>
                  <a:pt x="45058" y="8397"/>
                </a:lnTo>
                <a:lnTo>
                  <a:pt x="45058" y="2227"/>
                </a:lnTo>
                <a:lnTo>
                  <a:pt x="45043" y="2003"/>
                </a:lnTo>
                <a:lnTo>
                  <a:pt x="45013" y="1779"/>
                </a:lnTo>
                <a:lnTo>
                  <a:pt x="44953" y="1569"/>
                </a:lnTo>
                <a:lnTo>
                  <a:pt x="44879" y="1360"/>
                </a:lnTo>
                <a:lnTo>
                  <a:pt x="44789" y="1166"/>
                </a:lnTo>
                <a:lnTo>
                  <a:pt x="44685" y="987"/>
                </a:lnTo>
                <a:lnTo>
                  <a:pt x="44550" y="822"/>
                </a:lnTo>
                <a:lnTo>
                  <a:pt x="44401" y="658"/>
                </a:lnTo>
                <a:lnTo>
                  <a:pt x="44251" y="509"/>
                </a:lnTo>
                <a:lnTo>
                  <a:pt x="44072" y="389"/>
                </a:lnTo>
                <a:lnTo>
                  <a:pt x="43893" y="270"/>
                </a:lnTo>
                <a:lnTo>
                  <a:pt x="43699" y="180"/>
                </a:lnTo>
                <a:lnTo>
                  <a:pt x="43489" y="105"/>
                </a:lnTo>
                <a:lnTo>
                  <a:pt x="43280" y="46"/>
                </a:lnTo>
                <a:lnTo>
                  <a:pt x="43056" y="16"/>
                </a:lnTo>
                <a:lnTo>
                  <a:pt x="428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8306337" y="1273090"/>
            <a:ext cx="80892" cy="80452"/>
          </a:xfrm>
          <a:custGeom>
            <a:rect b="b" l="l" r="r" t="t"/>
            <a:pathLst>
              <a:path extrusionOk="0" h="2929" w="2945">
                <a:moveTo>
                  <a:pt x="1331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5" y="538"/>
                </a:lnTo>
                <a:lnTo>
                  <a:pt x="255" y="643"/>
                </a:lnTo>
                <a:lnTo>
                  <a:pt x="180" y="762"/>
                </a:lnTo>
                <a:lnTo>
                  <a:pt x="121" y="897"/>
                </a:lnTo>
                <a:lnTo>
                  <a:pt x="76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6" y="1898"/>
                </a:lnTo>
                <a:lnTo>
                  <a:pt x="121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5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31" y="2928"/>
                </a:lnTo>
                <a:lnTo>
                  <a:pt x="1629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5" y="2032"/>
                </a:lnTo>
                <a:lnTo>
                  <a:pt x="2869" y="1898"/>
                </a:lnTo>
                <a:lnTo>
                  <a:pt x="2914" y="1763"/>
                </a:lnTo>
                <a:lnTo>
                  <a:pt x="2929" y="1614"/>
                </a:lnTo>
                <a:lnTo>
                  <a:pt x="2944" y="1464"/>
                </a:lnTo>
                <a:lnTo>
                  <a:pt x="2929" y="1315"/>
                </a:lnTo>
                <a:lnTo>
                  <a:pt x="2914" y="1166"/>
                </a:lnTo>
                <a:lnTo>
                  <a:pt x="2869" y="1031"/>
                </a:lnTo>
                <a:lnTo>
                  <a:pt x="2825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8436831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4" y="538"/>
                </a:lnTo>
                <a:lnTo>
                  <a:pt x="255" y="643"/>
                </a:lnTo>
                <a:lnTo>
                  <a:pt x="180" y="762"/>
                </a:lnTo>
                <a:lnTo>
                  <a:pt x="120" y="897"/>
                </a:lnTo>
                <a:lnTo>
                  <a:pt x="75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5" y="1898"/>
                </a:lnTo>
                <a:lnTo>
                  <a:pt x="120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4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4" y="2032"/>
                </a:lnTo>
                <a:lnTo>
                  <a:pt x="2869" y="1898"/>
                </a:lnTo>
                <a:lnTo>
                  <a:pt x="2899" y="1763"/>
                </a:lnTo>
                <a:lnTo>
                  <a:pt x="2929" y="1614"/>
                </a:lnTo>
                <a:lnTo>
                  <a:pt x="2929" y="1464"/>
                </a:lnTo>
                <a:lnTo>
                  <a:pt x="2929" y="1315"/>
                </a:lnTo>
                <a:lnTo>
                  <a:pt x="2899" y="1166"/>
                </a:lnTo>
                <a:lnTo>
                  <a:pt x="2869" y="1031"/>
                </a:lnTo>
                <a:lnTo>
                  <a:pt x="2824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8561996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0"/>
                </a:move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0"/>
                </a:ln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1"/>
                </a:move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0"/>
                </a:move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h="1763" w="19676">
                <a:moveTo>
                  <a:pt x="882" y="0"/>
                </a:move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fill="none" h="1763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6944090" y="1884908"/>
            <a:ext cx="701328" cy="492849"/>
          </a:xfrm>
          <a:custGeom>
            <a:rect b="b" l="l" r="r" t="t"/>
            <a:pathLst>
              <a:path extrusionOk="0" h="17943" w="25533">
                <a:moveTo>
                  <a:pt x="21574" y="0"/>
                </a:moveTo>
                <a:lnTo>
                  <a:pt x="21215" y="30"/>
                </a:lnTo>
                <a:lnTo>
                  <a:pt x="20871" y="105"/>
                </a:lnTo>
                <a:lnTo>
                  <a:pt x="20513" y="209"/>
                </a:lnTo>
                <a:lnTo>
                  <a:pt x="20184" y="344"/>
                </a:lnTo>
                <a:lnTo>
                  <a:pt x="19855" y="508"/>
                </a:lnTo>
                <a:lnTo>
                  <a:pt x="19706" y="613"/>
                </a:lnTo>
                <a:lnTo>
                  <a:pt x="19557" y="717"/>
                </a:lnTo>
                <a:lnTo>
                  <a:pt x="19407" y="822"/>
                </a:lnTo>
                <a:lnTo>
                  <a:pt x="19258" y="956"/>
                </a:lnTo>
                <a:lnTo>
                  <a:pt x="19123" y="1076"/>
                </a:lnTo>
                <a:lnTo>
                  <a:pt x="18989" y="1210"/>
                </a:lnTo>
                <a:lnTo>
                  <a:pt x="18869" y="1360"/>
                </a:lnTo>
                <a:lnTo>
                  <a:pt x="18750" y="1509"/>
                </a:lnTo>
                <a:lnTo>
                  <a:pt x="18615" y="1718"/>
                </a:lnTo>
                <a:lnTo>
                  <a:pt x="18481" y="1912"/>
                </a:lnTo>
                <a:lnTo>
                  <a:pt x="12819" y="12026"/>
                </a:lnTo>
                <a:lnTo>
                  <a:pt x="12311" y="11982"/>
                </a:lnTo>
                <a:lnTo>
                  <a:pt x="11818" y="11937"/>
                </a:lnTo>
                <a:lnTo>
                  <a:pt x="11310" y="11877"/>
                </a:lnTo>
                <a:lnTo>
                  <a:pt x="10802" y="11802"/>
                </a:lnTo>
                <a:lnTo>
                  <a:pt x="10309" y="11728"/>
                </a:lnTo>
                <a:lnTo>
                  <a:pt x="9801" y="11638"/>
                </a:lnTo>
                <a:lnTo>
                  <a:pt x="9308" y="11533"/>
                </a:lnTo>
                <a:lnTo>
                  <a:pt x="8800" y="11429"/>
                </a:lnTo>
                <a:lnTo>
                  <a:pt x="8068" y="11250"/>
                </a:lnTo>
                <a:lnTo>
                  <a:pt x="7351" y="11055"/>
                </a:lnTo>
                <a:lnTo>
                  <a:pt x="6619" y="10846"/>
                </a:lnTo>
                <a:lnTo>
                  <a:pt x="5902" y="10607"/>
                </a:lnTo>
                <a:lnTo>
                  <a:pt x="5185" y="10353"/>
                </a:lnTo>
                <a:lnTo>
                  <a:pt x="4468" y="10084"/>
                </a:lnTo>
                <a:lnTo>
                  <a:pt x="3751" y="9786"/>
                </a:lnTo>
                <a:lnTo>
                  <a:pt x="3048" y="9487"/>
                </a:lnTo>
                <a:lnTo>
                  <a:pt x="3033" y="9487"/>
                </a:lnTo>
                <a:lnTo>
                  <a:pt x="2824" y="9397"/>
                </a:lnTo>
                <a:lnTo>
                  <a:pt x="2615" y="9337"/>
                </a:lnTo>
                <a:lnTo>
                  <a:pt x="2406" y="9307"/>
                </a:lnTo>
                <a:lnTo>
                  <a:pt x="2197" y="9293"/>
                </a:lnTo>
                <a:lnTo>
                  <a:pt x="1988" y="9307"/>
                </a:lnTo>
                <a:lnTo>
                  <a:pt x="1779" y="9322"/>
                </a:lnTo>
                <a:lnTo>
                  <a:pt x="1584" y="9382"/>
                </a:lnTo>
                <a:lnTo>
                  <a:pt x="1375" y="9442"/>
                </a:lnTo>
                <a:lnTo>
                  <a:pt x="1196" y="9532"/>
                </a:lnTo>
                <a:lnTo>
                  <a:pt x="1017" y="9621"/>
                </a:lnTo>
                <a:lnTo>
                  <a:pt x="837" y="9741"/>
                </a:lnTo>
                <a:lnTo>
                  <a:pt x="673" y="9875"/>
                </a:lnTo>
                <a:lnTo>
                  <a:pt x="539" y="10040"/>
                </a:lnTo>
                <a:lnTo>
                  <a:pt x="404" y="10204"/>
                </a:lnTo>
                <a:lnTo>
                  <a:pt x="285" y="10383"/>
                </a:lnTo>
                <a:lnTo>
                  <a:pt x="180" y="10577"/>
                </a:lnTo>
                <a:lnTo>
                  <a:pt x="105" y="10772"/>
                </a:lnTo>
                <a:lnTo>
                  <a:pt x="60" y="10966"/>
                </a:lnTo>
                <a:lnTo>
                  <a:pt x="16" y="11160"/>
                </a:lnTo>
                <a:lnTo>
                  <a:pt x="1" y="11354"/>
                </a:lnTo>
                <a:lnTo>
                  <a:pt x="1" y="11548"/>
                </a:lnTo>
                <a:lnTo>
                  <a:pt x="16" y="11743"/>
                </a:lnTo>
                <a:lnTo>
                  <a:pt x="60" y="11937"/>
                </a:lnTo>
                <a:lnTo>
                  <a:pt x="105" y="12116"/>
                </a:lnTo>
                <a:lnTo>
                  <a:pt x="180" y="12295"/>
                </a:lnTo>
                <a:lnTo>
                  <a:pt x="255" y="12475"/>
                </a:lnTo>
                <a:lnTo>
                  <a:pt x="359" y="12639"/>
                </a:lnTo>
                <a:lnTo>
                  <a:pt x="464" y="12803"/>
                </a:lnTo>
                <a:lnTo>
                  <a:pt x="598" y="12938"/>
                </a:lnTo>
                <a:lnTo>
                  <a:pt x="733" y="13087"/>
                </a:lnTo>
                <a:lnTo>
                  <a:pt x="897" y="13207"/>
                </a:lnTo>
                <a:lnTo>
                  <a:pt x="1061" y="13311"/>
                </a:lnTo>
                <a:lnTo>
                  <a:pt x="1808" y="13745"/>
                </a:lnTo>
                <a:lnTo>
                  <a:pt x="2570" y="14163"/>
                </a:lnTo>
                <a:lnTo>
                  <a:pt x="3332" y="14566"/>
                </a:lnTo>
                <a:lnTo>
                  <a:pt x="4109" y="14940"/>
                </a:lnTo>
                <a:lnTo>
                  <a:pt x="4916" y="15313"/>
                </a:lnTo>
                <a:lnTo>
                  <a:pt x="5708" y="15657"/>
                </a:lnTo>
                <a:lnTo>
                  <a:pt x="6529" y="15985"/>
                </a:lnTo>
                <a:lnTo>
                  <a:pt x="7366" y="16299"/>
                </a:lnTo>
                <a:lnTo>
                  <a:pt x="8203" y="16583"/>
                </a:lnTo>
                <a:lnTo>
                  <a:pt x="9054" y="16852"/>
                </a:lnTo>
                <a:lnTo>
                  <a:pt x="9906" y="17091"/>
                </a:lnTo>
                <a:lnTo>
                  <a:pt x="10772" y="17300"/>
                </a:lnTo>
                <a:lnTo>
                  <a:pt x="11639" y="17494"/>
                </a:lnTo>
                <a:lnTo>
                  <a:pt x="12520" y="17659"/>
                </a:lnTo>
                <a:lnTo>
                  <a:pt x="13402" y="17808"/>
                </a:lnTo>
                <a:lnTo>
                  <a:pt x="14298" y="17928"/>
                </a:lnTo>
                <a:lnTo>
                  <a:pt x="14477" y="17943"/>
                </a:lnTo>
                <a:lnTo>
                  <a:pt x="14836" y="17943"/>
                </a:lnTo>
                <a:lnTo>
                  <a:pt x="15015" y="17913"/>
                </a:lnTo>
                <a:lnTo>
                  <a:pt x="15179" y="17883"/>
                </a:lnTo>
                <a:lnTo>
                  <a:pt x="15344" y="17838"/>
                </a:lnTo>
                <a:lnTo>
                  <a:pt x="15508" y="17793"/>
                </a:lnTo>
                <a:lnTo>
                  <a:pt x="15672" y="17718"/>
                </a:lnTo>
                <a:lnTo>
                  <a:pt x="15822" y="17644"/>
                </a:lnTo>
                <a:lnTo>
                  <a:pt x="15971" y="17569"/>
                </a:lnTo>
                <a:lnTo>
                  <a:pt x="16121" y="17464"/>
                </a:lnTo>
                <a:lnTo>
                  <a:pt x="16255" y="17375"/>
                </a:lnTo>
                <a:lnTo>
                  <a:pt x="16389" y="17255"/>
                </a:lnTo>
                <a:lnTo>
                  <a:pt x="16509" y="17136"/>
                </a:lnTo>
                <a:lnTo>
                  <a:pt x="16629" y="17016"/>
                </a:lnTo>
                <a:lnTo>
                  <a:pt x="16733" y="16882"/>
                </a:lnTo>
                <a:lnTo>
                  <a:pt x="16942" y="16598"/>
                </a:lnTo>
                <a:lnTo>
                  <a:pt x="24800" y="5991"/>
                </a:lnTo>
                <a:lnTo>
                  <a:pt x="24905" y="5841"/>
                </a:lnTo>
                <a:lnTo>
                  <a:pt x="25010" y="5677"/>
                </a:lnTo>
                <a:lnTo>
                  <a:pt x="25099" y="5513"/>
                </a:lnTo>
                <a:lnTo>
                  <a:pt x="25189" y="5348"/>
                </a:lnTo>
                <a:lnTo>
                  <a:pt x="25264" y="5169"/>
                </a:lnTo>
                <a:lnTo>
                  <a:pt x="25323" y="5005"/>
                </a:lnTo>
                <a:lnTo>
                  <a:pt x="25383" y="4826"/>
                </a:lnTo>
                <a:lnTo>
                  <a:pt x="25428" y="4646"/>
                </a:lnTo>
                <a:lnTo>
                  <a:pt x="25503" y="4288"/>
                </a:lnTo>
                <a:lnTo>
                  <a:pt x="25533" y="3929"/>
                </a:lnTo>
                <a:lnTo>
                  <a:pt x="25533" y="3556"/>
                </a:lnTo>
                <a:lnTo>
                  <a:pt x="25503" y="3197"/>
                </a:lnTo>
                <a:lnTo>
                  <a:pt x="25428" y="2854"/>
                </a:lnTo>
                <a:lnTo>
                  <a:pt x="25323" y="2495"/>
                </a:lnTo>
                <a:lnTo>
                  <a:pt x="25189" y="2166"/>
                </a:lnTo>
                <a:lnTo>
                  <a:pt x="25010" y="1838"/>
                </a:lnTo>
                <a:lnTo>
                  <a:pt x="24920" y="1688"/>
                </a:lnTo>
                <a:lnTo>
                  <a:pt x="24815" y="1539"/>
                </a:lnTo>
                <a:lnTo>
                  <a:pt x="24696" y="1390"/>
                </a:lnTo>
                <a:lnTo>
                  <a:pt x="24576" y="1240"/>
                </a:lnTo>
                <a:lnTo>
                  <a:pt x="24442" y="1106"/>
                </a:lnTo>
                <a:lnTo>
                  <a:pt x="24307" y="971"/>
                </a:lnTo>
                <a:lnTo>
                  <a:pt x="24173" y="852"/>
                </a:lnTo>
                <a:lnTo>
                  <a:pt x="24009" y="732"/>
                </a:lnTo>
                <a:lnTo>
                  <a:pt x="23859" y="613"/>
                </a:lnTo>
                <a:lnTo>
                  <a:pt x="23695" y="523"/>
                </a:lnTo>
                <a:lnTo>
                  <a:pt x="23531" y="418"/>
                </a:lnTo>
                <a:lnTo>
                  <a:pt x="23351" y="344"/>
                </a:lnTo>
                <a:lnTo>
                  <a:pt x="23187" y="269"/>
                </a:lnTo>
                <a:lnTo>
                  <a:pt x="23008" y="194"/>
                </a:lnTo>
                <a:lnTo>
                  <a:pt x="22843" y="150"/>
                </a:lnTo>
                <a:lnTo>
                  <a:pt x="22664" y="90"/>
                </a:lnTo>
                <a:lnTo>
                  <a:pt x="22306" y="30"/>
                </a:lnTo>
                <a:lnTo>
                  <a:pt x="21947" y="0"/>
                </a:lnTo>
                <a:close/>
              </a:path>
            </a:pathLst>
          </a:custGeom>
          <a:solidFill>
            <a:srgbClr val="1ACC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6835349" y="2050257"/>
            <a:ext cx="196173" cy="192492"/>
          </a:xfrm>
          <a:custGeom>
            <a:rect b="b" l="l" r="r" t="t"/>
            <a:pathLst>
              <a:path extrusionOk="0" h="7008" w="7142">
                <a:moveTo>
                  <a:pt x="60" y="1"/>
                </a:moveTo>
                <a:lnTo>
                  <a:pt x="31" y="31"/>
                </a:lnTo>
                <a:lnTo>
                  <a:pt x="1" y="61"/>
                </a:lnTo>
                <a:lnTo>
                  <a:pt x="1" y="105"/>
                </a:lnTo>
                <a:lnTo>
                  <a:pt x="31" y="150"/>
                </a:lnTo>
                <a:lnTo>
                  <a:pt x="105" y="285"/>
                </a:lnTo>
                <a:lnTo>
                  <a:pt x="240" y="449"/>
                </a:lnTo>
                <a:lnTo>
                  <a:pt x="404" y="643"/>
                </a:lnTo>
                <a:lnTo>
                  <a:pt x="628" y="837"/>
                </a:lnTo>
                <a:lnTo>
                  <a:pt x="1106" y="1271"/>
                </a:lnTo>
                <a:lnTo>
                  <a:pt x="1629" y="1704"/>
                </a:lnTo>
                <a:lnTo>
                  <a:pt x="2092" y="2077"/>
                </a:lnTo>
                <a:lnTo>
                  <a:pt x="2540" y="2436"/>
                </a:lnTo>
                <a:lnTo>
                  <a:pt x="2526" y="2436"/>
                </a:lnTo>
                <a:lnTo>
                  <a:pt x="2466" y="2451"/>
                </a:lnTo>
                <a:lnTo>
                  <a:pt x="2376" y="2511"/>
                </a:lnTo>
                <a:lnTo>
                  <a:pt x="2242" y="2600"/>
                </a:lnTo>
                <a:lnTo>
                  <a:pt x="2107" y="2765"/>
                </a:lnTo>
                <a:lnTo>
                  <a:pt x="1928" y="2989"/>
                </a:lnTo>
                <a:lnTo>
                  <a:pt x="1853" y="3123"/>
                </a:lnTo>
                <a:lnTo>
                  <a:pt x="1749" y="3287"/>
                </a:lnTo>
                <a:lnTo>
                  <a:pt x="1659" y="3482"/>
                </a:lnTo>
                <a:lnTo>
                  <a:pt x="1569" y="3691"/>
                </a:lnTo>
                <a:lnTo>
                  <a:pt x="1480" y="3915"/>
                </a:lnTo>
                <a:lnTo>
                  <a:pt x="1420" y="4154"/>
                </a:lnTo>
                <a:lnTo>
                  <a:pt x="1360" y="4378"/>
                </a:lnTo>
                <a:lnTo>
                  <a:pt x="1330" y="4602"/>
                </a:lnTo>
                <a:lnTo>
                  <a:pt x="1330" y="4826"/>
                </a:lnTo>
                <a:lnTo>
                  <a:pt x="1330" y="5050"/>
                </a:lnTo>
                <a:lnTo>
                  <a:pt x="1375" y="5245"/>
                </a:lnTo>
                <a:lnTo>
                  <a:pt x="1420" y="5439"/>
                </a:lnTo>
                <a:lnTo>
                  <a:pt x="1495" y="5618"/>
                </a:lnTo>
                <a:lnTo>
                  <a:pt x="1599" y="5767"/>
                </a:lnTo>
                <a:lnTo>
                  <a:pt x="1734" y="5902"/>
                </a:lnTo>
                <a:lnTo>
                  <a:pt x="1793" y="5962"/>
                </a:lnTo>
                <a:lnTo>
                  <a:pt x="1883" y="6006"/>
                </a:lnTo>
                <a:lnTo>
                  <a:pt x="1958" y="6051"/>
                </a:lnTo>
                <a:lnTo>
                  <a:pt x="2062" y="6081"/>
                </a:lnTo>
                <a:lnTo>
                  <a:pt x="2152" y="6111"/>
                </a:lnTo>
                <a:lnTo>
                  <a:pt x="2257" y="6141"/>
                </a:lnTo>
                <a:lnTo>
                  <a:pt x="2376" y="6156"/>
                </a:lnTo>
                <a:lnTo>
                  <a:pt x="2496" y="6156"/>
                </a:lnTo>
                <a:lnTo>
                  <a:pt x="2765" y="6141"/>
                </a:lnTo>
                <a:lnTo>
                  <a:pt x="2854" y="6126"/>
                </a:lnTo>
                <a:lnTo>
                  <a:pt x="3004" y="6245"/>
                </a:lnTo>
                <a:lnTo>
                  <a:pt x="3243" y="6395"/>
                </a:lnTo>
                <a:lnTo>
                  <a:pt x="3556" y="6574"/>
                </a:lnTo>
                <a:lnTo>
                  <a:pt x="3736" y="6664"/>
                </a:lnTo>
                <a:lnTo>
                  <a:pt x="3915" y="6753"/>
                </a:lnTo>
                <a:lnTo>
                  <a:pt x="4124" y="6843"/>
                </a:lnTo>
                <a:lnTo>
                  <a:pt x="4333" y="6903"/>
                </a:lnTo>
                <a:lnTo>
                  <a:pt x="4542" y="6963"/>
                </a:lnTo>
                <a:lnTo>
                  <a:pt x="4766" y="6992"/>
                </a:lnTo>
                <a:lnTo>
                  <a:pt x="4976" y="7007"/>
                </a:lnTo>
                <a:lnTo>
                  <a:pt x="5200" y="6992"/>
                </a:lnTo>
                <a:lnTo>
                  <a:pt x="5409" y="6948"/>
                </a:lnTo>
                <a:lnTo>
                  <a:pt x="5513" y="6918"/>
                </a:lnTo>
                <a:lnTo>
                  <a:pt x="5618" y="6873"/>
                </a:lnTo>
                <a:lnTo>
                  <a:pt x="5723" y="6828"/>
                </a:lnTo>
                <a:lnTo>
                  <a:pt x="5812" y="6753"/>
                </a:lnTo>
                <a:lnTo>
                  <a:pt x="5917" y="6694"/>
                </a:lnTo>
                <a:lnTo>
                  <a:pt x="6006" y="6604"/>
                </a:lnTo>
                <a:lnTo>
                  <a:pt x="6216" y="6380"/>
                </a:lnTo>
                <a:lnTo>
                  <a:pt x="6425" y="6126"/>
                </a:lnTo>
                <a:lnTo>
                  <a:pt x="6559" y="5932"/>
                </a:lnTo>
                <a:lnTo>
                  <a:pt x="6664" y="5723"/>
                </a:lnTo>
                <a:lnTo>
                  <a:pt x="6768" y="5528"/>
                </a:lnTo>
                <a:lnTo>
                  <a:pt x="6858" y="5319"/>
                </a:lnTo>
                <a:lnTo>
                  <a:pt x="6918" y="5125"/>
                </a:lnTo>
                <a:lnTo>
                  <a:pt x="6978" y="4946"/>
                </a:lnTo>
                <a:lnTo>
                  <a:pt x="7067" y="4587"/>
                </a:lnTo>
                <a:lnTo>
                  <a:pt x="7112" y="4288"/>
                </a:lnTo>
                <a:lnTo>
                  <a:pt x="7142" y="4064"/>
                </a:lnTo>
                <a:lnTo>
                  <a:pt x="7142" y="3855"/>
                </a:lnTo>
                <a:lnTo>
                  <a:pt x="7112" y="3751"/>
                </a:lnTo>
                <a:lnTo>
                  <a:pt x="7022" y="3467"/>
                </a:lnTo>
                <a:lnTo>
                  <a:pt x="6858" y="3063"/>
                </a:lnTo>
                <a:lnTo>
                  <a:pt x="6753" y="2824"/>
                </a:lnTo>
                <a:lnTo>
                  <a:pt x="6649" y="2585"/>
                </a:lnTo>
                <a:lnTo>
                  <a:pt x="6514" y="2346"/>
                </a:lnTo>
                <a:lnTo>
                  <a:pt x="6380" y="2122"/>
                </a:lnTo>
                <a:lnTo>
                  <a:pt x="6216" y="1898"/>
                </a:lnTo>
                <a:lnTo>
                  <a:pt x="6051" y="1689"/>
                </a:lnTo>
                <a:lnTo>
                  <a:pt x="5872" y="1510"/>
                </a:lnTo>
                <a:lnTo>
                  <a:pt x="5782" y="1435"/>
                </a:lnTo>
                <a:lnTo>
                  <a:pt x="5678" y="1360"/>
                </a:lnTo>
                <a:lnTo>
                  <a:pt x="5573" y="1301"/>
                </a:lnTo>
                <a:lnTo>
                  <a:pt x="5469" y="1256"/>
                </a:lnTo>
                <a:lnTo>
                  <a:pt x="5364" y="1226"/>
                </a:lnTo>
                <a:lnTo>
                  <a:pt x="5259" y="1196"/>
                </a:lnTo>
                <a:lnTo>
                  <a:pt x="5020" y="1181"/>
                </a:lnTo>
                <a:lnTo>
                  <a:pt x="4811" y="1181"/>
                </a:lnTo>
                <a:lnTo>
                  <a:pt x="4632" y="1211"/>
                </a:lnTo>
                <a:lnTo>
                  <a:pt x="4498" y="1256"/>
                </a:lnTo>
                <a:lnTo>
                  <a:pt x="4378" y="1301"/>
                </a:lnTo>
                <a:lnTo>
                  <a:pt x="4288" y="1375"/>
                </a:lnTo>
                <a:lnTo>
                  <a:pt x="4214" y="1450"/>
                </a:lnTo>
                <a:lnTo>
                  <a:pt x="4169" y="1525"/>
                </a:lnTo>
                <a:lnTo>
                  <a:pt x="4109" y="1644"/>
                </a:lnTo>
                <a:lnTo>
                  <a:pt x="4094" y="1734"/>
                </a:lnTo>
                <a:lnTo>
                  <a:pt x="4079" y="1823"/>
                </a:lnTo>
                <a:lnTo>
                  <a:pt x="3870" y="1704"/>
                </a:lnTo>
                <a:lnTo>
                  <a:pt x="3019" y="1241"/>
                </a:lnTo>
                <a:lnTo>
                  <a:pt x="2451" y="942"/>
                </a:lnTo>
                <a:lnTo>
                  <a:pt x="1838" y="643"/>
                </a:lnTo>
                <a:lnTo>
                  <a:pt x="1256" y="374"/>
                </a:lnTo>
                <a:lnTo>
                  <a:pt x="733" y="150"/>
                </a:lnTo>
                <a:lnTo>
                  <a:pt x="509" y="75"/>
                </a:lnTo>
                <a:lnTo>
                  <a:pt x="329" y="31"/>
                </a:lnTo>
                <a:lnTo>
                  <a:pt x="180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6901434" y="2150400"/>
            <a:ext cx="37356" cy="18898"/>
          </a:xfrm>
          <a:custGeom>
            <a:rect b="b" l="l" r="r" t="t"/>
            <a:pathLst>
              <a:path extrusionOk="0" h="688" w="1360">
                <a:moveTo>
                  <a:pt x="105" y="0"/>
                </a:moveTo>
                <a:lnTo>
                  <a:pt x="60" y="15"/>
                </a:lnTo>
                <a:lnTo>
                  <a:pt x="15" y="45"/>
                </a:lnTo>
                <a:lnTo>
                  <a:pt x="0" y="90"/>
                </a:lnTo>
                <a:lnTo>
                  <a:pt x="0" y="149"/>
                </a:lnTo>
                <a:lnTo>
                  <a:pt x="15" y="194"/>
                </a:lnTo>
                <a:lnTo>
                  <a:pt x="45" y="239"/>
                </a:lnTo>
                <a:lnTo>
                  <a:pt x="299" y="418"/>
                </a:lnTo>
                <a:lnTo>
                  <a:pt x="538" y="538"/>
                </a:lnTo>
                <a:lnTo>
                  <a:pt x="732" y="613"/>
                </a:lnTo>
                <a:lnTo>
                  <a:pt x="911" y="657"/>
                </a:lnTo>
                <a:lnTo>
                  <a:pt x="1046" y="687"/>
                </a:lnTo>
                <a:lnTo>
                  <a:pt x="1150" y="687"/>
                </a:lnTo>
                <a:lnTo>
                  <a:pt x="1255" y="672"/>
                </a:lnTo>
                <a:lnTo>
                  <a:pt x="1270" y="672"/>
                </a:lnTo>
                <a:lnTo>
                  <a:pt x="1315" y="642"/>
                </a:lnTo>
                <a:lnTo>
                  <a:pt x="1345" y="613"/>
                </a:lnTo>
                <a:lnTo>
                  <a:pt x="1360" y="568"/>
                </a:lnTo>
                <a:lnTo>
                  <a:pt x="1345" y="523"/>
                </a:lnTo>
                <a:lnTo>
                  <a:pt x="1330" y="463"/>
                </a:lnTo>
                <a:lnTo>
                  <a:pt x="1285" y="433"/>
                </a:lnTo>
                <a:lnTo>
                  <a:pt x="1240" y="418"/>
                </a:lnTo>
                <a:lnTo>
                  <a:pt x="1031" y="418"/>
                </a:lnTo>
                <a:lnTo>
                  <a:pt x="926" y="388"/>
                </a:lnTo>
                <a:lnTo>
                  <a:pt x="777" y="359"/>
                </a:lnTo>
                <a:lnTo>
                  <a:pt x="613" y="284"/>
                </a:lnTo>
                <a:lnTo>
                  <a:pt x="418" y="179"/>
                </a:lnTo>
                <a:lnTo>
                  <a:pt x="209" y="30"/>
                </a:lnTo>
                <a:lnTo>
                  <a:pt x="16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6890749" y="2178279"/>
            <a:ext cx="42300" cy="19337"/>
          </a:xfrm>
          <a:custGeom>
            <a:rect b="b" l="l" r="r" t="t"/>
            <a:pathLst>
              <a:path extrusionOk="0" h="704" w="1540">
                <a:moveTo>
                  <a:pt x="135" y="1"/>
                </a:moveTo>
                <a:lnTo>
                  <a:pt x="90" y="16"/>
                </a:lnTo>
                <a:lnTo>
                  <a:pt x="45" y="46"/>
                </a:lnTo>
                <a:lnTo>
                  <a:pt x="16" y="91"/>
                </a:lnTo>
                <a:lnTo>
                  <a:pt x="1" y="135"/>
                </a:lnTo>
                <a:lnTo>
                  <a:pt x="16" y="195"/>
                </a:lnTo>
                <a:lnTo>
                  <a:pt x="45" y="240"/>
                </a:lnTo>
                <a:lnTo>
                  <a:pt x="150" y="330"/>
                </a:lnTo>
                <a:lnTo>
                  <a:pt x="269" y="404"/>
                </a:lnTo>
                <a:lnTo>
                  <a:pt x="374" y="479"/>
                </a:lnTo>
                <a:lnTo>
                  <a:pt x="494" y="539"/>
                </a:lnTo>
                <a:lnTo>
                  <a:pt x="718" y="613"/>
                </a:lnTo>
                <a:lnTo>
                  <a:pt x="927" y="673"/>
                </a:lnTo>
                <a:lnTo>
                  <a:pt x="1121" y="688"/>
                </a:lnTo>
                <a:lnTo>
                  <a:pt x="1270" y="703"/>
                </a:lnTo>
                <a:lnTo>
                  <a:pt x="1420" y="688"/>
                </a:lnTo>
                <a:lnTo>
                  <a:pt x="1450" y="688"/>
                </a:lnTo>
                <a:lnTo>
                  <a:pt x="1495" y="658"/>
                </a:lnTo>
                <a:lnTo>
                  <a:pt x="1524" y="628"/>
                </a:lnTo>
                <a:lnTo>
                  <a:pt x="1539" y="584"/>
                </a:lnTo>
                <a:lnTo>
                  <a:pt x="1539" y="539"/>
                </a:lnTo>
                <a:lnTo>
                  <a:pt x="1524" y="494"/>
                </a:lnTo>
                <a:lnTo>
                  <a:pt x="1480" y="449"/>
                </a:lnTo>
                <a:lnTo>
                  <a:pt x="1435" y="434"/>
                </a:lnTo>
                <a:lnTo>
                  <a:pt x="1270" y="434"/>
                </a:lnTo>
                <a:lnTo>
                  <a:pt x="1136" y="419"/>
                </a:lnTo>
                <a:lnTo>
                  <a:pt x="987" y="404"/>
                </a:lnTo>
                <a:lnTo>
                  <a:pt x="807" y="359"/>
                </a:lnTo>
                <a:lnTo>
                  <a:pt x="613" y="300"/>
                </a:lnTo>
                <a:lnTo>
                  <a:pt x="509" y="255"/>
                </a:lnTo>
                <a:lnTo>
                  <a:pt x="419" y="195"/>
                </a:lnTo>
                <a:lnTo>
                  <a:pt x="314" y="120"/>
                </a:lnTo>
                <a:lnTo>
                  <a:pt x="225" y="46"/>
                </a:lnTo>
                <a:lnTo>
                  <a:pt x="180" y="16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6937113" y="2092116"/>
            <a:ext cx="61994" cy="50925"/>
          </a:xfrm>
          <a:custGeom>
            <a:rect b="b" l="l" r="r" t="t"/>
            <a:pathLst>
              <a:path extrusionOk="0" h="1854" w="2257">
                <a:moveTo>
                  <a:pt x="464" y="1"/>
                </a:moveTo>
                <a:lnTo>
                  <a:pt x="404" y="120"/>
                </a:lnTo>
                <a:lnTo>
                  <a:pt x="389" y="210"/>
                </a:lnTo>
                <a:lnTo>
                  <a:pt x="374" y="299"/>
                </a:lnTo>
                <a:lnTo>
                  <a:pt x="165" y="180"/>
                </a:lnTo>
                <a:lnTo>
                  <a:pt x="31" y="987"/>
                </a:lnTo>
                <a:lnTo>
                  <a:pt x="16" y="1151"/>
                </a:lnTo>
                <a:lnTo>
                  <a:pt x="1" y="1270"/>
                </a:lnTo>
                <a:lnTo>
                  <a:pt x="1" y="1390"/>
                </a:lnTo>
                <a:lnTo>
                  <a:pt x="31" y="1509"/>
                </a:lnTo>
                <a:lnTo>
                  <a:pt x="61" y="1629"/>
                </a:lnTo>
                <a:lnTo>
                  <a:pt x="90" y="1674"/>
                </a:lnTo>
                <a:lnTo>
                  <a:pt x="135" y="1734"/>
                </a:lnTo>
                <a:lnTo>
                  <a:pt x="180" y="1763"/>
                </a:lnTo>
                <a:lnTo>
                  <a:pt x="225" y="1808"/>
                </a:lnTo>
                <a:lnTo>
                  <a:pt x="285" y="1823"/>
                </a:lnTo>
                <a:lnTo>
                  <a:pt x="359" y="1853"/>
                </a:lnTo>
                <a:lnTo>
                  <a:pt x="494" y="1853"/>
                </a:lnTo>
                <a:lnTo>
                  <a:pt x="658" y="1823"/>
                </a:lnTo>
                <a:lnTo>
                  <a:pt x="822" y="1763"/>
                </a:lnTo>
                <a:lnTo>
                  <a:pt x="1047" y="1659"/>
                </a:lnTo>
                <a:lnTo>
                  <a:pt x="1256" y="1524"/>
                </a:lnTo>
                <a:lnTo>
                  <a:pt x="1465" y="1390"/>
                </a:lnTo>
                <a:lnTo>
                  <a:pt x="1674" y="1241"/>
                </a:lnTo>
                <a:lnTo>
                  <a:pt x="2003" y="972"/>
                </a:lnTo>
                <a:lnTo>
                  <a:pt x="2212" y="777"/>
                </a:lnTo>
                <a:lnTo>
                  <a:pt x="2242" y="733"/>
                </a:lnTo>
                <a:lnTo>
                  <a:pt x="2257" y="688"/>
                </a:lnTo>
                <a:lnTo>
                  <a:pt x="2257" y="643"/>
                </a:lnTo>
                <a:lnTo>
                  <a:pt x="2227" y="598"/>
                </a:lnTo>
                <a:lnTo>
                  <a:pt x="2182" y="553"/>
                </a:lnTo>
                <a:lnTo>
                  <a:pt x="2077" y="553"/>
                </a:lnTo>
                <a:lnTo>
                  <a:pt x="2033" y="583"/>
                </a:lnTo>
                <a:lnTo>
                  <a:pt x="1823" y="777"/>
                </a:lnTo>
                <a:lnTo>
                  <a:pt x="1584" y="957"/>
                </a:lnTo>
                <a:lnTo>
                  <a:pt x="1345" y="1151"/>
                </a:lnTo>
                <a:lnTo>
                  <a:pt x="1106" y="1315"/>
                </a:lnTo>
                <a:lnTo>
                  <a:pt x="867" y="1450"/>
                </a:lnTo>
                <a:lnTo>
                  <a:pt x="658" y="1539"/>
                </a:lnTo>
                <a:lnTo>
                  <a:pt x="568" y="1569"/>
                </a:lnTo>
                <a:lnTo>
                  <a:pt x="479" y="1584"/>
                </a:lnTo>
                <a:lnTo>
                  <a:pt x="419" y="1584"/>
                </a:lnTo>
                <a:lnTo>
                  <a:pt x="359" y="1569"/>
                </a:lnTo>
                <a:lnTo>
                  <a:pt x="329" y="1539"/>
                </a:lnTo>
                <a:lnTo>
                  <a:pt x="300" y="1509"/>
                </a:lnTo>
                <a:lnTo>
                  <a:pt x="285" y="1450"/>
                </a:lnTo>
                <a:lnTo>
                  <a:pt x="270" y="1390"/>
                </a:lnTo>
                <a:lnTo>
                  <a:pt x="270" y="1226"/>
                </a:lnTo>
                <a:lnTo>
                  <a:pt x="300" y="1031"/>
                </a:lnTo>
                <a:lnTo>
                  <a:pt x="464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6911267" y="2123318"/>
            <a:ext cx="27934" cy="98498"/>
          </a:xfrm>
          <a:custGeom>
            <a:rect b="b" l="l" r="r" t="t"/>
            <a:pathLst>
              <a:path extrusionOk="0" h="3586" w="1017">
                <a:moveTo>
                  <a:pt x="419" y="0"/>
                </a:moveTo>
                <a:lnTo>
                  <a:pt x="374" y="15"/>
                </a:lnTo>
                <a:lnTo>
                  <a:pt x="329" y="45"/>
                </a:lnTo>
                <a:lnTo>
                  <a:pt x="299" y="75"/>
                </a:lnTo>
                <a:lnTo>
                  <a:pt x="284" y="134"/>
                </a:lnTo>
                <a:lnTo>
                  <a:pt x="284" y="179"/>
                </a:lnTo>
                <a:lnTo>
                  <a:pt x="314" y="224"/>
                </a:lnTo>
                <a:lnTo>
                  <a:pt x="374" y="299"/>
                </a:lnTo>
                <a:lnTo>
                  <a:pt x="494" y="493"/>
                </a:lnTo>
                <a:lnTo>
                  <a:pt x="553" y="627"/>
                </a:lnTo>
                <a:lnTo>
                  <a:pt x="628" y="792"/>
                </a:lnTo>
                <a:lnTo>
                  <a:pt x="673" y="971"/>
                </a:lnTo>
                <a:lnTo>
                  <a:pt x="718" y="1165"/>
                </a:lnTo>
                <a:lnTo>
                  <a:pt x="748" y="1389"/>
                </a:lnTo>
                <a:lnTo>
                  <a:pt x="748" y="1643"/>
                </a:lnTo>
                <a:lnTo>
                  <a:pt x="733" y="1897"/>
                </a:lnTo>
                <a:lnTo>
                  <a:pt x="673" y="2181"/>
                </a:lnTo>
                <a:lnTo>
                  <a:pt x="568" y="2480"/>
                </a:lnTo>
                <a:lnTo>
                  <a:pt x="509" y="2644"/>
                </a:lnTo>
                <a:lnTo>
                  <a:pt x="434" y="2794"/>
                </a:lnTo>
                <a:lnTo>
                  <a:pt x="344" y="2958"/>
                </a:lnTo>
                <a:lnTo>
                  <a:pt x="240" y="3137"/>
                </a:lnTo>
                <a:lnTo>
                  <a:pt x="120" y="3302"/>
                </a:lnTo>
                <a:lnTo>
                  <a:pt x="1" y="3481"/>
                </a:lnTo>
                <a:lnTo>
                  <a:pt x="90" y="3466"/>
                </a:lnTo>
                <a:lnTo>
                  <a:pt x="240" y="3585"/>
                </a:lnTo>
                <a:lnTo>
                  <a:pt x="374" y="3391"/>
                </a:lnTo>
                <a:lnTo>
                  <a:pt x="509" y="3212"/>
                </a:lnTo>
                <a:lnTo>
                  <a:pt x="613" y="3033"/>
                </a:lnTo>
                <a:lnTo>
                  <a:pt x="703" y="2853"/>
                </a:lnTo>
                <a:lnTo>
                  <a:pt x="777" y="2674"/>
                </a:lnTo>
                <a:lnTo>
                  <a:pt x="837" y="2510"/>
                </a:lnTo>
                <a:lnTo>
                  <a:pt x="897" y="2346"/>
                </a:lnTo>
                <a:lnTo>
                  <a:pt x="942" y="2181"/>
                </a:lnTo>
                <a:lnTo>
                  <a:pt x="972" y="2017"/>
                </a:lnTo>
                <a:lnTo>
                  <a:pt x="987" y="1867"/>
                </a:lnTo>
                <a:lnTo>
                  <a:pt x="1016" y="1584"/>
                </a:lnTo>
                <a:lnTo>
                  <a:pt x="1002" y="1315"/>
                </a:lnTo>
                <a:lnTo>
                  <a:pt x="957" y="1061"/>
                </a:lnTo>
                <a:lnTo>
                  <a:pt x="912" y="837"/>
                </a:lnTo>
                <a:lnTo>
                  <a:pt x="837" y="642"/>
                </a:lnTo>
                <a:lnTo>
                  <a:pt x="762" y="463"/>
                </a:lnTo>
                <a:lnTo>
                  <a:pt x="703" y="329"/>
                </a:lnTo>
                <a:lnTo>
                  <a:pt x="568" y="120"/>
                </a:lnTo>
                <a:lnTo>
                  <a:pt x="523" y="45"/>
                </a:lnTo>
                <a:lnTo>
                  <a:pt x="479" y="15"/>
                </a:lnTo>
                <a:lnTo>
                  <a:pt x="419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18"/>
          <p:cNvGrpSpPr/>
          <p:nvPr/>
        </p:nvGrpSpPr>
        <p:grpSpPr>
          <a:xfrm>
            <a:off x="7279760" y="2822123"/>
            <a:ext cx="1040277" cy="1792776"/>
            <a:chOff x="6822560" y="2822123"/>
            <a:chExt cx="1040277" cy="1792776"/>
          </a:xfrm>
        </p:grpSpPr>
        <p:sp>
          <p:nvSpPr>
            <p:cNvPr id="424" name="Google Shape;424;p18"/>
            <p:cNvSpPr/>
            <p:nvPr/>
          </p:nvSpPr>
          <p:spPr>
            <a:xfrm>
              <a:off x="6822560" y="4485610"/>
              <a:ext cx="1040277" cy="129290"/>
            </a:xfrm>
            <a:custGeom>
              <a:rect b="b" l="l" r="r" t="t"/>
              <a:pathLst>
                <a:path extrusionOk="0" h="4707" w="37873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6985053" y="2849590"/>
              <a:ext cx="406684" cy="1483877"/>
            </a:xfrm>
            <a:custGeom>
              <a:rect b="b" l="l" r="r" t="t"/>
              <a:pathLst>
                <a:path extrusionOk="0" h="54023" w="14806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7274744" y="4316553"/>
              <a:ext cx="116984" cy="135854"/>
            </a:xfrm>
            <a:custGeom>
              <a:rect b="b" l="l" r="r" t="t"/>
              <a:pathLst>
                <a:path extrusionOk="0" h="4946" w="4259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7242745" y="4295623"/>
              <a:ext cx="166618" cy="74712"/>
            </a:xfrm>
            <a:custGeom>
              <a:rect b="b" l="l" r="r" t="t"/>
              <a:pathLst>
                <a:path extrusionOk="0" h="2720" w="6066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7018699" y="4389202"/>
              <a:ext cx="386578" cy="185076"/>
            </a:xfrm>
            <a:custGeom>
              <a:rect b="b" l="l" r="r" t="t"/>
              <a:pathLst>
                <a:path extrusionOk="0" h="6738" w="14074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7158203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7186109" y="4423261"/>
              <a:ext cx="52573" cy="48013"/>
            </a:xfrm>
            <a:custGeom>
              <a:rect b="b" l="l" r="r" t="t"/>
              <a:pathLst>
                <a:path extrusionOk="0" h="1748" w="1914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7135652" y="4455259"/>
              <a:ext cx="56638" cy="48865"/>
            </a:xfrm>
            <a:custGeom>
              <a:rect b="b" l="l" r="r" t="t"/>
              <a:pathLst>
                <a:path extrusionOk="0" h="1779" w="2062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7199238" y="2822123"/>
              <a:ext cx="463734" cy="1521178"/>
            </a:xfrm>
            <a:custGeom>
              <a:rect b="b" l="l" r="r" t="t"/>
              <a:pathLst>
                <a:path extrusionOk="0" h="55381" w="16883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7548861" y="4315317"/>
              <a:ext cx="131350" cy="137090"/>
            </a:xfrm>
            <a:custGeom>
              <a:rect b="b" l="l" r="r" t="t"/>
              <a:pathLst>
                <a:path extrusionOk="0" h="4991" w="4782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7514390" y="4300567"/>
              <a:ext cx="183455" cy="74712"/>
            </a:xfrm>
            <a:custGeom>
              <a:rect b="b" l="l" r="r" t="t"/>
              <a:pathLst>
                <a:path extrusionOk="0" h="2720" w="6679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7314131" y="4389202"/>
              <a:ext cx="386605" cy="185076"/>
            </a:xfrm>
            <a:custGeom>
              <a:rect b="b" l="l" r="r" t="t"/>
              <a:pathLst>
                <a:path extrusionOk="0" h="6738" w="14075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7453661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7481568" y="4423261"/>
              <a:ext cx="52957" cy="48013"/>
            </a:xfrm>
            <a:custGeom>
              <a:rect b="b" l="l" r="r" t="t"/>
              <a:pathLst>
                <a:path extrusionOk="0" h="1748" w="1928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7431084" y="4455259"/>
              <a:ext cx="56665" cy="48865"/>
            </a:xfrm>
            <a:custGeom>
              <a:rect b="b" l="l" r="r" t="t"/>
              <a:pathLst>
                <a:path extrusionOk="0" h="1779" w="2063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9" name="Google Shape;439;p18"/>
          <p:cNvSpPr/>
          <p:nvPr/>
        </p:nvSpPr>
        <p:spPr>
          <a:xfrm>
            <a:off x="7447169" y="1607908"/>
            <a:ext cx="127229" cy="219987"/>
          </a:xfrm>
          <a:custGeom>
            <a:rect b="b" l="l" r="r" t="t"/>
            <a:pathLst>
              <a:path extrusionOk="0" h="8009" w="4632">
                <a:moveTo>
                  <a:pt x="299" y="1"/>
                </a:moveTo>
                <a:lnTo>
                  <a:pt x="180" y="16"/>
                </a:lnTo>
                <a:lnTo>
                  <a:pt x="75" y="31"/>
                </a:lnTo>
                <a:lnTo>
                  <a:pt x="150" y="180"/>
                </a:lnTo>
                <a:lnTo>
                  <a:pt x="329" y="599"/>
                </a:lnTo>
                <a:lnTo>
                  <a:pt x="449" y="897"/>
                </a:lnTo>
                <a:lnTo>
                  <a:pt x="568" y="1226"/>
                </a:lnTo>
                <a:lnTo>
                  <a:pt x="673" y="1614"/>
                </a:lnTo>
                <a:lnTo>
                  <a:pt x="778" y="2033"/>
                </a:lnTo>
                <a:lnTo>
                  <a:pt x="867" y="2466"/>
                </a:lnTo>
                <a:lnTo>
                  <a:pt x="942" y="2929"/>
                </a:lnTo>
                <a:lnTo>
                  <a:pt x="957" y="3168"/>
                </a:lnTo>
                <a:lnTo>
                  <a:pt x="972" y="3407"/>
                </a:lnTo>
                <a:lnTo>
                  <a:pt x="987" y="3646"/>
                </a:lnTo>
                <a:lnTo>
                  <a:pt x="972" y="3900"/>
                </a:lnTo>
                <a:lnTo>
                  <a:pt x="957" y="4139"/>
                </a:lnTo>
                <a:lnTo>
                  <a:pt x="927" y="4378"/>
                </a:lnTo>
                <a:lnTo>
                  <a:pt x="882" y="4632"/>
                </a:lnTo>
                <a:lnTo>
                  <a:pt x="822" y="4871"/>
                </a:lnTo>
                <a:lnTo>
                  <a:pt x="763" y="5110"/>
                </a:lnTo>
                <a:lnTo>
                  <a:pt x="673" y="5334"/>
                </a:lnTo>
                <a:lnTo>
                  <a:pt x="568" y="5573"/>
                </a:lnTo>
                <a:lnTo>
                  <a:pt x="449" y="5798"/>
                </a:lnTo>
                <a:lnTo>
                  <a:pt x="344" y="5992"/>
                </a:lnTo>
                <a:lnTo>
                  <a:pt x="240" y="6291"/>
                </a:lnTo>
                <a:lnTo>
                  <a:pt x="120" y="6664"/>
                </a:lnTo>
                <a:lnTo>
                  <a:pt x="1" y="7112"/>
                </a:lnTo>
                <a:lnTo>
                  <a:pt x="987" y="7336"/>
                </a:lnTo>
                <a:lnTo>
                  <a:pt x="1868" y="7530"/>
                </a:lnTo>
                <a:lnTo>
                  <a:pt x="2750" y="7695"/>
                </a:lnTo>
                <a:lnTo>
                  <a:pt x="3646" y="7859"/>
                </a:lnTo>
                <a:lnTo>
                  <a:pt x="4527" y="8009"/>
                </a:lnTo>
                <a:lnTo>
                  <a:pt x="4572" y="7545"/>
                </a:lnTo>
                <a:lnTo>
                  <a:pt x="4602" y="7112"/>
                </a:lnTo>
                <a:lnTo>
                  <a:pt x="4632" y="6679"/>
                </a:lnTo>
                <a:lnTo>
                  <a:pt x="4632" y="6276"/>
                </a:lnTo>
                <a:lnTo>
                  <a:pt x="4632" y="5872"/>
                </a:lnTo>
                <a:lnTo>
                  <a:pt x="4602" y="5499"/>
                </a:lnTo>
                <a:lnTo>
                  <a:pt x="4572" y="5155"/>
                </a:lnTo>
                <a:lnTo>
                  <a:pt x="4527" y="4811"/>
                </a:lnTo>
                <a:lnTo>
                  <a:pt x="4468" y="4498"/>
                </a:lnTo>
                <a:lnTo>
                  <a:pt x="4393" y="4199"/>
                </a:lnTo>
                <a:lnTo>
                  <a:pt x="4303" y="3900"/>
                </a:lnTo>
                <a:lnTo>
                  <a:pt x="4199" y="3616"/>
                </a:lnTo>
                <a:lnTo>
                  <a:pt x="4094" y="3332"/>
                </a:lnTo>
                <a:lnTo>
                  <a:pt x="3975" y="3079"/>
                </a:lnTo>
                <a:lnTo>
                  <a:pt x="3855" y="2825"/>
                </a:lnTo>
                <a:lnTo>
                  <a:pt x="3721" y="2571"/>
                </a:lnTo>
                <a:lnTo>
                  <a:pt x="3586" y="2346"/>
                </a:lnTo>
                <a:lnTo>
                  <a:pt x="3437" y="2122"/>
                </a:lnTo>
                <a:lnTo>
                  <a:pt x="3287" y="1913"/>
                </a:lnTo>
                <a:lnTo>
                  <a:pt x="3138" y="1719"/>
                </a:lnTo>
                <a:lnTo>
                  <a:pt x="2974" y="1525"/>
                </a:lnTo>
                <a:lnTo>
                  <a:pt x="2809" y="1346"/>
                </a:lnTo>
                <a:lnTo>
                  <a:pt x="2645" y="1181"/>
                </a:lnTo>
                <a:lnTo>
                  <a:pt x="2481" y="1017"/>
                </a:lnTo>
                <a:lnTo>
                  <a:pt x="2301" y="867"/>
                </a:lnTo>
                <a:lnTo>
                  <a:pt x="2137" y="733"/>
                </a:lnTo>
                <a:lnTo>
                  <a:pt x="1793" y="509"/>
                </a:lnTo>
                <a:lnTo>
                  <a:pt x="1465" y="315"/>
                </a:lnTo>
                <a:lnTo>
                  <a:pt x="1136" y="165"/>
                </a:lnTo>
                <a:lnTo>
                  <a:pt x="987" y="106"/>
                </a:lnTo>
                <a:lnTo>
                  <a:pt x="837" y="61"/>
                </a:lnTo>
                <a:lnTo>
                  <a:pt x="688" y="31"/>
                </a:lnTo>
                <a:lnTo>
                  <a:pt x="55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7425828" y="1719120"/>
            <a:ext cx="579042" cy="1208515"/>
          </a:xfrm>
          <a:custGeom>
            <a:rect b="b" l="l" r="r" t="t"/>
            <a:pathLst>
              <a:path extrusionOk="0" h="43998" w="21081">
                <a:moveTo>
                  <a:pt x="8621" y="1"/>
                </a:moveTo>
                <a:lnTo>
                  <a:pt x="8292" y="16"/>
                </a:lnTo>
                <a:lnTo>
                  <a:pt x="7964" y="30"/>
                </a:lnTo>
                <a:lnTo>
                  <a:pt x="7635" y="60"/>
                </a:lnTo>
                <a:lnTo>
                  <a:pt x="7321" y="105"/>
                </a:lnTo>
                <a:lnTo>
                  <a:pt x="7097" y="150"/>
                </a:lnTo>
                <a:lnTo>
                  <a:pt x="6858" y="210"/>
                </a:lnTo>
                <a:lnTo>
                  <a:pt x="6634" y="299"/>
                </a:lnTo>
                <a:lnTo>
                  <a:pt x="6410" y="389"/>
                </a:lnTo>
                <a:lnTo>
                  <a:pt x="6186" y="509"/>
                </a:lnTo>
                <a:lnTo>
                  <a:pt x="5962" y="628"/>
                </a:lnTo>
                <a:lnTo>
                  <a:pt x="5723" y="762"/>
                </a:lnTo>
                <a:lnTo>
                  <a:pt x="5499" y="912"/>
                </a:lnTo>
                <a:lnTo>
                  <a:pt x="5275" y="1076"/>
                </a:lnTo>
                <a:lnTo>
                  <a:pt x="5065" y="1241"/>
                </a:lnTo>
                <a:lnTo>
                  <a:pt x="4632" y="1599"/>
                </a:lnTo>
                <a:lnTo>
                  <a:pt x="4199" y="1988"/>
                </a:lnTo>
                <a:lnTo>
                  <a:pt x="3810" y="2406"/>
                </a:lnTo>
                <a:lnTo>
                  <a:pt x="3422" y="2824"/>
                </a:lnTo>
                <a:lnTo>
                  <a:pt x="3078" y="3242"/>
                </a:lnTo>
                <a:lnTo>
                  <a:pt x="2765" y="3661"/>
                </a:lnTo>
                <a:lnTo>
                  <a:pt x="2466" y="4079"/>
                </a:lnTo>
                <a:lnTo>
                  <a:pt x="2227" y="4467"/>
                </a:lnTo>
                <a:lnTo>
                  <a:pt x="2018" y="4826"/>
                </a:lnTo>
                <a:lnTo>
                  <a:pt x="1868" y="5140"/>
                </a:lnTo>
                <a:lnTo>
                  <a:pt x="1764" y="5424"/>
                </a:lnTo>
                <a:lnTo>
                  <a:pt x="1659" y="5782"/>
                </a:lnTo>
                <a:lnTo>
                  <a:pt x="1555" y="6126"/>
                </a:lnTo>
                <a:lnTo>
                  <a:pt x="1480" y="6499"/>
                </a:lnTo>
                <a:lnTo>
                  <a:pt x="1405" y="6918"/>
                </a:lnTo>
                <a:lnTo>
                  <a:pt x="1360" y="7411"/>
                </a:lnTo>
                <a:lnTo>
                  <a:pt x="1316" y="7978"/>
                </a:lnTo>
                <a:lnTo>
                  <a:pt x="1271" y="8651"/>
                </a:lnTo>
                <a:lnTo>
                  <a:pt x="1256" y="9457"/>
                </a:lnTo>
                <a:lnTo>
                  <a:pt x="1226" y="11668"/>
                </a:lnTo>
                <a:lnTo>
                  <a:pt x="1226" y="12759"/>
                </a:lnTo>
                <a:lnTo>
                  <a:pt x="1241" y="13835"/>
                </a:lnTo>
                <a:lnTo>
                  <a:pt x="1286" y="14925"/>
                </a:lnTo>
                <a:lnTo>
                  <a:pt x="1360" y="16031"/>
                </a:lnTo>
                <a:lnTo>
                  <a:pt x="1405" y="16583"/>
                </a:lnTo>
                <a:lnTo>
                  <a:pt x="1465" y="17151"/>
                </a:lnTo>
                <a:lnTo>
                  <a:pt x="1540" y="17734"/>
                </a:lnTo>
                <a:lnTo>
                  <a:pt x="1614" y="18316"/>
                </a:lnTo>
                <a:lnTo>
                  <a:pt x="1659" y="18600"/>
                </a:lnTo>
                <a:lnTo>
                  <a:pt x="1704" y="18899"/>
                </a:lnTo>
                <a:lnTo>
                  <a:pt x="1734" y="19213"/>
                </a:lnTo>
                <a:lnTo>
                  <a:pt x="1779" y="19885"/>
                </a:lnTo>
                <a:lnTo>
                  <a:pt x="1809" y="20617"/>
                </a:lnTo>
                <a:lnTo>
                  <a:pt x="1809" y="21424"/>
                </a:lnTo>
                <a:lnTo>
                  <a:pt x="1779" y="22260"/>
                </a:lnTo>
                <a:lnTo>
                  <a:pt x="1734" y="23142"/>
                </a:lnTo>
                <a:lnTo>
                  <a:pt x="1689" y="24083"/>
                </a:lnTo>
                <a:lnTo>
                  <a:pt x="1614" y="25039"/>
                </a:lnTo>
                <a:lnTo>
                  <a:pt x="1584" y="25338"/>
                </a:lnTo>
                <a:lnTo>
                  <a:pt x="1570" y="25487"/>
                </a:lnTo>
                <a:lnTo>
                  <a:pt x="1540" y="25786"/>
                </a:lnTo>
                <a:lnTo>
                  <a:pt x="1435" y="26966"/>
                </a:lnTo>
                <a:lnTo>
                  <a:pt x="1301" y="28177"/>
                </a:lnTo>
                <a:lnTo>
                  <a:pt x="1271" y="28565"/>
                </a:lnTo>
                <a:lnTo>
                  <a:pt x="1256" y="28655"/>
                </a:lnTo>
                <a:lnTo>
                  <a:pt x="1151" y="29611"/>
                </a:lnTo>
                <a:lnTo>
                  <a:pt x="1062" y="30432"/>
                </a:lnTo>
                <a:lnTo>
                  <a:pt x="1002" y="30881"/>
                </a:lnTo>
                <a:lnTo>
                  <a:pt x="987" y="31000"/>
                </a:lnTo>
                <a:lnTo>
                  <a:pt x="867" y="32046"/>
                </a:lnTo>
                <a:lnTo>
                  <a:pt x="703" y="33420"/>
                </a:lnTo>
                <a:lnTo>
                  <a:pt x="583" y="34466"/>
                </a:lnTo>
                <a:lnTo>
                  <a:pt x="419" y="35915"/>
                </a:lnTo>
                <a:lnTo>
                  <a:pt x="270" y="37290"/>
                </a:lnTo>
                <a:lnTo>
                  <a:pt x="150" y="38559"/>
                </a:lnTo>
                <a:lnTo>
                  <a:pt x="61" y="39725"/>
                </a:lnTo>
                <a:lnTo>
                  <a:pt x="31" y="40248"/>
                </a:lnTo>
                <a:lnTo>
                  <a:pt x="16" y="40741"/>
                </a:lnTo>
                <a:lnTo>
                  <a:pt x="1" y="41189"/>
                </a:lnTo>
                <a:lnTo>
                  <a:pt x="16" y="41592"/>
                </a:lnTo>
                <a:lnTo>
                  <a:pt x="31" y="41966"/>
                </a:lnTo>
                <a:lnTo>
                  <a:pt x="76" y="42279"/>
                </a:lnTo>
                <a:lnTo>
                  <a:pt x="120" y="42548"/>
                </a:lnTo>
                <a:lnTo>
                  <a:pt x="180" y="42758"/>
                </a:lnTo>
                <a:lnTo>
                  <a:pt x="240" y="42892"/>
                </a:lnTo>
                <a:lnTo>
                  <a:pt x="300" y="42997"/>
                </a:lnTo>
                <a:lnTo>
                  <a:pt x="389" y="43116"/>
                </a:lnTo>
                <a:lnTo>
                  <a:pt x="479" y="43221"/>
                </a:lnTo>
                <a:lnTo>
                  <a:pt x="569" y="43325"/>
                </a:lnTo>
                <a:lnTo>
                  <a:pt x="688" y="43415"/>
                </a:lnTo>
                <a:lnTo>
                  <a:pt x="808" y="43504"/>
                </a:lnTo>
                <a:lnTo>
                  <a:pt x="942" y="43579"/>
                </a:lnTo>
                <a:lnTo>
                  <a:pt x="1091" y="43654"/>
                </a:lnTo>
                <a:lnTo>
                  <a:pt x="1256" y="43729"/>
                </a:lnTo>
                <a:lnTo>
                  <a:pt x="1420" y="43788"/>
                </a:lnTo>
                <a:lnTo>
                  <a:pt x="1599" y="43833"/>
                </a:lnTo>
                <a:lnTo>
                  <a:pt x="1794" y="43878"/>
                </a:lnTo>
                <a:lnTo>
                  <a:pt x="2003" y="43923"/>
                </a:lnTo>
                <a:lnTo>
                  <a:pt x="2212" y="43953"/>
                </a:lnTo>
                <a:lnTo>
                  <a:pt x="2451" y="43983"/>
                </a:lnTo>
                <a:lnTo>
                  <a:pt x="2929" y="43997"/>
                </a:lnTo>
                <a:lnTo>
                  <a:pt x="3452" y="43997"/>
                </a:lnTo>
                <a:lnTo>
                  <a:pt x="4035" y="43953"/>
                </a:lnTo>
                <a:lnTo>
                  <a:pt x="4647" y="43863"/>
                </a:lnTo>
                <a:lnTo>
                  <a:pt x="5304" y="43744"/>
                </a:lnTo>
                <a:lnTo>
                  <a:pt x="5992" y="43594"/>
                </a:lnTo>
                <a:lnTo>
                  <a:pt x="6739" y="43400"/>
                </a:lnTo>
                <a:lnTo>
                  <a:pt x="7515" y="43161"/>
                </a:lnTo>
                <a:lnTo>
                  <a:pt x="7919" y="43026"/>
                </a:lnTo>
                <a:lnTo>
                  <a:pt x="8352" y="42922"/>
                </a:lnTo>
                <a:lnTo>
                  <a:pt x="8785" y="42817"/>
                </a:lnTo>
                <a:lnTo>
                  <a:pt x="9234" y="42713"/>
                </a:lnTo>
                <a:lnTo>
                  <a:pt x="9682" y="42638"/>
                </a:lnTo>
                <a:lnTo>
                  <a:pt x="10145" y="42563"/>
                </a:lnTo>
                <a:lnTo>
                  <a:pt x="11101" y="42414"/>
                </a:lnTo>
                <a:lnTo>
                  <a:pt x="12057" y="42309"/>
                </a:lnTo>
                <a:lnTo>
                  <a:pt x="13028" y="42205"/>
                </a:lnTo>
                <a:lnTo>
                  <a:pt x="14911" y="42025"/>
                </a:lnTo>
                <a:lnTo>
                  <a:pt x="15822" y="41936"/>
                </a:lnTo>
                <a:lnTo>
                  <a:pt x="16673" y="41831"/>
                </a:lnTo>
                <a:lnTo>
                  <a:pt x="17480" y="41712"/>
                </a:lnTo>
                <a:lnTo>
                  <a:pt x="17854" y="41637"/>
                </a:lnTo>
                <a:lnTo>
                  <a:pt x="18212" y="41562"/>
                </a:lnTo>
                <a:lnTo>
                  <a:pt x="18541" y="41488"/>
                </a:lnTo>
                <a:lnTo>
                  <a:pt x="18855" y="41398"/>
                </a:lnTo>
                <a:lnTo>
                  <a:pt x="19153" y="41293"/>
                </a:lnTo>
                <a:lnTo>
                  <a:pt x="19422" y="41189"/>
                </a:lnTo>
                <a:lnTo>
                  <a:pt x="19661" y="41069"/>
                </a:lnTo>
                <a:lnTo>
                  <a:pt x="19871" y="40935"/>
                </a:lnTo>
                <a:lnTo>
                  <a:pt x="20065" y="40785"/>
                </a:lnTo>
                <a:lnTo>
                  <a:pt x="20214" y="40636"/>
                </a:lnTo>
                <a:lnTo>
                  <a:pt x="20378" y="40427"/>
                </a:lnTo>
                <a:lnTo>
                  <a:pt x="20513" y="40158"/>
                </a:lnTo>
                <a:lnTo>
                  <a:pt x="20647" y="39859"/>
                </a:lnTo>
                <a:lnTo>
                  <a:pt x="20767" y="39516"/>
                </a:lnTo>
                <a:lnTo>
                  <a:pt x="20871" y="39142"/>
                </a:lnTo>
                <a:lnTo>
                  <a:pt x="20961" y="38709"/>
                </a:lnTo>
                <a:lnTo>
                  <a:pt x="21021" y="38246"/>
                </a:lnTo>
                <a:lnTo>
                  <a:pt x="21066" y="37738"/>
                </a:lnTo>
                <a:lnTo>
                  <a:pt x="21081" y="37200"/>
                </a:lnTo>
                <a:lnTo>
                  <a:pt x="21066" y="36602"/>
                </a:lnTo>
                <a:lnTo>
                  <a:pt x="21036" y="35990"/>
                </a:lnTo>
                <a:lnTo>
                  <a:pt x="20976" y="35318"/>
                </a:lnTo>
                <a:lnTo>
                  <a:pt x="20886" y="34615"/>
                </a:lnTo>
                <a:lnTo>
                  <a:pt x="20767" y="33883"/>
                </a:lnTo>
                <a:lnTo>
                  <a:pt x="20618" y="33092"/>
                </a:lnTo>
                <a:lnTo>
                  <a:pt x="20423" y="32285"/>
                </a:lnTo>
                <a:lnTo>
                  <a:pt x="20169" y="31254"/>
                </a:lnTo>
                <a:lnTo>
                  <a:pt x="19841" y="29924"/>
                </a:lnTo>
                <a:lnTo>
                  <a:pt x="19602" y="28909"/>
                </a:lnTo>
                <a:lnTo>
                  <a:pt x="19273" y="27549"/>
                </a:lnTo>
                <a:lnTo>
                  <a:pt x="19124" y="26877"/>
                </a:lnTo>
                <a:lnTo>
                  <a:pt x="19049" y="26518"/>
                </a:lnTo>
                <a:lnTo>
                  <a:pt x="18944" y="26055"/>
                </a:lnTo>
                <a:lnTo>
                  <a:pt x="18810" y="25383"/>
                </a:lnTo>
                <a:lnTo>
                  <a:pt x="18675" y="24740"/>
                </a:lnTo>
                <a:lnTo>
                  <a:pt x="18571" y="24128"/>
                </a:lnTo>
                <a:lnTo>
                  <a:pt x="18481" y="23530"/>
                </a:lnTo>
                <a:lnTo>
                  <a:pt x="18377" y="22753"/>
                </a:lnTo>
                <a:lnTo>
                  <a:pt x="18317" y="21977"/>
                </a:lnTo>
                <a:lnTo>
                  <a:pt x="18287" y="21185"/>
                </a:lnTo>
                <a:lnTo>
                  <a:pt x="18272" y="20408"/>
                </a:lnTo>
                <a:lnTo>
                  <a:pt x="18272" y="19616"/>
                </a:lnTo>
                <a:lnTo>
                  <a:pt x="18287" y="18809"/>
                </a:lnTo>
                <a:lnTo>
                  <a:pt x="18332" y="18018"/>
                </a:lnTo>
                <a:lnTo>
                  <a:pt x="18377" y="17226"/>
                </a:lnTo>
                <a:lnTo>
                  <a:pt x="18511" y="15269"/>
                </a:lnTo>
                <a:lnTo>
                  <a:pt x="18571" y="14298"/>
                </a:lnTo>
                <a:lnTo>
                  <a:pt x="18631" y="13342"/>
                </a:lnTo>
                <a:lnTo>
                  <a:pt x="18660" y="12415"/>
                </a:lnTo>
                <a:lnTo>
                  <a:pt x="18690" y="11519"/>
                </a:lnTo>
                <a:lnTo>
                  <a:pt x="18675" y="10638"/>
                </a:lnTo>
                <a:lnTo>
                  <a:pt x="18660" y="10204"/>
                </a:lnTo>
                <a:lnTo>
                  <a:pt x="18631" y="9786"/>
                </a:lnTo>
                <a:lnTo>
                  <a:pt x="18586" y="9353"/>
                </a:lnTo>
                <a:lnTo>
                  <a:pt x="18526" y="8919"/>
                </a:lnTo>
                <a:lnTo>
                  <a:pt x="18466" y="8516"/>
                </a:lnTo>
                <a:lnTo>
                  <a:pt x="18377" y="8113"/>
                </a:lnTo>
                <a:lnTo>
                  <a:pt x="18272" y="7709"/>
                </a:lnTo>
                <a:lnTo>
                  <a:pt x="18167" y="7336"/>
                </a:lnTo>
                <a:lnTo>
                  <a:pt x="18033" y="6962"/>
                </a:lnTo>
                <a:lnTo>
                  <a:pt x="17869" y="6604"/>
                </a:lnTo>
                <a:lnTo>
                  <a:pt x="17645" y="6171"/>
                </a:lnTo>
                <a:lnTo>
                  <a:pt x="17391" y="5737"/>
                </a:lnTo>
                <a:lnTo>
                  <a:pt x="17107" y="5319"/>
                </a:lnTo>
                <a:lnTo>
                  <a:pt x="16808" y="4916"/>
                </a:lnTo>
                <a:lnTo>
                  <a:pt x="16479" y="4512"/>
                </a:lnTo>
                <a:lnTo>
                  <a:pt x="16136" y="4139"/>
                </a:lnTo>
                <a:lnTo>
                  <a:pt x="15762" y="3765"/>
                </a:lnTo>
                <a:lnTo>
                  <a:pt x="15389" y="3407"/>
                </a:lnTo>
                <a:lnTo>
                  <a:pt x="15015" y="3063"/>
                </a:lnTo>
                <a:lnTo>
                  <a:pt x="14627" y="2735"/>
                </a:lnTo>
                <a:lnTo>
                  <a:pt x="14223" y="2421"/>
                </a:lnTo>
                <a:lnTo>
                  <a:pt x="13835" y="2137"/>
                </a:lnTo>
                <a:lnTo>
                  <a:pt x="13446" y="1853"/>
                </a:lnTo>
                <a:lnTo>
                  <a:pt x="13058" y="1584"/>
                </a:lnTo>
                <a:lnTo>
                  <a:pt x="12311" y="1106"/>
                </a:lnTo>
                <a:lnTo>
                  <a:pt x="12027" y="927"/>
                </a:lnTo>
                <a:lnTo>
                  <a:pt x="11743" y="777"/>
                </a:lnTo>
                <a:lnTo>
                  <a:pt x="11445" y="643"/>
                </a:lnTo>
                <a:lnTo>
                  <a:pt x="11146" y="509"/>
                </a:lnTo>
                <a:lnTo>
                  <a:pt x="10847" y="404"/>
                </a:lnTo>
                <a:lnTo>
                  <a:pt x="10533" y="299"/>
                </a:lnTo>
                <a:lnTo>
                  <a:pt x="10220" y="210"/>
                </a:lnTo>
                <a:lnTo>
                  <a:pt x="9906" y="150"/>
                </a:lnTo>
                <a:lnTo>
                  <a:pt x="9592" y="90"/>
                </a:lnTo>
                <a:lnTo>
                  <a:pt x="9263" y="45"/>
                </a:lnTo>
                <a:lnTo>
                  <a:pt x="8935" y="16"/>
                </a:lnTo>
                <a:lnTo>
                  <a:pt x="86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7515699" y="1585358"/>
            <a:ext cx="206446" cy="238033"/>
          </a:xfrm>
          <a:custGeom>
            <a:rect b="b" l="l" r="r" t="t"/>
            <a:pathLst>
              <a:path extrusionOk="0" h="8666" w="7516">
                <a:moveTo>
                  <a:pt x="5110" y="0"/>
                </a:moveTo>
                <a:lnTo>
                  <a:pt x="1" y="3392"/>
                </a:lnTo>
                <a:lnTo>
                  <a:pt x="314" y="4019"/>
                </a:lnTo>
                <a:lnTo>
                  <a:pt x="344" y="4094"/>
                </a:lnTo>
                <a:lnTo>
                  <a:pt x="359" y="4094"/>
                </a:lnTo>
                <a:lnTo>
                  <a:pt x="598" y="4557"/>
                </a:lnTo>
                <a:lnTo>
                  <a:pt x="897" y="5095"/>
                </a:lnTo>
                <a:lnTo>
                  <a:pt x="1151" y="5513"/>
                </a:lnTo>
                <a:lnTo>
                  <a:pt x="1390" y="5916"/>
                </a:lnTo>
                <a:lnTo>
                  <a:pt x="1853" y="6648"/>
                </a:lnTo>
                <a:lnTo>
                  <a:pt x="2107" y="7007"/>
                </a:lnTo>
                <a:lnTo>
                  <a:pt x="2361" y="7365"/>
                </a:lnTo>
                <a:lnTo>
                  <a:pt x="2630" y="7724"/>
                </a:lnTo>
                <a:lnTo>
                  <a:pt x="2899" y="8053"/>
                </a:lnTo>
                <a:lnTo>
                  <a:pt x="3168" y="8366"/>
                </a:lnTo>
                <a:lnTo>
                  <a:pt x="3437" y="8665"/>
                </a:lnTo>
                <a:lnTo>
                  <a:pt x="3825" y="8516"/>
                </a:lnTo>
                <a:lnTo>
                  <a:pt x="4199" y="8351"/>
                </a:lnTo>
                <a:lnTo>
                  <a:pt x="4557" y="8187"/>
                </a:lnTo>
                <a:lnTo>
                  <a:pt x="4901" y="8023"/>
                </a:lnTo>
                <a:lnTo>
                  <a:pt x="5229" y="7844"/>
                </a:lnTo>
                <a:lnTo>
                  <a:pt x="5528" y="7649"/>
                </a:lnTo>
                <a:lnTo>
                  <a:pt x="5812" y="7470"/>
                </a:lnTo>
                <a:lnTo>
                  <a:pt x="6081" y="7261"/>
                </a:lnTo>
                <a:lnTo>
                  <a:pt x="6335" y="7067"/>
                </a:lnTo>
                <a:lnTo>
                  <a:pt x="6559" y="6843"/>
                </a:lnTo>
                <a:lnTo>
                  <a:pt x="6768" y="6633"/>
                </a:lnTo>
                <a:lnTo>
                  <a:pt x="6962" y="6409"/>
                </a:lnTo>
                <a:lnTo>
                  <a:pt x="7127" y="6170"/>
                </a:lnTo>
                <a:lnTo>
                  <a:pt x="7276" y="5931"/>
                </a:lnTo>
                <a:lnTo>
                  <a:pt x="7411" y="5677"/>
                </a:lnTo>
                <a:lnTo>
                  <a:pt x="7515" y="5408"/>
                </a:lnTo>
                <a:lnTo>
                  <a:pt x="7411" y="5289"/>
                </a:lnTo>
                <a:lnTo>
                  <a:pt x="7142" y="4945"/>
                </a:lnTo>
                <a:lnTo>
                  <a:pt x="6768" y="4393"/>
                </a:lnTo>
                <a:lnTo>
                  <a:pt x="6559" y="4064"/>
                </a:lnTo>
                <a:lnTo>
                  <a:pt x="6350" y="3690"/>
                </a:lnTo>
                <a:lnTo>
                  <a:pt x="6126" y="3302"/>
                </a:lnTo>
                <a:lnTo>
                  <a:pt x="5917" y="2869"/>
                </a:lnTo>
                <a:lnTo>
                  <a:pt x="5708" y="2420"/>
                </a:lnTo>
                <a:lnTo>
                  <a:pt x="5528" y="1957"/>
                </a:lnTo>
                <a:lnTo>
                  <a:pt x="5364" y="1479"/>
                </a:lnTo>
                <a:lnTo>
                  <a:pt x="5304" y="1240"/>
                </a:lnTo>
                <a:lnTo>
                  <a:pt x="5244" y="986"/>
                </a:lnTo>
                <a:lnTo>
                  <a:pt x="5200" y="747"/>
                </a:lnTo>
                <a:lnTo>
                  <a:pt x="5155" y="493"/>
                </a:lnTo>
                <a:lnTo>
                  <a:pt x="5125" y="254"/>
                </a:lnTo>
                <a:lnTo>
                  <a:pt x="5110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7524323" y="1671932"/>
            <a:ext cx="49277" cy="75948"/>
          </a:xfrm>
          <a:custGeom>
            <a:rect b="b" l="l" r="r" t="t"/>
            <a:pathLst>
              <a:path extrusionOk="0" h="2765" w="1794">
                <a:moveTo>
                  <a:pt x="1793" y="1"/>
                </a:moveTo>
                <a:lnTo>
                  <a:pt x="0" y="867"/>
                </a:lnTo>
                <a:lnTo>
                  <a:pt x="30" y="942"/>
                </a:lnTo>
                <a:lnTo>
                  <a:pt x="45" y="942"/>
                </a:lnTo>
                <a:lnTo>
                  <a:pt x="284" y="1405"/>
                </a:lnTo>
                <a:lnTo>
                  <a:pt x="583" y="1943"/>
                </a:lnTo>
                <a:lnTo>
                  <a:pt x="837" y="2361"/>
                </a:lnTo>
                <a:lnTo>
                  <a:pt x="1076" y="2764"/>
                </a:lnTo>
                <a:lnTo>
                  <a:pt x="1181" y="2570"/>
                </a:lnTo>
                <a:lnTo>
                  <a:pt x="1270" y="2346"/>
                </a:lnTo>
                <a:lnTo>
                  <a:pt x="1345" y="2122"/>
                </a:lnTo>
                <a:lnTo>
                  <a:pt x="1420" y="1898"/>
                </a:lnTo>
                <a:lnTo>
                  <a:pt x="1539" y="1435"/>
                </a:lnTo>
                <a:lnTo>
                  <a:pt x="1629" y="1001"/>
                </a:lnTo>
                <a:lnTo>
                  <a:pt x="1703" y="613"/>
                </a:lnTo>
                <a:lnTo>
                  <a:pt x="1748" y="299"/>
                </a:lnTo>
                <a:lnTo>
                  <a:pt x="1793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7389736" y="1418333"/>
            <a:ext cx="335268" cy="314778"/>
          </a:xfrm>
          <a:custGeom>
            <a:rect b="b" l="l" r="r" t="t"/>
            <a:pathLst>
              <a:path extrusionOk="0" h="11460" w="12206">
                <a:moveTo>
                  <a:pt x="8665" y="1"/>
                </a:moveTo>
                <a:lnTo>
                  <a:pt x="8277" y="16"/>
                </a:lnTo>
                <a:lnTo>
                  <a:pt x="7873" y="46"/>
                </a:lnTo>
                <a:lnTo>
                  <a:pt x="7440" y="91"/>
                </a:lnTo>
                <a:lnTo>
                  <a:pt x="7007" y="150"/>
                </a:lnTo>
                <a:lnTo>
                  <a:pt x="6559" y="240"/>
                </a:lnTo>
                <a:lnTo>
                  <a:pt x="6110" y="330"/>
                </a:lnTo>
                <a:lnTo>
                  <a:pt x="5647" y="449"/>
                </a:lnTo>
                <a:lnTo>
                  <a:pt x="5199" y="554"/>
                </a:lnTo>
                <a:lnTo>
                  <a:pt x="4348" y="808"/>
                </a:lnTo>
                <a:lnTo>
                  <a:pt x="3541" y="1047"/>
                </a:lnTo>
                <a:lnTo>
                  <a:pt x="2854" y="1286"/>
                </a:lnTo>
                <a:lnTo>
                  <a:pt x="2704" y="1345"/>
                </a:lnTo>
                <a:lnTo>
                  <a:pt x="2555" y="1405"/>
                </a:lnTo>
                <a:lnTo>
                  <a:pt x="2420" y="1480"/>
                </a:lnTo>
                <a:lnTo>
                  <a:pt x="2286" y="1570"/>
                </a:lnTo>
                <a:lnTo>
                  <a:pt x="2151" y="1659"/>
                </a:lnTo>
                <a:lnTo>
                  <a:pt x="2032" y="1764"/>
                </a:lnTo>
                <a:lnTo>
                  <a:pt x="1912" y="1868"/>
                </a:lnTo>
                <a:lnTo>
                  <a:pt x="1808" y="1973"/>
                </a:lnTo>
                <a:lnTo>
                  <a:pt x="1703" y="2092"/>
                </a:lnTo>
                <a:lnTo>
                  <a:pt x="1614" y="2212"/>
                </a:lnTo>
                <a:lnTo>
                  <a:pt x="1524" y="2346"/>
                </a:lnTo>
                <a:lnTo>
                  <a:pt x="1449" y="2481"/>
                </a:lnTo>
                <a:lnTo>
                  <a:pt x="1375" y="2630"/>
                </a:lnTo>
                <a:lnTo>
                  <a:pt x="1315" y="2765"/>
                </a:lnTo>
                <a:lnTo>
                  <a:pt x="1255" y="2929"/>
                </a:lnTo>
                <a:lnTo>
                  <a:pt x="1210" y="3078"/>
                </a:lnTo>
                <a:lnTo>
                  <a:pt x="1151" y="3377"/>
                </a:lnTo>
                <a:lnTo>
                  <a:pt x="1091" y="3676"/>
                </a:lnTo>
                <a:lnTo>
                  <a:pt x="1046" y="3990"/>
                </a:lnTo>
                <a:lnTo>
                  <a:pt x="1001" y="4318"/>
                </a:lnTo>
                <a:lnTo>
                  <a:pt x="941" y="4991"/>
                </a:lnTo>
                <a:lnTo>
                  <a:pt x="897" y="5693"/>
                </a:lnTo>
                <a:lnTo>
                  <a:pt x="0" y="7262"/>
                </a:lnTo>
                <a:lnTo>
                  <a:pt x="0" y="7306"/>
                </a:lnTo>
                <a:lnTo>
                  <a:pt x="0" y="7336"/>
                </a:lnTo>
                <a:lnTo>
                  <a:pt x="15" y="7381"/>
                </a:lnTo>
                <a:lnTo>
                  <a:pt x="60" y="7411"/>
                </a:lnTo>
                <a:lnTo>
                  <a:pt x="164" y="7471"/>
                </a:lnTo>
                <a:lnTo>
                  <a:pt x="314" y="7530"/>
                </a:lnTo>
                <a:lnTo>
                  <a:pt x="478" y="7590"/>
                </a:lnTo>
                <a:lnTo>
                  <a:pt x="643" y="7635"/>
                </a:lnTo>
                <a:lnTo>
                  <a:pt x="941" y="7695"/>
                </a:lnTo>
                <a:lnTo>
                  <a:pt x="986" y="8128"/>
                </a:lnTo>
                <a:lnTo>
                  <a:pt x="1136" y="9353"/>
                </a:lnTo>
                <a:lnTo>
                  <a:pt x="1255" y="9936"/>
                </a:lnTo>
                <a:lnTo>
                  <a:pt x="1300" y="10145"/>
                </a:lnTo>
                <a:lnTo>
                  <a:pt x="1360" y="10339"/>
                </a:lnTo>
                <a:lnTo>
                  <a:pt x="1419" y="10518"/>
                </a:lnTo>
                <a:lnTo>
                  <a:pt x="1479" y="10683"/>
                </a:lnTo>
                <a:lnTo>
                  <a:pt x="1554" y="10832"/>
                </a:lnTo>
                <a:lnTo>
                  <a:pt x="1629" y="10967"/>
                </a:lnTo>
                <a:lnTo>
                  <a:pt x="1703" y="11071"/>
                </a:lnTo>
                <a:lnTo>
                  <a:pt x="1793" y="11176"/>
                </a:lnTo>
                <a:lnTo>
                  <a:pt x="1883" y="11250"/>
                </a:lnTo>
                <a:lnTo>
                  <a:pt x="1987" y="11325"/>
                </a:lnTo>
                <a:lnTo>
                  <a:pt x="2077" y="11385"/>
                </a:lnTo>
                <a:lnTo>
                  <a:pt x="2196" y="11415"/>
                </a:lnTo>
                <a:lnTo>
                  <a:pt x="2301" y="11445"/>
                </a:lnTo>
                <a:lnTo>
                  <a:pt x="2420" y="11460"/>
                </a:lnTo>
                <a:lnTo>
                  <a:pt x="2659" y="11460"/>
                </a:lnTo>
                <a:lnTo>
                  <a:pt x="2794" y="11430"/>
                </a:lnTo>
                <a:lnTo>
                  <a:pt x="2943" y="11385"/>
                </a:lnTo>
                <a:lnTo>
                  <a:pt x="3302" y="11265"/>
                </a:lnTo>
                <a:lnTo>
                  <a:pt x="3735" y="11086"/>
                </a:lnTo>
                <a:lnTo>
                  <a:pt x="4243" y="10862"/>
                </a:lnTo>
                <a:lnTo>
                  <a:pt x="4796" y="10578"/>
                </a:lnTo>
                <a:lnTo>
                  <a:pt x="5393" y="10264"/>
                </a:lnTo>
                <a:lnTo>
                  <a:pt x="6021" y="9921"/>
                </a:lnTo>
                <a:lnTo>
                  <a:pt x="6663" y="9532"/>
                </a:lnTo>
                <a:lnTo>
                  <a:pt x="7321" y="9144"/>
                </a:lnTo>
                <a:lnTo>
                  <a:pt x="7978" y="8726"/>
                </a:lnTo>
                <a:lnTo>
                  <a:pt x="8620" y="8292"/>
                </a:lnTo>
                <a:lnTo>
                  <a:pt x="9233" y="7859"/>
                </a:lnTo>
                <a:lnTo>
                  <a:pt x="9815" y="7426"/>
                </a:lnTo>
                <a:lnTo>
                  <a:pt x="10368" y="6993"/>
                </a:lnTo>
                <a:lnTo>
                  <a:pt x="10846" y="6574"/>
                </a:lnTo>
                <a:lnTo>
                  <a:pt x="11070" y="6365"/>
                </a:lnTo>
                <a:lnTo>
                  <a:pt x="11265" y="6171"/>
                </a:lnTo>
                <a:lnTo>
                  <a:pt x="11444" y="5977"/>
                </a:lnTo>
                <a:lnTo>
                  <a:pt x="11608" y="5768"/>
                </a:lnTo>
                <a:lnTo>
                  <a:pt x="11743" y="5543"/>
                </a:lnTo>
                <a:lnTo>
                  <a:pt x="11862" y="5334"/>
                </a:lnTo>
                <a:lnTo>
                  <a:pt x="11967" y="5095"/>
                </a:lnTo>
                <a:lnTo>
                  <a:pt x="12056" y="4871"/>
                </a:lnTo>
                <a:lnTo>
                  <a:pt x="12116" y="4632"/>
                </a:lnTo>
                <a:lnTo>
                  <a:pt x="12161" y="4408"/>
                </a:lnTo>
                <a:lnTo>
                  <a:pt x="12191" y="4169"/>
                </a:lnTo>
                <a:lnTo>
                  <a:pt x="12206" y="3930"/>
                </a:lnTo>
                <a:lnTo>
                  <a:pt x="12206" y="3691"/>
                </a:lnTo>
                <a:lnTo>
                  <a:pt x="12191" y="3452"/>
                </a:lnTo>
                <a:lnTo>
                  <a:pt x="12146" y="3213"/>
                </a:lnTo>
                <a:lnTo>
                  <a:pt x="12101" y="2974"/>
                </a:lnTo>
                <a:lnTo>
                  <a:pt x="12041" y="2750"/>
                </a:lnTo>
                <a:lnTo>
                  <a:pt x="11967" y="2511"/>
                </a:lnTo>
                <a:lnTo>
                  <a:pt x="11877" y="2287"/>
                </a:lnTo>
                <a:lnTo>
                  <a:pt x="11773" y="2077"/>
                </a:lnTo>
                <a:lnTo>
                  <a:pt x="11668" y="1868"/>
                </a:lnTo>
                <a:lnTo>
                  <a:pt x="11548" y="1659"/>
                </a:lnTo>
                <a:lnTo>
                  <a:pt x="11414" y="1465"/>
                </a:lnTo>
                <a:lnTo>
                  <a:pt x="11265" y="1271"/>
                </a:lnTo>
                <a:lnTo>
                  <a:pt x="11115" y="1091"/>
                </a:lnTo>
                <a:lnTo>
                  <a:pt x="10951" y="927"/>
                </a:lnTo>
                <a:lnTo>
                  <a:pt x="10772" y="778"/>
                </a:lnTo>
                <a:lnTo>
                  <a:pt x="10592" y="628"/>
                </a:lnTo>
                <a:lnTo>
                  <a:pt x="10398" y="509"/>
                </a:lnTo>
                <a:lnTo>
                  <a:pt x="10204" y="389"/>
                </a:lnTo>
                <a:lnTo>
                  <a:pt x="10010" y="285"/>
                </a:lnTo>
                <a:lnTo>
                  <a:pt x="9801" y="195"/>
                </a:lnTo>
                <a:lnTo>
                  <a:pt x="9576" y="120"/>
                </a:lnTo>
                <a:lnTo>
                  <a:pt x="9367" y="76"/>
                </a:lnTo>
                <a:lnTo>
                  <a:pt x="9024" y="31"/>
                </a:lnTo>
                <a:lnTo>
                  <a:pt x="8665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7425416" y="1645262"/>
            <a:ext cx="36559" cy="20546"/>
          </a:xfrm>
          <a:custGeom>
            <a:rect b="b" l="l" r="r" t="t"/>
            <a:pathLst>
              <a:path extrusionOk="0" h="748" w="1331">
                <a:moveTo>
                  <a:pt x="1181" y="0"/>
                </a:moveTo>
                <a:lnTo>
                  <a:pt x="1136" y="15"/>
                </a:lnTo>
                <a:lnTo>
                  <a:pt x="1091" y="60"/>
                </a:lnTo>
                <a:lnTo>
                  <a:pt x="1017" y="150"/>
                </a:lnTo>
                <a:lnTo>
                  <a:pt x="942" y="225"/>
                </a:lnTo>
                <a:lnTo>
                  <a:pt x="838" y="314"/>
                </a:lnTo>
                <a:lnTo>
                  <a:pt x="703" y="389"/>
                </a:lnTo>
                <a:lnTo>
                  <a:pt x="539" y="449"/>
                </a:lnTo>
                <a:lnTo>
                  <a:pt x="449" y="479"/>
                </a:lnTo>
                <a:lnTo>
                  <a:pt x="359" y="493"/>
                </a:lnTo>
                <a:lnTo>
                  <a:pt x="255" y="493"/>
                </a:lnTo>
                <a:lnTo>
                  <a:pt x="150" y="479"/>
                </a:lnTo>
                <a:lnTo>
                  <a:pt x="105" y="479"/>
                </a:lnTo>
                <a:lnTo>
                  <a:pt x="61" y="493"/>
                </a:lnTo>
                <a:lnTo>
                  <a:pt x="31" y="538"/>
                </a:lnTo>
                <a:lnTo>
                  <a:pt x="1" y="583"/>
                </a:lnTo>
                <a:lnTo>
                  <a:pt x="1" y="628"/>
                </a:lnTo>
                <a:lnTo>
                  <a:pt x="31" y="673"/>
                </a:lnTo>
                <a:lnTo>
                  <a:pt x="61" y="718"/>
                </a:lnTo>
                <a:lnTo>
                  <a:pt x="105" y="732"/>
                </a:lnTo>
                <a:lnTo>
                  <a:pt x="210" y="747"/>
                </a:lnTo>
                <a:lnTo>
                  <a:pt x="419" y="747"/>
                </a:lnTo>
                <a:lnTo>
                  <a:pt x="524" y="732"/>
                </a:lnTo>
                <a:lnTo>
                  <a:pt x="628" y="703"/>
                </a:lnTo>
                <a:lnTo>
                  <a:pt x="733" y="673"/>
                </a:lnTo>
                <a:lnTo>
                  <a:pt x="897" y="583"/>
                </a:lnTo>
                <a:lnTo>
                  <a:pt x="1032" y="479"/>
                </a:lnTo>
                <a:lnTo>
                  <a:pt x="1151" y="389"/>
                </a:lnTo>
                <a:lnTo>
                  <a:pt x="1241" y="299"/>
                </a:lnTo>
                <a:lnTo>
                  <a:pt x="1316" y="195"/>
                </a:lnTo>
                <a:lnTo>
                  <a:pt x="1331" y="150"/>
                </a:lnTo>
                <a:lnTo>
                  <a:pt x="1331" y="105"/>
                </a:lnTo>
                <a:lnTo>
                  <a:pt x="1316" y="60"/>
                </a:lnTo>
                <a:lnTo>
                  <a:pt x="1271" y="15"/>
                </a:lnTo>
                <a:lnTo>
                  <a:pt x="122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7459062" y="1598487"/>
            <a:ext cx="56665" cy="31615"/>
          </a:xfrm>
          <a:custGeom>
            <a:rect b="b" l="l" r="r" t="t"/>
            <a:pathLst>
              <a:path extrusionOk="0" h="1151" w="2063">
                <a:moveTo>
                  <a:pt x="1316" y="0"/>
                </a:moveTo>
                <a:lnTo>
                  <a:pt x="1121" y="15"/>
                </a:lnTo>
                <a:lnTo>
                  <a:pt x="912" y="60"/>
                </a:lnTo>
                <a:lnTo>
                  <a:pt x="703" y="120"/>
                </a:lnTo>
                <a:lnTo>
                  <a:pt x="524" y="195"/>
                </a:lnTo>
                <a:lnTo>
                  <a:pt x="360" y="284"/>
                </a:lnTo>
                <a:lnTo>
                  <a:pt x="225" y="374"/>
                </a:lnTo>
                <a:lnTo>
                  <a:pt x="120" y="478"/>
                </a:lnTo>
                <a:lnTo>
                  <a:pt x="46" y="598"/>
                </a:lnTo>
                <a:lnTo>
                  <a:pt x="16" y="643"/>
                </a:lnTo>
                <a:lnTo>
                  <a:pt x="1" y="703"/>
                </a:lnTo>
                <a:lnTo>
                  <a:pt x="1" y="762"/>
                </a:lnTo>
                <a:lnTo>
                  <a:pt x="16" y="807"/>
                </a:lnTo>
                <a:lnTo>
                  <a:pt x="31" y="867"/>
                </a:lnTo>
                <a:lnTo>
                  <a:pt x="61" y="912"/>
                </a:lnTo>
                <a:lnTo>
                  <a:pt x="91" y="956"/>
                </a:lnTo>
                <a:lnTo>
                  <a:pt x="135" y="1001"/>
                </a:lnTo>
                <a:lnTo>
                  <a:pt x="255" y="1061"/>
                </a:lnTo>
                <a:lnTo>
                  <a:pt x="389" y="1106"/>
                </a:lnTo>
                <a:lnTo>
                  <a:pt x="554" y="1136"/>
                </a:lnTo>
                <a:lnTo>
                  <a:pt x="748" y="1151"/>
                </a:lnTo>
                <a:lnTo>
                  <a:pt x="942" y="1136"/>
                </a:lnTo>
                <a:lnTo>
                  <a:pt x="1151" y="1091"/>
                </a:lnTo>
                <a:lnTo>
                  <a:pt x="1360" y="1046"/>
                </a:lnTo>
                <a:lnTo>
                  <a:pt x="1540" y="971"/>
                </a:lnTo>
                <a:lnTo>
                  <a:pt x="1704" y="882"/>
                </a:lnTo>
                <a:lnTo>
                  <a:pt x="1839" y="777"/>
                </a:lnTo>
                <a:lnTo>
                  <a:pt x="1943" y="673"/>
                </a:lnTo>
                <a:lnTo>
                  <a:pt x="2018" y="568"/>
                </a:lnTo>
                <a:lnTo>
                  <a:pt x="2033" y="508"/>
                </a:lnTo>
                <a:lnTo>
                  <a:pt x="2048" y="449"/>
                </a:lnTo>
                <a:lnTo>
                  <a:pt x="2063" y="404"/>
                </a:lnTo>
                <a:lnTo>
                  <a:pt x="2048" y="344"/>
                </a:lnTo>
                <a:lnTo>
                  <a:pt x="2033" y="284"/>
                </a:lnTo>
                <a:lnTo>
                  <a:pt x="2003" y="239"/>
                </a:lnTo>
                <a:lnTo>
                  <a:pt x="1973" y="195"/>
                </a:lnTo>
                <a:lnTo>
                  <a:pt x="1928" y="165"/>
                </a:lnTo>
                <a:lnTo>
                  <a:pt x="1809" y="90"/>
                </a:lnTo>
                <a:lnTo>
                  <a:pt x="1659" y="45"/>
                </a:lnTo>
                <a:lnTo>
                  <a:pt x="1495" y="15"/>
                </a:lnTo>
                <a:lnTo>
                  <a:pt x="131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7434452" y="1552123"/>
            <a:ext cx="13569" cy="23814"/>
          </a:xfrm>
          <a:custGeom>
            <a:rect b="b" l="l" r="r" t="t"/>
            <a:pathLst>
              <a:path extrusionOk="0" h="867" w="494">
                <a:moveTo>
                  <a:pt x="299" y="0"/>
                </a:moveTo>
                <a:lnTo>
                  <a:pt x="255" y="15"/>
                </a:lnTo>
                <a:lnTo>
                  <a:pt x="195" y="30"/>
                </a:lnTo>
                <a:lnTo>
                  <a:pt x="150" y="60"/>
                </a:lnTo>
                <a:lnTo>
                  <a:pt x="120" y="120"/>
                </a:lnTo>
                <a:lnTo>
                  <a:pt x="75" y="179"/>
                </a:lnTo>
                <a:lnTo>
                  <a:pt x="45" y="239"/>
                </a:lnTo>
                <a:lnTo>
                  <a:pt x="30" y="329"/>
                </a:lnTo>
                <a:lnTo>
                  <a:pt x="16" y="404"/>
                </a:lnTo>
                <a:lnTo>
                  <a:pt x="1" y="493"/>
                </a:lnTo>
                <a:lnTo>
                  <a:pt x="16" y="583"/>
                </a:lnTo>
                <a:lnTo>
                  <a:pt x="30" y="658"/>
                </a:lnTo>
                <a:lnTo>
                  <a:pt x="45" y="717"/>
                </a:lnTo>
                <a:lnTo>
                  <a:pt x="75" y="777"/>
                </a:lnTo>
                <a:lnTo>
                  <a:pt x="120" y="822"/>
                </a:lnTo>
                <a:lnTo>
                  <a:pt x="150" y="852"/>
                </a:lnTo>
                <a:lnTo>
                  <a:pt x="195" y="867"/>
                </a:lnTo>
                <a:lnTo>
                  <a:pt x="255" y="867"/>
                </a:lnTo>
                <a:lnTo>
                  <a:pt x="299" y="837"/>
                </a:lnTo>
                <a:lnTo>
                  <a:pt x="344" y="807"/>
                </a:lnTo>
                <a:lnTo>
                  <a:pt x="389" y="762"/>
                </a:lnTo>
                <a:lnTo>
                  <a:pt x="419" y="702"/>
                </a:lnTo>
                <a:lnTo>
                  <a:pt x="449" y="628"/>
                </a:lnTo>
                <a:lnTo>
                  <a:pt x="479" y="553"/>
                </a:lnTo>
                <a:lnTo>
                  <a:pt x="479" y="463"/>
                </a:lnTo>
                <a:lnTo>
                  <a:pt x="494" y="374"/>
                </a:lnTo>
                <a:lnTo>
                  <a:pt x="479" y="299"/>
                </a:lnTo>
                <a:lnTo>
                  <a:pt x="479" y="224"/>
                </a:lnTo>
                <a:lnTo>
                  <a:pt x="449" y="150"/>
                </a:lnTo>
                <a:lnTo>
                  <a:pt x="419" y="90"/>
                </a:lnTo>
                <a:lnTo>
                  <a:pt x="389" y="45"/>
                </a:lnTo>
                <a:lnTo>
                  <a:pt x="344" y="15"/>
                </a:lnTo>
                <a:lnTo>
                  <a:pt x="299" y="0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7427064" y="1522569"/>
            <a:ext cx="49277" cy="29582"/>
          </a:xfrm>
          <a:custGeom>
            <a:rect b="b" l="l" r="r" t="t"/>
            <a:pathLst>
              <a:path extrusionOk="0" h="1077" w="1794">
                <a:moveTo>
                  <a:pt x="464" y="1"/>
                </a:moveTo>
                <a:lnTo>
                  <a:pt x="314" y="15"/>
                </a:lnTo>
                <a:lnTo>
                  <a:pt x="165" y="60"/>
                </a:lnTo>
                <a:lnTo>
                  <a:pt x="90" y="90"/>
                </a:lnTo>
                <a:lnTo>
                  <a:pt x="31" y="150"/>
                </a:lnTo>
                <a:lnTo>
                  <a:pt x="1" y="225"/>
                </a:lnTo>
                <a:lnTo>
                  <a:pt x="16" y="299"/>
                </a:lnTo>
                <a:lnTo>
                  <a:pt x="45" y="374"/>
                </a:lnTo>
                <a:lnTo>
                  <a:pt x="105" y="434"/>
                </a:lnTo>
                <a:lnTo>
                  <a:pt x="180" y="464"/>
                </a:lnTo>
                <a:lnTo>
                  <a:pt x="270" y="449"/>
                </a:lnTo>
                <a:lnTo>
                  <a:pt x="404" y="419"/>
                </a:lnTo>
                <a:lnTo>
                  <a:pt x="643" y="419"/>
                </a:lnTo>
                <a:lnTo>
                  <a:pt x="763" y="449"/>
                </a:lnTo>
                <a:lnTo>
                  <a:pt x="852" y="479"/>
                </a:lnTo>
                <a:lnTo>
                  <a:pt x="957" y="523"/>
                </a:lnTo>
                <a:lnTo>
                  <a:pt x="1031" y="568"/>
                </a:lnTo>
                <a:lnTo>
                  <a:pt x="1106" y="628"/>
                </a:lnTo>
                <a:lnTo>
                  <a:pt x="1241" y="748"/>
                </a:lnTo>
                <a:lnTo>
                  <a:pt x="1330" y="852"/>
                </a:lnTo>
                <a:lnTo>
                  <a:pt x="1405" y="972"/>
                </a:lnTo>
                <a:lnTo>
                  <a:pt x="1450" y="1016"/>
                </a:lnTo>
                <a:lnTo>
                  <a:pt x="1495" y="1061"/>
                </a:lnTo>
                <a:lnTo>
                  <a:pt x="1539" y="1076"/>
                </a:lnTo>
                <a:lnTo>
                  <a:pt x="1644" y="1076"/>
                </a:lnTo>
                <a:lnTo>
                  <a:pt x="1689" y="1061"/>
                </a:lnTo>
                <a:lnTo>
                  <a:pt x="1749" y="1001"/>
                </a:lnTo>
                <a:lnTo>
                  <a:pt x="1793" y="942"/>
                </a:lnTo>
                <a:lnTo>
                  <a:pt x="1793" y="852"/>
                </a:lnTo>
                <a:lnTo>
                  <a:pt x="1778" y="777"/>
                </a:lnTo>
                <a:lnTo>
                  <a:pt x="1689" y="643"/>
                </a:lnTo>
                <a:lnTo>
                  <a:pt x="1554" y="479"/>
                </a:lnTo>
                <a:lnTo>
                  <a:pt x="1405" y="329"/>
                </a:lnTo>
                <a:lnTo>
                  <a:pt x="1315" y="269"/>
                </a:lnTo>
                <a:lnTo>
                  <a:pt x="1211" y="195"/>
                </a:lnTo>
                <a:lnTo>
                  <a:pt x="1106" y="135"/>
                </a:lnTo>
                <a:lnTo>
                  <a:pt x="987" y="90"/>
                </a:lnTo>
                <a:lnTo>
                  <a:pt x="867" y="45"/>
                </a:lnTo>
                <a:lnTo>
                  <a:pt x="748" y="15"/>
                </a:lnTo>
                <a:lnTo>
                  <a:pt x="598" y="1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7555498" y="1539818"/>
            <a:ext cx="33263" cy="51309"/>
          </a:xfrm>
          <a:custGeom>
            <a:rect b="b" l="l" r="r" t="t"/>
            <a:pathLst>
              <a:path extrusionOk="0" h="1868" w="1211">
                <a:moveTo>
                  <a:pt x="1032" y="0"/>
                </a:moveTo>
                <a:lnTo>
                  <a:pt x="987" y="30"/>
                </a:lnTo>
                <a:lnTo>
                  <a:pt x="837" y="149"/>
                </a:lnTo>
                <a:lnTo>
                  <a:pt x="703" y="284"/>
                </a:lnTo>
                <a:lnTo>
                  <a:pt x="539" y="463"/>
                </a:lnTo>
                <a:lnTo>
                  <a:pt x="374" y="702"/>
                </a:lnTo>
                <a:lnTo>
                  <a:pt x="300" y="837"/>
                </a:lnTo>
                <a:lnTo>
                  <a:pt x="225" y="986"/>
                </a:lnTo>
                <a:lnTo>
                  <a:pt x="150" y="1150"/>
                </a:lnTo>
                <a:lnTo>
                  <a:pt x="90" y="1330"/>
                </a:lnTo>
                <a:lnTo>
                  <a:pt x="46" y="1509"/>
                </a:lnTo>
                <a:lnTo>
                  <a:pt x="1" y="1703"/>
                </a:lnTo>
                <a:lnTo>
                  <a:pt x="1" y="1763"/>
                </a:lnTo>
                <a:lnTo>
                  <a:pt x="31" y="1808"/>
                </a:lnTo>
                <a:lnTo>
                  <a:pt x="75" y="1853"/>
                </a:lnTo>
                <a:lnTo>
                  <a:pt x="120" y="1867"/>
                </a:lnTo>
                <a:lnTo>
                  <a:pt x="150" y="1867"/>
                </a:lnTo>
                <a:lnTo>
                  <a:pt x="195" y="1853"/>
                </a:lnTo>
                <a:lnTo>
                  <a:pt x="240" y="1838"/>
                </a:lnTo>
                <a:lnTo>
                  <a:pt x="270" y="1793"/>
                </a:lnTo>
                <a:lnTo>
                  <a:pt x="285" y="1748"/>
                </a:lnTo>
                <a:lnTo>
                  <a:pt x="314" y="1569"/>
                </a:lnTo>
                <a:lnTo>
                  <a:pt x="359" y="1404"/>
                </a:lnTo>
                <a:lnTo>
                  <a:pt x="419" y="1255"/>
                </a:lnTo>
                <a:lnTo>
                  <a:pt x="479" y="1106"/>
                </a:lnTo>
                <a:lnTo>
                  <a:pt x="554" y="986"/>
                </a:lnTo>
                <a:lnTo>
                  <a:pt x="613" y="852"/>
                </a:lnTo>
                <a:lnTo>
                  <a:pt x="763" y="642"/>
                </a:lnTo>
                <a:lnTo>
                  <a:pt x="912" y="478"/>
                </a:lnTo>
                <a:lnTo>
                  <a:pt x="1032" y="359"/>
                </a:lnTo>
                <a:lnTo>
                  <a:pt x="1151" y="269"/>
                </a:lnTo>
                <a:lnTo>
                  <a:pt x="1181" y="224"/>
                </a:lnTo>
                <a:lnTo>
                  <a:pt x="1211" y="164"/>
                </a:lnTo>
                <a:lnTo>
                  <a:pt x="1211" y="120"/>
                </a:lnTo>
                <a:lnTo>
                  <a:pt x="1181" y="60"/>
                </a:lnTo>
                <a:lnTo>
                  <a:pt x="1136" y="30"/>
                </a:lnTo>
                <a:lnTo>
                  <a:pt x="1091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7564122" y="1559100"/>
            <a:ext cx="29170" cy="11921"/>
          </a:xfrm>
          <a:custGeom>
            <a:rect b="b" l="l" r="r" t="t"/>
            <a:pathLst>
              <a:path extrusionOk="0" h="434" w="1062">
                <a:moveTo>
                  <a:pt x="254" y="0"/>
                </a:moveTo>
                <a:lnTo>
                  <a:pt x="105" y="15"/>
                </a:lnTo>
                <a:lnTo>
                  <a:pt x="60" y="30"/>
                </a:lnTo>
                <a:lnTo>
                  <a:pt x="15" y="75"/>
                </a:lnTo>
                <a:lnTo>
                  <a:pt x="0" y="120"/>
                </a:lnTo>
                <a:lnTo>
                  <a:pt x="0" y="179"/>
                </a:lnTo>
                <a:lnTo>
                  <a:pt x="15" y="239"/>
                </a:lnTo>
                <a:lnTo>
                  <a:pt x="60" y="269"/>
                </a:lnTo>
                <a:lnTo>
                  <a:pt x="120" y="299"/>
                </a:lnTo>
                <a:lnTo>
                  <a:pt x="165" y="284"/>
                </a:lnTo>
                <a:lnTo>
                  <a:pt x="359" y="284"/>
                </a:lnTo>
                <a:lnTo>
                  <a:pt x="553" y="314"/>
                </a:lnTo>
                <a:lnTo>
                  <a:pt x="733" y="374"/>
                </a:lnTo>
                <a:lnTo>
                  <a:pt x="852" y="418"/>
                </a:lnTo>
                <a:lnTo>
                  <a:pt x="882" y="433"/>
                </a:lnTo>
                <a:lnTo>
                  <a:pt x="957" y="433"/>
                </a:lnTo>
                <a:lnTo>
                  <a:pt x="987" y="418"/>
                </a:lnTo>
                <a:lnTo>
                  <a:pt x="1016" y="389"/>
                </a:lnTo>
                <a:lnTo>
                  <a:pt x="1046" y="359"/>
                </a:lnTo>
                <a:lnTo>
                  <a:pt x="1061" y="299"/>
                </a:lnTo>
                <a:lnTo>
                  <a:pt x="1046" y="254"/>
                </a:lnTo>
                <a:lnTo>
                  <a:pt x="1016" y="194"/>
                </a:lnTo>
                <a:lnTo>
                  <a:pt x="972" y="164"/>
                </a:lnTo>
                <a:lnTo>
                  <a:pt x="882" y="135"/>
                </a:lnTo>
                <a:lnTo>
                  <a:pt x="673" y="60"/>
                </a:lnTo>
                <a:lnTo>
                  <a:pt x="538" y="15"/>
                </a:lnTo>
                <a:lnTo>
                  <a:pt x="40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7420911" y="1350628"/>
            <a:ext cx="382897" cy="381249"/>
          </a:xfrm>
          <a:custGeom>
            <a:rect b="b" l="l" r="r" t="t"/>
            <a:pathLst>
              <a:path extrusionOk="0" h="13880" w="13940">
                <a:moveTo>
                  <a:pt x="7829" y="1"/>
                </a:moveTo>
                <a:lnTo>
                  <a:pt x="7321" y="16"/>
                </a:lnTo>
                <a:lnTo>
                  <a:pt x="6783" y="61"/>
                </a:lnTo>
                <a:lnTo>
                  <a:pt x="6201" y="150"/>
                </a:lnTo>
                <a:lnTo>
                  <a:pt x="5603" y="270"/>
                </a:lnTo>
                <a:lnTo>
                  <a:pt x="4961" y="419"/>
                </a:lnTo>
                <a:lnTo>
                  <a:pt x="4348" y="613"/>
                </a:lnTo>
                <a:lnTo>
                  <a:pt x="3780" y="793"/>
                </a:lnTo>
                <a:lnTo>
                  <a:pt x="3257" y="972"/>
                </a:lnTo>
                <a:lnTo>
                  <a:pt x="2794" y="1166"/>
                </a:lnTo>
                <a:lnTo>
                  <a:pt x="2376" y="1360"/>
                </a:lnTo>
                <a:lnTo>
                  <a:pt x="2002" y="1555"/>
                </a:lnTo>
                <a:lnTo>
                  <a:pt x="1674" y="1749"/>
                </a:lnTo>
                <a:lnTo>
                  <a:pt x="1375" y="1943"/>
                </a:lnTo>
                <a:lnTo>
                  <a:pt x="1121" y="2137"/>
                </a:lnTo>
                <a:lnTo>
                  <a:pt x="897" y="2331"/>
                </a:lnTo>
                <a:lnTo>
                  <a:pt x="718" y="2526"/>
                </a:lnTo>
                <a:lnTo>
                  <a:pt x="553" y="2720"/>
                </a:lnTo>
                <a:lnTo>
                  <a:pt x="419" y="2899"/>
                </a:lnTo>
                <a:lnTo>
                  <a:pt x="314" y="3093"/>
                </a:lnTo>
                <a:lnTo>
                  <a:pt x="240" y="3273"/>
                </a:lnTo>
                <a:lnTo>
                  <a:pt x="165" y="3452"/>
                </a:lnTo>
                <a:lnTo>
                  <a:pt x="90" y="3751"/>
                </a:lnTo>
                <a:lnTo>
                  <a:pt x="30" y="4020"/>
                </a:lnTo>
                <a:lnTo>
                  <a:pt x="1" y="4259"/>
                </a:lnTo>
                <a:lnTo>
                  <a:pt x="1" y="4483"/>
                </a:lnTo>
                <a:lnTo>
                  <a:pt x="16" y="4677"/>
                </a:lnTo>
                <a:lnTo>
                  <a:pt x="75" y="4856"/>
                </a:lnTo>
                <a:lnTo>
                  <a:pt x="135" y="4991"/>
                </a:lnTo>
                <a:lnTo>
                  <a:pt x="225" y="5110"/>
                </a:lnTo>
                <a:lnTo>
                  <a:pt x="389" y="5260"/>
                </a:lnTo>
                <a:lnTo>
                  <a:pt x="568" y="5424"/>
                </a:lnTo>
                <a:lnTo>
                  <a:pt x="777" y="5573"/>
                </a:lnTo>
                <a:lnTo>
                  <a:pt x="987" y="5738"/>
                </a:lnTo>
                <a:lnTo>
                  <a:pt x="1226" y="5887"/>
                </a:lnTo>
                <a:lnTo>
                  <a:pt x="1465" y="6051"/>
                </a:lnTo>
                <a:lnTo>
                  <a:pt x="1719" y="6186"/>
                </a:lnTo>
                <a:lnTo>
                  <a:pt x="1988" y="6335"/>
                </a:lnTo>
                <a:lnTo>
                  <a:pt x="2256" y="6470"/>
                </a:lnTo>
                <a:lnTo>
                  <a:pt x="2540" y="6589"/>
                </a:lnTo>
                <a:lnTo>
                  <a:pt x="2824" y="6694"/>
                </a:lnTo>
                <a:lnTo>
                  <a:pt x="3108" y="6783"/>
                </a:lnTo>
                <a:lnTo>
                  <a:pt x="3392" y="6858"/>
                </a:lnTo>
                <a:lnTo>
                  <a:pt x="3676" y="6903"/>
                </a:lnTo>
                <a:lnTo>
                  <a:pt x="3960" y="6948"/>
                </a:lnTo>
                <a:lnTo>
                  <a:pt x="4228" y="6948"/>
                </a:lnTo>
                <a:lnTo>
                  <a:pt x="4288" y="6873"/>
                </a:lnTo>
                <a:lnTo>
                  <a:pt x="4423" y="6694"/>
                </a:lnTo>
                <a:lnTo>
                  <a:pt x="4527" y="6574"/>
                </a:lnTo>
                <a:lnTo>
                  <a:pt x="4662" y="6455"/>
                </a:lnTo>
                <a:lnTo>
                  <a:pt x="4796" y="6320"/>
                </a:lnTo>
                <a:lnTo>
                  <a:pt x="4961" y="6201"/>
                </a:lnTo>
                <a:lnTo>
                  <a:pt x="5140" y="6096"/>
                </a:lnTo>
                <a:lnTo>
                  <a:pt x="5334" y="6007"/>
                </a:lnTo>
                <a:lnTo>
                  <a:pt x="5543" y="5947"/>
                </a:lnTo>
                <a:lnTo>
                  <a:pt x="5663" y="5932"/>
                </a:lnTo>
                <a:lnTo>
                  <a:pt x="5767" y="5917"/>
                </a:lnTo>
                <a:lnTo>
                  <a:pt x="5887" y="5932"/>
                </a:lnTo>
                <a:lnTo>
                  <a:pt x="6006" y="5932"/>
                </a:lnTo>
                <a:lnTo>
                  <a:pt x="6126" y="5962"/>
                </a:lnTo>
                <a:lnTo>
                  <a:pt x="6260" y="6007"/>
                </a:lnTo>
                <a:lnTo>
                  <a:pt x="6380" y="6051"/>
                </a:lnTo>
                <a:lnTo>
                  <a:pt x="6514" y="6111"/>
                </a:lnTo>
                <a:lnTo>
                  <a:pt x="6649" y="6201"/>
                </a:lnTo>
                <a:lnTo>
                  <a:pt x="6783" y="6290"/>
                </a:lnTo>
                <a:lnTo>
                  <a:pt x="6903" y="6410"/>
                </a:lnTo>
                <a:lnTo>
                  <a:pt x="7022" y="6515"/>
                </a:lnTo>
                <a:lnTo>
                  <a:pt x="7112" y="6649"/>
                </a:lnTo>
                <a:lnTo>
                  <a:pt x="7172" y="6783"/>
                </a:lnTo>
                <a:lnTo>
                  <a:pt x="7231" y="6918"/>
                </a:lnTo>
                <a:lnTo>
                  <a:pt x="7276" y="7052"/>
                </a:lnTo>
                <a:lnTo>
                  <a:pt x="7291" y="7202"/>
                </a:lnTo>
                <a:lnTo>
                  <a:pt x="7306" y="7351"/>
                </a:lnTo>
                <a:lnTo>
                  <a:pt x="7291" y="7501"/>
                </a:lnTo>
                <a:lnTo>
                  <a:pt x="7276" y="7650"/>
                </a:lnTo>
                <a:lnTo>
                  <a:pt x="7246" y="7799"/>
                </a:lnTo>
                <a:lnTo>
                  <a:pt x="7201" y="7964"/>
                </a:lnTo>
                <a:lnTo>
                  <a:pt x="7142" y="8113"/>
                </a:lnTo>
                <a:lnTo>
                  <a:pt x="7082" y="8262"/>
                </a:lnTo>
                <a:lnTo>
                  <a:pt x="7007" y="8412"/>
                </a:lnTo>
                <a:lnTo>
                  <a:pt x="6918" y="8546"/>
                </a:lnTo>
                <a:lnTo>
                  <a:pt x="6828" y="8696"/>
                </a:lnTo>
                <a:lnTo>
                  <a:pt x="6723" y="8830"/>
                </a:lnTo>
                <a:lnTo>
                  <a:pt x="6604" y="8950"/>
                </a:lnTo>
                <a:lnTo>
                  <a:pt x="6499" y="9069"/>
                </a:lnTo>
                <a:lnTo>
                  <a:pt x="6365" y="9189"/>
                </a:lnTo>
                <a:lnTo>
                  <a:pt x="6245" y="9293"/>
                </a:lnTo>
                <a:lnTo>
                  <a:pt x="6111" y="9383"/>
                </a:lnTo>
                <a:lnTo>
                  <a:pt x="5976" y="9473"/>
                </a:lnTo>
                <a:lnTo>
                  <a:pt x="5827" y="9547"/>
                </a:lnTo>
                <a:lnTo>
                  <a:pt x="5693" y="9607"/>
                </a:lnTo>
                <a:lnTo>
                  <a:pt x="5543" y="9667"/>
                </a:lnTo>
                <a:lnTo>
                  <a:pt x="5394" y="9697"/>
                </a:lnTo>
                <a:lnTo>
                  <a:pt x="5244" y="9727"/>
                </a:lnTo>
                <a:lnTo>
                  <a:pt x="4946" y="9727"/>
                </a:lnTo>
                <a:lnTo>
                  <a:pt x="4811" y="9697"/>
                </a:lnTo>
                <a:lnTo>
                  <a:pt x="4781" y="9786"/>
                </a:lnTo>
                <a:lnTo>
                  <a:pt x="4736" y="10010"/>
                </a:lnTo>
                <a:lnTo>
                  <a:pt x="4721" y="10175"/>
                </a:lnTo>
                <a:lnTo>
                  <a:pt x="4707" y="10369"/>
                </a:lnTo>
                <a:lnTo>
                  <a:pt x="4707" y="10593"/>
                </a:lnTo>
                <a:lnTo>
                  <a:pt x="4707" y="10817"/>
                </a:lnTo>
                <a:lnTo>
                  <a:pt x="4736" y="11071"/>
                </a:lnTo>
                <a:lnTo>
                  <a:pt x="4781" y="11340"/>
                </a:lnTo>
                <a:lnTo>
                  <a:pt x="4841" y="11624"/>
                </a:lnTo>
                <a:lnTo>
                  <a:pt x="4931" y="11908"/>
                </a:lnTo>
                <a:lnTo>
                  <a:pt x="5065" y="12206"/>
                </a:lnTo>
                <a:lnTo>
                  <a:pt x="5214" y="12505"/>
                </a:lnTo>
                <a:lnTo>
                  <a:pt x="5409" y="12804"/>
                </a:lnTo>
                <a:lnTo>
                  <a:pt x="5528" y="12939"/>
                </a:lnTo>
                <a:lnTo>
                  <a:pt x="5648" y="13088"/>
                </a:lnTo>
                <a:lnTo>
                  <a:pt x="5991" y="13252"/>
                </a:lnTo>
                <a:lnTo>
                  <a:pt x="6350" y="13402"/>
                </a:lnTo>
                <a:lnTo>
                  <a:pt x="6694" y="13521"/>
                </a:lnTo>
                <a:lnTo>
                  <a:pt x="7052" y="13626"/>
                </a:lnTo>
                <a:lnTo>
                  <a:pt x="7411" y="13715"/>
                </a:lnTo>
                <a:lnTo>
                  <a:pt x="7754" y="13775"/>
                </a:lnTo>
                <a:lnTo>
                  <a:pt x="8113" y="13820"/>
                </a:lnTo>
                <a:lnTo>
                  <a:pt x="8471" y="13865"/>
                </a:lnTo>
                <a:lnTo>
                  <a:pt x="8815" y="13880"/>
                </a:lnTo>
                <a:lnTo>
                  <a:pt x="9502" y="13880"/>
                </a:lnTo>
                <a:lnTo>
                  <a:pt x="9846" y="13865"/>
                </a:lnTo>
                <a:lnTo>
                  <a:pt x="10174" y="13835"/>
                </a:lnTo>
                <a:lnTo>
                  <a:pt x="10488" y="13790"/>
                </a:lnTo>
                <a:lnTo>
                  <a:pt x="11101" y="13700"/>
                </a:lnTo>
                <a:lnTo>
                  <a:pt x="11668" y="13581"/>
                </a:lnTo>
                <a:lnTo>
                  <a:pt x="12191" y="13446"/>
                </a:lnTo>
                <a:lnTo>
                  <a:pt x="12654" y="13312"/>
                </a:lnTo>
                <a:lnTo>
                  <a:pt x="13058" y="13178"/>
                </a:lnTo>
                <a:lnTo>
                  <a:pt x="13372" y="13058"/>
                </a:lnTo>
                <a:lnTo>
                  <a:pt x="13611" y="12968"/>
                </a:lnTo>
                <a:lnTo>
                  <a:pt x="13820" y="12879"/>
                </a:lnTo>
                <a:lnTo>
                  <a:pt x="13879" y="12341"/>
                </a:lnTo>
                <a:lnTo>
                  <a:pt x="13909" y="11803"/>
                </a:lnTo>
                <a:lnTo>
                  <a:pt x="13939" y="11280"/>
                </a:lnTo>
                <a:lnTo>
                  <a:pt x="13939" y="10772"/>
                </a:lnTo>
                <a:lnTo>
                  <a:pt x="13939" y="10264"/>
                </a:lnTo>
                <a:lnTo>
                  <a:pt x="13909" y="9801"/>
                </a:lnTo>
                <a:lnTo>
                  <a:pt x="13879" y="9353"/>
                </a:lnTo>
                <a:lnTo>
                  <a:pt x="13850" y="8935"/>
                </a:lnTo>
                <a:lnTo>
                  <a:pt x="13760" y="8188"/>
                </a:lnTo>
                <a:lnTo>
                  <a:pt x="13670" y="7620"/>
                </a:lnTo>
                <a:lnTo>
                  <a:pt x="13611" y="7232"/>
                </a:lnTo>
                <a:lnTo>
                  <a:pt x="13566" y="7052"/>
                </a:lnTo>
                <a:lnTo>
                  <a:pt x="13491" y="6365"/>
                </a:lnTo>
                <a:lnTo>
                  <a:pt x="13372" y="5663"/>
                </a:lnTo>
                <a:lnTo>
                  <a:pt x="13312" y="5304"/>
                </a:lnTo>
                <a:lnTo>
                  <a:pt x="13222" y="4961"/>
                </a:lnTo>
                <a:lnTo>
                  <a:pt x="13147" y="4602"/>
                </a:lnTo>
                <a:lnTo>
                  <a:pt x="13043" y="4244"/>
                </a:lnTo>
                <a:lnTo>
                  <a:pt x="12923" y="3900"/>
                </a:lnTo>
                <a:lnTo>
                  <a:pt x="12804" y="3556"/>
                </a:lnTo>
                <a:lnTo>
                  <a:pt x="12669" y="3213"/>
                </a:lnTo>
                <a:lnTo>
                  <a:pt x="12520" y="2884"/>
                </a:lnTo>
                <a:lnTo>
                  <a:pt x="12341" y="2570"/>
                </a:lnTo>
                <a:lnTo>
                  <a:pt x="12161" y="2257"/>
                </a:lnTo>
                <a:lnTo>
                  <a:pt x="11952" y="1973"/>
                </a:lnTo>
                <a:lnTo>
                  <a:pt x="11728" y="1689"/>
                </a:lnTo>
                <a:lnTo>
                  <a:pt x="11489" y="1420"/>
                </a:lnTo>
                <a:lnTo>
                  <a:pt x="11235" y="1181"/>
                </a:lnTo>
                <a:lnTo>
                  <a:pt x="10951" y="942"/>
                </a:lnTo>
                <a:lnTo>
                  <a:pt x="10653" y="748"/>
                </a:lnTo>
                <a:lnTo>
                  <a:pt x="10324" y="554"/>
                </a:lnTo>
                <a:lnTo>
                  <a:pt x="9965" y="404"/>
                </a:lnTo>
                <a:lnTo>
                  <a:pt x="9592" y="255"/>
                </a:lnTo>
                <a:lnTo>
                  <a:pt x="9188" y="150"/>
                </a:lnTo>
                <a:lnTo>
                  <a:pt x="8770" y="76"/>
                </a:lnTo>
                <a:lnTo>
                  <a:pt x="8307" y="16"/>
                </a:lnTo>
                <a:lnTo>
                  <a:pt x="782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7546901" y="1451183"/>
            <a:ext cx="361527" cy="400531"/>
          </a:xfrm>
          <a:custGeom>
            <a:rect b="b" l="l" r="r" t="t"/>
            <a:pathLst>
              <a:path extrusionOk="0" h="14582" w="13162">
                <a:moveTo>
                  <a:pt x="8262" y="0"/>
                </a:moveTo>
                <a:lnTo>
                  <a:pt x="8157" y="254"/>
                </a:lnTo>
                <a:lnTo>
                  <a:pt x="8023" y="553"/>
                </a:lnTo>
                <a:lnTo>
                  <a:pt x="7843" y="941"/>
                </a:lnTo>
                <a:lnTo>
                  <a:pt x="7589" y="1389"/>
                </a:lnTo>
                <a:lnTo>
                  <a:pt x="7276" y="1897"/>
                </a:lnTo>
                <a:lnTo>
                  <a:pt x="7096" y="2166"/>
                </a:lnTo>
                <a:lnTo>
                  <a:pt x="6902" y="2450"/>
                </a:lnTo>
                <a:lnTo>
                  <a:pt x="6693" y="2719"/>
                </a:lnTo>
                <a:lnTo>
                  <a:pt x="6469" y="3003"/>
                </a:lnTo>
                <a:lnTo>
                  <a:pt x="6215" y="3287"/>
                </a:lnTo>
                <a:lnTo>
                  <a:pt x="5946" y="3571"/>
                </a:lnTo>
                <a:lnTo>
                  <a:pt x="5677" y="3840"/>
                </a:lnTo>
                <a:lnTo>
                  <a:pt x="5363" y="4108"/>
                </a:lnTo>
                <a:lnTo>
                  <a:pt x="5050" y="4377"/>
                </a:lnTo>
                <a:lnTo>
                  <a:pt x="4706" y="4631"/>
                </a:lnTo>
                <a:lnTo>
                  <a:pt x="4347" y="4855"/>
                </a:lnTo>
                <a:lnTo>
                  <a:pt x="3974" y="5080"/>
                </a:lnTo>
                <a:lnTo>
                  <a:pt x="3586" y="5289"/>
                </a:lnTo>
                <a:lnTo>
                  <a:pt x="3167" y="5468"/>
                </a:lnTo>
                <a:lnTo>
                  <a:pt x="2719" y="5632"/>
                </a:lnTo>
                <a:lnTo>
                  <a:pt x="2271" y="5767"/>
                </a:lnTo>
                <a:lnTo>
                  <a:pt x="1793" y="5886"/>
                </a:lnTo>
                <a:lnTo>
                  <a:pt x="1285" y="5961"/>
                </a:lnTo>
                <a:lnTo>
                  <a:pt x="762" y="6021"/>
                </a:lnTo>
                <a:lnTo>
                  <a:pt x="224" y="6036"/>
                </a:lnTo>
                <a:lnTo>
                  <a:pt x="179" y="6155"/>
                </a:lnTo>
                <a:lnTo>
                  <a:pt x="105" y="6499"/>
                </a:lnTo>
                <a:lnTo>
                  <a:pt x="60" y="6723"/>
                </a:lnTo>
                <a:lnTo>
                  <a:pt x="30" y="6992"/>
                </a:lnTo>
                <a:lnTo>
                  <a:pt x="0" y="7291"/>
                </a:lnTo>
                <a:lnTo>
                  <a:pt x="0" y="7604"/>
                </a:lnTo>
                <a:lnTo>
                  <a:pt x="15" y="7933"/>
                </a:lnTo>
                <a:lnTo>
                  <a:pt x="75" y="8292"/>
                </a:lnTo>
                <a:lnTo>
                  <a:pt x="105" y="8456"/>
                </a:lnTo>
                <a:lnTo>
                  <a:pt x="149" y="8635"/>
                </a:lnTo>
                <a:lnTo>
                  <a:pt x="209" y="8814"/>
                </a:lnTo>
                <a:lnTo>
                  <a:pt x="269" y="8994"/>
                </a:lnTo>
                <a:lnTo>
                  <a:pt x="344" y="9158"/>
                </a:lnTo>
                <a:lnTo>
                  <a:pt x="433" y="9337"/>
                </a:lnTo>
                <a:lnTo>
                  <a:pt x="538" y="9502"/>
                </a:lnTo>
                <a:lnTo>
                  <a:pt x="657" y="9666"/>
                </a:lnTo>
                <a:lnTo>
                  <a:pt x="792" y="9830"/>
                </a:lnTo>
                <a:lnTo>
                  <a:pt x="926" y="9980"/>
                </a:lnTo>
                <a:lnTo>
                  <a:pt x="1091" y="10129"/>
                </a:lnTo>
                <a:lnTo>
                  <a:pt x="1270" y="10264"/>
                </a:lnTo>
                <a:lnTo>
                  <a:pt x="1927" y="10757"/>
                </a:lnTo>
                <a:lnTo>
                  <a:pt x="2540" y="11190"/>
                </a:lnTo>
                <a:lnTo>
                  <a:pt x="2824" y="11414"/>
                </a:lnTo>
                <a:lnTo>
                  <a:pt x="3078" y="11638"/>
                </a:lnTo>
                <a:lnTo>
                  <a:pt x="3332" y="11862"/>
                </a:lnTo>
                <a:lnTo>
                  <a:pt x="3541" y="12086"/>
                </a:lnTo>
                <a:lnTo>
                  <a:pt x="3750" y="12325"/>
                </a:lnTo>
                <a:lnTo>
                  <a:pt x="3914" y="12579"/>
                </a:lnTo>
                <a:lnTo>
                  <a:pt x="4064" y="12848"/>
                </a:lnTo>
                <a:lnTo>
                  <a:pt x="4183" y="13147"/>
                </a:lnTo>
                <a:lnTo>
                  <a:pt x="4243" y="13296"/>
                </a:lnTo>
                <a:lnTo>
                  <a:pt x="4273" y="13461"/>
                </a:lnTo>
                <a:lnTo>
                  <a:pt x="4318" y="13625"/>
                </a:lnTo>
                <a:lnTo>
                  <a:pt x="4333" y="13804"/>
                </a:lnTo>
                <a:lnTo>
                  <a:pt x="4347" y="13983"/>
                </a:lnTo>
                <a:lnTo>
                  <a:pt x="4362" y="14178"/>
                </a:lnTo>
                <a:lnTo>
                  <a:pt x="4347" y="14581"/>
                </a:lnTo>
                <a:lnTo>
                  <a:pt x="4347" y="14581"/>
                </a:lnTo>
                <a:lnTo>
                  <a:pt x="5020" y="14521"/>
                </a:lnTo>
                <a:lnTo>
                  <a:pt x="5662" y="14432"/>
                </a:lnTo>
                <a:lnTo>
                  <a:pt x="6319" y="14327"/>
                </a:lnTo>
                <a:lnTo>
                  <a:pt x="6947" y="14193"/>
                </a:lnTo>
                <a:lnTo>
                  <a:pt x="7574" y="14043"/>
                </a:lnTo>
                <a:lnTo>
                  <a:pt x="8187" y="13894"/>
                </a:lnTo>
                <a:lnTo>
                  <a:pt x="8770" y="13715"/>
                </a:lnTo>
                <a:lnTo>
                  <a:pt x="9352" y="13520"/>
                </a:lnTo>
                <a:lnTo>
                  <a:pt x="9905" y="13311"/>
                </a:lnTo>
                <a:lnTo>
                  <a:pt x="10443" y="13072"/>
                </a:lnTo>
                <a:lnTo>
                  <a:pt x="10966" y="12833"/>
                </a:lnTo>
                <a:lnTo>
                  <a:pt x="11459" y="12579"/>
                </a:lnTo>
                <a:lnTo>
                  <a:pt x="11922" y="12310"/>
                </a:lnTo>
                <a:lnTo>
                  <a:pt x="12370" y="12026"/>
                </a:lnTo>
                <a:lnTo>
                  <a:pt x="12773" y="11743"/>
                </a:lnTo>
                <a:lnTo>
                  <a:pt x="13162" y="11429"/>
                </a:lnTo>
                <a:lnTo>
                  <a:pt x="13132" y="11339"/>
                </a:lnTo>
                <a:lnTo>
                  <a:pt x="13072" y="11235"/>
                </a:lnTo>
                <a:lnTo>
                  <a:pt x="12923" y="11025"/>
                </a:lnTo>
                <a:lnTo>
                  <a:pt x="12729" y="10771"/>
                </a:lnTo>
                <a:lnTo>
                  <a:pt x="12490" y="10473"/>
                </a:lnTo>
                <a:lnTo>
                  <a:pt x="11892" y="9771"/>
                </a:lnTo>
                <a:lnTo>
                  <a:pt x="11563" y="9352"/>
                </a:lnTo>
                <a:lnTo>
                  <a:pt x="11220" y="8874"/>
                </a:lnTo>
                <a:lnTo>
                  <a:pt x="10981" y="8516"/>
                </a:lnTo>
                <a:lnTo>
                  <a:pt x="10771" y="8172"/>
                </a:lnTo>
                <a:lnTo>
                  <a:pt x="10562" y="7798"/>
                </a:lnTo>
                <a:lnTo>
                  <a:pt x="10368" y="7440"/>
                </a:lnTo>
                <a:lnTo>
                  <a:pt x="10174" y="7066"/>
                </a:lnTo>
                <a:lnTo>
                  <a:pt x="9995" y="6693"/>
                </a:lnTo>
                <a:lnTo>
                  <a:pt x="9830" y="6319"/>
                </a:lnTo>
                <a:lnTo>
                  <a:pt x="9681" y="5946"/>
                </a:lnTo>
                <a:lnTo>
                  <a:pt x="9412" y="5199"/>
                </a:lnTo>
                <a:lnTo>
                  <a:pt x="9173" y="4452"/>
                </a:lnTo>
                <a:lnTo>
                  <a:pt x="8964" y="3750"/>
                </a:lnTo>
                <a:lnTo>
                  <a:pt x="8785" y="3063"/>
                </a:lnTo>
                <a:lnTo>
                  <a:pt x="8650" y="2420"/>
                </a:lnTo>
                <a:lnTo>
                  <a:pt x="8531" y="1838"/>
                </a:lnTo>
                <a:lnTo>
                  <a:pt x="8441" y="1315"/>
                </a:lnTo>
                <a:lnTo>
                  <a:pt x="8366" y="867"/>
                </a:lnTo>
                <a:lnTo>
                  <a:pt x="8277" y="224"/>
                </a:lnTo>
                <a:lnTo>
                  <a:pt x="8262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7549757" y="1601755"/>
            <a:ext cx="25050" cy="25078"/>
          </a:xfrm>
          <a:custGeom>
            <a:rect b="b" l="l" r="r" t="t"/>
            <a:pathLst>
              <a:path extrusionOk="0" h="913" w="912">
                <a:moveTo>
                  <a:pt x="449" y="1"/>
                </a:moveTo>
                <a:lnTo>
                  <a:pt x="359" y="16"/>
                </a:lnTo>
                <a:lnTo>
                  <a:pt x="284" y="31"/>
                </a:lnTo>
                <a:lnTo>
                  <a:pt x="195" y="76"/>
                </a:lnTo>
                <a:lnTo>
                  <a:pt x="135" y="135"/>
                </a:lnTo>
                <a:lnTo>
                  <a:pt x="75" y="210"/>
                </a:lnTo>
                <a:lnTo>
                  <a:pt x="30" y="285"/>
                </a:lnTo>
                <a:lnTo>
                  <a:pt x="1" y="359"/>
                </a:lnTo>
                <a:lnTo>
                  <a:pt x="1" y="464"/>
                </a:lnTo>
                <a:lnTo>
                  <a:pt x="1" y="554"/>
                </a:lnTo>
                <a:lnTo>
                  <a:pt x="30" y="643"/>
                </a:lnTo>
                <a:lnTo>
                  <a:pt x="75" y="718"/>
                </a:lnTo>
                <a:lnTo>
                  <a:pt x="135" y="778"/>
                </a:lnTo>
                <a:lnTo>
                  <a:pt x="195" y="837"/>
                </a:lnTo>
                <a:lnTo>
                  <a:pt x="284" y="882"/>
                </a:lnTo>
                <a:lnTo>
                  <a:pt x="359" y="912"/>
                </a:lnTo>
                <a:lnTo>
                  <a:pt x="553" y="912"/>
                </a:lnTo>
                <a:lnTo>
                  <a:pt x="628" y="882"/>
                </a:lnTo>
                <a:lnTo>
                  <a:pt x="718" y="837"/>
                </a:lnTo>
                <a:lnTo>
                  <a:pt x="777" y="778"/>
                </a:lnTo>
                <a:lnTo>
                  <a:pt x="837" y="718"/>
                </a:lnTo>
                <a:lnTo>
                  <a:pt x="882" y="643"/>
                </a:lnTo>
                <a:lnTo>
                  <a:pt x="912" y="554"/>
                </a:lnTo>
                <a:lnTo>
                  <a:pt x="912" y="464"/>
                </a:lnTo>
                <a:lnTo>
                  <a:pt x="912" y="359"/>
                </a:lnTo>
                <a:lnTo>
                  <a:pt x="882" y="285"/>
                </a:lnTo>
                <a:lnTo>
                  <a:pt x="837" y="210"/>
                </a:lnTo>
                <a:lnTo>
                  <a:pt x="777" y="135"/>
                </a:lnTo>
                <a:lnTo>
                  <a:pt x="718" y="76"/>
                </a:lnTo>
                <a:lnTo>
                  <a:pt x="628" y="31"/>
                </a:lnTo>
                <a:lnTo>
                  <a:pt x="553" y="16"/>
                </a:lnTo>
                <a:lnTo>
                  <a:pt x="4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7223536" y="1825388"/>
            <a:ext cx="750989" cy="741952"/>
          </a:xfrm>
          <a:custGeom>
            <a:rect b="b" l="l" r="r" t="t"/>
            <a:pathLst>
              <a:path extrusionOk="0" h="27012" w="27341">
                <a:moveTo>
                  <a:pt x="21140" y="1"/>
                </a:moveTo>
                <a:lnTo>
                  <a:pt x="20811" y="61"/>
                </a:lnTo>
                <a:lnTo>
                  <a:pt x="20483" y="135"/>
                </a:lnTo>
                <a:lnTo>
                  <a:pt x="20154" y="255"/>
                </a:lnTo>
                <a:lnTo>
                  <a:pt x="19840" y="404"/>
                </a:lnTo>
                <a:lnTo>
                  <a:pt x="19557" y="569"/>
                </a:lnTo>
                <a:lnTo>
                  <a:pt x="19288" y="778"/>
                </a:lnTo>
                <a:lnTo>
                  <a:pt x="19034" y="1002"/>
                </a:lnTo>
                <a:lnTo>
                  <a:pt x="18810" y="1241"/>
                </a:lnTo>
                <a:lnTo>
                  <a:pt x="18615" y="1510"/>
                </a:lnTo>
                <a:lnTo>
                  <a:pt x="18451" y="1779"/>
                </a:lnTo>
                <a:lnTo>
                  <a:pt x="18317" y="2078"/>
                </a:lnTo>
                <a:lnTo>
                  <a:pt x="18197" y="2391"/>
                </a:lnTo>
                <a:lnTo>
                  <a:pt x="18122" y="2705"/>
                </a:lnTo>
                <a:lnTo>
                  <a:pt x="18063" y="3019"/>
                </a:lnTo>
                <a:lnTo>
                  <a:pt x="18048" y="3347"/>
                </a:lnTo>
                <a:lnTo>
                  <a:pt x="18063" y="3691"/>
                </a:lnTo>
                <a:lnTo>
                  <a:pt x="18107" y="4020"/>
                </a:lnTo>
                <a:lnTo>
                  <a:pt x="18182" y="4348"/>
                </a:lnTo>
                <a:lnTo>
                  <a:pt x="18302" y="4677"/>
                </a:lnTo>
                <a:lnTo>
                  <a:pt x="18346" y="4782"/>
                </a:lnTo>
                <a:lnTo>
                  <a:pt x="18436" y="4991"/>
                </a:lnTo>
                <a:lnTo>
                  <a:pt x="18526" y="5245"/>
                </a:lnTo>
                <a:lnTo>
                  <a:pt x="18735" y="5783"/>
                </a:lnTo>
                <a:lnTo>
                  <a:pt x="18929" y="6335"/>
                </a:lnTo>
                <a:lnTo>
                  <a:pt x="19108" y="6903"/>
                </a:lnTo>
                <a:lnTo>
                  <a:pt x="19273" y="7471"/>
                </a:lnTo>
                <a:lnTo>
                  <a:pt x="19437" y="8038"/>
                </a:lnTo>
                <a:lnTo>
                  <a:pt x="19601" y="8606"/>
                </a:lnTo>
                <a:lnTo>
                  <a:pt x="19736" y="9174"/>
                </a:lnTo>
                <a:lnTo>
                  <a:pt x="19870" y="9741"/>
                </a:lnTo>
                <a:lnTo>
                  <a:pt x="19990" y="10324"/>
                </a:lnTo>
                <a:lnTo>
                  <a:pt x="20109" y="10892"/>
                </a:lnTo>
                <a:lnTo>
                  <a:pt x="20199" y="11474"/>
                </a:lnTo>
                <a:lnTo>
                  <a:pt x="20289" y="12042"/>
                </a:lnTo>
                <a:lnTo>
                  <a:pt x="20363" y="12625"/>
                </a:lnTo>
                <a:lnTo>
                  <a:pt x="20423" y="13193"/>
                </a:lnTo>
                <a:lnTo>
                  <a:pt x="20483" y="13760"/>
                </a:lnTo>
                <a:lnTo>
                  <a:pt x="20513" y="14328"/>
                </a:lnTo>
                <a:lnTo>
                  <a:pt x="20543" y="14896"/>
                </a:lnTo>
                <a:lnTo>
                  <a:pt x="20543" y="15448"/>
                </a:lnTo>
                <a:lnTo>
                  <a:pt x="20528" y="16001"/>
                </a:lnTo>
                <a:lnTo>
                  <a:pt x="20513" y="16554"/>
                </a:lnTo>
                <a:lnTo>
                  <a:pt x="20468" y="17107"/>
                </a:lnTo>
                <a:lnTo>
                  <a:pt x="20408" y="17644"/>
                </a:lnTo>
                <a:lnTo>
                  <a:pt x="20348" y="18167"/>
                </a:lnTo>
                <a:lnTo>
                  <a:pt x="20259" y="18660"/>
                </a:lnTo>
                <a:lnTo>
                  <a:pt x="20154" y="19138"/>
                </a:lnTo>
                <a:lnTo>
                  <a:pt x="20035" y="19617"/>
                </a:lnTo>
                <a:lnTo>
                  <a:pt x="19900" y="20080"/>
                </a:lnTo>
                <a:lnTo>
                  <a:pt x="19870" y="20199"/>
                </a:lnTo>
                <a:lnTo>
                  <a:pt x="19766" y="20513"/>
                </a:lnTo>
                <a:lnTo>
                  <a:pt x="19766" y="20528"/>
                </a:lnTo>
                <a:lnTo>
                  <a:pt x="16867" y="20916"/>
                </a:lnTo>
                <a:lnTo>
                  <a:pt x="14343" y="21230"/>
                </a:lnTo>
                <a:lnTo>
                  <a:pt x="11833" y="21559"/>
                </a:lnTo>
                <a:lnTo>
                  <a:pt x="9323" y="21857"/>
                </a:lnTo>
                <a:lnTo>
                  <a:pt x="6813" y="22156"/>
                </a:lnTo>
                <a:lnTo>
                  <a:pt x="4303" y="22425"/>
                </a:lnTo>
                <a:lnTo>
                  <a:pt x="1793" y="22679"/>
                </a:lnTo>
                <a:lnTo>
                  <a:pt x="1614" y="22709"/>
                </a:lnTo>
                <a:lnTo>
                  <a:pt x="1435" y="22754"/>
                </a:lnTo>
                <a:lnTo>
                  <a:pt x="1270" y="22814"/>
                </a:lnTo>
                <a:lnTo>
                  <a:pt x="1106" y="22873"/>
                </a:lnTo>
                <a:lnTo>
                  <a:pt x="957" y="22963"/>
                </a:lnTo>
                <a:lnTo>
                  <a:pt x="822" y="23053"/>
                </a:lnTo>
                <a:lnTo>
                  <a:pt x="688" y="23157"/>
                </a:lnTo>
                <a:lnTo>
                  <a:pt x="553" y="23277"/>
                </a:lnTo>
                <a:lnTo>
                  <a:pt x="449" y="23411"/>
                </a:lnTo>
                <a:lnTo>
                  <a:pt x="344" y="23546"/>
                </a:lnTo>
                <a:lnTo>
                  <a:pt x="255" y="23695"/>
                </a:lnTo>
                <a:lnTo>
                  <a:pt x="180" y="23859"/>
                </a:lnTo>
                <a:lnTo>
                  <a:pt x="105" y="24024"/>
                </a:lnTo>
                <a:lnTo>
                  <a:pt x="60" y="24188"/>
                </a:lnTo>
                <a:lnTo>
                  <a:pt x="30" y="24367"/>
                </a:lnTo>
                <a:lnTo>
                  <a:pt x="16" y="24547"/>
                </a:lnTo>
                <a:lnTo>
                  <a:pt x="1" y="24920"/>
                </a:lnTo>
                <a:lnTo>
                  <a:pt x="1" y="25219"/>
                </a:lnTo>
                <a:lnTo>
                  <a:pt x="30" y="25473"/>
                </a:lnTo>
                <a:lnTo>
                  <a:pt x="45" y="25562"/>
                </a:lnTo>
                <a:lnTo>
                  <a:pt x="75" y="25652"/>
                </a:lnTo>
                <a:lnTo>
                  <a:pt x="105" y="25727"/>
                </a:lnTo>
                <a:lnTo>
                  <a:pt x="150" y="25801"/>
                </a:lnTo>
                <a:lnTo>
                  <a:pt x="195" y="25846"/>
                </a:lnTo>
                <a:lnTo>
                  <a:pt x="255" y="25891"/>
                </a:lnTo>
                <a:lnTo>
                  <a:pt x="314" y="25936"/>
                </a:lnTo>
                <a:lnTo>
                  <a:pt x="389" y="25966"/>
                </a:lnTo>
                <a:lnTo>
                  <a:pt x="568" y="26011"/>
                </a:lnTo>
                <a:lnTo>
                  <a:pt x="1211" y="26041"/>
                </a:lnTo>
                <a:lnTo>
                  <a:pt x="1898" y="26085"/>
                </a:lnTo>
                <a:lnTo>
                  <a:pt x="3332" y="26205"/>
                </a:lnTo>
                <a:lnTo>
                  <a:pt x="4826" y="26339"/>
                </a:lnTo>
                <a:lnTo>
                  <a:pt x="6350" y="26489"/>
                </a:lnTo>
                <a:lnTo>
                  <a:pt x="7874" y="26638"/>
                </a:lnTo>
                <a:lnTo>
                  <a:pt x="9353" y="26758"/>
                </a:lnTo>
                <a:lnTo>
                  <a:pt x="10787" y="26847"/>
                </a:lnTo>
                <a:lnTo>
                  <a:pt x="11459" y="26877"/>
                </a:lnTo>
                <a:lnTo>
                  <a:pt x="12117" y="26907"/>
                </a:lnTo>
                <a:lnTo>
                  <a:pt x="14671" y="26937"/>
                </a:lnTo>
                <a:lnTo>
                  <a:pt x="17226" y="26967"/>
                </a:lnTo>
                <a:lnTo>
                  <a:pt x="19781" y="26997"/>
                </a:lnTo>
                <a:lnTo>
                  <a:pt x="22335" y="27012"/>
                </a:lnTo>
                <a:lnTo>
                  <a:pt x="22530" y="26997"/>
                </a:lnTo>
                <a:lnTo>
                  <a:pt x="22724" y="26982"/>
                </a:lnTo>
                <a:lnTo>
                  <a:pt x="22918" y="26952"/>
                </a:lnTo>
                <a:lnTo>
                  <a:pt x="23097" y="26907"/>
                </a:lnTo>
                <a:lnTo>
                  <a:pt x="23291" y="26847"/>
                </a:lnTo>
                <a:lnTo>
                  <a:pt x="23471" y="26787"/>
                </a:lnTo>
                <a:lnTo>
                  <a:pt x="23650" y="26713"/>
                </a:lnTo>
                <a:lnTo>
                  <a:pt x="23814" y="26623"/>
                </a:lnTo>
                <a:lnTo>
                  <a:pt x="23979" y="26519"/>
                </a:lnTo>
                <a:lnTo>
                  <a:pt x="24143" y="26399"/>
                </a:lnTo>
                <a:lnTo>
                  <a:pt x="24292" y="26280"/>
                </a:lnTo>
                <a:lnTo>
                  <a:pt x="24442" y="26145"/>
                </a:lnTo>
                <a:lnTo>
                  <a:pt x="24576" y="25996"/>
                </a:lnTo>
                <a:lnTo>
                  <a:pt x="24711" y="25846"/>
                </a:lnTo>
                <a:lnTo>
                  <a:pt x="24830" y="25682"/>
                </a:lnTo>
                <a:lnTo>
                  <a:pt x="24935" y="25503"/>
                </a:lnTo>
                <a:lnTo>
                  <a:pt x="25099" y="25219"/>
                </a:lnTo>
                <a:lnTo>
                  <a:pt x="25458" y="24487"/>
                </a:lnTo>
                <a:lnTo>
                  <a:pt x="25637" y="24113"/>
                </a:lnTo>
                <a:lnTo>
                  <a:pt x="25786" y="23755"/>
                </a:lnTo>
                <a:lnTo>
                  <a:pt x="26085" y="23008"/>
                </a:lnTo>
                <a:lnTo>
                  <a:pt x="26220" y="22634"/>
                </a:lnTo>
                <a:lnTo>
                  <a:pt x="26339" y="22246"/>
                </a:lnTo>
                <a:lnTo>
                  <a:pt x="26563" y="21499"/>
                </a:lnTo>
                <a:lnTo>
                  <a:pt x="26757" y="20737"/>
                </a:lnTo>
                <a:lnTo>
                  <a:pt x="26922" y="19975"/>
                </a:lnTo>
                <a:lnTo>
                  <a:pt x="27056" y="19213"/>
                </a:lnTo>
                <a:lnTo>
                  <a:pt x="27161" y="18451"/>
                </a:lnTo>
                <a:lnTo>
                  <a:pt x="27236" y="17704"/>
                </a:lnTo>
                <a:lnTo>
                  <a:pt x="27295" y="16957"/>
                </a:lnTo>
                <a:lnTo>
                  <a:pt x="27325" y="16195"/>
                </a:lnTo>
                <a:lnTo>
                  <a:pt x="27340" y="15463"/>
                </a:lnTo>
                <a:lnTo>
                  <a:pt x="27325" y="14716"/>
                </a:lnTo>
                <a:lnTo>
                  <a:pt x="27295" y="13984"/>
                </a:lnTo>
                <a:lnTo>
                  <a:pt x="27250" y="13252"/>
                </a:lnTo>
                <a:lnTo>
                  <a:pt x="27191" y="12535"/>
                </a:lnTo>
                <a:lnTo>
                  <a:pt x="27116" y="11803"/>
                </a:lnTo>
                <a:lnTo>
                  <a:pt x="27011" y="11086"/>
                </a:lnTo>
                <a:lnTo>
                  <a:pt x="26907" y="10384"/>
                </a:lnTo>
                <a:lnTo>
                  <a:pt x="26787" y="9682"/>
                </a:lnTo>
                <a:lnTo>
                  <a:pt x="26653" y="8980"/>
                </a:lnTo>
                <a:lnTo>
                  <a:pt x="26503" y="8277"/>
                </a:lnTo>
                <a:lnTo>
                  <a:pt x="26339" y="7590"/>
                </a:lnTo>
                <a:lnTo>
                  <a:pt x="26175" y="6888"/>
                </a:lnTo>
                <a:lnTo>
                  <a:pt x="25981" y="6216"/>
                </a:lnTo>
                <a:lnTo>
                  <a:pt x="25786" y="5529"/>
                </a:lnTo>
                <a:lnTo>
                  <a:pt x="25577" y="4856"/>
                </a:lnTo>
                <a:lnTo>
                  <a:pt x="25353" y="4169"/>
                </a:lnTo>
                <a:lnTo>
                  <a:pt x="25129" y="3497"/>
                </a:lnTo>
                <a:lnTo>
                  <a:pt x="24875" y="2810"/>
                </a:lnTo>
                <a:lnTo>
                  <a:pt x="24741" y="2466"/>
                </a:lnTo>
                <a:lnTo>
                  <a:pt x="24666" y="2287"/>
                </a:lnTo>
                <a:lnTo>
                  <a:pt x="24576" y="2078"/>
                </a:lnTo>
                <a:lnTo>
                  <a:pt x="24427" y="1764"/>
                </a:lnTo>
                <a:lnTo>
                  <a:pt x="24248" y="1480"/>
                </a:lnTo>
                <a:lnTo>
                  <a:pt x="24053" y="1211"/>
                </a:lnTo>
                <a:lnTo>
                  <a:pt x="23829" y="972"/>
                </a:lnTo>
                <a:lnTo>
                  <a:pt x="23575" y="748"/>
                </a:lnTo>
                <a:lnTo>
                  <a:pt x="23321" y="554"/>
                </a:lnTo>
                <a:lnTo>
                  <a:pt x="23037" y="389"/>
                </a:lnTo>
                <a:lnTo>
                  <a:pt x="22739" y="255"/>
                </a:lnTo>
                <a:lnTo>
                  <a:pt x="22440" y="150"/>
                </a:lnTo>
                <a:lnTo>
                  <a:pt x="22126" y="61"/>
                </a:lnTo>
                <a:lnTo>
                  <a:pt x="21798" y="16"/>
                </a:lnTo>
                <a:lnTo>
                  <a:pt x="214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6732761" y="2029740"/>
            <a:ext cx="681221" cy="451016"/>
          </a:xfrm>
          <a:custGeom>
            <a:rect b="b" l="l" r="r" t="t"/>
            <a:pathLst>
              <a:path extrusionOk="0" h="16420" w="24801">
                <a:moveTo>
                  <a:pt x="1" y="1"/>
                </a:moveTo>
                <a:lnTo>
                  <a:pt x="6320" y="16419"/>
                </a:lnTo>
                <a:lnTo>
                  <a:pt x="24801" y="16419"/>
                </a:lnTo>
                <a:lnTo>
                  <a:pt x="24801" y="14761"/>
                </a:lnTo>
                <a:lnTo>
                  <a:pt x="7366" y="14761"/>
                </a:lnTo>
                <a:lnTo>
                  <a:pt x="165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7089361" y="2432702"/>
            <a:ext cx="261408" cy="111628"/>
          </a:xfrm>
          <a:custGeom>
            <a:rect b="b" l="l" r="r" t="t"/>
            <a:pathLst>
              <a:path extrusionOk="0" h="4064" w="9517">
                <a:moveTo>
                  <a:pt x="8232" y="0"/>
                </a:moveTo>
                <a:lnTo>
                  <a:pt x="8157" y="30"/>
                </a:lnTo>
                <a:lnTo>
                  <a:pt x="8113" y="75"/>
                </a:lnTo>
                <a:lnTo>
                  <a:pt x="8068" y="135"/>
                </a:lnTo>
                <a:lnTo>
                  <a:pt x="8053" y="225"/>
                </a:lnTo>
                <a:lnTo>
                  <a:pt x="8038" y="314"/>
                </a:lnTo>
                <a:lnTo>
                  <a:pt x="8053" y="419"/>
                </a:lnTo>
                <a:lnTo>
                  <a:pt x="8083" y="882"/>
                </a:lnTo>
                <a:lnTo>
                  <a:pt x="8083" y="1001"/>
                </a:lnTo>
                <a:lnTo>
                  <a:pt x="8083" y="1106"/>
                </a:lnTo>
                <a:lnTo>
                  <a:pt x="8068" y="1196"/>
                </a:lnTo>
                <a:lnTo>
                  <a:pt x="8038" y="1270"/>
                </a:lnTo>
                <a:lnTo>
                  <a:pt x="8008" y="1300"/>
                </a:lnTo>
                <a:lnTo>
                  <a:pt x="7963" y="1330"/>
                </a:lnTo>
                <a:lnTo>
                  <a:pt x="7859" y="1390"/>
                </a:lnTo>
                <a:lnTo>
                  <a:pt x="7694" y="1435"/>
                </a:lnTo>
                <a:lnTo>
                  <a:pt x="7485" y="1494"/>
                </a:lnTo>
                <a:lnTo>
                  <a:pt x="7246" y="1539"/>
                </a:lnTo>
                <a:lnTo>
                  <a:pt x="6977" y="1569"/>
                </a:lnTo>
                <a:lnTo>
                  <a:pt x="6365" y="1629"/>
                </a:lnTo>
                <a:lnTo>
                  <a:pt x="5692" y="1659"/>
                </a:lnTo>
                <a:lnTo>
                  <a:pt x="5005" y="1659"/>
                </a:lnTo>
                <a:lnTo>
                  <a:pt x="4318" y="1644"/>
                </a:lnTo>
                <a:lnTo>
                  <a:pt x="3705" y="1599"/>
                </a:lnTo>
                <a:lnTo>
                  <a:pt x="3063" y="1539"/>
                </a:lnTo>
                <a:lnTo>
                  <a:pt x="2421" y="1524"/>
                </a:lnTo>
                <a:lnTo>
                  <a:pt x="1808" y="1524"/>
                </a:lnTo>
                <a:lnTo>
                  <a:pt x="1240" y="1539"/>
                </a:lnTo>
                <a:lnTo>
                  <a:pt x="927" y="1554"/>
                </a:lnTo>
                <a:lnTo>
                  <a:pt x="404" y="1584"/>
                </a:lnTo>
                <a:lnTo>
                  <a:pt x="344" y="1584"/>
                </a:lnTo>
                <a:lnTo>
                  <a:pt x="284" y="1614"/>
                </a:lnTo>
                <a:lnTo>
                  <a:pt x="180" y="1659"/>
                </a:lnTo>
                <a:lnTo>
                  <a:pt x="105" y="1733"/>
                </a:lnTo>
                <a:lnTo>
                  <a:pt x="45" y="1823"/>
                </a:lnTo>
                <a:lnTo>
                  <a:pt x="15" y="1883"/>
                </a:lnTo>
                <a:lnTo>
                  <a:pt x="0" y="1957"/>
                </a:lnTo>
                <a:lnTo>
                  <a:pt x="0" y="2017"/>
                </a:lnTo>
                <a:lnTo>
                  <a:pt x="0" y="2092"/>
                </a:lnTo>
                <a:lnTo>
                  <a:pt x="15" y="2152"/>
                </a:lnTo>
                <a:lnTo>
                  <a:pt x="45" y="2226"/>
                </a:lnTo>
                <a:lnTo>
                  <a:pt x="90" y="2286"/>
                </a:lnTo>
                <a:lnTo>
                  <a:pt x="150" y="2346"/>
                </a:lnTo>
                <a:lnTo>
                  <a:pt x="284" y="2450"/>
                </a:lnTo>
                <a:lnTo>
                  <a:pt x="449" y="2585"/>
                </a:lnTo>
                <a:lnTo>
                  <a:pt x="628" y="2704"/>
                </a:lnTo>
                <a:lnTo>
                  <a:pt x="837" y="2839"/>
                </a:lnTo>
                <a:lnTo>
                  <a:pt x="1300" y="3108"/>
                </a:lnTo>
                <a:lnTo>
                  <a:pt x="1569" y="3242"/>
                </a:lnTo>
                <a:lnTo>
                  <a:pt x="1838" y="3377"/>
                </a:lnTo>
                <a:lnTo>
                  <a:pt x="2137" y="3496"/>
                </a:lnTo>
                <a:lnTo>
                  <a:pt x="2436" y="3616"/>
                </a:lnTo>
                <a:lnTo>
                  <a:pt x="2764" y="3735"/>
                </a:lnTo>
                <a:lnTo>
                  <a:pt x="3093" y="3825"/>
                </a:lnTo>
                <a:lnTo>
                  <a:pt x="3436" y="3915"/>
                </a:lnTo>
                <a:lnTo>
                  <a:pt x="3810" y="3989"/>
                </a:lnTo>
                <a:lnTo>
                  <a:pt x="4169" y="4034"/>
                </a:lnTo>
                <a:lnTo>
                  <a:pt x="4557" y="4064"/>
                </a:lnTo>
                <a:lnTo>
                  <a:pt x="4945" y="4064"/>
                </a:lnTo>
                <a:lnTo>
                  <a:pt x="5334" y="4049"/>
                </a:lnTo>
                <a:lnTo>
                  <a:pt x="5737" y="4004"/>
                </a:lnTo>
                <a:lnTo>
                  <a:pt x="6155" y="3915"/>
                </a:lnTo>
                <a:lnTo>
                  <a:pt x="6544" y="3810"/>
                </a:lnTo>
                <a:lnTo>
                  <a:pt x="6917" y="3676"/>
                </a:lnTo>
                <a:lnTo>
                  <a:pt x="7276" y="3526"/>
                </a:lnTo>
                <a:lnTo>
                  <a:pt x="7605" y="3362"/>
                </a:lnTo>
                <a:lnTo>
                  <a:pt x="7903" y="3183"/>
                </a:lnTo>
                <a:lnTo>
                  <a:pt x="8172" y="3003"/>
                </a:lnTo>
                <a:lnTo>
                  <a:pt x="8426" y="2809"/>
                </a:lnTo>
                <a:lnTo>
                  <a:pt x="8650" y="2630"/>
                </a:lnTo>
                <a:lnTo>
                  <a:pt x="8860" y="2450"/>
                </a:lnTo>
                <a:lnTo>
                  <a:pt x="9024" y="2286"/>
                </a:lnTo>
                <a:lnTo>
                  <a:pt x="9293" y="2002"/>
                </a:lnTo>
                <a:lnTo>
                  <a:pt x="9457" y="1793"/>
                </a:lnTo>
                <a:lnTo>
                  <a:pt x="9517" y="1718"/>
                </a:lnTo>
                <a:lnTo>
                  <a:pt x="9472" y="1509"/>
                </a:lnTo>
                <a:lnTo>
                  <a:pt x="9397" y="1270"/>
                </a:lnTo>
                <a:lnTo>
                  <a:pt x="9293" y="1001"/>
                </a:lnTo>
                <a:lnTo>
                  <a:pt x="9233" y="852"/>
                </a:lnTo>
                <a:lnTo>
                  <a:pt x="9158" y="703"/>
                </a:lnTo>
                <a:lnTo>
                  <a:pt x="9069" y="568"/>
                </a:lnTo>
                <a:lnTo>
                  <a:pt x="8964" y="434"/>
                </a:lnTo>
                <a:lnTo>
                  <a:pt x="8860" y="314"/>
                </a:lnTo>
                <a:lnTo>
                  <a:pt x="8725" y="195"/>
                </a:lnTo>
                <a:lnTo>
                  <a:pt x="8591" y="105"/>
                </a:lnTo>
                <a:lnTo>
                  <a:pt x="8441" y="45"/>
                </a:lnTo>
                <a:lnTo>
                  <a:pt x="8322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7090597" y="2478242"/>
            <a:ext cx="66911" cy="39828"/>
          </a:xfrm>
          <a:custGeom>
            <a:rect b="b" l="l" r="r" t="t"/>
            <a:pathLst>
              <a:path extrusionOk="0" h="1450" w="2436">
                <a:moveTo>
                  <a:pt x="135" y="1"/>
                </a:moveTo>
                <a:lnTo>
                  <a:pt x="60" y="75"/>
                </a:lnTo>
                <a:lnTo>
                  <a:pt x="0" y="165"/>
                </a:lnTo>
                <a:lnTo>
                  <a:pt x="135" y="285"/>
                </a:lnTo>
                <a:lnTo>
                  <a:pt x="299" y="434"/>
                </a:lnTo>
                <a:lnTo>
                  <a:pt x="508" y="598"/>
                </a:lnTo>
                <a:lnTo>
                  <a:pt x="762" y="763"/>
                </a:lnTo>
                <a:lnTo>
                  <a:pt x="1076" y="942"/>
                </a:lnTo>
                <a:lnTo>
                  <a:pt x="1419" y="1106"/>
                </a:lnTo>
                <a:lnTo>
                  <a:pt x="1838" y="1286"/>
                </a:lnTo>
                <a:lnTo>
                  <a:pt x="2301" y="1450"/>
                </a:lnTo>
                <a:lnTo>
                  <a:pt x="2361" y="1450"/>
                </a:lnTo>
                <a:lnTo>
                  <a:pt x="2391" y="1435"/>
                </a:lnTo>
                <a:lnTo>
                  <a:pt x="2405" y="1405"/>
                </a:lnTo>
                <a:lnTo>
                  <a:pt x="2420" y="1375"/>
                </a:lnTo>
                <a:lnTo>
                  <a:pt x="2435" y="1345"/>
                </a:lnTo>
                <a:lnTo>
                  <a:pt x="2420" y="1300"/>
                </a:lnTo>
                <a:lnTo>
                  <a:pt x="2391" y="1271"/>
                </a:lnTo>
                <a:lnTo>
                  <a:pt x="2361" y="1256"/>
                </a:lnTo>
                <a:lnTo>
                  <a:pt x="1898" y="1091"/>
                </a:lnTo>
                <a:lnTo>
                  <a:pt x="1509" y="927"/>
                </a:lnTo>
                <a:lnTo>
                  <a:pt x="1151" y="748"/>
                </a:lnTo>
                <a:lnTo>
                  <a:pt x="867" y="583"/>
                </a:lnTo>
                <a:lnTo>
                  <a:pt x="613" y="419"/>
                </a:lnTo>
                <a:lnTo>
                  <a:pt x="404" y="255"/>
                </a:lnTo>
                <a:lnTo>
                  <a:pt x="254" y="120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7114795" y="2474973"/>
            <a:ext cx="60758" cy="29967"/>
          </a:xfrm>
          <a:custGeom>
            <a:rect b="b" l="l" r="r" t="t"/>
            <a:pathLst>
              <a:path extrusionOk="0" h="1091" w="2212">
                <a:moveTo>
                  <a:pt x="314" y="0"/>
                </a:moveTo>
                <a:lnTo>
                  <a:pt x="1" y="15"/>
                </a:lnTo>
                <a:lnTo>
                  <a:pt x="150" y="135"/>
                </a:lnTo>
                <a:lnTo>
                  <a:pt x="329" y="269"/>
                </a:lnTo>
                <a:lnTo>
                  <a:pt x="538" y="404"/>
                </a:lnTo>
                <a:lnTo>
                  <a:pt x="777" y="538"/>
                </a:lnTo>
                <a:lnTo>
                  <a:pt x="1046" y="687"/>
                </a:lnTo>
                <a:lnTo>
                  <a:pt x="1360" y="822"/>
                </a:lnTo>
                <a:lnTo>
                  <a:pt x="1704" y="956"/>
                </a:lnTo>
                <a:lnTo>
                  <a:pt x="2077" y="1091"/>
                </a:lnTo>
                <a:lnTo>
                  <a:pt x="2137" y="1091"/>
                </a:lnTo>
                <a:lnTo>
                  <a:pt x="2167" y="1076"/>
                </a:lnTo>
                <a:lnTo>
                  <a:pt x="2197" y="1061"/>
                </a:lnTo>
                <a:lnTo>
                  <a:pt x="2212" y="1031"/>
                </a:lnTo>
                <a:lnTo>
                  <a:pt x="2212" y="986"/>
                </a:lnTo>
                <a:lnTo>
                  <a:pt x="2197" y="956"/>
                </a:lnTo>
                <a:lnTo>
                  <a:pt x="2167" y="911"/>
                </a:lnTo>
                <a:lnTo>
                  <a:pt x="2137" y="897"/>
                </a:lnTo>
                <a:lnTo>
                  <a:pt x="1823" y="792"/>
                </a:lnTo>
                <a:lnTo>
                  <a:pt x="1539" y="687"/>
                </a:lnTo>
                <a:lnTo>
                  <a:pt x="1270" y="568"/>
                </a:lnTo>
                <a:lnTo>
                  <a:pt x="1031" y="448"/>
                </a:lnTo>
                <a:lnTo>
                  <a:pt x="822" y="329"/>
                </a:lnTo>
                <a:lnTo>
                  <a:pt x="628" y="224"/>
                </a:lnTo>
                <a:lnTo>
                  <a:pt x="31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8" name="Google Shape;458;p18"/>
          <p:cNvCxnSpPr/>
          <p:nvPr/>
        </p:nvCxnSpPr>
        <p:spPr>
          <a:xfrm>
            <a:off x="835676" y="936398"/>
            <a:ext cx="7200" cy="32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18"/>
          <p:cNvCxnSpPr/>
          <p:nvPr/>
        </p:nvCxnSpPr>
        <p:spPr>
          <a:xfrm rot="10800000">
            <a:off x="842875" y="4171000"/>
            <a:ext cx="4624800" cy="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18"/>
          <p:cNvSpPr txBox="1"/>
          <p:nvPr/>
        </p:nvSpPr>
        <p:spPr>
          <a:xfrm>
            <a:off x="284425" y="9364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Prob</a:t>
            </a: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4828200" y="4192600"/>
            <a:ext cx="75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Feature</a:t>
            </a: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462" name="Google Shape;462;p18"/>
          <p:cNvCxnSpPr/>
          <p:nvPr/>
        </p:nvCxnSpPr>
        <p:spPr>
          <a:xfrm flipH="1" rot="10800000">
            <a:off x="840200" y="1161700"/>
            <a:ext cx="4354500" cy="279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Alguns conceitos</a:t>
            </a:r>
            <a:endParaRPr/>
          </a:p>
        </p:txBody>
      </p:sp>
      <p:grpSp>
        <p:nvGrpSpPr>
          <p:cNvPr id="468" name="Google Shape;468;p19"/>
          <p:cNvGrpSpPr/>
          <p:nvPr/>
        </p:nvGrpSpPr>
        <p:grpSpPr>
          <a:xfrm>
            <a:off x="457201" y="1157650"/>
            <a:ext cx="3396549" cy="637888"/>
            <a:chOff x="457201" y="1157650"/>
            <a:chExt cx="3396549" cy="637888"/>
          </a:xfrm>
        </p:grpSpPr>
        <p:sp>
          <p:nvSpPr>
            <p:cNvPr id="469" name="Google Shape;469;p19"/>
            <p:cNvSpPr/>
            <p:nvPr/>
          </p:nvSpPr>
          <p:spPr>
            <a:xfrm>
              <a:off x="3249250" y="1191038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70" name="Google Shape;470;p19"/>
            <p:cNvSpPr txBox="1"/>
            <p:nvPr/>
          </p:nvSpPr>
          <p:spPr>
            <a:xfrm>
              <a:off x="457201" y="1157650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Função Sigmoid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71" name="Google Shape;471;p19"/>
          <p:cNvGrpSpPr/>
          <p:nvPr/>
        </p:nvGrpSpPr>
        <p:grpSpPr>
          <a:xfrm>
            <a:off x="457200" y="3089247"/>
            <a:ext cx="3396549" cy="637866"/>
            <a:chOff x="457200" y="3089247"/>
            <a:chExt cx="3396549" cy="637866"/>
          </a:xfrm>
        </p:grpSpPr>
        <p:sp>
          <p:nvSpPr>
            <p:cNvPr id="472" name="Google Shape;472;p19"/>
            <p:cNvSpPr/>
            <p:nvPr/>
          </p:nvSpPr>
          <p:spPr>
            <a:xfrm>
              <a:off x="3249250" y="3122613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73" name="Google Shape;473;p19"/>
            <p:cNvSpPr txBox="1"/>
            <p:nvPr/>
          </p:nvSpPr>
          <p:spPr>
            <a:xfrm>
              <a:off x="457200" y="3089247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Função de perda log-loss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74" name="Google Shape;474;p19"/>
          <p:cNvGrpSpPr/>
          <p:nvPr/>
        </p:nvGrpSpPr>
        <p:grpSpPr>
          <a:xfrm>
            <a:off x="4665150" y="1008343"/>
            <a:ext cx="4114785" cy="3734967"/>
            <a:chOff x="457200" y="997005"/>
            <a:chExt cx="4114785" cy="3734967"/>
          </a:xfrm>
        </p:grpSpPr>
        <p:sp>
          <p:nvSpPr>
            <p:cNvPr id="475" name="Google Shape;475;p19"/>
            <p:cNvSpPr/>
            <p:nvPr/>
          </p:nvSpPr>
          <p:spPr>
            <a:xfrm>
              <a:off x="457200" y="4475703"/>
              <a:ext cx="3036451" cy="256268"/>
            </a:xfrm>
            <a:custGeom>
              <a:rect b="b" l="l" r="r" t="t"/>
              <a:pathLst>
                <a:path extrusionOk="0" h="7251" w="85915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1125429" y="3092593"/>
              <a:ext cx="204386" cy="1191325"/>
            </a:xfrm>
            <a:custGeom>
              <a:rect b="b" l="l" r="r" t="t"/>
              <a:pathLst>
                <a:path extrusionOk="0" h="33708" w="5783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1484583" y="3638253"/>
              <a:ext cx="111541" cy="667302"/>
            </a:xfrm>
            <a:custGeom>
              <a:rect b="b" l="l" r="r" t="t"/>
              <a:pathLst>
                <a:path extrusionOk="0" h="18881" w="3156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1689360" y="3070009"/>
              <a:ext cx="205799" cy="1235538"/>
            </a:xfrm>
            <a:custGeom>
              <a:rect b="b" l="l" r="r" t="t"/>
              <a:pathLst>
                <a:path extrusionOk="0" h="34959" w="5823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2097995" y="3230077"/>
              <a:ext cx="167842" cy="1103852"/>
            </a:xfrm>
            <a:custGeom>
              <a:rect b="b" l="l" r="r" t="t"/>
              <a:pathLst>
                <a:path extrusionOk="0" h="31233" w="4749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2493659" y="3432946"/>
              <a:ext cx="163989" cy="913003"/>
            </a:xfrm>
            <a:custGeom>
              <a:rect b="b" l="l" r="r" t="t"/>
              <a:pathLst>
                <a:path extrusionOk="0" h="25833" w="464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2641251" y="3274786"/>
              <a:ext cx="118786" cy="1009134"/>
            </a:xfrm>
            <a:custGeom>
              <a:rect b="b" l="l" r="r" t="t"/>
              <a:pathLst>
                <a:path extrusionOk="0" h="28553" w="3361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1060539" y="3002222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1493702" y="3526711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1624966" y="2976245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2157159" y="3143063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2435520" y="3343069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2648002" y="3165188"/>
              <a:ext cx="166852" cy="166852"/>
            </a:xfrm>
            <a:custGeom>
              <a:rect b="b" l="l" r="r" t="t"/>
              <a:pathLst>
                <a:path extrusionOk="0" h="4721" w="4721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658160" y="4315141"/>
              <a:ext cx="2634536" cy="317340"/>
            </a:xfrm>
            <a:custGeom>
              <a:rect b="b" l="l" r="r" t="t"/>
              <a:pathLst>
                <a:path extrusionOk="0" h="8979" w="74543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658160" y="4469483"/>
              <a:ext cx="2634536" cy="163000"/>
            </a:xfrm>
            <a:custGeom>
              <a:rect b="b" l="l" r="r" t="t"/>
              <a:pathLst>
                <a:path extrusionOk="0" h="4612" w="74543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883153" y="997005"/>
              <a:ext cx="2198975" cy="3376799"/>
            </a:xfrm>
            <a:custGeom>
              <a:rect b="b" l="l" r="r" t="t"/>
              <a:pathLst>
                <a:path extrusionOk="0" h="95545" w="62219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1217285" y="1476291"/>
              <a:ext cx="1552843" cy="922581"/>
            </a:xfrm>
            <a:custGeom>
              <a:rect b="b" l="l" r="r" t="t"/>
              <a:pathLst>
                <a:path extrusionOk="0" h="26104" w="43937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1751882" y="2398847"/>
              <a:ext cx="1018253" cy="340914"/>
            </a:xfrm>
            <a:custGeom>
              <a:rect b="b" l="l" r="r" t="t"/>
              <a:pathLst>
                <a:path extrusionOk="0" h="9646" w="28811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1751882" y="2398847"/>
              <a:ext cx="1018253" cy="340914"/>
            </a:xfrm>
            <a:custGeom>
              <a:rect b="b" l="l" r="r" t="t"/>
              <a:pathLst>
                <a:path extrusionOk="0" h="9646" w="28811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2075411" y="2583938"/>
              <a:ext cx="573079" cy="155825"/>
            </a:xfrm>
            <a:custGeom>
              <a:rect b="b" l="l" r="r" t="t"/>
              <a:pathLst>
                <a:path extrusionOk="0" h="4409" w="16215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9"/>
            <p:cNvSpPr/>
            <p:nvPr/>
          </p:nvSpPr>
          <p:spPr>
            <a:xfrm>
              <a:off x="1217744" y="2140702"/>
              <a:ext cx="235593" cy="133665"/>
            </a:xfrm>
            <a:custGeom>
              <a:rect b="b" l="l" r="r" t="t"/>
              <a:pathLst>
                <a:path extrusionOk="0" h="3782" w="6666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1228807" y="1835905"/>
              <a:ext cx="411069" cy="230787"/>
            </a:xfrm>
            <a:custGeom>
              <a:rect b="b" l="l" r="r" t="t"/>
              <a:pathLst>
                <a:path extrusionOk="0" h="6530" w="11631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2330234" y="2121935"/>
              <a:ext cx="439908" cy="172648"/>
            </a:xfrm>
            <a:custGeom>
              <a:rect b="b" l="l" r="r" t="t"/>
              <a:pathLst>
                <a:path extrusionOk="0" h="4885" w="12447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1276414" y="1869552"/>
              <a:ext cx="189931" cy="39937"/>
            </a:xfrm>
            <a:custGeom>
              <a:rect b="b" l="l" r="r" t="t"/>
              <a:pathLst>
                <a:path extrusionOk="0" h="1130" w="5374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2151858" y="1693120"/>
              <a:ext cx="479350" cy="223117"/>
            </a:xfrm>
            <a:custGeom>
              <a:rect b="b" l="l" r="r" t="t"/>
              <a:pathLst>
                <a:path extrusionOk="0" h="6313" w="13563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2424458" y="1835905"/>
              <a:ext cx="291364" cy="40432"/>
            </a:xfrm>
            <a:custGeom>
              <a:rect b="b" l="l" r="r" t="t"/>
              <a:pathLst>
                <a:path extrusionOk="0" h="1144" w="8244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1711485" y="2101755"/>
              <a:ext cx="144728" cy="297124"/>
            </a:xfrm>
            <a:custGeom>
              <a:rect b="b" l="l" r="r" t="t"/>
              <a:pathLst>
                <a:path extrusionOk="0" h="8407" w="4095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1815817" y="1480638"/>
              <a:ext cx="163000" cy="267331"/>
            </a:xfrm>
            <a:custGeom>
              <a:rect b="b" l="l" r="r" t="t"/>
              <a:pathLst>
                <a:path extrusionOk="0" h="7564" w="4612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2041765" y="1478694"/>
              <a:ext cx="162045" cy="151973"/>
            </a:xfrm>
            <a:custGeom>
              <a:rect b="b" l="l" r="r" t="t"/>
              <a:pathLst>
                <a:path extrusionOk="0" h="4300" w="4585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1385517" y="1693120"/>
              <a:ext cx="410114" cy="177914"/>
            </a:xfrm>
            <a:custGeom>
              <a:rect b="b" l="l" r="r" t="t"/>
              <a:pathLst>
                <a:path extrusionOk="0" h="5034" w="11604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2079264" y="1680149"/>
              <a:ext cx="135609" cy="131757"/>
            </a:xfrm>
            <a:custGeom>
              <a:rect b="b" l="l" r="r" t="t"/>
              <a:pathLst>
                <a:path extrusionOk="0" h="3728" w="3837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1620124" y="2059944"/>
              <a:ext cx="113980" cy="184134"/>
            </a:xfrm>
            <a:custGeom>
              <a:rect b="b" l="l" r="r" t="t"/>
              <a:pathLst>
                <a:path extrusionOk="0" h="5210" w="3225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1973977" y="2142152"/>
              <a:ext cx="185619" cy="441817"/>
            </a:xfrm>
            <a:custGeom>
              <a:rect b="b" l="l" r="r" t="t"/>
              <a:pathLst>
                <a:path extrusionOk="0" h="12501" w="5252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2139841" y="2327702"/>
              <a:ext cx="133665" cy="155790"/>
            </a:xfrm>
            <a:custGeom>
              <a:rect b="b" l="l" r="r" t="t"/>
              <a:pathLst>
                <a:path extrusionOk="0" h="4408" w="3782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1591779" y="1921470"/>
              <a:ext cx="503383" cy="187068"/>
            </a:xfrm>
            <a:custGeom>
              <a:rect b="b" l="l" r="r" t="t"/>
              <a:pathLst>
                <a:path extrusionOk="0" h="5293" w="14243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2041765" y="1881109"/>
              <a:ext cx="298573" cy="147131"/>
            </a:xfrm>
            <a:custGeom>
              <a:rect b="b" l="l" r="r" t="t"/>
              <a:pathLst>
                <a:path extrusionOk="0" h="4163" w="8448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2499456" y="2274334"/>
              <a:ext cx="140416" cy="163989"/>
            </a:xfrm>
            <a:custGeom>
              <a:rect b="b" l="l" r="r" t="t"/>
              <a:pathLst>
                <a:path extrusionOk="0" h="4640" w="3973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2457610" y="1856086"/>
              <a:ext cx="175511" cy="140416"/>
            </a:xfrm>
            <a:custGeom>
              <a:rect b="b" l="l" r="r" t="t"/>
              <a:pathLst>
                <a:path extrusionOk="0" h="3973" w="4966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2566254" y="2088784"/>
              <a:ext cx="203891" cy="39937"/>
            </a:xfrm>
            <a:custGeom>
              <a:rect b="b" l="l" r="r" t="t"/>
              <a:pathLst>
                <a:path extrusionOk="0" h="1130" w="5769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1550427" y="1547931"/>
              <a:ext cx="197140" cy="102423"/>
            </a:xfrm>
            <a:custGeom>
              <a:rect b="b" l="l" r="r" t="t"/>
              <a:pathLst>
                <a:path extrusionOk="0" h="2898" w="5578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1335542" y="2398847"/>
              <a:ext cx="40396" cy="136599"/>
            </a:xfrm>
            <a:custGeom>
              <a:rect b="b" l="l" r="r" t="t"/>
              <a:pathLst>
                <a:path extrusionOk="0" h="3865" w="1143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1412449" y="2398847"/>
              <a:ext cx="40432" cy="136599"/>
            </a:xfrm>
            <a:custGeom>
              <a:rect b="b" l="l" r="r" t="t"/>
              <a:pathLst>
                <a:path extrusionOk="0" h="3865" w="1144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1489850" y="2398847"/>
              <a:ext cx="39937" cy="136599"/>
            </a:xfrm>
            <a:custGeom>
              <a:rect b="b" l="l" r="r" t="t"/>
              <a:pathLst>
                <a:path extrusionOk="0" h="3865" w="113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1566791" y="2398847"/>
              <a:ext cx="39937" cy="136599"/>
            </a:xfrm>
            <a:custGeom>
              <a:rect b="b" l="l" r="r" t="t"/>
              <a:pathLst>
                <a:path extrusionOk="0" h="3865" w="113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1643697" y="2398847"/>
              <a:ext cx="40432" cy="136599"/>
            </a:xfrm>
            <a:custGeom>
              <a:rect b="b" l="l" r="r" t="t"/>
              <a:pathLst>
                <a:path extrusionOk="0" h="3865" w="1144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3336447" y="4559360"/>
              <a:ext cx="1235538" cy="146671"/>
            </a:xfrm>
            <a:custGeom>
              <a:rect b="b" l="l" r="r" t="t"/>
              <a:pathLst>
                <a:path extrusionOk="0" h="4150" w="34959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3168638" y="3276730"/>
              <a:ext cx="788491" cy="663944"/>
            </a:xfrm>
            <a:custGeom>
              <a:rect b="b" l="l" r="r" t="t"/>
              <a:pathLst>
                <a:path extrusionOk="0" h="18786" w="2231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3082119" y="3865649"/>
              <a:ext cx="118786" cy="118291"/>
            </a:xfrm>
            <a:custGeom>
              <a:rect b="b" l="l" r="r" t="t"/>
              <a:pathLst>
                <a:path extrusionOk="0" h="3347" w="3361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3586922" y="3474297"/>
              <a:ext cx="709147" cy="1161036"/>
            </a:xfrm>
            <a:custGeom>
              <a:rect b="b" l="l" r="r" t="t"/>
              <a:pathLst>
                <a:path extrusionOk="0" h="32851" w="20065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3751797" y="3622843"/>
              <a:ext cx="475039" cy="59199"/>
            </a:xfrm>
            <a:custGeom>
              <a:rect b="b" l="l" r="r" t="t"/>
              <a:pathLst>
                <a:path extrusionOk="0" h="1675" w="13441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9"/>
            <p:cNvSpPr/>
            <p:nvPr/>
          </p:nvSpPr>
          <p:spPr>
            <a:xfrm>
              <a:off x="3751797" y="3757005"/>
              <a:ext cx="475039" cy="59163"/>
            </a:xfrm>
            <a:custGeom>
              <a:rect b="b" l="l" r="r" t="t"/>
              <a:pathLst>
                <a:path extrusionOk="0" h="1674" w="13441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3751797" y="3891131"/>
              <a:ext cx="475039" cy="59163"/>
            </a:xfrm>
            <a:custGeom>
              <a:rect b="b" l="l" r="r" t="t"/>
              <a:pathLst>
                <a:path extrusionOk="0" h="1674" w="13441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3751797" y="4025258"/>
              <a:ext cx="475039" cy="59163"/>
            </a:xfrm>
            <a:custGeom>
              <a:rect b="b" l="l" r="r" t="t"/>
              <a:pathLst>
                <a:path extrusionOk="0" h="1674" w="13441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3751797" y="4159879"/>
              <a:ext cx="475039" cy="58669"/>
            </a:xfrm>
            <a:custGeom>
              <a:rect b="b" l="l" r="r" t="t"/>
              <a:pathLst>
                <a:path extrusionOk="0" h="1660" w="13441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3751797" y="4294005"/>
              <a:ext cx="475039" cy="58669"/>
            </a:xfrm>
            <a:custGeom>
              <a:rect b="b" l="l" r="r" t="t"/>
              <a:pathLst>
                <a:path extrusionOk="0" h="1660" w="13441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3751797" y="4428132"/>
              <a:ext cx="475039" cy="58669"/>
            </a:xfrm>
            <a:custGeom>
              <a:rect b="b" l="l" r="r" t="t"/>
              <a:pathLst>
                <a:path extrusionOk="0" h="1660" w="13441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3667681" y="3622843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3667681" y="3656525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3667681" y="3757005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3667681" y="3790652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3667681" y="4025258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3667681" y="4059399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3667681" y="3891131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3667681" y="3924778"/>
              <a:ext cx="25517" cy="25517"/>
            </a:xfrm>
            <a:custGeom>
              <a:rect b="b" l="l" r="r" t="t"/>
              <a:pathLst>
                <a:path extrusionOk="0" h="722" w="722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3667681" y="4159879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9"/>
            <p:cNvSpPr/>
            <p:nvPr/>
          </p:nvSpPr>
          <p:spPr>
            <a:xfrm>
              <a:off x="3667681" y="4193526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9"/>
            <p:cNvSpPr/>
            <p:nvPr/>
          </p:nvSpPr>
          <p:spPr>
            <a:xfrm>
              <a:off x="3667681" y="4294005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>
              <a:off x="3667681" y="4327652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>
              <a:off x="3667681" y="4428132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3667681" y="4461778"/>
              <a:ext cx="25517" cy="25022"/>
            </a:xfrm>
            <a:custGeom>
              <a:rect b="b" l="l" r="r" t="t"/>
              <a:pathLst>
                <a:path extrusionOk="0" h="708" w="722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>
              <a:off x="3722497" y="3425736"/>
              <a:ext cx="438459" cy="48596"/>
            </a:xfrm>
            <a:custGeom>
              <a:rect b="b" l="l" r="r" t="t"/>
              <a:pathLst>
                <a:path extrusionOk="0" h="1375" w="12406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46" name="Google Shape;5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175" y="3415521"/>
            <a:ext cx="2411243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175" y="1545850"/>
            <a:ext cx="2411250" cy="415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0"/>
          <p:cNvGrpSpPr/>
          <p:nvPr/>
        </p:nvGrpSpPr>
        <p:grpSpPr>
          <a:xfrm>
            <a:off x="7287291" y="1357245"/>
            <a:ext cx="1359226" cy="2896253"/>
            <a:chOff x="3482626" y="1397971"/>
            <a:chExt cx="1564667" cy="3334008"/>
          </a:xfrm>
        </p:grpSpPr>
        <p:sp>
          <p:nvSpPr>
            <p:cNvPr id="553" name="Google Shape;553;p20"/>
            <p:cNvSpPr/>
            <p:nvPr/>
          </p:nvSpPr>
          <p:spPr>
            <a:xfrm>
              <a:off x="3482626" y="4612138"/>
              <a:ext cx="1422734" cy="119841"/>
            </a:xfrm>
            <a:custGeom>
              <a:rect b="b" l="l" r="r" t="t"/>
              <a:pathLst>
                <a:path extrusionOk="0" h="4363" w="51797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3811319" y="2050000"/>
              <a:ext cx="695972" cy="569594"/>
            </a:xfrm>
            <a:custGeom>
              <a:rect b="b" l="l" r="r" t="t"/>
              <a:pathLst>
                <a:path extrusionOk="0" h="20737" w="25338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3686154" y="2309340"/>
              <a:ext cx="73091" cy="73064"/>
            </a:xfrm>
            <a:custGeom>
              <a:rect b="b" l="l" r="r" t="t"/>
              <a:pathLst>
                <a:path extrusionOk="0" h="2660" w="2661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4559374" y="2309340"/>
              <a:ext cx="73064" cy="73064"/>
            </a:xfrm>
            <a:custGeom>
              <a:rect b="b" l="l" r="r" t="t"/>
              <a:pathLst>
                <a:path extrusionOk="0" h="2660" w="266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4507242" y="2213728"/>
              <a:ext cx="104679" cy="261408"/>
            </a:xfrm>
            <a:custGeom>
              <a:rect b="b" l="l" r="r" t="t"/>
              <a:pathLst>
                <a:path extrusionOk="0" h="9517" w="3811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3707083" y="2213728"/>
              <a:ext cx="104267" cy="261408"/>
            </a:xfrm>
            <a:custGeom>
              <a:rect b="b" l="l" r="r" t="t"/>
              <a:pathLst>
                <a:path extrusionOk="0" h="9517" w="3796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3920472" y="2182938"/>
              <a:ext cx="125169" cy="157197"/>
            </a:xfrm>
            <a:custGeom>
              <a:rect b="b" l="l" r="r" t="t"/>
              <a:pathLst>
                <a:path extrusionOk="0" h="5723" w="4557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3936073" y="2198539"/>
              <a:ext cx="93994" cy="126405"/>
            </a:xfrm>
            <a:custGeom>
              <a:rect b="b" l="l" r="r" t="t"/>
              <a:pathLst>
                <a:path extrusionOk="0" h="4602" w="3422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3951235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3955355" y="2228478"/>
              <a:ext cx="59522" cy="80892"/>
            </a:xfrm>
            <a:custGeom>
              <a:rect b="b" l="l" r="r" t="t"/>
              <a:pathLst>
                <a:path extrusionOk="0" h="2945" w="2167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4275836" y="2182938"/>
              <a:ext cx="124757" cy="157197"/>
            </a:xfrm>
            <a:custGeom>
              <a:rect b="b" l="l" r="r" t="t"/>
              <a:pathLst>
                <a:path extrusionOk="0" h="5723" w="4542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4290997" y="2198539"/>
              <a:ext cx="94406" cy="126405"/>
            </a:xfrm>
            <a:custGeom>
              <a:rect b="b" l="l" r="r" t="t"/>
              <a:pathLst>
                <a:path extrusionOk="0" h="4602" w="3437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4306186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4310691" y="2228478"/>
              <a:ext cx="59138" cy="80892"/>
            </a:xfrm>
            <a:custGeom>
              <a:rect b="b" l="l" r="r" t="t"/>
              <a:pathLst>
                <a:path extrusionOk="0" h="2945" w="2153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4146578" y="1879707"/>
              <a:ext cx="25462" cy="170326"/>
            </a:xfrm>
            <a:custGeom>
              <a:rect b="b" l="l" r="r" t="t"/>
              <a:pathLst>
                <a:path extrusionOk="0" h="6201" w="927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4054647" y="2619547"/>
              <a:ext cx="208890" cy="56638"/>
            </a:xfrm>
            <a:custGeom>
              <a:rect b="b" l="l" r="r" t="t"/>
              <a:pathLst>
                <a:path extrusionOk="0" h="2062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4054647" y="2675359"/>
              <a:ext cx="208890" cy="56226"/>
            </a:xfrm>
            <a:custGeom>
              <a:rect b="b" l="l" r="r" t="t"/>
              <a:pathLst>
                <a:path extrusionOk="0" h="2047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3714472" y="2722959"/>
              <a:ext cx="889672" cy="854789"/>
            </a:xfrm>
            <a:custGeom>
              <a:rect b="b" l="l" r="r" t="t"/>
              <a:pathLst>
                <a:path extrusionOk="0" h="31120" w="3239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4517515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4517515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3768224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3768224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3832249" y="2972850"/>
              <a:ext cx="675041" cy="359083"/>
            </a:xfrm>
            <a:custGeom>
              <a:rect b="b" l="l" r="r" t="t"/>
              <a:pathLst>
                <a:path extrusionOk="0" h="13073" w="24576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3889270" y="2999932"/>
              <a:ext cx="560996" cy="79216"/>
            </a:xfrm>
            <a:custGeom>
              <a:rect b="b" l="l" r="r" t="t"/>
              <a:pathLst>
                <a:path extrusionOk="0" h="2884" w="20424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3910199" y="3026602"/>
              <a:ext cx="519960" cy="25874"/>
            </a:xfrm>
            <a:custGeom>
              <a:rect b="b" l="l" r="r" t="t"/>
              <a:pathLst>
                <a:path extrusionOk="0" h="942" w="1893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3893390" y="3245730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3893390" y="3181294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3893390" y="3116885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4425199" y="3245730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4425199" y="3181294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4425199" y="3116885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3851119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3851119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4435445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4435445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3784649" y="2213728"/>
              <a:ext cx="26698" cy="261408"/>
            </a:xfrm>
            <a:custGeom>
              <a:rect b="b" l="l" r="r" t="t"/>
              <a:pathLst>
                <a:path extrusionOk="0" h="9517" w="972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4507242" y="2213728"/>
              <a:ext cx="26726" cy="261408"/>
            </a:xfrm>
            <a:custGeom>
              <a:rect b="b" l="l" r="r" t="t"/>
              <a:pathLst>
                <a:path extrusionOk="0" h="9517" w="973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4104718" y="1800521"/>
              <a:ext cx="112864" cy="112452"/>
            </a:xfrm>
            <a:custGeom>
              <a:rect b="b" l="l" r="r" t="t"/>
              <a:pathLst>
                <a:path extrusionOk="0" h="4094" w="4109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4120292" y="1815683"/>
              <a:ext cx="81688" cy="82100"/>
            </a:xfrm>
            <a:custGeom>
              <a:rect b="b" l="l" r="r" t="t"/>
              <a:pathLst>
                <a:path extrusionOk="0" h="2989" w="2974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4132213" y="1827603"/>
              <a:ext cx="69767" cy="70179"/>
            </a:xfrm>
            <a:custGeom>
              <a:rect b="b" l="l" r="r" t="t"/>
              <a:pathLst>
                <a:path extrusionOk="0" h="2555" w="254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3975872" y="2415608"/>
              <a:ext cx="369740" cy="138711"/>
            </a:xfrm>
            <a:custGeom>
              <a:rect b="b" l="l" r="r" t="t"/>
              <a:pathLst>
                <a:path extrusionOk="0" h="5050" w="13461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3991034" y="2430797"/>
              <a:ext cx="339004" cy="108359"/>
            </a:xfrm>
            <a:custGeom>
              <a:rect b="b" l="l" r="r" t="t"/>
              <a:pathLst>
                <a:path extrusionOk="0" h="3945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3991034" y="2430797"/>
              <a:ext cx="339004" cy="16014"/>
            </a:xfrm>
            <a:custGeom>
              <a:rect b="b" l="l" r="r" t="t"/>
              <a:pathLst>
                <a:path extrusionOk="0" h="583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3756743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3756743" y="3818546"/>
              <a:ext cx="233117" cy="96054"/>
            </a:xfrm>
            <a:custGeom>
              <a:rect b="b" l="l" r="r" t="t"/>
              <a:pathLst>
                <a:path extrusionOk="0" h="3497" w="8487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3756743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3690274" y="4571103"/>
              <a:ext cx="370152" cy="119456"/>
            </a:xfrm>
            <a:custGeom>
              <a:rect b="b" l="l" r="r" t="t"/>
              <a:pathLst>
                <a:path extrusionOk="0" h="4349" w="13476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3756743" y="400606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3810495" y="4059840"/>
              <a:ext cx="126817" cy="126817"/>
            </a:xfrm>
            <a:custGeom>
              <a:rect b="b" l="l" r="r" t="t"/>
              <a:pathLst>
                <a:path extrusionOk="0" h="4617" w="4617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4332857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4332857" y="3818546"/>
              <a:ext cx="233117" cy="97290"/>
            </a:xfrm>
            <a:custGeom>
              <a:rect b="b" l="l" r="r" t="t"/>
              <a:pathLst>
                <a:path extrusionOk="0" h="3542" w="8487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4332857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4277868" y="4571103"/>
              <a:ext cx="370179" cy="119456"/>
            </a:xfrm>
            <a:custGeom>
              <a:rect b="b" l="l" r="r" t="t"/>
              <a:pathLst>
                <a:path extrusionOk="0" h="4349" w="13477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4332857" y="4006061"/>
              <a:ext cx="234765" cy="234765"/>
            </a:xfrm>
            <a:custGeom>
              <a:rect b="b" l="l" r="r" t="t"/>
              <a:pathLst>
                <a:path extrusionOk="0" h="8547" w="8547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4386609" y="4059840"/>
              <a:ext cx="126845" cy="126817"/>
            </a:xfrm>
            <a:custGeom>
              <a:rect b="b" l="l" r="r" t="t"/>
              <a:pathLst>
                <a:path extrusionOk="0" h="4617" w="4618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3714472" y="3577692"/>
              <a:ext cx="889672" cy="301209"/>
            </a:xfrm>
            <a:custGeom>
              <a:rect b="b" l="l" r="r" t="t"/>
              <a:pathLst>
                <a:path extrusionOk="0" h="10966" w="3239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4543361" y="3615019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3751415" y="3604362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3714472" y="3728263"/>
              <a:ext cx="889672" cy="150632"/>
            </a:xfrm>
            <a:custGeom>
              <a:rect b="b" l="l" r="r" t="t"/>
              <a:pathLst>
                <a:path extrusionOk="0" h="5484" w="3239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4883124" y="1397971"/>
              <a:ext cx="114512" cy="196585"/>
            </a:xfrm>
            <a:custGeom>
              <a:rect b="b" l="l" r="r" t="t"/>
              <a:pathLst>
                <a:path extrusionOk="0" h="7157" w="4169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4863842" y="1411512"/>
              <a:ext cx="153076" cy="169090"/>
            </a:xfrm>
            <a:custGeom>
              <a:rect b="b" l="l" r="r" t="t"/>
              <a:pathLst>
                <a:path extrusionOk="0" h="6156" w="5573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4917182" y="1473064"/>
              <a:ext cx="46393" cy="45981"/>
            </a:xfrm>
            <a:custGeom>
              <a:rect b="b" l="l" r="r" t="t"/>
              <a:pathLst>
                <a:path extrusionOk="0" h="1674" w="1689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5020182" y="1474300"/>
              <a:ext cx="27110" cy="27110"/>
            </a:xfrm>
            <a:custGeom>
              <a:rect b="b" l="l" r="r" t="t"/>
              <a:pathLst>
                <a:path extrusionOk="0" h="987" w="987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20"/>
          <p:cNvGrpSpPr/>
          <p:nvPr/>
        </p:nvGrpSpPr>
        <p:grpSpPr>
          <a:xfrm flipH="1">
            <a:off x="7111640" y="2541810"/>
            <a:ext cx="395702" cy="870856"/>
            <a:chOff x="4585220" y="2745921"/>
            <a:chExt cx="455510" cy="1002482"/>
          </a:xfrm>
        </p:grpSpPr>
        <p:sp>
          <p:nvSpPr>
            <p:cNvPr id="627" name="Google Shape;627;p20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7" name="Google Shape;637;p20"/>
          <p:cNvSpPr txBox="1"/>
          <p:nvPr/>
        </p:nvSpPr>
        <p:spPr>
          <a:xfrm>
            <a:off x="7620325" y="1079625"/>
            <a:ext cx="482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3390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b="1" sz="3600">
              <a:solidFill>
                <a:srgbClr val="E3390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584500" y="657550"/>
            <a:ext cx="6115200" cy="4011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oboto"/>
                <a:ea typeface="Roboto"/>
                <a:cs typeface="Roboto"/>
                <a:sym typeface="Roboto"/>
              </a:rPr>
              <a:t>Como interpretar os coeficientes?</a:t>
            </a:r>
            <a:endParaRPr b="1" sz="2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Alguns conceitos</a:t>
            </a:r>
            <a:endParaRPr/>
          </a:p>
        </p:txBody>
      </p:sp>
      <p:grpSp>
        <p:nvGrpSpPr>
          <p:cNvPr id="644" name="Google Shape;644;p21"/>
          <p:cNvGrpSpPr/>
          <p:nvPr/>
        </p:nvGrpSpPr>
        <p:grpSpPr>
          <a:xfrm flipH="1">
            <a:off x="457198" y="1692888"/>
            <a:ext cx="2943318" cy="3039142"/>
            <a:chOff x="5449625" y="1389325"/>
            <a:chExt cx="3237261" cy="3342655"/>
          </a:xfrm>
        </p:grpSpPr>
        <p:sp>
          <p:nvSpPr>
            <p:cNvPr id="645" name="Google Shape;645;p21"/>
            <p:cNvSpPr/>
            <p:nvPr/>
          </p:nvSpPr>
          <p:spPr>
            <a:xfrm>
              <a:off x="6533088" y="4360137"/>
              <a:ext cx="1749195" cy="185374"/>
            </a:xfrm>
            <a:custGeom>
              <a:rect b="b" l="l" r="r" t="t"/>
              <a:pathLst>
                <a:path extrusionOk="0" h="4713" w="44472">
                  <a:moveTo>
                    <a:pt x="21091" y="0"/>
                  </a:moveTo>
                  <a:lnTo>
                    <a:pt x="19961" y="10"/>
                  </a:lnTo>
                  <a:lnTo>
                    <a:pt x="18850" y="29"/>
                  </a:lnTo>
                  <a:lnTo>
                    <a:pt x="17758" y="48"/>
                  </a:lnTo>
                  <a:lnTo>
                    <a:pt x="16676" y="77"/>
                  </a:lnTo>
                  <a:lnTo>
                    <a:pt x="15622" y="105"/>
                  </a:lnTo>
                  <a:lnTo>
                    <a:pt x="14587" y="144"/>
                  </a:lnTo>
                  <a:lnTo>
                    <a:pt x="13582" y="182"/>
                  </a:lnTo>
                  <a:lnTo>
                    <a:pt x="12595" y="230"/>
                  </a:lnTo>
                  <a:lnTo>
                    <a:pt x="11637" y="287"/>
                  </a:lnTo>
                  <a:lnTo>
                    <a:pt x="10708" y="335"/>
                  </a:lnTo>
                  <a:lnTo>
                    <a:pt x="9808" y="402"/>
                  </a:lnTo>
                  <a:lnTo>
                    <a:pt x="8936" y="469"/>
                  </a:lnTo>
                  <a:lnTo>
                    <a:pt x="8094" y="536"/>
                  </a:lnTo>
                  <a:lnTo>
                    <a:pt x="7289" y="613"/>
                  </a:lnTo>
                  <a:lnTo>
                    <a:pt x="6513" y="690"/>
                  </a:lnTo>
                  <a:lnTo>
                    <a:pt x="5776" y="776"/>
                  </a:lnTo>
                  <a:lnTo>
                    <a:pt x="5076" y="852"/>
                  </a:lnTo>
                  <a:lnTo>
                    <a:pt x="4416" y="948"/>
                  </a:lnTo>
                  <a:lnTo>
                    <a:pt x="3803" y="1034"/>
                  </a:lnTo>
                  <a:lnTo>
                    <a:pt x="3218" y="1130"/>
                  </a:lnTo>
                  <a:lnTo>
                    <a:pt x="2682" y="1236"/>
                  </a:lnTo>
                  <a:lnTo>
                    <a:pt x="2193" y="1331"/>
                  </a:lnTo>
                  <a:lnTo>
                    <a:pt x="1753" y="1437"/>
                  </a:lnTo>
                  <a:lnTo>
                    <a:pt x="1351" y="1542"/>
                  </a:lnTo>
                  <a:lnTo>
                    <a:pt x="1006" y="1657"/>
                  </a:lnTo>
                  <a:lnTo>
                    <a:pt x="699" y="1772"/>
                  </a:lnTo>
                  <a:lnTo>
                    <a:pt x="575" y="1829"/>
                  </a:lnTo>
                  <a:lnTo>
                    <a:pt x="450" y="1877"/>
                  </a:lnTo>
                  <a:lnTo>
                    <a:pt x="345" y="1944"/>
                  </a:lnTo>
                  <a:lnTo>
                    <a:pt x="259" y="2002"/>
                  </a:lnTo>
                  <a:lnTo>
                    <a:pt x="182" y="2059"/>
                  </a:lnTo>
                  <a:lnTo>
                    <a:pt x="115" y="2117"/>
                  </a:lnTo>
                  <a:lnTo>
                    <a:pt x="67" y="2174"/>
                  </a:lnTo>
                  <a:lnTo>
                    <a:pt x="29" y="2232"/>
                  </a:lnTo>
                  <a:lnTo>
                    <a:pt x="10" y="2299"/>
                  </a:lnTo>
                  <a:lnTo>
                    <a:pt x="0" y="2356"/>
                  </a:lnTo>
                  <a:lnTo>
                    <a:pt x="10" y="2423"/>
                  </a:lnTo>
                  <a:lnTo>
                    <a:pt x="29" y="2481"/>
                  </a:lnTo>
                  <a:lnTo>
                    <a:pt x="67" y="2538"/>
                  </a:lnTo>
                  <a:lnTo>
                    <a:pt x="115" y="2596"/>
                  </a:lnTo>
                  <a:lnTo>
                    <a:pt x="182" y="2663"/>
                  </a:lnTo>
                  <a:lnTo>
                    <a:pt x="259" y="2720"/>
                  </a:lnTo>
                  <a:lnTo>
                    <a:pt x="345" y="2778"/>
                  </a:lnTo>
                  <a:lnTo>
                    <a:pt x="450" y="2835"/>
                  </a:lnTo>
                  <a:lnTo>
                    <a:pt x="575" y="2893"/>
                  </a:lnTo>
                  <a:lnTo>
                    <a:pt x="699" y="2950"/>
                  </a:lnTo>
                  <a:lnTo>
                    <a:pt x="1006" y="3055"/>
                  </a:lnTo>
                  <a:lnTo>
                    <a:pt x="1351" y="3170"/>
                  </a:lnTo>
                  <a:lnTo>
                    <a:pt x="1753" y="3276"/>
                  </a:lnTo>
                  <a:lnTo>
                    <a:pt x="2193" y="3381"/>
                  </a:lnTo>
                  <a:lnTo>
                    <a:pt x="2682" y="3486"/>
                  </a:lnTo>
                  <a:lnTo>
                    <a:pt x="3218" y="3582"/>
                  </a:lnTo>
                  <a:lnTo>
                    <a:pt x="3803" y="3678"/>
                  </a:lnTo>
                  <a:lnTo>
                    <a:pt x="4416" y="3774"/>
                  </a:lnTo>
                  <a:lnTo>
                    <a:pt x="5076" y="3860"/>
                  </a:lnTo>
                  <a:lnTo>
                    <a:pt x="5776" y="3946"/>
                  </a:lnTo>
                  <a:lnTo>
                    <a:pt x="6513" y="4023"/>
                  </a:lnTo>
                  <a:lnTo>
                    <a:pt x="7289" y="4099"/>
                  </a:lnTo>
                  <a:lnTo>
                    <a:pt x="8094" y="4176"/>
                  </a:lnTo>
                  <a:lnTo>
                    <a:pt x="8936" y="4253"/>
                  </a:lnTo>
                  <a:lnTo>
                    <a:pt x="9808" y="4310"/>
                  </a:lnTo>
                  <a:lnTo>
                    <a:pt x="10708" y="4377"/>
                  </a:lnTo>
                  <a:lnTo>
                    <a:pt x="11637" y="4435"/>
                  </a:lnTo>
                  <a:lnTo>
                    <a:pt x="12595" y="4483"/>
                  </a:lnTo>
                  <a:lnTo>
                    <a:pt x="13582" y="4530"/>
                  </a:lnTo>
                  <a:lnTo>
                    <a:pt x="14587" y="4578"/>
                  </a:lnTo>
                  <a:lnTo>
                    <a:pt x="15622" y="4607"/>
                  </a:lnTo>
                  <a:lnTo>
                    <a:pt x="16676" y="4645"/>
                  </a:lnTo>
                  <a:lnTo>
                    <a:pt x="17758" y="4665"/>
                  </a:lnTo>
                  <a:lnTo>
                    <a:pt x="18850" y="4693"/>
                  </a:lnTo>
                  <a:lnTo>
                    <a:pt x="19961" y="4703"/>
                  </a:lnTo>
                  <a:lnTo>
                    <a:pt x="21091" y="4712"/>
                  </a:lnTo>
                  <a:lnTo>
                    <a:pt x="23380" y="4712"/>
                  </a:lnTo>
                  <a:lnTo>
                    <a:pt x="24510" y="4703"/>
                  </a:lnTo>
                  <a:lnTo>
                    <a:pt x="25621" y="4693"/>
                  </a:lnTo>
                  <a:lnTo>
                    <a:pt x="26713" y="4665"/>
                  </a:lnTo>
                  <a:lnTo>
                    <a:pt x="27796" y="4645"/>
                  </a:lnTo>
                  <a:lnTo>
                    <a:pt x="28849" y="4607"/>
                  </a:lnTo>
                  <a:lnTo>
                    <a:pt x="29884" y="4578"/>
                  </a:lnTo>
                  <a:lnTo>
                    <a:pt x="30889" y="4530"/>
                  </a:lnTo>
                  <a:lnTo>
                    <a:pt x="31876" y="4483"/>
                  </a:lnTo>
                  <a:lnTo>
                    <a:pt x="32834" y="4435"/>
                  </a:lnTo>
                  <a:lnTo>
                    <a:pt x="33763" y="4377"/>
                  </a:lnTo>
                  <a:lnTo>
                    <a:pt x="34663" y="4310"/>
                  </a:lnTo>
                  <a:lnTo>
                    <a:pt x="35535" y="4253"/>
                  </a:lnTo>
                  <a:lnTo>
                    <a:pt x="36378" y="4176"/>
                  </a:lnTo>
                  <a:lnTo>
                    <a:pt x="37182" y="4099"/>
                  </a:lnTo>
                  <a:lnTo>
                    <a:pt x="37958" y="4023"/>
                  </a:lnTo>
                  <a:lnTo>
                    <a:pt x="38696" y="3946"/>
                  </a:lnTo>
                  <a:lnTo>
                    <a:pt x="39395" y="3860"/>
                  </a:lnTo>
                  <a:lnTo>
                    <a:pt x="40056" y="3774"/>
                  </a:lnTo>
                  <a:lnTo>
                    <a:pt x="40669" y="3678"/>
                  </a:lnTo>
                  <a:lnTo>
                    <a:pt x="41253" y="3582"/>
                  </a:lnTo>
                  <a:lnTo>
                    <a:pt x="41789" y="3486"/>
                  </a:lnTo>
                  <a:lnTo>
                    <a:pt x="42278" y="3381"/>
                  </a:lnTo>
                  <a:lnTo>
                    <a:pt x="42718" y="3276"/>
                  </a:lnTo>
                  <a:lnTo>
                    <a:pt x="43121" y="3170"/>
                  </a:lnTo>
                  <a:lnTo>
                    <a:pt x="43465" y="3055"/>
                  </a:lnTo>
                  <a:lnTo>
                    <a:pt x="43772" y="2950"/>
                  </a:lnTo>
                  <a:lnTo>
                    <a:pt x="43896" y="2893"/>
                  </a:lnTo>
                  <a:lnTo>
                    <a:pt x="44021" y="2835"/>
                  </a:lnTo>
                  <a:lnTo>
                    <a:pt x="44126" y="2778"/>
                  </a:lnTo>
                  <a:lnTo>
                    <a:pt x="44213" y="2720"/>
                  </a:lnTo>
                  <a:lnTo>
                    <a:pt x="44289" y="2663"/>
                  </a:lnTo>
                  <a:lnTo>
                    <a:pt x="44356" y="2596"/>
                  </a:lnTo>
                  <a:lnTo>
                    <a:pt x="44404" y="2538"/>
                  </a:lnTo>
                  <a:lnTo>
                    <a:pt x="44442" y="2481"/>
                  </a:lnTo>
                  <a:lnTo>
                    <a:pt x="44462" y="2423"/>
                  </a:lnTo>
                  <a:lnTo>
                    <a:pt x="44471" y="2356"/>
                  </a:lnTo>
                  <a:lnTo>
                    <a:pt x="44462" y="2299"/>
                  </a:lnTo>
                  <a:lnTo>
                    <a:pt x="44442" y="2232"/>
                  </a:lnTo>
                  <a:lnTo>
                    <a:pt x="44404" y="2174"/>
                  </a:lnTo>
                  <a:lnTo>
                    <a:pt x="44356" y="2117"/>
                  </a:lnTo>
                  <a:lnTo>
                    <a:pt x="44289" y="2059"/>
                  </a:lnTo>
                  <a:lnTo>
                    <a:pt x="44213" y="2002"/>
                  </a:lnTo>
                  <a:lnTo>
                    <a:pt x="44126" y="1944"/>
                  </a:lnTo>
                  <a:lnTo>
                    <a:pt x="44021" y="1877"/>
                  </a:lnTo>
                  <a:lnTo>
                    <a:pt x="43896" y="1829"/>
                  </a:lnTo>
                  <a:lnTo>
                    <a:pt x="43772" y="1772"/>
                  </a:lnTo>
                  <a:lnTo>
                    <a:pt x="43465" y="1657"/>
                  </a:lnTo>
                  <a:lnTo>
                    <a:pt x="43121" y="1542"/>
                  </a:lnTo>
                  <a:lnTo>
                    <a:pt x="42718" y="1437"/>
                  </a:lnTo>
                  <a:lnTo>
                    <a:pt x="42278" y="1331"/>
                  </a:lnTo>
                  <a:lnTo>
                    <a:pt x="41789" y="1236"/>
                  </a:lnTo>
                  <a:lnTo>
                    <a:pt x="41253" y="1130"/>
                  </a:lnTo>
                  <a:lnTo>
                    <a:pt x="40669" y="1034"/>
                  </a:lnTo>
                  <a:lnTo>
                    <a:pt x="40056" y="948"/>
                  </a:lnTo>
                  <a:lnTo>
                    <a:pt x="39395" y="852"/>
                  </a:lnTo>
                  <a:lnTo>
                    <a:pt x="38696" y="776"/>
                  </a:lnTo>
                  <a:lnTo>
                    <a:pt x="37958" y="690"/>
                  </a:lnTo>
                  <a:lnTo>
                    <a:pt x="37182" y="613"/>
                  </a:lnTo>
                  <a:lnTo>
                    <a:pt x="36378" y="536"/>
                  </a:lnTo>
                  <a:lnTo>
                    <a:pt x="35535" y="469"/>
                  </a:lnTo>
                  <a:lnTo>
                    <a:pt x="34663" y="402"/>
                  </a:lnTo>
                  <a:lnTo>
                    <a:pt x="33763" y="335"/>
                  </a:lnTo>
                  <a:lnTo>
                    <a:pt x="32834" y="287"/>
                  </a:lnTo>
                  <a:lnTo>
                    <a:pt x="31876" y="230"/>
                  </a:lnTo>
                  <a:lnTo>
                    <a:pt x="30889" y="182"/>
                  </a:lnTo>
                  <a:lnTo>
                    <a:pt x="29884" y="144"/>
                  </a:lnTo>
                  <a:lnTo>
                    <a:pt x="28849" y="105"/>
                  </a:lnTo>
                  <a:lnTo>
                    <a:pt x="27796" y="77"/>
                  </a:lnTo>
                  <a:lnTo>
                    <a:pt x="26713" y="48"/>
                  </a:lnTo>
                  <a:lnTo>
                    <a:pt x="25621" y="29"/>
                  </a:lnTo>
                  <a:lnTo>
                    <a:pt x="24510" y="10"/>
                  </a:lnTo>
                  <a:lnTo>
                    <a:pt x="23380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1"/>
            <p:cNvSpPr/>
            <p:nvPr/>
          </p:nvSpPr>
          <p:spPr>
            <a:xfrm>
              <a:off x="5449625" y="4579763"/>
              <a:ext cx="3237261" cy="152217"/>
            </a:xfrm>
            <a:custGeom>
              <a:rect b="b" l="l" r="r" t="t"/>
              <a:pathLst>
                <a:path extrusionOk="0" h="3870" w="82305">
                  <a:moveTo>
                    <a:pt x="41148" y="0"/>
                  </a:moveTo>
                  <a:lnTo>
                    <a:pt x="36943" y="10"/>
                  </a:lnTo>
                  <a:lnTo>
                    <a:pt x="32853" y="38"/>
                  </a:lnTo>
                  <a:lnTo>
                    <a:pt x="28907" y="86"/>
                  </a:lnTo>
                  <a:lnTo>
                    <a:pt x="25133" y="153"/>
                  </a:lnTo>
                  <a:lnTo>
                    <a:pt x="21532" y="230"/>
                  </a:lnTo>
                  <a:lnTo>
                    <a:pt x="18141" y="335"/>
                  </a:lnTo>
                  <a:lnTo>
                    <a:pt x="14971" y="441"/>
                  </a:lnTo>
                  <a:lnTo>
                    <a:pt x="13477" y="508"/>
                  </a:lnTo>
                  <a:lnTo>
                    <a:pt x="12050" y="565"/>
                  </a:lnTo>
                  <a:lnTo>
                    <a:pt x="10690" y="632"/>
                  </a:lnTo>
                  <a:lnTo>
                    <a:pt x="9397" y="709"/>
                  </a:lnTo>
                  <a:lnTo>
                    <a:pt x="8171" y="776"/>
                  </a:lnTo>
                  <a:lnTo>
                    <a:pt x="7021" y="853"/>
                  </a:lnTo>
                  <a:lnTo>
                    <a:pt x="5958" y="929"/>
                  </a:lnTo>
                  <a:lnTo>
                    <a:pt x="4962" y="1015"/>
                  </a:lnTo>
                  <a:lnTo>
                    <a:pt x="4052" y="1092"/>
                  </a:lnTo>
                  <a:lnTo>
                    <a:pt x="3228" y="1178"/>
                  </a:lnTo>
                  <a:lnTo>
                    <a:pt x="2491" y="1264"/>
                  </a:lnTo>
                  <a:lnTo>
                    <a:pt x="1849" y="1360"/>
                  </a:lnTo>
                  <a:lnTo>
                    <a:pt x="1294" y="1446"/>
                  </a:lnTo>
                  <a:lnTo>
                    <a:pt x="834" y="1542"/>
                  </a:lnTo>
                  <a:lnTo>
                    <a:pt x="642" y="1590"/>
                  </a:lnTo>
                  <a:lnTo>
                    <a:pt x="470" y="1638"/>
                  </a:lnTo>
                  <a:lnTo>
                    <a:pt x="326" y="1686"/>
                  </a:lnTo>
                  <a:lnTo>
                    <a:pt x="211" y="1734"/>
                  </a:lnTo>
                  <a:lnTo>
                    <a:pt x="115" y="1782"/>
                  </a:lnTo>
                  <a:lnTo>
                    <a:pt x="48" y="1829"/>
                  </a:lnTo>
                  <a:lnTo>
                    <a:pt x="10" y="1887"/>
                  </a:lnTo>
                  <a:lnTo>
                    <a:pt x="0" y="1906"/>
                  </a:lnTo>
                  <a:lnTo>
                    <a:pt x="0" y="1935"/>
                  </a:lnTo>
                  <a:lnTo>
                    <a:pt x="0" y="1954"/>
                  </a:lnTo>
                  <a:lnTo>
                    <a:pt x="10" y="1983"/>
                  </a:lnTo>
                  <a:lnTo>
                    <a:pt x="48" y="2031"/>
                  </a:lnTo>
                  <a:lnTo>
                    <a:pt x="115" y="2079"/>
                  </a:lnTo>
                  <a:lnTo>
                    <a:pt x="211" y="2126"/>
                  </a:lnTo>
                  <a:lnTo>
                    <a:pt x="326" y="2184"/>
                  </a:lnTo>
                  <a:lnTo>
                    <a:pt x="470" y="2232"/>
                  </a:lnTo>
                  <a:lnTo>
                    <a:pt x="642" y="2280"/>
                  </a:lnTo>
                  <a:lnTo>
                    <a:pt x="834" y="2318"/>
                  </a:lnTo>
                  <a:lnTo>
                    <a:pt x="1294" y="2414"/>
                  </a:lnTo>
                  <a:lnTo>
                    <a:pt x="1849" y="2510"/>
                  </a:lnTo>
                  <a:lnTo>
                    <a:pt x="2491" y="2596"/>
                  </a:lnTo>
                  <a:lnTo>
                    <a:pt x="3228" y="2682"/>
                  </a:lnTo>
                  <a:lnTo>
                    <a:pt x="4052" y="2768"/>
                  </a:lnTo>
                  <a:lnTo>
                    <a:pt x="4962" y="2854"/>
                  </a:lnTo>
                  <a:lnTo>
                    <a:pt x="5958" y="2931"/>
                  </a:lnTo>
                  <a:lnTo>
                    <a:pt x="7021" y="3017"/>
                  </a:lnTo>
                  <a:lnTo>
                    <a:pt x="8171" y="3094"/>
                  </a:lnTo>
                  <a:lnTo>
                    <a:pt x="9397" y="3161"/>
                  </a:lnTo>
                  <a:lnTo>
                    <a:pt x="10690" y="3228"/>
                  </a:lnTo>
                  <a:lnTo>
                    <a:pt x="12050" y="3295"/>
                  </a:lnTo>
                  <a:lnTo>
                    <a:pt x="13477" y="3362"/>
                  </a:lnTo>
                  <a:lnTo>
                    <a:pt x="14971" y="3419"/>
                  </a:lnTo>
                  <a:lnTo>
                    <a:pt x="18141" y="3534"/>
                  </a:lnTo>
                  <a:lnTo>
                    <a:pt x="21532" y="3630"/>
                  </a:lnTo>
                  <a:lnTo>
                    <a:pt x="25133" y="3716"/>
                  </a:lnTo>
                  <a:lnTo>
                    <a:pt x="28907" y="3774"/>
                  </a:lnTo>
                  <a:lnTo>
                    <a:pt x="32853" y="3822"/>
                  </a:lnTo>
                  <a:lnTo>
                    <a:pt x="36943" y="3860"/>
                  </a:lnTo>
                  <a:lnTo>
                    <a:pt x="41148" y="3870"/>
                  </a:lnTo>
                  <a:lnTo>
                    <a:pt x="45353" y="3860"/>
                  </a:lnTo>
                  <a:lnTo>
                    <a:pt x="49443" y="3822"/>
                  </a:lnTo>
                  <a:lnTo>
                    <a:pt x="53389" y="3774"/>
                  </a:lnTo>
                  <a:lnTo>
                    <a:pt x="57172" y="3716"/>
                  </a:lnTo>
                  <a:lnTo>
                    <a:pt x="60764" y="3630"/>
                  </a:lnTo>
                  <a:lnTo>
                    <a:pt x="64155" y="3534"/>
                  </a:lnTo>
                  <a:lnTo>
                    <a:pt x="67325" y="3419"/>
                  </a:lnTo>
                  <a:lnTo>
                    <a:pt x="68819" y="3362"/>
                  </a:lnTo>
                  <a:lnTo>
                    <a:pt x="70246" y="3295"/>
                  </a:lnTo>
                  <a:lnTo>
                    <a:pt x="71616" y="3228"/>
                  </a:lnTo>
                  <a:lnTo>
                    <a:pt x="72909" y="3161"/>
                  </a:lnTo>
                  <a:lnTo>
                    <a:pt x="74125" y="3094"/>
                  </a:lnTo>
                  <a:lnTo>
                    <a:pt x="75275" y="3017"/>
                  </a:lnTo>
                  <a:lnTo>
                    <a:pt x="76347" y="2931"/>
                  </a:lnTo>
                  <a:lnTo>
                    <a:pt x="77334" y="2854"/>
                  </a:lnTo>
                  <a:lnTo>
                    <a:pt x="78244" y="2768"/>
                  </a:lnTo>
                  <a:lnTo>
                    <a:pt x="79068" y="2682"/>
                  </a:lnTo>
                  <a:lnTo>
                    <a:pt x="79805" y="2596"/>
                  </a:lnTo>
                  <a:lnTo>
                    <a:pt x="80456" y="2510"/>
                  </a:lnTo>
                  <a:lnTo>
                    <a:pt x="81012" y="2414"/>
                  </a:lnTo>
                  <a:lnTo>
                    <a:pt x="81462" y="2318"/>
                  </a:lnTo>
                  <a:lnTo>
                    <a:pt x="81663" y="2280"/>
                  </a:lnTo>
                  <a:lnTo>
                    <a:pt x="81826" y="2232"/>
                  </a:lnTo>
                  <a:lnTo>
                    <a:pt x="81970" y="2184"/>
                  </a:lnTo>
                  <a:lnTo>
                    <a:pt x="82094" y="2126"/>
                  </a:lnTo>
                  <a:lnTo>
                    <a:pt x="82180" y="2079"/>
                  </a:lnTo>
                  <a:lnTo>
                    <a:pt x="82248" y="2031"/>
                  </a:lnTo>
                  <a:lnTo>
                    <a:pt x="82286" y="1983"/>
                  </a:lnTo>
                  <a:lnTo>
                    <a:pt x="82295" y="1954"/>
                  </a:lnTo>
                  <a:lnTo>
                    <a:pt x="82305" y="1935"/>
                  </a:lnTo>
                  <a:lnTo>
                    <a:pt x="82295" y="1906"/>
                  </a:lnTo>
                  <a:lnTo>
                    <a:pt x="82286" y="1887"/>
                  </a:lnTo>
                  <a:lnTo>
                    <a:pt x="82248" y="1829"/>
                  </a:lnTo>
                  <a:lnTo>
                    <a:pt x="82180" y="1782"/>
                  </a:lnTo>
                  <a:lnTo>
                    <a:pt x="82094" y="1734"/>
                  </a:lnTo>
                  <a:lnTo>
                    <a:pt x="81970" y="1686"/>
                  </a:lnTo>
                  <a:lnTo>
                    <a:pt x="81826" y="1638"/>
                  </a:lnTo>
                  <a:lnTo>
                    <a:pt x="81663" y="1590"/>
                  </a:lnTo>
                  <a:lnTo>
                    <a:pt x="81462" y="1542"/>
                  </a:lnTo>
                  <a:lnTo>
                    <a:pt x="81012" y="1446"/>
                  </a:lnTo>
                  <a:lnTo>
                    <a:pt x="80456" y="1360"/>
                  </a:lnTo>
                  <a:lnTo>
                    <a:pt x="79805" y="1264"/>
                  </a:lnTo>
                  <a:lnTo>
                    <a:pt x="79068" y="1178"/>
                  </a:lnTo>
                  <a:lnTo>
                    <a:pt x="78244" y="1092"/>
                  </a:lnTo>
                  <a:lnTo>
                    <a:pt x="77334" y="1015"/>
                  </a:lnTo>
                  <a:lnTo>
                    <a:pt x="76347" y="929"/>
                  </a:lnTo>
                  <a:lnTo>
                    <a:pt x="75275" y="853"/>
                  </a:lnTo>
                  <a:lnTo>
                    <a:pt x="74125" y="776"/>
                  </a:lnTo>
                  <a:lnTo>
                    <a:pt x="72909" y="709"/>
                  </a:lnTo>
                  <a:lnTo>
                    <a:pt x="71616" y="632"/>
                  </a:lnTo>
                  <a:lnTo>
                    <a:pt x="70246" y="565"/>
                  </a:lnTo>
                  <a:lnTo>
                    <a:pt x="68819" y="508"/>
                  </a:lnTo>
                  <a:lnTo>
                    <a:pt x="67325" y="441"/>
                  </a:lnTo>
                  <a:lnTo>
                    <a:pt x="64155" y="335"/>
                  </a:lnTo>
                  <a:lnTo>
                    <a:pt x="60764" y="230"/>
                  </a:lnTo>
                  <a:lnTo>
                    <a:pt x="57172" y="153"/>
                  </a:lnTo>
                  <a:lnTo>
                    <a:pt x="53389" y="86"/>
                  </a:lnTo>
                  <a:lnTo>
                    <a:pt x="49443" y="38"/>
                  </a:lnTo>
                  <a:lnTo>
                    <a:pt x="45353" y="10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1"/>
            <p:cNvSpPr/>
            <p:nvPr/>
          </p:nvSpPr>
          <p:spPr>
            <a:xfrm>
              <a:off x="8191774" y="3231092"/>
              <a:ext cx="378261" cy="86296"/>
            </a:xfrm>
            <a:custGeom>
              <a:rect b="b" l="l" r="r" t="t"/>
              <a:pathLst>
                <a:path extrusionOk="0" h="2194" w="9617">
                  <a:moveTo>
                    <a:pt x="4473" y="0"/>
                  </a:moveTo>
                  <a:lnTo>
                    <a:pt x="4186" y="10"/>
                  </a:lnTo>
                  <a:lnTo>
                    <a:pt x="3860" y="29"/>
                  </a:lnTo>
                  <a:lnTo>
                    <a:pt x="3075" y="77"/>
                  </a:lnTo>
                  <a:lnTo>
                    <a:pt x="2223" y="154"/>
                  </a:lnTo>
                  <a:lnTo>
                    <a:pt x="1389" y="240"/>
                  </a:lnTo>
                  <a:lnTo>
                    <a:pt x="680" y="307"/>
                  </a:lnTo>
                  <a:lnTo>
                    <a:pt x="0" y="384"/>
                  </a:lnTo>
                  <a:lnTo>
                    <a:pt x="1657" y="1322"/>
                  </a:lnTo>
                  <a:lnTo>
                    <a:pt x="2184" y="1466"/>
                  </a:lnTo>
                  <a:lnTo>
                    <a:pt x="2730" y="1590"/>
                  </a:lnTo>
                  <a:lnTo>
                    <a:pt x="3305" y="1705"/>
                  </a:lnTo>
                  <a:lnTo>
                    <a:pt x="3899" y="1811"/>
                  </a:lnTo>
                  <a:lnTo>
                    <a:pt x="4502" y="1897"/>
                  </a:lnTo>
                  <a:lnTo>
                    <a:pt x="5096" y="1973"/>
                  </a:lnTo>
                  <a:lnTo>
                    <a:pt x="5690" y="2041"/>
                  </a:lnTo>
                  <a:lnTo>
                    <a:pt x="6264" y="2098"/>
                  </a:lnTo>
                  <a:lnTo>
                    <a:pt x="6820" y="2136"/>
                  </a:lnTo>
                  <a:lnTo>
                    <a:pt x="7337" y="2165"/>
                  </a:lnTo>
                  <a:lnTo>
                    <a:pt x="7826" y="2184"/>
                  </a:lnTo>
                  <a:lnTo>
                    <a:pt x="8266" y="2194"/>
                  </a:lnTo>
                  <a:lnTo>
                    <a:pt x="8649" y="2184"/>
                  </a:lnTo>
                  <a:lnTo>
                    <a:pt x="8975" y="2165"/>
                  </a:lnTo>
                  <a:lnTo>
                    <a:pt x="9234" y="2127"/>
                  </a:lnTo>
                  <a:lnTo>
                    <a:pt x="9339" y="2108"/>
                  </a:lnTo>
                  <a:lnTo>
                    <a:pt x="9416" y="2088"/>
                  </a:lnTo>
                  <a:lnTo>
                    <a:pt x="9483" y="2060"/>
                  </a:lnTo>
                  <a:lnTo>
                    <a:pt x="9531" y="2031"/>
                  </a:lnTo>
                  <a:lnTo>
                    <a:pt x="9569" y="2002"/>
                  </a:lnTo>
                  <a:lnTo>
                    <a:pt x="9598" y="1983"/>
                  </a:lnTo>
                  <a:lnTo>
                    <a:pt x="9617" y="1954"/>
                  </a:lnTo>
                  <a:lnTo>
                    <a:pt x="9617" y="1926"/>
                  </a:lnTo>
                  <a:lnTo>
                    <a:pt x="9617" y="1897"/>
                  </a:lnTo>
                  <a:lnTo>
                    <a:pt x="9598" y="1868"/>
                  </a:lnTo>
                  <a:lnTo>
                    <a:pt x="9578" y="1839"/>
                  </a:lnTo>
                  <a:lnTo>
                    <a:pt x="9540" y="1811"/>
                  </a:lnTo>
                  <a:lnTo>
                    <a:pt x="9464" y="1753"/>
                  </a:lnTo>
                  <a:lnTo>
                    <a:pt x="9349" y="1696"/>
                  </a:lnTo>
                  <a:lnTo>
                    <a:pt x="9224" y="1638"/>
                  </a:lnTo>
                  <a:lnTo>
                    <a:pt x="8927" y="1523"/>
                  </a:lnTo>
                  <a:lnTo>
                    <a:pt x="8611" y="1408"/>
                  </a:lnTo>
                  <a:lnTo>
                    <a:pt x="8314" y="1313"/>
                  </a:lnTo>
                  <a:lnTo>
                    <a:pt x="8190" y="1255"/>
                  </a:lnTo>
                  <a:lnTo>
                    <a:pt x="8084" y="1217"/>
                  </a:lnTo>
                  <a:lnTo>
                    <a:pt x="7605" y="997"/>
                  </a:lnTo>
                  <a:lnTo>
                    <a:pt x="7107" y="786"/>
                  </a:lnTo>
                  <a:lnTo>
                    <a:pt x="6628" y="604"/>
                  </a:lnTo>
                  <a:lnTo>
                    <a:pt x="6169" y="431"/>
                  </a:lnTo>
                  <a:lnTo>
                    <a:pt x="5747" y="288"/>
                  </a:lnTo>
                  <a:lnTo>
                    <a:pt x="5364" y="173"/>
                  </a:lnTo>
                  <a:lnTo>
                    <a:pt x="5058" y="77"/>
                  </a:lnTo>
                  <a:lnTo>
                    <a:pt x="4828" y="20"/>
                  </a:lnTo>
                  <a:lnTo>
                    <a:pt x="4761" y="10"/>
                  </a:lnTo>
                  <a:lnTo>
                    <a:pt x="4684" y="0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1"/>
            <p:cNvSpPr/>
            <p:nvPr/>
          </p:nvSpPr>
          <p:spPr>
            <a:xfrm>
              <a:off x="8252423" y="3224681"/>
              <a:ext cx="342114" cy="102500"/>
            </a:xfrm>
            <a:custGeom>
              <a:rect b="b" l="l" r="r" t="t"/>
              <a:pathLst>
                <a:path extrusionOk="0" h="2606" w="8698">
                  <a:moveTo>
                    <a:pt x="2998" y="1"/>
                  </a:moveTo>
                  <a:lnTo>
                    <a:pt x="2797" y="10"/>
                  </a:lnTo>
                  <a:lnTo>
                    <a:pt x="2558" y="20"/>
                  </a:lnTo>
                  <a:lnTo>
                    <a:pt x="2021" y="68"/>
                  </a:lnTo>
                  <a:lnTo>
                    <a:pt x="1456" y="144"/>
                  </a:lnTo>
                  <a:lnTo>
                    <a:pt x="901" y="211"/>
                  </a:lnTo>
                  <a:lnTo>
                    <a:pt x="441" y="278"/>
                  </a:lnTo>
                  <a:lnTo>
                    <a:pt x="0" y="345"/>
                  </a:lnTo>
                  <a:lnTo>
                    <a:pt x="0" y="403"/>
                  </a:lnTo>
                  <a:lnTo>
                    <a:pt x="249" y="432"/>
                  </a:lnTo>
                  <a:lnTo>
                    <a:pt x="489" y="479"/>
                  </a:lnTo>
                  <a:lnTo>
                    <a:pt x="728" y="527"/>
                  </a:lnTo>
                  <a:lnTo>
                    <a:pt x="949" y="594"/>
                  </a:lnTo>
                  <a:lnTo>
                    <a:pt x="1169" y="661"/>
                  </a:lnTo>
                  <a:lnTo>
                    <a:pt x="1380" y="748"/>
                  </a:lnTo>
                  <a:lnTo>
                    <a:pt x="1571" y="843"/>
                  </a:lnTo>
                  <a:lnTo>
                    <a:pt x="1763" y="949"/>
                  </a:lnTo>
                  <a:lnTo>
                    <a:pt x="1945" y="1064"/>
                  </a:lnTo>
                  <a:lnTo>
                    <a:pt x="2117" y="1188"/>
                  </a:lnTo>
                  <a:lnTo>
                    <a:pt x="2270" y="1322"/>
                  </a:lnTo>
                  <a:lnTo>
                    <a:pt x="2424" y="1476"/>
                  </a:lnTo>
                  <a:lnTo>
                    <a:pt x="2558" y="1638"/>
                  </a:lnTo>
                  <a:lnTo>
                    <a:pt x="2692" y="1811"/>
                  </a:lnTo>
                  <a:lnTo>
                    <a:pt x="2807" y="2002"/>
                  </a:lnTo>
                  <a:lnTo>
                    <a:pt x="2912" y="2204"/>
                  </a:lnTo>
                  <a:lnTo>
                    <a:pt x="4205" y="2347"/>
                  </a:lnTo>
                  <a:lnTo>
                    <a:pt x="4770" y="2414"/>
                  </a:lnTo>
                  <a:lnTo>
                    <a:pt x="5335" y="2472"/>
                  </a:lnTo>
                  <a:lnTo>
                    <a:pt x="5747" y="2500"/>
                  </a:lnTo>
                  <a:lnTo>
                    <a:pt x="6207" y="2539"/>
                  </a:lnTo>
                  <a:lnTo>
                    <a:pt x="6686" y="2568"/>
                  </a:lnTo>
                  <a:lnTo>
                    <a:pt x="7155" y="2587"/>
                  </a:lnTo>
                  <a:lnTo>
                    <a:pt x="7586" y="2606"/>
                  </a:lnTo>
                  <a:lnTo>
                    <a:pt x="7950" y="2606"/>
                  </a:lnTo>
                  <a:lnTo>
                    <a:pt x="8218" y="2596"/>
                  </a:lnTo>
                  <a:lnTo>
                    <a:pt x="8314" y="2587"/>
                  </a:lnTo>
                  <a:lnTo>
                    <a:pt x="8381" y="2577"/>
                  </a:lnTo>
                  <a:lnTo>
                    <a:pt x="8506" y="2520"/>
                  </a:lnTo>
                  <a:lnTo>
                    <a:pt x="8602" y="2462"/>
                  </a:lnTo>
                  <a:lnTo>
                    <a:pt x="8640" y="2433"/>
                  </a:lnTo>
                  <a:lnTo>
                    <a:pt x="8659" y="2395"/>
                  </a:lnTo>
                  <a:lnTo>
                    <a:pt x="8678" y="2366"/>
                  </a:lnTo>
                  <a:lnTo>
                    <a:pt x="8697" y="2328"/>
                  </a:lnTo>
                  <a:lnTo>
                    <a:pt x="8697" y="2290"/>
                  </a:lnTo>
                  <a:lnTo>
                    <a:pt x="8697" y="2251"/>
                  </a:lnTo>
                  <a:lnTo>
                    <a:pt x="8678" y="2213"/>
                  </a:lnTo>
                  <a:lnTo>
                    <a:pt x="8659" y="2175"/>
                  </a:lnTo>
                  <a:lnTo>
                    <a:pt x="8592" y="2089"/>
                  </a:lnTo>
                  <a:lnTo>
                    <a:pt x="8496" y="1993"/>
                  </a:lnTo>
                  <a:lnTo>
                    <a:pt x="8362" y="1897"/>
                  </a:lnTo>
                  <a:lnTo>
                    <a:pt x="8199" y="1792"/>
                  </a:lnTo>
                  <a:lnTo>
                    <a:pt x="8008" y="1677"/>
                  </a:lnTo>
                  <a:lnTo>
                    <a:pt x="7778" y="1562"/>
                  </a:lnTo>
                  <a:lnTo>
                    <a:pt x="7519" y="1437"/>
                  </a:lnTo>
                  <a:lnTo>
                    <a:pt x="7232" y="1303"/>
                  </a:lnTo>
                  <a:lnTo>
                    <a:pt x="6906" y="1169"/>
                  </a:lnTo>
                  <a:lnTo>
                    <a:pt x="6542" y="1016"/>
                  </a:lnTo>
                  <a:lnTo>
                    <a:pt x="6063" y="834"/>
                  </a:lnTo>
                  <a:lnTo>
                    <a:pt x="5565" y="671"/>
                  </a:lnTo>
                  <a:lnTo>
                    <a:pt x="5086" y="518"/>
                  </a:lnTo>
                  <a:lnTo>
                    <a:pt x="4627" y="374"/>
                  </a:lnTo>
                  <a:lnTo>
                    <a:pt x="4205" y="259"/>
                  </a:lnTo>
                  <a:lnTo>
                    <a:pt x="3832" y="154"/>
                  </a:lnTo>
                  <a:lnTo>
                    <a:pt x="3286" y="20"/>
                  </a:lnTo>
                  <a:lnTo>
                    <a:pt x="3171" y="10"/>
                  </a:lnTo>
                  <a:lnTo>
                    <a:pt x="29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1"/>
            <p:cNvSpPr/>
            <p:nvPr/>
          </p:nvSpPr>
          <p:spPr>
            <a:xfrm>
              <a:off x="7744222" y="3452213"/>
              <a:ext cx="62185" cy="898944"/>
            </a:xfrm>
            <a:custGeom>
              <a:rect b="b" l="l" r="r" t="t"/>
              <a:pathLst>
                <a:path extrusionOk="0" h="22855" w="1581">
                  <a:moveTo>
                    <a:pt x="1" y="1"/>
                  </a:moveTo>
                  <a:lnTo>
                    <a:pt x="1" y="22854"/>
                  </a:lnTo>
                  <a:lnTo>
                    <a:pt x="1581" y="22854"/>
                  </a:lnTo>
                  <a:lnTo>
                    <a:pt x="1581" y="1"/>
                  </a:lnTo>
                  <a:close/>
                </a:path>
              </a:pathLst>
            </a:custGeom>
            <a:solidFill>
              <a:srgbClr val="959D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7478656" y="4279862"/>
              <a:ext cx="592977" cy="160162"/>
            </a:xfrm>
            <a:custGeom>
              <a:rect b="b" l="l" r="r" t="t"/>
              <a:pathLst>
                <a:path extrusionOk="0" h="4072" w="15076">
                  <a:moveTo>
                    <a:pt x="4071" y="1"/>
                  </a:moveTo>
                  <a:lnTo>
                    <a:pt x="3860" y="10"/>
                  </a:lnTo>
                  <a:lnTo>
                    <a:pt x="3659" y="30"/>
                  </a:lnTo>
                  <a:lnTo>
                    <a:pt x="3458" y="49"/>
                  </a:lnTo>
                  <a:lnTo>
                    <a:pt x="3257" y="87"/>
                  </a:lnTo>
                  <a:lnTo>
                    <a:pt x="3055" y="135"/>
                  </a:lnTo>
                  <a:lnTo>
                    <a:pt x="2864" y="192"/>
                  </a:lnTo>
                  <a:lnTo>
                    <a:pt x="2672" y="250"/>
                  </a:lnTo>
                  <a:lnTo>
                    <a:pt x="2490" y="327"/>
                  </a:lnTo>
                  <a:lnTo>
                    <a:pt x="2308" y="403"/>
                  </a:lnTo>
                  <a:lnTo>
                    <a:pt x="2136" y="499"/>
                  </a:lnTo>
                  <a:lnTo>
                    <a:pt x="1964" y="595"/>
                  </a:lnTo>
                  <a:lnTo>
                    <a:pt x="1801" y="700"/>
                  </a:lnTo>
                  <a:lnTo>
                    <a:pt x="1638" y="815"/>
                  </a:lnTo>
                  <a:lnTo>
                    <a:pt x="1485" y="940"/>
                  </a:lnTo>
                  <a:lnTo>
                    <a:pt x="1341" y="1064"/>
                  </a:lnTo>
                  <a:lnTo>
                    <a:pt x="1197" y="1198"/>
                  </a:lnTo>
                  <a:lnTo>
                    <a:pt x="1063" y="1342"/>
                  </a:lnTo>
                  <a:lnTo>
                    <a:pt x="929" y="1485"/>
                  </a:lnTo>
                  <a:lnTo>
                    <a:pt x="814" y="1639"/>
                  </a:lnTo>
                  <a:lnTo>
                    <a:pt x="699" y="1802"/>
                  </a:lnTo>
                  <a:lnTo>
                    <a:pt x="594" y="1964"/>
                  </a:lnTo>
                  <a:lnTo>
                    <a:pt x="498" y="2137"/>
                  </a:lnTo>
                  <a:lnTo>
                    <a:pt x="402" y="2309"/>
                  </a:lnTo>
                  <a:lnTo>
                    <a:pt x="326" y="2491"/>
                  </a:lnTo>
                  <a:lnTo>
                    <a:pt x="249" y="2673"/>
                  </a:lnTo>
                  <a:lnTo>
                    <a:pt x="182" y="2865"/>
                  </a:lnTo>
                  <a:lnTo>
                    <a:pt x="134" y="3056"/>
                  </a:lnTo>
                  <a:lnTo>
                    <a:pt x="86" y="3257"/>
                  </a:lnTo>
                  <a:lnTo>
                    <a:pt x="48" y="3459"/>
                  </a:lnTo>
                  <a:lnTo>
                    <a:pt x="29" y="3660"/>
                  </a:lnTo>
                  <a:lnTo>
                    <a:pt x="10" y="3861"/>
                  </a:lnTo>
                  <a:lnTo>
                    <a:pt x="0" y="4072"/>
                  </a:lnTo>
                  <a:lnTo>
                    <a:pt x="1293" y="4072"/>
                  </a:lnTo>
                  <a:lnTo>
                    <a:pt x="1303" y="3928"/>
                  </a:lnTo>
                  <a:lnTo>
                    <a:pt x="1312" y="3794"/>
                  </a:lnTo>
                  <a:lnTo>
                    <a:pt x="1331" y="3650"/>
                  </a:lnTo>
                  <a:lnTo>
                    <a:pt x="1351" y="3516"/>
                  </a:lnTo>
                  <a:lnTo>
                    <a:pt x="1389" y="3382"/>
                  </a:lnTo>
                  <a:lnTo>
                    <a:pt x="1427" y="3248"/>
                  </a:lnTo>
                  <a:lnTo>
                    <a:pt x="1466" y="3123"/>
                  </a:lnTo>
                  <a:lnTo>
                    <a:pt x="1513" y="2999"/>
                  </a:lnTo>
                  <a:lnTo>
                    <a:pt x="1571" y="2874"/>
                  </a:lnTo>
                  <a:lnTo>
                    <a:pt x="1628" y="2750"/>
                  </a:lnTo>
                  <a:lnTo>
                    <a:pt x="1695" y="2635"/>
                  </a:lnTo>
                  <a:lnTo>
                    <a:pt x="1772" y="2520"/>
                  </a:lnTo>
                  <a:lnTo>
                    <a:pt x="1849" y="2415"/>
                  </a:lnTo>
                  <a:lnTo>
                    <a:pt x="1935" y="2309"/>
                  </a:lnTo>
                  <a:lnTo>
                    <a:pt x="2021" y="2213"/>
                  </a:lnTo>
                  <a:lnTo>
                    <a:pt x="2107" y="2108"/>
                  </a:lnTo>
                  <a:lnTo>
                    <a:pt x="2203" y="2022"/>
                  </a:lnTo>
                  <a:lnTo>
                    <a:pt x="2308" y="1936"/>
                  </a:lnTo>
                  <a:lnTo>
                    <a:pt x="2414" y="1849"/>
                  </a:lnTo>
                  <a:lnTo>
                    <a:pt x="2519" y="1773"/>
                  </a:lnTo>
                  <a:lnTo>
                    <a:pt x="2634" y="1706"/>
                  </a:lnTo>
                  <a:lnTo>
                    <a:pt x="2749" y="1639"/>
                  </a:lnTo>
                  <a:lnTo>
                    <a:pt x="2873" y="1572"/>
                  </a:lnTo>
                  <a:lnTo>
                    <a:pt x="2998" y="1514"/>
                  </a:lnTo>
                  <a:lnTo>
                    <a:pt x="3123" y="1466"/>
                  </a:lnTo>
                  <a:lnTo>
                    <a:pt x="3247" y="1428"/>
                  </a:lnTo>
                  <a:lnTo>
                    <a:pt x="3381" y="1390"/>
                  </a:lnTo>
                  <a:lnTo>
                    <a:pt x="3515" y="1351"/>
                  </a:lnTo>
                  <a:lnTo>
                    <a:pt x="3649" y="1332"/>
                  </a:lnTo>
                  <a:lnTo>
                    <a:pt x="3793" y="1313"/>
                  </a:lnTo>
                  <a:lnTo>
                    <a:pt x="3927" y="1304"/>
                  </a:lnTo>
                  <a:lnTo>
                    <a:pt x="11149" y="1304"/>
                  </a:lnTo>
                  <a:lnTo>
                    <a:pt x="11293" y="1313"/>
                  </a:lnTo>
                  <a:lnTo>
                    <a:pt x="11427" y="1332"/>
                  </a:lnTo>
                  <a:lnTo>
                    <a:pt x="11570" y="1351"/>
                  </a:lnTo>
                  <a:lnTo>
                    <a:pt x="11704" y="1390"/>
                  </a:lnTo>
                  <a:lnTo>
                    <a:pt x="11829" y="1428"/>
                  </a:lnTo>
                  <a:lnTo>
                    <a:pt x="11963" y="1466"/>
                  </a:lnTo>
                  <a:lnTo>
                    <a:pt x="12088" y="1514"/>
                  </a:lnTo>
                  <a:lnTo>
                    <a:pt x="12212" y="1572"/>
                  </a:lnTo>
                  <a:lnTo>
                    <a:pt x="12327" y="1639"/>
                  </a:lnTo>
                  <a:lnTo>
                    <a:pt x="12442" y="1706"/>
                  </a:lnTo>
                  <a:lnTo>
                    <a:pt x="12557" y="1773"/>
                  </a:lnTo>
                  <a:lnTo>
                    <a:pt x="12662" y="1849"/>
                  </a:lnTo>
                  <a:lnTo>
                    <a:pt x="12768" y="1936"/>
                  </a:lnTo>
                  <a:lnTo>
                    <a:pt x="12873" y="2022"/>
                  </a:lnTo>
                  <a:lnTo>
                    <a:pt x="12969" y="2108"/>
                  </a:lnTo>
                  <a:lnTo>
                    <a:pt x="13065" y="2213"/>
                  </a:lnTo>
                  <a:lnTo>
                    <a:pt x="13151" y="2309"/>
                  </a:lnTo>
                  <a:lnTo>
                    <a:pt x="13227" y="2415"/>
                  </a:lnTo>
                  <a:lnTo>
                    <a:pt x="13304" y="2520"/>
                  </a:lnTo>
                  <a:lnTo>
                    <a:pt x="13381" y="2635"/>
                  </a:lnTo>
                  <a:lnTo>
                    <a:pt x="13448" y="2750"/>
                  </a:lnTo>
                  <a:lnTo>
                    <a:pt x="13505" y="2874"/>
                  </a:lnTo>
                  <a:lnTo>
                    <a:pt x="13563" y="2999"/>
                  </a:lnTo>
                  <a:lnTo>
                    <a:pt x="13611" y="3123"/>
                  </a:lnTo>
                  <a:lnTo>
                    <a:pt x="13658" y="3248"/>
                  </a:lnTo>
                  <a:lnTo>
                    <a:pt x="13697" y="3382"/>
                  </a:lnTo>
                  <a:lnTo>
                    <a:pt x="13725" y="3516"/>
                  </a:lnTo>
                  <a:lnTo>
                    <a:pt x="13754" y="3650"/>
                  </a:lnTo>
                  <a:lnTo>
                    <a:pt x="13764" y="3794"/>
                  </a:lnTo>
                  <a:lnTo>
                    <a:pt x="13783" y="3928"/>
                  </a:lnTo>
                  <a:lnTo>
                    <a:pt x="13783" y="4072"/>
                  </a:lnTo>
                  <a:lnTo>
                    <a:pt x="15076" y="4072"/>
                  </a:lnTo>
                  <a:lnTo>
                    <a:pt x="15076" y="3861"/>
                  </a:lnTo>
                  <a:lnTo>
                    <a:pt x="15057" y="3660"/>
                  </a:lnTo>
                  <a:lnTo>
                    <a:pt x="15028" y="3459"/>
                  </a:lnTo>
                  <a:lnTo>
                    <a:pt x="14990" y="3257"/>
                  </a:lnTo>
                  <a:lnTo>
                    <a:pt x="14951" y="3056"/>
                  </a:lnTo>
                  <a:lnTo>
                    <a:pt x="14894" y="2865"/>
                  </a:lnTo>
                  <a:lnTo>
                    <a:pt x="14827" y="2673"/>
                  </a:lnTo>
                  <a:lnTo>
                    <a:pt x="14760" y="2491"/>
                  </a:lnTo>
                  <a:lnTo>
                    <a:pt x="14674" y="2309"/>
                  </a:lnTo>
                  <a:lnTo>
                    <a:pt x="14588" y="2137"/>
                  </a:lnTo>
                  <a:lnTo>
                    <a:pt x="14492" y="1964"/>
                  </a:lnTo>
                  <a:lnTo>
                    <a:pt x="14377" y="1802"/>
                  </a:lnTo>
                  <a:lnTo>
                    <a:pt x="14271" y="1639"/>
                  </a:lnTo>
                  <a:lnTo>
                    <a:pt x="14147" y="1485"/>
                  </a:lnTo>
                  <a:lnTo>
                    <a:pt x="14022" y="1342"/>
                  </a:lnTo>
                  <a:lnTo>
                    <a:pt x="13888" y="1198"/>
                  </a:lnTo>
                  <a:lnTo>
                    <a:pt x="13745" y="1064"/>
                  </a:lnTo>
                  <a:lnTo>
                    <a:pt x="13591" y="940"/>
                  </a:lnTo>
                  <a:lnTo>
                    <a:pt x="13438" y="815"/>
                  </a:lnTo>
                  <a:lnTo>
                    <a:pt x="13285" y="700"/>
                  </a:lnTo>
                  <a:lnTo>
                    <a:pt x="13112" y="595"/>
                  </a:lnTo>
                  <a:lnTo>
                    <a:pt x="12950" y="499"/>
                  </a:lnTo>
                  <a:lnTo>
                    <a:pt x="12768" y="403"/>
                  </a:lnTo>
                  <a:lnTo>
                    <a:pt x="12586" y="327"/>
                  </a:lnTo>
                  <a:lnTo>
                    <a:pt x="12404" y="250"/>
                  </a:lnTo>
                  <a:lnTo>
                    <a:pt x="12212" y="192"/>
                  </a:lnTo>
                  <a:lnTo>
                    <a:pt x="12021" y="135"/>
                  </a:lnTo>
                  <a:lnTo>
                    <a:pt x="11829" y="87"/>
                  </a:lnTo>
                  <a:lnTo>
                    <a:pt x="11628" y="49"/>
                  </a:lnTo>
                  <a:lnTo>
                    <a:pt x="11427" y="30"/>
                  </a:lnTo>
                  <a:lnTo>
                    <a:pt x="11216" y="10"/>
                  </a:lnTo>
                  <a:lnTo>
                    <a:pt x="110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708076" y="3426608"/>
              <a:ext cx="134517" cy="208738"/>
            </a:xfrm>
            <a:custGeom>
              <a:rect b="b" l="l" r="r" t="t"/>
              <a:pathLst>
                <a:path extrusionOk="0" h="5307" w="3420">
                  <a:moveTo>
                    <a:pt x="0" y="0"/>
                  </a:moveTo>
                  <a:lnTo>
                    <a:pt x="642" y="5307"/>
                  </a:lnTo>
                  <a:lnTo>
                    <a:pt x="2768" y="5307"/>
                  </a:lnTo>
                  <a:lnTo>
                    <a:pt x="3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1"/>
            <p:cNvSpPr/>
            <p:nvPr/>
          </p:nvSpPr>
          <p:spPr>
            <a:xfrm>
              <a:off x="7343002" y="3414179"/>
              <a:ext cx="864646" cy="71624"/>
            </a:xfrm>
            <a:custGeom>
              <a:rect b="b" l="l" r="r" t="t"/>
              <a:pathLst>
                <a:path extrusionOk="0" h="1821" w="21983">
                  <a:moveTo>
                    <a:pt x="1" y="0"/>
                  </a:moveTo>
                  <a:lnTo>
                    <a:pt x="1" y="1820"/>
                  </a:lnTo>
                  <a:lnTo>
                    <a:pt x="21983" y="1820"/>
                  </a:lnTo>
                  <a:lnTo>
                    <a:pt x="219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1"/>
            <p:cNvSpPr/>
            <p:nvPr/>
          </p:nvSpPr>
          <p:spPr>
            <a:xfrm>
              <a:off x="7311733" y="3305310"/>
              <a:ext cx="926831" cy="137152"/>
            </a:xfrm>
            <a:custGeom>
              <a:rect b="b" l="l" r="r" t="t"/>
              <a:pathLst>
                <a:path extrusionOk="0" h="3487" w="23564">
                  <a:moveTo>
                    <a:pt x="3181" y="0"/>
                  </a:moveTo>
                  <a:lnTo>
                    <a:pt x="3008" y="19"/>
                  </a:lnTo>
                  <a:lnTo>
                    <a:pt x="2846" y="39"/>
                  </a:lnTo>
                  <a:lnTo>
                    <a:pt x="2683" y="67"/>
                  </a:lnTo>
                  <a:lnTo>
                    <a:pt x="2520" y="106"/>
                  </a:lnTo>
                  <a:lnTo>
                    <a:pt x="2357" y="154"/>
                  </a:lnTo>
                  <a:lnTo>
                    <a:pt x="2204" y="201"/>
                  </a:lnTo>
                  <a:lnTo>
                    <a:pt x="2051" y="259"/>
                  </a:lnTo>
                  <a:lnTo>
                    <a:pt x="1897" y="326"/>
                  </a:lnTo>
                  <a:lnTo>
                    <a:pt x="1754" y="403"/>
                  </a:lnTo>
                  <a:lnTo>
                    <a:pt x="1620" y="489"/>
                  </a:lnTo>
                  <a:lnTo>
                    <a:pt x="1476" y="575"/>
                  </a:lnTo>
                  <a:lnTo>
                    <a:pt x="1351" y="661"/>
                  </a:lnTo>
                  <a:lnTo>
                    <a:pt x="1227" y="767"/>
                  </a:lnTo>
                  <a:lnTo>
                    <a:pt x="1102" y="872"/>
                  </a:lnTo>
                  <a:lnTo>
                    <a:pt x="988" y="977"/>
                  </a:lnTo>
                  <a:lnTo>
                    <a:pt x="873" y="1092"/>
                  </a:lnTo>
                  <a:lnTo>
                    <a:pt x="767" y="1217"/>
                  </a:lnTo>
                  <a:lnTo>
                    <a:pt x="671" y="1341"/>
                  </a:lnTo>
                  <a:lnTo>
                    <a:pt x="576" y="1475"/>
                  </a:lnTo>
                  <a:lnTo>
                    <a:pt x="489" y="1609"/>
                  </a:lnTo>
                  <a:lnTo>
                    <a:pt x="403" y="1753"/>
                  </a:lnTo>
                  <a:lnTo>
                    <a:pt x="336" y="1897"/>
                  </a:lnTo>
                  <a:lnTo>
                    <a:pt x="269" y="2050"/>
                  </a:lnTo>
                  <a:lnTo>
                    <a:pt x="202" y="2194"/>
                  </a:lnTo>
                  <a:lnTo>
                    <a:pt x="154" y="2357"/>
                  </a:lnTo>
                  <a:lnTo>
                    <a:pt x="106" y="2510"/>
                  </a:lnTo>
                  <a:lnTo>
                    <a:pt x="68" y="2673"/>
                  </a:lnTo>
                  <a:lnTo>
                    <a:pt x="39" y="2835"/>
                  </a:lnTo>
                  <a:lnTo>
                    <a:pt x="20" y="3008"/>
                  </a:lnTo>
                  <a:lnTo>
                    <a:pt x="11" y="3180"/>
                  </a:lnTo>
                  <a:lnTo>
                    <a:pt x="1" y="3353"/>
                  </a:lnTo>
                  <a:lnTo>
                    <a:pt x="1" y="3487"/>
                  </a:lnTo>
                  <a:lnTo>
                    <a:pt x="23563" y="3487"/>
                  </a:lnTo>
                  <a:lnTo>
                    <a:pt x="23563" y="3353"/>
                  </a:lnTo>
                  <a:lnTo>
                    <a:pt x="23563" y="3180"/>
                  </a:lnTo>
                  <a:lnTo>
                    <a:pt x="23544" y="3008"/>
                  </a:lnTo>
                  <a:lnTo>
                    <a:pt x="23525" y="2835"/>
                  </a:lnTo>
                  <a:lnTo>
                    <a:pt x="23496" y="2673"/>
                  </a:lnTo>
                  <a:lnTo>
                    <a:pt x="23458" y="2510"/>
                  </a:lnTo>
                  <a:lnTo>
                    <a:pt x="23419" y="2357"/>
                  </a:lnTo>
                  <a:lnTo>
                    <a:pt x="23362" y="2194"/>
                  </a:lnTo>
                  <a:lnTo>
                    <a:pt x="23304" y="2050"/>
                  </a:lnTo>
                  <a:lnTo>
                    <a:pt x="23237" y="1897"/>
                  </a:lnTo>
                  <a:lnTo>
                    <a:pt x="23161" y="1753"/>
                  </a:lnTo>
                  <a:lnTo>
                    <a:pt x="23084" y="1609"/>
                  </a:lnTo>
                  <a:lnTo>
                    <a:pt x="22998" y="1475"/>
                  </a:lnTo>
                  <a:lnTo>
                    <a:pt x="22902" y="1341"/>
                  </a:lnTo>
                  <a:lnTo>
                    <a:pt x="22797" y="1217"/>
                  </a:lnTo>
                  <a:lnTo>
                    <a:pt x="22691" y="1092"/>
                  </a:lnTo>
                  <a:lnTo>
                    <a:pt x="22586" y="977"/>
                  </a:lnTo>
                  <a:lnTo>
                    <a:pt x="22471" y="872"/>
                  </a:lnTo>
                  <a:lnTo>
                    <a:pt x="22347" y="767"/>
                  </a:lnTo>
                  <a:lnTo>
                    <a:pt x="22222" y="661"/>
                  </a:lnTo>
                  <a:lnTo>
                    <a:pt x="22088" y="575"/>
                  </a:lnTo>
                  <a:lnTo>
                    <a:pt x="21954" y="489"/>
                  </a:lnTo>
                  <a:lnTo>
                    <a:pt x="21810" y="403"/>
                  </a:lnTo>
                  <a:lnTo>
                    <a:pt x="21667" y="326"/>
                  </a:lnTo>
                  <a:lnTo>
                    <a:pt x="21523" y="259"/>
                  </a:lnTo>
                  <a:lnTo>
                    <a:pt x="21370" y="201"/>
                  </a:lnTo>
                  <a:lnTo>
                    <a:pt x="21207" y="154"/>
                  </a:lnTo>
                  <a:lnTo>
                    <a:pt x="21054" y="106"/>
                  </a:lnTo>
                  <a:lnTo>
                    <a:pt x="20891" y="67"/>
                  </a:lnTo>
                  <a:lnTo>
                    <a:pt x="20728" y="39"/>
                  </a:lnTo>
                  <a:lnTo>
                    <a:pt x="20556" y="19"/>
                  </a:lnTo>
                  <a:lnTo>
                    <a:pt x="203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7532147" y="1433376"/>
              <a:ext cx="1154684" cy="1453100"/>
            </a:xfrm>
            <a:custGeom>
              <a:rect b="b" l="l" r="r" t="t"/>
              <a:pathLst>
                <a:path extrusionOk="0" h="36944" w="29357">
                  <a:moveTo>
                    <a:pt x="4818" y="1"/>
                  </a:moveTo>
                  <a:lnTo>
                    <a:pt x="3276" y="6399"/>
                  </a:lnTo>
                  <a:lnTo>
                    <a:pt x="3391" y="6351"/>
                  </a:lnTo>
                  <a:lnTo>
                    <a:pt x="3707" y="6236"/>
                  </a:lnTo>
                  <a:lnTo>
                    <a:pt x="3927" y="6159"/>
                  </a:lnTo>
                  <a:lnTo>
                    <a:pt x="4176" y="6083"/>
                  </a:lnTo>
                  <a:lnTo>
                    <a:pt x="4454" y="6006"/>
                  </a:lnTo>
                  <a:lnTo>
                    <a:pt x="4751" y="5929"/>
                  </a:lnTo>
                  <a:lnTo>
                    <a:pt x="5048" y="5862"/>
                  </a:lnTo>
                  <a:lnTo>
                    <a:pt x="5364" y="5815"/>
                  </a:lnTo>
                  <a:lnTo>
                    <a:pt x="5670" y="5776"/>
                  </a:lnTo>
                  <a:lnTo>
                    <a:pt x="5824" y="5767"/>
                  </a:lnTo>
                  <a:lnTo>
                    <a:pt x="6111" y="5767"/>
                  </a:lnTo>
                  <a:lnTo>
                    <a:pt x="6255" y="5776"/>
                  </a:lnTo>
                  <a:lnTo>
                    <a:pt x="6389" y="5795"/>
                  </a:lnTo>
                  <a:lnTo>
                    <a:pt x="6523" y="5824"/>
                  </a:lnTo>
                  <a:lnTo>
                    <a:pt x="6647" y="5853"/>
                  </a:lnTo>
                  <a:lnTo>
                    <a:pt x="6762" y="5901"/>
                  </a:lnTo>
                  <a:lnTo>
                    <a:pt x="6868" y="5958"/>
                  </a:lnTo>
                  <a:lnTo>
                    <a:pt x="6963" y="6016"/>
                  </a:lnTo>
                  <a:lnTo>
                    <a:pt x="7059" y="6092"/>
                  </a:lnTo>
                  <a:lnTo>
                    <a:pt x="7145" y="6169"/>
                  </a:lnTo>
                  <a:lnTo>
                    <a:pt x="7318" y="6341"/>
                  </a:lnTo>
                  <a:lnTo>
                    <a:pt x="7471" y="6533"/>
                  </a:lnTo>
                  <a:lnTo>
                    <a:pt x="7615" y="6744"/>
                  </a:lnTo>
                  <a:lnTo>
                    <a:pt x="7739" y="6964"/>
                  </a:lnTo>
                  <a:lnTo>
                    <a:pt x="7854" y="7203"/>
                  </a:lnTo>
                  <a:lnTo>
                    <a:pt x="7940" y="7452"/>
                  </a:lnTo>
                  <a:lnTo>
                    <a:pt x="7979" y="7587"/>
                  </a:lnTo>
                  <a:lnTo>
                    <a:pt x="8017" y="7711"/>
                  </a:lnTo>
                  <a:lnTo>
                    <a:pt x="8036" y="7845"/>
                  </a:lnTo>
                  <a:lnTo>
                    <a:pt x="8065" y="7979"/>
                  </a:lnTo>
                  <a:lnTo>
                    <a:pt x="8074" y="8113"/>
                  </a:lnTo>
                  <a:lnTo>
                    <a:pt x="8084" y="8247"/>
                  </a:lnTo>
                  <a:lnTo>
                    <a:pt x="8084" y="8381"/>
                  </a:lnTo>
                  <a:lnTo>
                    <a:pt x="8084" y="8525"/>
                  </a:lnTo>
                  <a:lnTo>
                    <a:pt x="8065" y="8659"/>
                  </a:lnTo>
                  <a:lnTo>
                    <a:pt x="8046" y="8793"/>
                  </a:lnTo>
                  <a:lnTo>
                    <a:pt x="8027" y="8927"/>
                  </a:lnTo>
                  <a:lnTo>
                    <a:pt x="7988" y="9062"/>
                  </a:lnTo>
                  <a:lnTo>
                    <a:pt x="7950" y="9196"/>
                  </a:lnTo>
                  <a:lnTo>
                    <a:pt x="7893" y="9330"/>
                  </a:lnTo>
                  <a:lnTo>
                    <a:pt x="7835" y="9464"/>
                  </a:lnTo>
                  <a:lnTo>
                    <a:pt x="7768" y="9588"/>
                  </a:lnTo>
                  <a:lnTo>
                    <a:pt x="7691" y="9713"/>
                  </a:lnTo>
                  <a:lnTo>
                    <a:pt x="7605" y="9837"/>
                  </a:lnTo>
                  <a:lnTo>
                    <a:pt x="7270" y="10288"/>
                  </a:lnTo>
                  <a:lnTo>
                    <a:pt x="6839" y="10833"/>
                  </a:lnTo>
                  <a:lnTo>
                    <a:pt x="5757" y="12194"/>
                  </a:lnTo>
                  <a:lnTo>
                    <a:pt x="5134" y="12989"/>
                  </a:lnTo>
                  <a:lnTo>
                    <a:pt x="4492" y="13841"/>
                  </a:lnTo>
                  <a:lnTo>
                    <a:pt x="4167" y="14291"/>
                  </a:lnTo>
                  <a:lnTo>
                    <a:pt x="3831" y="14751"/>
                  </a:lnTo>
                  <a:lnTo>
                    <a:pt x="3506" y="15220"/>
                  </a:lnTo>
                  <a:lnTo>
                    <a:pt x="3180" y="15699"/>
                  </a:lnTo>
                  <a:lnTo>
                    <a:pt x="2864" y="16188"/>
                  </a:lnTo>
                  <a:lnTo>
                    <a:pt x="2548" y="16686"/>
                  </a:lnTo>
                  <a:lnTo>
                    <a:pt x="2241" y="17184"/>
                  </a:lnTo>
                  <a:lnTo>
                    <a:pt x="1945" y="17691"/>
                  </a:lnTo>
                  <a:lnTo>
                    <a:pt x="1667" y="18209"/>
                  </a:lnTo>
                  <a:lnTo>
                    <a:pt x="1399" y="18716"/>
                  </a:lnTo>
                  <a:lnTo>
                    <a:pt x="1150" y="19233"/>
                  </a:lnTo>
                  <a:lnTo>
                    <a:pt x="920" y="19751"/>
                  </a:lnTo>
                  <a:lnTo>
                    <a:pt x="709" y="20268"/>
                  </a:lnTo>
                  <a:lnTo>
                    <a:pt x="527" y="20776"/>
                  </a:lnTo>
                  <a:lnTo>
                    <a:pt x="441" y="21034"/>
                  </a:lnTo>
                  <a:lnTo>
                    <a:pt x="364" y="21283"/>
                  </a:lnTo>
                  <a:lnTo>
                    <a:pt x="297" y="21532"/>
                  </a:lnTo>
                  <a:lnTo>
                    <a:pt x="230" y="21791"/>
                  </a:lnTo>
                  <a:lnTo>
                    <a:pt x="173" y="22040"/>
                  </a:lnTo>
                  <a:lnTo>
                    <a:pt x="125" y="22289"/>
                  </a:lnTo>
                  <a:lnTo>
                    <a:pt x="86" y="22528"/>
                  </a:lnTo>
                  <a:lnTo>
                    <a:pt x="48" y="22777"/>
                  </a:lnTo>
                  <a:lnTo>
                    <a:pt x="29" y="23017"/>
                  </a:lnTo>
                  <a:lnTo>
                    <a:pt x="10" y="23256"/>
                  </a:lnTo>
                  <a:lnTo>
                    <a:pt x="0" y="23496"/>
                  </a:lnTo>
                  <a:lnTo>
                    <a:pt x="0" y="23735"/>
                  </a:lnTo>
                  <a:lnTo>
                    <a:pt x="10" y="23908"/>
                  </a:lnTo>
                  <a:lnTo>
                    <a:pt x="19" y="24080"/>
                  </a:lnTo>
                  <a:lnTo>
                    <a:pt x="48" y="24272"/>
                  </a:lnTo>
                  <a:lnTo>
                    <a:pt x="77" y="24473"/>
                  </a:lnTo>
                  <a:lnTo>
                    <a:pt x="153" y="24894"/>
                  </a:lnTo>
                  <a:lnTo>
                    <a:pt x="259" y="25344"/>
                  </a:lnTo>
                  <a:lnTo>
                    <a:pt x="402" y="25823"/>
                  </a:lnTo>
                  <a:lnTo>
                    <a:pt x="565" y="26321"/>
                  </a:lnTo>
                  <a:lnTo>
                    <a:pt x="766" y="26839"/>
                  </a:lnTo>
                  <a:lnTo>
                    <a:pt x="996" y="27384"/>
                  </a:lnTo>
                  <a:lnTo>
                    <a:pt x="1245" y="27930"/>
                  </a:lnTo>
                  <a:lnTo>
                    <a:pt x="1389" y="28218"/>
                  </a:lnTo>
                  <a:lnTo>
                    <a:pt x="1542" y="28496"/>
                  </a:lnTo>
                  <a:lnTo>
                    <a:pt x="1695" y="28783"/>
                  </a:lnTo>
                  <a:lnTo>
                    <a:pt x="1858" y="29070"/>
                  </a:lnTo>
                  <a:lnTo>
                    <a:pt x="2031" y="29348"/>
                  </a:lnTo>
                  <a:lnTo>
                    <a:pt x="2213" y="29635"/>
                  </a:lnTo>
                  <a:lnTo>
                    <a:pt x="2395" y="29923"/>
                  </a:lnTo>
                  <a:lnTo>
                    <a:pt x="2586" y="30210"/>
                  </a:lnTo>
                  <a:lnTo>
                    <a:pt x="2797" y="30497"/>
                  </a:lnTo>
                  <a:lnTo>
                    <a:pt x="3008" y="30785"/>
                  </a:lnTo>
                  <a:lnTo>
                    <a:pt x="3218" y="31072"/>
                  </a:lnTo>
                  <a:lnTo>
                    <a:pt x="3448" y="31350"/>
                  </a:lnTo>
                  <a:lnTo>
                    <a:pt x="3688" y="31628"/>
                  </a:lnTo>
                  <a:lnTo>
                    <a:pt x="3927" y="31905"/>
                  </a:lnTo>
                  <a:lnTo>
                    <a:pt x="4176" y="32183"/>
                  </a:lnTo>
                  <a:lnTo>
                    <a:pt x="4444" y="32451"/>
                  </a:lnTo>
                  <a:lnTo>
                    <a:pt x="4703" y="32719"/>
                  </a:lnTo>
                  <a:lnTo>
                    <a:pt x="4981" y="32978"/>
                  </a:lnTo>
                  <a:lnTo>
                    <a:pt x="5268" y="33237"/>
                  </a:lnTo>
                  <a:lnTo>
                    <a:pt x="5565" y="33495"/>
                  </a:lnTo>
                  <a:lnTo>
                    <a:pt x="5862" y="33735"/>
                  </a:lnTo>
                  <a:lnTo>
                    <a:pt x="6168" y="33984"/>
                  </a:lnTo>
                  <a:lnTo>
                    <a:pt x="6494" y="34214"/>
                  </a:lnTo>
                  <a:lnTo>
                    <a:pt x="6820" y="34444"/>
                  </a:lnTo>
                  <a:lnTo>
                    <a:pt x="7155" y="34664"/>
                  </a:lnTo>
                  <a:lnTo>
                    <a:pt x="7500" y="34875"/>
                  </a:lnTo>
                  <a:lnTo>
                    <a:pt x="7845" y="35076"/>
                  </a:lnTo>
                  <a:lnTo>
                    <a:pt x="8209" y="35277"/>
                  </a:lnTo>
                  <a:lnTo>
                    <a:pt x="8582" y="35468"/>
                  </a:lnTo>
                  <a:lnTo>
                    <a:pt x="8956" y="35641"/>
                  </a:lnTo>
                  <a:lnTo>
                    <a:pt x="9339" y="35813"/>
                  </a:lnTo>
                  <a:lnTo>
                    <a:pt x="9741" y="35966"/>
                  </a:lnTo>
                  <a:lnTo>
                    <a:pt x="10143" y="36120"/>
                  </a:lnTo>
                  <a:lnTo>
                    <a:pt x="10555" y="36254"/>
                  </a:lnTo>
                  <a:lnTo>
                    <a:pt x="10977" y="36388"/>
                  </a:lnTo>
                  <a:lnTo>
                    <a:pt x="11408" y="36503"/>
                  </a:lnTo>
                  <a:lnTo>
                    <a:pt x="11848" y="36599"/>
                  </a:lnTo>
                  <a:lnTo>
                    <a:pt x="12298" y="36694"/>
                  </a:lnTo>
                  <a:lnTo>
                    <a:pt x="12758" y="36771"/>
                  </a:lnTo>
                  <a:lnTo>
                    <a:pt x="13228" y="36828"/>
                  </a:lnTo>
                  <a:lnTo>
                    <a:pt x="13697" y="36886"/>
                  </a:lnTo>
                  <a:lnTo>
                    <a:pt x="14185" y="36915"/>
                  </a:lnTo>
                  <a:lnTo>
                    <a:pt x="14683" y="36943"/>
                  </a:lnTo>
                  <a:lnTo>
                    <a:pt x="15699" y="36943"/>
                  </a:lnTo>
                  <a:lnTo>
                    <a:pt x="16216" y="36915"/>
                  </a:lnTo>
                  <a:lnTo>
                    <a:pt x="16570" y="36886"/>
                  </a:lnTo>
                  <a:lnTo>
                    <a:pt x="16915" y="36857"/>
                  </a:lnTo>
                  <a:lnTo>
                    <a:pt x="17260" y="36819"/>
                  </a:lnTo>
                  <a:lnTo>
                    <a:pt x="17595" y="36771"/>
                  </a:lnTo>
                  <a:lnTo>
                    <a:pt x="17930" y="36723"/>
                  </a:lnTo>
                  <a:lnTo>
                    <a:pt x="18266" y="36666"/>
                  </a:lnTo>
                  <a:lnTo>
                    <a:pt x="18591" y="36599"/>
                  </a:lnTo>
                  <a:lnTo>
                    <a:pt x="18907" y="36532"/>
                  </a:lnTo>
                  <a:lnTo>
                    <a:pt x="19233" y="36455"/>
                  </a:lnTo>
                  <a:lnTo>
                    <a:pt x="19539" y="36369"/>
                  </a:lnTo>
                  <a:lnTo>
                    <a:pt x="19856" y="36283"/>
                  </a:lnTo>
                  <a:lnTo>
                    <a:pt x="20152" y="36187"/>
                  </a:lnTo>
                  <a:lnTo>
                    <a:pt x="20459" y="36081"/>
                  </a:lnTo>
                  <a:lnTo>
                    <a:pt x="20756" y="35976"/>
                  </a:lnTo>
                  <a:lnTo>
                    <a:pt x="21043" y="35861"/>
                  </a:lnTo>
                  <a:lnTo>
                    <a:pt x="21331" y="35746"/>
                  </a:lnTo>
                  <a:lnTo>
                    <a:pt x="21608" y="35622"/>
                  </a:lnTo>
                  <a:lnTo>
                    <a:pt x="21886" y="35497"/>
                  </a:lnTo>
                  <a:lnTo>
                    <a:pt x="22164" y="35363"/>
                  </a:lnTo>
                  <a:lnTo>
                    <a:pt x="22432" y="35229"/>
                  </a:lnTo>
                  <a:lnTo>
                    <a:pt x="22700" y="35085"/>
                  </a:lnTo>
                  <a:lnTo>
                    <a:pt x="22959" y="34932"/>
                  </a:lnTo>
                  <a:lnTo>
                    <a:pt x="23208" y="34788"/>
                  </a:lnTo>
                  <a:lnTo>
                    <a:pt x="23457" y="34626"/>
                  </a:lnTo>
                  <a:lnTo>
                    <a:pt x="23706" y="34463"/>
                  </a:lnTo>
                  <a:lnTo>
                    <a:pt x="23945" y="34300"/>
                  </a:lnTo>
                  <a:lnTo>
                    <a:pt x="24185" y="34127"/>
                  </a:lnTo>
                  <a:lnTo>
                    <a:pt x="24415" y="33955"/>
                  </a:lnTo>
                  <a:lnTo>
                    <a:pt x="24635" y="33773"/>
                  </a:lnTo>
                  <a:lnTo>
                    <a:pt x="24855" y="33591"/>
                  </a:lnTo>
                  <a:lnTo>
                    <a:pt x="25076" y="33409"/>
                  </a:lnTo>
                  <a:lnTo>
                    <a:pt x="25286" y="33218"/>
                  </a:lnTo>
                  <a:lnTo>
                    <a:pt x="25497" y="33026"/>
                  </a:lnTo>
                  <a:lnTo>
                    <a:pt x="25698" y="32825"/>
                  </a:lnTo>
                  <a:lnTo>
                    <a:pt x="25890" y="32624"/>
                  </a:lnTo>
                  <a:lnTo>
                    <a:pt x="26081" y="32423"/>
                  </a:lnTo>
                  <a:lnTo>
                    <a:pt x="26273" y="32212"/>
                  </a:lnTo>
                  <a:lnTo>
                    <a:pt x="26455" y="32001"/>
                  </a:lnTo>
                  <a:lnTo>
                    <a:pt x="26627" y="31790"/>
                  </a:lnTo>
                  <a:lnTo>
                    <a:pt x="26800" y="31570"/>
                  </a:lnTo>
                  <a:lnTo>
                    <a:pt x="26962" y="31350"/>
                  </a:lnTo>
                  <a:lnTo>
                    <a:pt x="27125" y="31130"/>
                  </a:lnTo>
                  <a:lnTo>
                    <a:pt x="27279" y="30909"/>
                  </a:lnTo>
                  <a:lnTo>
                    <a:pt x="27432" y="30679"/>
                  </a:lnTo>
                  <a:lnTo>
                    <a:pt x="27575" y="30449"/>
                  </a:lnTo>
                  <a:lnTo>
                    <a:pt x="27719" y="30220"/>
                  </a:lnTo>
                  <a:lnTo>
                    <a:pt x="27978" y="29741"/>
                  </a:lnTo>
                  <a:lnTo>
                    <a:pt x="28217" y="29262"/>
                  </a:lnTo>
                  <a:lnTo>
                    <a:pt x="28438" y="28773"/>
                  </a:lnTo>
                  <a:lnTo>
                    <a:pt x="28639" y="28285"/>
                  </a:lnTo>
                  <a:lnTo>
                    <a:pt x="28811" y="27787"/>
                  </a:lnTo>
                  <a:lnTo>
                    <a:pt x="28964" y="27279"/>
                  </a:lnTo>
                  <a:lnTo>
                    <a:pt x="29098" y="26771"/>
                  </a:lnTo>
                  <a:lnTo>
                    <a:pt x="29156" y="26513"/>
                  </a:lnTo>
                  <a:lnTo>
                    <a:pt x="29204" y="26264"/>
                  </a:lnTo>
                  <a:lnTo>
                    <a:pt x="29252" y="26005"/>
                  </a:lnTo>
                  <a:lnTo>
                    <a:pt x="29290" y="25747"/>
                  </a:lnTo>
                  <a:lnTo>
                    <a:pt x="29319" y="25536"/>
                  </a:lnTo>
                  <a:lnTo>
                    <a:pt x="29338" y="25325"/>
                  </a:lnTo>
                  <a:lnTo>
                    <a:pt x="29347" y="25105"/>
                  </a:lnTo>
                  <a:lnTo>
                    <a:pt x="29357" y="24885"/>
                  </a:lnTo>
                  <a:lnTo>
                    <a:pt x="29357" y="24664"/>
                  </a:lnTo>
                  <a:lnTo>
                    <a:pt x="29347" y="24444"/>
                  </a:lnTo>
                  <a:lnTo>
                    <a:pt x="29328" y="24214"/>
                  </a:lnTo>
                  <a:lnTo>
                    <a:pt x="29309" y="23994"/>
                  </a:lnTo>
                  <a:lnTo>
                    <a:pt x="29280" y="23764"/>
                  </a:lnTo>
                  <a:lnTo>
                    <a:pt x="29252" y="23524"/>
                  </a:lnTo>
                  <a:lnTo>
                    <a:pt x="29165" y="23055"/>
                  </a:lnTo>
                  <a:lnTo>
                    <a:pt x="29060" y="22586"/>
                  </a:lnTo>
                  <a:lnTo>
                    <a:pt x="28926" y="22097"/>
                  </a:lnTo>
                  <a:lnTo>
                    <a:pt x="28773" y="21609"/>
                  </a:lnTo>
                  <a:lnTo>
                    <a:pt x="28600" y="21111"/>
                  </a:lnTo>
                  <a:lnTo>
                    <a:pt x="28409" y="20613"/>
                  </a:lnTo>
                  <a:lnTo>
                    <a:pt x="28188" y="20105"/>
                  </a:lnTo>
                  <a:lnTo>
                    <a:pt x="27959" y="19597"/>
                  </a:lnTo>
                  <a:lnTo>
                    <a:pt x="27710" y="19080"/>
                  </a:lnTo>
                  <a:lnTo>
                    <a:pt x="27441" y="18563"/>
                  </a:lnTo>
                  <a:lnTo>
                    <a:pt x="27154" y="18046"/>
                  </a:lnTo>
                  <a:lnTo>
                    <a:pt x="26857" y="17519"/>
                  </a:lnTo>
                  <a:lnTo>
                    <a:pt x="26541" y="17002"/>
                  </a:lnTo>
                  <a:lnTo>
                    <a:pt x="26215" y="16475"/>
                  </a:lnTo>
                  <a:lnTo>
                    <a:pt x="25871" y="15948"/>
                  </a:lnTo>
                  <a:lnTo>
                    <a:pt x="25526" y="15431"/>
                  </a:lnTo>
                  <a:lnTo>
                    <a:pt x="25152" y="14904"/>
                  </a:lnTo>
                  <a:lnTo>
                    <a:pt x="24779" y="14387"/>
                  </a:lnTo>
                  <a:lnTo>
                    <a:pt x="24396" y="13860"/>
                  </a:lnTo>
                  <a:lnTo>
                    <a:pt x="24003" y="13353"/>
                  </a:lnTo>
                  <a:lnTo>
                    <a:pt x="23601" y="12835"/>
                  </a:lnTo>
                  <a:lnTo>
                    <a:pt x="23189" y="12328"/>
                  </a:lnTo>
                  <a:lnTo>
                    <a:pt x="22767" y="11820"/>
                  </a:lnTo>
                  <a:lnTo>
                    <a:pt x="22346" y="11312"/>
                  </a:lnTo>
                  <a:lnTo>
                    <a:pt x="21924" y="10824"/>
                  </a:lnTo>
                  <a:lnTo>
                    <a:pt x="21493" y="10326"/>
                  </a:lnTo>
                  <a:lnTo>
                    <a:pt x="21053" y="9847"/>
                  </a:lnTo>
                  <a:lnTo>
                    <a:pt x="20622" y="9368"/>
                  </a:lnTo>
                  <a:lnTo>
                    <a:pt x="20181" y="8899"/>
                  </a:lnTo>
                  <a:lnTo>
                    <a:pt x="19741" y="8439"/>
                  </a:lnTo>
                  <a:lnTo>
                    <a:pt x="19300" y="7989"/>
                  </a:lnTo>
                  <a:lnTo>
                    <a:pt x="18859" y="7539"/>
                  </a:lnTo>
                  <a:lnTo>
                    <a:pt x="18419" y="7108"/>
                  </a:lnTo>
                  <a:lnTo>
                    <a:pt x="17547" y="6265"/>
                  </a:lnTo>
                  <a:lnTo>
                    <a:pt x="16695" y="5479"/>
                  </a:lnTo>
                  <a:lnTo>
                    <a:pt x="15871" y="4732"/>
                  </a:lnTo>
                  <a:lnTo>
                    <a:pt x="15066" y="4052"/>
                  </a:lnTo>
                  <a:lnTo>
                    <a:pt x="14674" y="3727"/>
                  </a:lnTo>
                  <a:lnTo>
                    <a:pt x="14300" y="3420"/>
                  </a:lnTo>
                  <a:lnTo>
                    <a:pt x="13927" y="3133"/>
                  </a:lnTo>
                  <a:lnTo>
                    <a:pt x="13572" y="2855"/>
                  </a:lnTo>
                  <a:lnTo>
                    <a:pt x="13228" y="2596"/>
                  </a:lnTo>
                  <a:lnTo>
                    <a:pt x="12892" y="2357"/>
                  </a:lnTo>
                  <a:lnTo>
                    <a:pt x="12576" y="2137"/>
                  </a:lnTo>
                  <a:lnTo>
                    <a:pt x="12270" y="1926"/>
                  </a:lnTo>
                  <a:lnTo>
                    <a:pt x="11982" y="1744"/>
                  </a:lnTo>
                  <a:lnTo>
                    <a:pt x="11705" y="1581"/>
                  </a:lnTo>
                  <a:lnTo>
                    <a:pt x="11446" y="1437"/>
                  </a:lnTo>
                  <a:lnTo>
                    <a:pt x="11207" y="1313"/>
                  </a:lnTo>
                  <a:lnTo>
                    <a:pt x="10986" y="1207"/>
                  </a:lnTo>
                  <a:lnTo>
                    <a:pt x="10785" y="1131"/>
                  </a:lnTo>
                  <a:lnTo>
                    <a:pt x="10603" y="1073"/>
                  </a:lnTo>
                  <a:lnTo>
                    <a:pt x="10450" y="1035"/>
                  </a:lnTo>
                  <a:lnTo>
                    <a:pt x="10306" y="1025"/>
                  </a:lnTo>
                  <a:lnTo>
                    <a:pt x="10249" y="1025"/>
                  </a:lnTo>
                  <a:lnTo>
                    <a:pt x="10191" y="1035"/>
                  </a:lnTo>
                  <a:lnTo>
                    <a:pt x="9981" y="1083"/>
                  </a:lnTo>
                  <a:lnTo>
                    <a:pt x="9760" y="1112"/>
                  </a:lnTo>
                  <a:lnTo>
                    <a:pt x="9540" y="1131"/>
                  </a:lnTo>
                  <a:lnTo>
                    <a:pt x="9320" y="1140"/>
                  </a:lnTo>
                  <a:lnTo>
                    <a:pt x="9090" y="1140"/>
                  </a:lnTo>
                  <a:lnTo>
                    <a:pt x="8869" y="1131"/>
                  </a:lnTo>
                  <a:lnTo>
                    <a:pt x="8640" y="1121"/>
                  </a:lnTo>
                  <a:lnTo>
                    <a:pt x="8410" y="1093"/>
                  </a:lnTo>
                  <a:lnTo>
                    <a:pt x="8180" y="1064"/>
                  </a:lnTo>
                  <a:lnTo>
                    <a:pt x="7950" y="1025"/>
                  </a:lnTo>
                  <a:lnTo>
                    <a:pt x="7509" y="939"/>
                  </a:lnTo>
                  <a:lnTo>
                    <a:pt x="7078" y="834"/>
                  </a:lnTo>
                  <a:lnTo>
                    <a:pt x="6667" y="719"/>
                  </a:lnTo>
                  <a:lnTo>
                    <a:pt x="6283" y="594"/>
                  </a:lnTo>
                  <a:lnTo>
                    <a:pt x="5929" y="470"/>
                  </a:lnTo>
                  <a:lnTo>
                    <a:pt x="5613" y="345"/>
                  </a:lnTo>
                  <a:lnTo>
                    <a:pt x="5345" y="240"/>
                  </a:lnTo>
                  <a:lnTo>
                    <a:pt x="4962" y="68"/>
                  </a:lnTo>
                  <a:lnTo>
                    <a:pt x="48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7128685" y="1433376"/>
              <a:ext cx="722971" cy="837900"/>
            </a:xfrm>
            <a:custGeom>
              <a:rect b="b" l="l" r="r" t="t"/>
              <a:pathLst>
                <a:path extrusionOk="0" h="21303" w="18381">
                  <a:moveTo>
                    <a:pt x="11551" y="1"/>
                  </a:moveTo>
                  <a:lnTo>
                    <a:pt x="10919" y="403"/>
                  </a:lnTo>
                  <a:lnTo>
                    <a:pt x="10306" y="815"/>
                  </a:lnTo>
                  <a:lnTo>
                    <a:pt x="9703" y="1236"/>
                  </a:lnTo>
                  <a:lnTo>
                    <a:pt x="9118" y="1658"/>
                  </a:lnTo>
                  <a:lnTo>
                    <a:pt x="8553" y="2079"/>
                  </a:lnTo>
                  <a:lnTo>
                    <a:pt x="8007" y="2501"/>
                  </a:lnTo>
                  <a:lnTo>
                    <a:pt x="7471" y="2932"/>
                  </a:lnTo>
                  <a:lnTo>
                    <a:pt x="6954" y="3353"/>
                  </a:lnTo>
                  <a:lnTo>
                    <a:pt x="6456" y="3784"/>
                  </a:lnTo>
                  <a:lnTo>
                    <a:pt x="5977" y="4205"/>
                  </a:lnTo>
                  <a:lnTo>
                    <a:pt x="5507" y="4627"/>
                  </a:lnTo>
                  <a:lnTo>
                    <a:pt x="5067" y="5039"/>
                  </a:lnTo>
                  <a:lnTo>
                    <a:pt x="4636" y="5451"/>
                  </a:lnTo>
                  <a:lnTo>
                    <a:pt x="4224" y="5862"/>
                  </a:lnTo>
                  <a:lnTo>
                    <a:pt x="3831" y="6265"/>
                  </a:lnTo>
                  <a:lnTo>
                    <a:pt x="3458" y="6657"/>
                  </a:lnTo>
                  <a:lnTo>
                    <a:pt x="3103" y="7041"/>
                  </a:lnTo>
                  <a:lnTo>
                    <a:pt x="2768" y="7405"/>
                  </a:lnTo>
                  <a:lnTo>
                    <a:pt x="2442" y="7768"/>
                  </a:lnTo>
                  <a:lnTo>
                    <a:pt x="2146" y="8123"/>
                  </a:lnTo>
                  <a:lnTo>
                    <a:pt x="1868" y="8458"/>
                  </a:lnTo>
                  <a:lnTo>
                    <a:pt x="1600" y="8784"/>
                  </a:lnTo>
                  <a:lnTo>
                    <a:pt x="1360" y="9090"/>
                  </a:lnTo>
                  <a:lnTo>
                    <a:pt x="1130" y="9387"/>
                  </a:lnTo>
                  <a:lnTo>
                    <a:pt x="929" y="9665"/>
                  </a:lnTo>
                  <a:lnTo>
                    <a:pt x="747" y="9924"/>
                  </a:lnTo>
                  <a:lnTo>
                    <a:pt x="584" y="10173"/>
                  </a:lnTo>
                  <a:lnTo>
                    <a:pt x="441" y="10393"/>
                  </a:lnTo>
                  <a:lnTo>
                    <a:pt x="316" y="10594"/>
                  </a:lnTo>
                  <a:lnTo>
                    <a:pt x="211" y="10776"/>
                  </a:lnTo>
                  <a:lnTo>
                    <a:pt x="125" y="10929"/>
                  </a:lnTo>
                  <a:lnTo>
                    <a:pt x="57" y="11063"/>
                  </a:lnTo>
                  <a:lnTo>
                    <a:pt x="29" y="11159"/>
                  </a:lnTo>
                  <a:lnTo>
                    <a:pt x="10" y="11255"/>
                  </a:lnTo>
                  <a:lnTo>
                    <a:pt x="0" y="11351"/>
                  </a:lnTo>
                  <a:lnTo>
                    <a:pt x="0" y="11446"/>
                  </a:lnTo>
                  <a:lnTo>
                    <a:pt x="19" y="11542"/>
                  </a:lnTo>
                  <a:lnTo>
                    <a:pt x="48" y="11638"/>
                  </a:lnTo>
                  <a:lnTo>
                    <a:pt x="86" y="11734"/>
                  </a:lnTo>
                  <a:lnTo>
                    <a:pt x="144" y="11810"/>
                  </a:lnTo>
                  <a:lnTo>
                    <a:pt x="498" y="12299"/>
                  </a:lnTo>
                  <a:lnTo>
                    <a:pt x="862" y="12778"/>
                  </a:lnTo>
                  <a:lnTo>
                    <a:pt x="1226" y="13228"/>
                  </a:lnTo>
                  <a:lnTo>
                    <a:pt x="1580" y="13669"/>
                  </a:lnTo>
                  <a:lnTo>
                    <a:pt x="1944" y="14090"/>
                  </a:lnTo>
                  <a:lnTo>
                    <a:pt x="2308" y="14492"/>
                  </a:lnTo>
                  <a:lnTo>
                    <a:pt x="2672" y="14885"/>
                  </a:lnTo>
                  <a:lnTo>
                    <a:pt x="3027" y="15268"/>
                  </a:lnTo>
                  <a:lnTo>
                    <a:pt x="3391" y="15623"/>
                  </a:lnTo>
                  <a:lnTo>
                    <a:pt x="3745" y="15967"/>
                  </a:lnTo>
                  <a:lnTo>
                    <a:pt x="4109" y="16303"/>
                  </a:lnTo>
                  <a:lnTo>
                    <a:pt x="4463" y="16619"/>
                  </a:lnTo>
                  <a:lnTo>
                    <a:pt x="4818" y="16925"/>
                  </a:lnTo>
                  <a:lnTo>
                    <a:pt x="5172" y="17222"/>
                  </a:lnTo>
                  <a:lnTo>
                    <a:pt x="5517" y="17500"/>
                  </a:lnTo>
                  <a:lnTo>
                    <a:pt x="5871" y="17758"/>
                  </a:lnTo>
                  <a:lnTo>
                    <a:pt x="6216" y="18017"/>
                  </a:lnTo>
                  <a:lnTo>
                    <a:pt x="6561" y="18257"/>
                  </a:lnTo>
                  <a:lnTo>
                    <a:pt x="6896" y="18486"/>
                  </a:lnTo>
                  <a:lnTo>
                    <a:pt x="7241" y="18707"/>
                  </a:lnTo>
                  <a:lnTo>
                    <a:pt x="7576" y="18908"/>
                  </a:lnTo>
                  <a:lnTo>
                    <a:pt x="7902" y="19099"/>
                  </a:lnTo>
                  <a:lnTo>
                    <a:pt x="8228" y="19291"/>
                  </a:lnTo>
                  <a:lnTo>
                    <a:pt x="8553" y="19463"/>
                  </a:lnTo>
                  <a:lnTo>
                    <a:pt x="8879" y="19626"/>
                  </a:lnTo>
                  <a:lnTo>
                    <a:pt x="9195" y="19779"/>
                  </a:lnTo>
                  <a:lnTo>
                    <a:pt x="9501" y="19923"/>
                  </a:lnTo>
                  <a:lnTo>
                    <a:pt x="9808" y="20057"/>
                  </a:lnTo>
                  <a:lnTo>
                    <a:pt x="10114" y="20182"/>
                  </a:lnTo>
                  <a:lnTo>
                    <a:pt x="10411" y="20306"/>
                  </a:lnTo>
                  <a:lnTo>
                    <a:pt x="10699" y="20412"/>
                  </a:lnTo>
                  <a:lnTo>
                    <a:pt x="10986" y="20517"/>
                  </a:lnTo>
                  <a:lnTo>
                    <a:pt x="11542" y="20689"/>
                  </a:lnTo>
                  <a:lnTo>
                    <a:pt x="12068" y="20843"/>
                  </a:lnTo>
                  <a:lnTo>
                    <a:pt x="12576" y="20967"/>
                  </a:lnTo>
                  <a:lnTo>
                    <a:pt x="13055" y="21072"/>
                  </a:lnTo>
                  <a:lnTo>
                    <a:pt x="13505" y="21149"/>
                  </a:lnTo>
                  <a:lnTo>
                    <a:pt x="13917" y="21207"/>
                  </a:lnTo>
                  <a:lnTo>
                    <a:pt x="14310" y="21245"/>
                  </a:lnTo>
                  <a:lnTo>
                    <a:pt x="14664" y="21274"/>
                  </a:lnTo>
                  <a:lnTo>
                    <a:pt x="14980" y="21293"/>
                  </a:lnTo>
                  <a:lnTo>
                    <a:pt x="15258" y="21302"/>
                  </a:lnTo>
                  <a:lnTo>
                    <a:pt x="15497" y="21302"/>
                  </a:lnTo>
                  <a:lnTo>
                    <a:pt x="15699" y="21293"/>
                  </a:lnTo>
                  <a:lnTo>
                    <a:pt x="15976" y="21274"/>
                  </a:lnTo>
                  <a:lnTo>
                    <a:pt x="16072" y="21264"/>
                  </a:lnTo>
                  <a:lnTo>
                    <a:pt x="16369" y="21235"/>
                  </a:lnTo>
                  <a:lnTo>
                    <a:pt x="16647" y="21187"/>
                  </a:lnTo>
                  <a:lnTo>
                    <a:pt x="16905" y="21130"/>
                  </a:lnTo>
                  <a:lnTo>
                    <a:pt x="17135" y="21053"/>
                  </a:lnTo>
                  <a:lnTo>
                    <a:pt x="17356" y="20958"/>
                  </a:lnTo>
                  <a:lnTo>
                    <a:pt x="17547" y="20852"/>
                  </a:lnTo>
                  <a:lnTo>
                    <a:pt x="17719" y="20728"/>
                  </a:lnTo>
                  <a:lnTo>
                    <a:pt x="17873" y="20594"/>
                  </a:lnTo>
                  <a:lnTo>
                    <a:pt x="18007" y="20450"/>
                  </a:lnTo>
                  <a:lnTo>
                    <a:pt x="18122" y="20297"/>
                  </a:lnTo>
                  <a:lnTo>
                    <a:pt x="18218" y="20134"/>
                  </a:lnTo>
                  <a:lnTo>
                    <a:pt x="18285" y="19961"/>
                  </a:lnTo>
                  <a:lnTo>
                    <a:pt x="18342" y="19779"/>
                  </a:lnTo>
                  <a:lnTo>
                    <a:pt x="18371" y="19588"/>
                  </a:lnTo>
                  <a:lnTo>
                    <a:pt x="18380" y="19396"/>
                  </a:lnTo>
                  <a:lnTo>
                    <a:pt x="18371" y="19195"/>
                  </a:lnTo>
                  <a:lnTo>
                    <a:pt x="18342" y="18994"/>
                  </a:lnTo>
                  <a:lnTo>
                    <a:pt x="18294" y="18793"/>
                  </a:lnTo>
                  <a:lnTo>
                    <a:pt x="18227" y="18582"/>
                  </a:lnTo>
                  <a:lnTo>
                    <a:pt x="18141" y="18371"/>
                  </a:lnTo>
                  <a:lnTo>
                    <a:pt x="18026" y="18161"/>
                  </a:lnTo>
                  <a:lnTo>
                    <a:pt x="17901" y="17940"/>
                  </a:lnTo>
                  <a:lnTo>
                    <a:pt x="17748" y="17730"/>
                  </a:lnTo>
                  <a:lnTo>
                    <a:pt x="17585" y="17529"/>
                  </a:lnTo>
                  <a:lnTo>
                    <a:pt x="17394" y="17318"/>
                  </a:lnTo>
                  <a:lnTo>
                    <a:pt x="17183" y="17117"/>
                  </a:lnTo>
                  <a:lnTo>
                    <a:pt x="16963" y="16916"/>
                  </a:lnTo>
                  <a:lnTo>
                    <a:pt x="16714" y="16724"/>
                  </a:lnTo>
                  <a:lnTo>
                    <a:pt x="16446" y="16532"/>
                  </a:lnTo>
                  <a:lnTo>
                    <a:pt x="16158" y="16360"/>
                  </a:lnTo>
                  <a:lnTo>
                    <a:pt x="15852" y="16188"/>
                  </a:lnTo>
                  <a:lnTo>
                    <a:pt x="15526" y="16025"/>
                  </a:lnTo>
                  <a:lnTo>
                    <a:pt x="14817" y="15699"/>
                  </a:lnTo>
                  <a:lnTo>
                    <a:pt x="14022" y="15345"/>
                  </a:lnTo>
                  <a:lnTo>
                    <a:pt x="13179" y="14981"/>
                  </a:lnTo>
                  <a:lnTo>
                    <a:pt x="12289" y="14607"/>
                  </a:lnTo>
                  <a:lnTo>
                    <a:pt x="10459" y="13851"/>
                  </a:lnTo>
                  <a:lnTo>
                    <a:pt x="8659" y="13132"/>
                  </a:lnTo>
                  <a:lnTo>
                    <a:pt x="7021" y="12491"/>
                  </a:lnTo>
                  <a:lnTo>
                    <a:pt x="5689" y="11973"/>
                  </a:lnTo>
                  <a:lnTo>
                    <a:pt x="4463" y="11494"/>
                  </a:lnTo>
                  <a:lnTo>
                    <a:pt x="10804" y="2175"/>
                  </a:lnTo>
                  <a:lnTo>
                    <a:pt x="11015" y="1868"/>
                  </a:lnTo>
                  <a:lnTo>
                    <a:pt x="11216" y="1533"/>
                  </a:lnTo>
                  <a:lnTo>
                    <a:pt x="11408" y="1188"/>
                  </a:lnTo>
                  <a:lnTo>
                    <a:pt x="11494" y="1016"/>
                  </a:lnTo>
                  <a:lnTo>
                    <a:pt x="11561" y="853"/>
                  </a:lnTo>
                  <a:lnTo>
                    <a:pt x="11628" y="700"/>
                  </a:lnTo>
                  <a:lnTo>
                    <a:pt x="11666" y="556"/>
                  </a:lnTo>
                  <a:lnTo>
                    <a:pt x="11704" y="422"/>
                  </a:lnTo>
                  <a:lnTo>
                    <a:pt x="11714" y="298"/>
                  </a:lnTo>
                  <a:lnTo>
                    <a:pt x="11704" y="192"/>
                  </a:lnTo>
                  <a:lnTo>
                    <a:pt x="11695" y="144"/>
                  </a:lnTo>
                  <a:lnTo>
                    <a:pt x="11676" y="106"/>
                  </a:lnTo>
                  <a:lnTo>
                    <a:pt x="11657" y="68"/>
                  </a:lnTo>
                  <a:lnTo>
                    <a:pt x="11628" y="39"/>
                  </a:lnTo>
                  <a:lnTo>
                    <a:pt x="11590" y="20"/>
                  </a:lnTo>
                  <a:lnTo>
                    <a:pt x="1155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1"/>
            <p:cNvSpPr/>
            <p:nvPr/>
          </p:nvSpPr>
          <p:spPr>
            <a:xfrm>
              <a:off x="7365617" y="1934024"/>
              <a:ext cx="505226" cy="418222"/>
            </a:xfrm>
            <a:custGeom>
              <a:rect b="b" l="l" r="r" t="t"/>
              <a:pathLst>
                <a:path extrusionOk="0" h="10633" w="12845">
                  <a:moveTo>
                    <a:pt x="1619" y="1"/>
                  </a:moveTo>
                  <a:lnTo>
                    <a:pt x="1" y="6667"/>
                  </a:lnTo>
                  <a:lnTo>
                    <a:pt x="547" y="6964"/>
                  </a:lnTo>
                  <a:lnTo>
                    <a:pt x="1093" y="7242"/>
                  </a:lnTo>
                  <a:lnTo>
                    <a:pt x="1629" y="7510"/>
                  </a:lnTo>
                  <a:lnTo>
                    <a:pt x="2156" y="7759"/>
                  </a:lnTo>
                  <a:lnTo>
                    <a:pt x="2673" y="7999"/>
                  </a:lnTo>
                  <a:lnTo>
                    <a:pt x="3181" y="8229"/>
                  </a:lnTo>
                  <a:lnTo>
                    <a:pt x="3679" y="8439"/>
                  </a:lnTo>
                  <a:lnTo>
                    <a:pt x="4177" y="8640"/>
                  </a:lnTo>
                  <a:lnTo>
                    <a:pt x="4656" y="8832"/>
                  </a:lnTo>
                  <a:lnTo>
                    <a:pt x="5125" y="9014"/>
                  </a:lnTo>
                  <a:lnTo>
                    <a:pt x="5575" y="9177"/>
                  </a:lnTo>
                  <a:lnTo>
                    <a:pt x="6016" y="9330"/>
                  </a:lnTo>
                  <a:lnTo>
                    <a:pt x="6859" y="9608"/>
                  </a:lnTo>
                  <a:lnTo>
                    <a:pt x="7634" y="9857"/>
                  </a:lnTo>
                  <a:lnTo>
                    <a:pt x="8343" y="10058"/>
                  </a:lnTo>
                  <a:lnTo>
                    <a:pt x="8975" y="10221"/>
                  </a:lnTo>
                  <a:lnTo>
                    <a:pt x="9531" y="10355"/>
                  </a:lnTo>
                  <a:lnTo>
                    <a:pt x="10000" y="10460"/>
                  </a:lnTo>
                  <a:lnTo>
                    <a:pt x="10374" y="10537"/>
                  </a:lnTo>
                  <a:lnTo>
                    <a:pt x="10642" y="10594"/>
                  </a:lnTo>
                  <a:lnTo>
                    <a:pt x="10872" y="10633"/>
                  </a:lnTo>
                  <a:lnTo>
                    <a:pt x="11025" y="10614"/>
                  </a:lnTo>
                  <a:lnTo>
                    <a:pt x="11169" y="10594"/>
                  </a:lnTo>
                  <a:lnTo>
                    <a:pt x="11303" y="10566"/>
                  </a:lnTo>
                  <a:lnTo>
                    <a:pt x="11437" y="10527"/>
                  </a:lnTo>
                  <a:lnTo>
                    <a:pt x="11561" y="10489"/>
                  </a:lnTo>
                  <a:lnTo>
                    <a:pt x="11686" y="10441"/>
                  </a:lnTo>
                  <a:lnTo>
                    <a:pt x="11801" y="10384"/>
                  </a:lnTo>
                  <a:lnTo>
                    <a:pt x="11906" y="10326"/>
                  </a:lnTo>
                  <a:lnTo>
                    <a:pt x="12012" y="10259"/>
                  </a:lnTo>
                  <a:lnTo>
                    <a:pt x="12098" y="10182"/>
                  </a:lnTo>
                  <a:lnTo>
                    <a:pt x="12194" y="10106"/>
                  </a:lnTo>
                  <a:lnTo>
                    <a:pt x="12270" y="10020"/>
                  </a:lnTo>
                  <a:lnTo>
                    <a:pt x="12356" y="9933"/>
                  </a:lnTo>
                  <a:lnTo>
                    <a:pt x="12423" y="9838"/>
                  </a:lnTo>
                  <a:lnTo>
                    <a:pt x="12490" y="9742"/>
                  </a:lnTo>
                  <a:lnTo>
                    <a:pt x="12548" y="9637"/>
                  </a:lnTo>
                  <a:lnTo>
                    <a:pt x="12605" y="9531"/>
                  </a:lnTo>
                  <a:lnTo>
                    <a:pt x="12653" y="9416"/>
                  </a:lnTo>
                  <a:lnTo>
                    <a:pt x="12692" y="9301"/>
                  </a:lnTo>
                  <a:lnTo>
                    <a:pt x="12730" y="9177"/>
                  </a:lnTo>
                  <a:lnTo>
                    <a:pt x="12768" y="9052"/>
                  </a:lnTo>
                  <a:lnTo>
                    <a:pt x="12787" y="8928"/>
                  </a:lnTo>
                  <a:lnTo>
                    <a:pt x="12816" y="8794"/>
                  </a:lnTo>
                  <a:lnTo>
                    <a:pt x="12826" y="8660"/>
                  </a:lnTo>
                  <a:lnTo>
                    <a:pt x="12845" y="8391"/>
                  </a:lnTo>
                  <a:lnTo>
                    <a:pt x="12835" y="8104"/>
                  </a:lnTo>
                  <a:lnTo>
                    <a:pt x="12807" y="7817"/>
                  </a:lnTo>
                  <a:lnTo>
                    <a:pt x="12759" y="7520"/>
                  </a:lnTo>
                  <a:lnTo>
                    <a:pt x="12692" y="7213"/>
                  </a:lnTo>
                  <a:lnTo>
                    <a:pt x="12605" y="6916"/>
                  </a:lnTo>
                  <a:lnTo>
                    <a:pt x="12500" y="6610"/>
                  </a:lnTo>
                  <a:lnTo>
                    <a:pt x="12376" y="6303"/>
                  </a:lnTo>
                  <a:lnTo>
                    <a:pt x="12232" y="5997"/>
                  </a:lnTo>
                  <a:lnTo>
                    <a:pt x="12069" y="5700"/>
                  </a:lnTo>
                  <a:lnTo>
                    <a:pt x="11887" y="5413"/>
                  </a:lnTo>
                  <a:lnTo>
                    <a:pt x="11686" y="5125"/>
                  </a:lnTo>
                  <a:lnTo>
                    <a:pt x="11475" y="4847"/>
                  </a:lnTo>
                  <a:lnTo>
                    <a:pt x="11236" y="4579"/>
                  </a:lnTo>
                  <a:lnTo>
                    <a:pt x="10987" y="4321"/>
                  </a:lnTo>
                  <a:lnTo>
                    <a:pt x="10719" y="4081"/>
                  </a:lnTo>
                  <a:lnTo>
                    <a:pt x="10441" y="3861"/>
                  </a:lnTo>
                  <a:lnTo>
                    <a:pt x="10297" y="3756"/>
                  </a:lnTo>
                  <a:lnTo>
                    <a:pt x="10144" y="3650"/>
                  </a:lnTo>
                  <a:lnTo>
                    <a:pt x="9991" y="3554"/>
                  </a:lnTo>
                  <a:lnTo>
                    <a:pt x="9828" y="3459"/>
                  </a:lnTo>
                  <a:lnTo>
                    <a:pt x="9665" y="3372"/>
                  </a:lnTo>
                  <a:lnTo>
                    <a:pt x="9502" y="3296"/>
                  </a:lnTo>
                  <a:lnTo>
                    <a:pt x="8525" y="2846"/>
                  </a:lnTo>
                  <a:lnTo>
                    <a:pt x="7529" y="2405"/>
                  </a:lnTo>
                  <a:lnTo>
                    <a:pt x="6514" y="1964"/>
                  </a:lnTo>
                  <a:lnTo>
                    <a:pt x="5498" y="1543"/>
                  </a:lnTo>
                  <a:lnTo>
                    <a:pt x="4493" y="1131"/>
                  </a:lnTo>
                  <a:lnTo>
                    <a:pt x="3497" y="738"/>
                  </a:lnTo>
                  <a:lnTo>
                    <a:pt x="16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1"/>
            <p:cNvSpPr/>
            <p:nvPr/>
          </p:nvSpPr>
          <p:spPr>
            <a:xfrm>
              <a:off x="7778519" y="1446945"/>
              <a:ext cx="622397" cy="789679"/>
            </a:xfrm>
            <a:custGeom>
              <a:rect b="b" l="l" r="r" t="t"/>
              <a:pathLst>
                <a:path extrusionOk="0" h="20077" w="15824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8C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1"/>
            <p:cNvSpPr/>
            <p:nvPr/>
          </p:nvSpPr>
          <p:spPr>
            <a:xfrm>
              <a:off x="7069137" y="2926707"/>
              <a:ext cx="1213132" cy="381643"/>
            </a:xfrm>
            <a:custGeom>
              <a:rect b="b" l="l" r="r" t="t"/>
              <a:pathLst>
                <a:path extrusionOk="0" h="9703" w="30843">
                  <a:moveTo>
                    <a:pt x="5479" y="0"/>
                  </a:moveTo>
                  <a:lnTo>
                    <a:pt x="5163" y="19"/>
                  </a:lnTo>
                  <a:lnTo>
                    <a:pt x="4857" y="39"/>
                  </a:lnTo>
                  <a:lnTo>
                    <a:pt x="4560" y="67"/>
                  </a:lnTo>
                  <a:lnTo>
                    <a:pt x="4282" y="106"/>
                  </a:lnTo>
                  <a:lnTo>
                    <a:pt x="4004" y="144"/>
                  </a:lnTo>
                  <a:lnTo>
                    <a:pt x="3736" y="201"/>
                  </a:lnTo>
                  <a:lnTo>
                    <a:pt x="3478" y="249"/>
                  </a:lnTo>
                  <a:lnTo>
                    <a:pt x="3228" y="316"/>
                  </a:lnTo>
                  <a:lnTo>
                    <a:pt x="2989" y="383"/>
                  </a:lnTo>
                  <a:lnTo>
                    <a:pt x="2759" y="460"/>
                  </a:lnTo>
                  <a:lnTo>
                    <a:pt x="2539" y="537"/>
                  </a:lnTo>
                  <a:lnTo>
                    <a:pt x="2328" y="623"/>
                  </a:lnTo>
                  <a:lnTo>
                    <a:pt x="2127" y="719"/>
                  </a:lnTo>
                  <a:lnTo>
                    <a:pt x="1935" y="824"/>
                  </a:lnTo>
                  <a:lnTo>
                    <a:pt x="1744" y="929"/>
                  </a:lnTo>
                  <a:lnTo>
                    <a:pt x="1571" y="1044"/>
                  </a:lnTo>
                  <a:lnTo>
                    <a:pt x="1409" y="1159"/>
                  </a:lnTo>
                  <a:lnTo>
                    <a:pt x="1255" y="1284"/>
                  </a:lnTo>
                  <a:lnTo>
                    <a:pt x="1112" y="1418"/>
                  </a:lnTo>
                  <a:lnTo>
                    <a:pt x="968" y="1552"/>
                  </a:lnTo>
                  <a:lnTo>
                    <a:pt x="844" y="1696"/>
                  </a:lnTo>
                  <a:lnTo>
                    <a:pt x="729" y="1849"/>
                  </a:lnTo>
                  <a:lnTo>
                    <a:pt x="614" y="2002"/>
                  </a:lnTo>
                  <a:lnTo>
                    <a:pt x="518" y="2165"/>
                  </a:lnTo>
                  <a:lnTo>
                    <a:pt x="422" y="2328"/>
                  </a:lnTo>
                  <a:lnTo>
                    <a:pt x="336" y="2500"/>
                  </a:lnTo>
                  <a:lnTo>
                    <a:pt x="269" y="2682"/>
                  </a:lnTo>
                  <a:lnTo>
                    <a:pt x="202" y="2864"/>
                  </a:lnTo>
                  <a:lnTo>
                    <a:pt x="144" y="3046"/>
                  </a:lnTo>
                  <a:lnTo>
                    <a:pt x="96" y="3247"/>
                  </a:lnTo>
                  <a:lnTo>
                    <a:pt x="68" y="3448"/>
                  </a:lnTo>
                  <a:lnTo>
                    <a:pt x="39" y="3650"/>
                  </a:lnTo>
                  <a:lnTo>
                    <a:pt x="20" y="3860"/>
                  </a:lnTo>
                  <a:lnTo>
                    <a:pt x="1" y="4081"/>
                  </a:lnTo>
                  <a:lnTo>
                    <a:pt x="1" y="4301"/>
                  </a:lnTo>
                  <a:lnTo>
                    <a:pt x="10" y="4531"/>
                  </a:lnTo>
                  <a:lnTo>
                    <a:pt x="29" y="4761"/>
                  </a:lnTo>
                  <a:lnTo>
                    <a:pt x="49" y="5000"/>
                  </a:lnTo>
                  <a:lnTo>
                    <a:pt x="87" y="5240"/>
                  </a:lnTo>
                  <a:lnTo>
                    <a:pt x="125" y="5489"/>
                  </a:lnTo>
                  <a:lnTo>
                    <a:pt x="183" y="5738"/>
                  </a:lnTo>
                  <a:lnTo>
                    <a:pt x="211" y="5881"/>
                  </a:lnTo>
                  <a:lnTo>
                    <a:pt x="259" y="6025"/>
                  </a:lnTo>
                  <a:lnTo>
                    <a:pt x="317" y="6159"/>
                  </a:lnTo>
                  <a:lnTo>
                    <a:pt x="384" y="6293"/>
                  </a:lnTo>
                  <a:lnTo>
                    <a:pt x="460" y="6418"/>
                  </a:lnTo>
                  <a:lnTo>
                    <a:pt x="547" y="6542"/>
                  </a:lnTo>
                  <a:lnTo>
                    <a:pt x="642" y="6667"/>
                  </a:lnTo>
                  <a:lnTo>
                    <a:pt x="738" y="6791"/>
                  </a:lnTo>
                  <a:lnTo>
                    <a:pt x="844" y="6906"/>
                  </a:lnTo>
                  <a:lnTo>
                    <a:pt x="968" y="7011"/>
                  </a:lnTo>
                  <a:lnTo>
                    <a:pt x="1093" y="7126"/>
                  </a:lnTo>
                  <a:lnTo>
                    <a:pt x="1217" y="7232"/>
                  </a:lnTo>
                  <a:lnTo>
                    <a:pt x="1351" y="7328"/>
                  </a:lnTo>
                  <a:lnTo>
                    <a:pt x="1495" y="7433"/>
                  </a:lnTo>
                  <a:lnTo>
                    <a:pt x="1801" y="7615"/>
                  </a:lnTo>
                  <a:lnTo>
                    <a:pt x="2127" y="7797"/>
                  </a:lnTo>
                  <a:lnTo>
                    <a:pt x="2462" y="7960"/>
                  </a:lnTo>
                  <a:lnTo>
                    <a:pt x="2817" y="8113"/>
                  </a:lnTo>
                  <a:lnTo>
                    <a:pt x="3190" y="8257"/>
                  </a:lnTo>
                  <a:lnTo>
                    <a:pt x="3564" y="8391"/>
                  </a:lnTo>
                  <a:lnTo>
                    <a:pt x="3947" y="8515"/>
                  </a:lnTo>
                  <a:lnTo>
                    <a:pt x="4330" y="8630"/>
                  </a:lnTo>
                  <a:lnTo>
                    <a:pt x="4713" y="8736"/>
                  </a:lnTo>
                  <a:lnTo>
                    <a:pt x="5106" y="8831"/>
                  </a:lnTo>
                  <a:lnTo>
                    <a:pt x="5479" y="8918"/>
                  </a:lnTo>
                  <a:lnTo>
                    <a:pt x="5853" y="8994"/>
                  </a:lnTo>
                  <a:lnTo>
                    <a:pt x="6217" y="9061"/>
                  </a:lnTo>
                  <a:lnTo>
                    <a:pt x="6897" y="9176"/>
                  </a:lnTo>
                  <a:lnTo>
                    <a:pt x="7510" y="9272"/>
                  </a:lnTo>
                  <a:lnTo>
                    <a:pt x="8018" y="9329"/>
                  </a:lnTo>
                  <a:lnTo>
                    <a:pt x="8410" y="9377"/>
                  </a:lnTo>
                  <a:lnTo>
                    <a:pt x="8755" y="9406"/>
                  </a:lnTo>
                  <a:lnTo>
                    <a:pt x="29884" y="9703"/>
                  </a:lnTo>
                  <a:lnTo>
                    <a:pt x="30028" y="9588"/>
                  </a:lnTo>
                  <a:lnTo>
                    <a:pt x="30153" y="9463"/>
                  </a:lnTo>
                  <a:lnTo>
                    <a:pt x="30267" y="9329"/>
                  </a:lnTo>
                  <a:lnTo>
                    <a:pt x="30363" y="9195"/>
                  </a:lnTo>
                  <a:lnTo>
                    <a:pt x="30449" y="9052"/>
                  </a:lnTo>
                  <a:lnTo>
                    <a:pt x="30516" y="8908"/>
                  </a:lnTo>
                  <a:lnTo>
                    <a:pt x="30574" y="8755"/>
                  </a:lnTo>
                  <a:lnTo>
                    <a:pt x="30631" y="8611"/>
                  </a:lnTo>
                  <a:lnTo>
                    <a:pt x="30670" y="8458"/>
                  </a:lnTo>
                  <a:lnTo>
                    <a:pt x="30708" y="8314"/>
                  </a:lnTo>
                  <a:lnTo>
                    <a:pt x="30766" y="8027"/>
                  </a:lnTo>
                  <a:lnTo>
                    <a:pt x="30842" y="7529"/>
                  </a:lnTo>
                  <a:lnTo>
                    <a:pt x="30660" y="7414"/>
                  </a:lnTo>
                  <a:lnTo>
                    <a:pt x="30421" y="7280"/>
                  </a:lnTo>
                  <a:lnTo>
                    <a:pt x="30076" y="7088"/>
                  </a:lnTo>
                  <a:lnTo>
                    <a:pt x="29616" y="6849"/>
                  </a:lnTo>
                  <a:lnTo>
                    <a:pt x="29041" y="6561"/>
                  </a:lnTo>
                  <a:lnTo>
                    <a:pt x="28342" y="6236"/>
                  </a:lnTo>
                  <a:lnTo>
                    <a:pt x="27509" y="5862"/>
                  </a:lnTo>
                  <a:lnTo>
                    <a:pt x="26542" y="5450"/>
                  </a:lnTo>
                  <a:lnTo>
                    <a:pt x="25431" y="5000"/>
                  </a:lnTo>
                  <a:lnTo>
                    <a:pt x="24827" y="4761"/>
                  </a:lnTo>
                  <a:lnTo>
                    <a:pt x="24176" y="4521"/>
                  </a:lnTo>
                  <a:lnTo>
                    <a:pt x="23486" y="4263"/>
                  </a:lnTo>
                  <a:lnTo>
                    <a:pt x="22758" y="4004"/>
                  </a:lnTo>
                  <a:lnTo>
                    <a:pt x="21992" y="3736"/>
                  </a:lnTo>
                  <a:lnTo>
                    <a:pt x="21187" y="3458"/>
                  </a:lnTo>
                  <a:lnTo>
                    <a:pt x="20335" y="3171"/>
                  </a:lnTo>
                  <a:lnTo>
                    <a:pt x="19444" y="2883"/>
                  </a:lnTo>
                  <a:lnTo>
                    <a:pt x="18506" y="2577"/>
                  </a:lnTo>
                  <a:lnTo>
                    <a:pt x="17529" y="2280"/>
                  </a:lnTo>
                  <a:lnTo>
                    <a:pt x="16504" y="1964"/>
                  </a:lnTo>
                  <a:lnTo>
                    <a:pt x="15431" y="1657"/>
                  </a:lnTo>
                  <a:lnTo>
                    <a:pt x="14358" y="1351"/>
                  </a:lnTo>
                  <a:lnTo>
                    <a:pt x="13324" y="1083"/>
                  </a:lnTo>
                  <a:lnTo>
                    <a:pt x="12328" y="843"/>
                  </a:lnTo>
                  <a:lnTo>
                    <a:pt x="11379" y="632"/>
                  </a:lnTo>
                  <a:lnTo>
                    <a:pt x="10460" y="450"/>
                  </a:lnTo>
                  <a:lnTo>
                    <a:pt x="9588" y="307"/>
                  </a:lnTo>
                  <a:lnTo>
                    <a:pt x="9167" y="240"/>
                  </a:lnTo>
                  <a:lnTo>
                    <a:pt x="8755" y="182"/>
                  </a:lnTo>
                  <a:lnTo>
                    <a:pt x="8353" y="134"/>
                  </a:lnTo>
                  <a:lnTo>
                    <a:pt x="7960" y="96"/>
                  </a:lnTo>
                  <a:lnTo>
                    <a:pt x="7577" y="58"/>
                  </a:lnTo>
                  <a:lnTo>
                    <a:pt x="7203" y="39"/>
                  </a:lnTo>
                  <a:lnTo>
                    <a:pt x="6839" y="10"/>
                  </a:lnTo>
                  <a:lnTo>
                    <a:pt x="648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1"/>
            <p:cNvSpPr/>
            <p:nvPr/>
          </p:nvSpPr>
          <p:spPr>
            <a:xfrm>
              <a:off x="6683374" y="4178898"/>
              <a:ext cx="242642" cy="241148"/>
            </a:xfrm>
            <a:custGeom>
              <a:rect b="b" l="l" r="r" t="t"/>
              <a:pathLst>
                <a:path extrusionOk="0" h="6131" w="6169">
                  <a:moveTo>
                    <a:pt x="5173" y="1"/>
                  </a:moveTo>
                  <a:lnTo>
                    <a:pt x="4761" y="346"/>
                  </a:lnTo>
                  <a:lnTo>
                    <a:pt x="4330" y="719"/>
                  </a:lnTo>
                  <a:lnTo>
                    <a:pt x="3899" y="1122"/>
                  </a:lnTo>
                  <a:lnTo>
                    <a:pt x="3478" y="1543"/>
                  </a:lnTo>
                  <a:lnTo>
                    <a:pt x="3047" y="1974"/>
                  </a:lnTo>
                  <a:lnTo>
                    <a:pt x="2635" y="2415"/>
                  </a:lnTo>
                  <a:lnTo>
                    <a:pt x="2242" y="2855"/>
                  </a:lnTo>
                  <a:lnTo>
                    <a:pt x="1859" y="3286"/>
                  </a:lnTo>
                  <a:lnTo>
                    <a:pt x="1504" y="3717"/>
                  </a:lnTo>
                  <a:lnTo>
                    <a:pt x="1169" y="4120"/>
                  </a:lnTo>
                  <a:lnTo>
                    <a:pt x="872" y="4503"/>
                  </a:lnTo>
                  <a:lnTo>
                    <a:pt x="614" y="4857"/>
                  </a:lnTo>
                  <a:lnTo>
                    <a:pt x="393" y="5183"/>
                  </a:lnTo>
                  <a:lnTo>
                    <a:pt x="221" y="5451"/>
                  </a:lnTo>
                  <a:lnTo>
                    <a:pt x="96" y="5681"/>
                  </a:lnTo>
                  <a:lnTo>
                    <a:pt x="58" y="5777"/>
                  </a:lnTo>
                  <a:lnTo>
                    <a:pt x="29" y="5863"/>
                  </a:lnTo>
                  <a:lnTo>
                    <a:pt x="10" y="5930"/>
                  </a:lnTo>
                  <a:lnTo>
                    <a:pt x="1" y="5978"/>
                  </a:lnTo>
                  <a:lnTo>
                    <a:pt x="1" y="6026"/>
                  </a:lnTo>
                  <a:lnTo>
                    <a:pt x="10" y="6064"/>
                  </a:lnTo>
                  <a:lnTo>
                    <a:pt x="20" y="6093"/>
                  </a:lnTo>
                  <a:lnTo>
                    <a:pt x="39" y="6112"/>
                  </a:lnTo>
                  <a:lnTo>
                    <a:pt x="68" y="6131"/>
                  </a:lnTo>
                  <a:lnTo>
                    <a:pt x="135" y="6131"/>
                  </a:lnTo>
                  <a:lnTo>
                    <a:pt x="173" y="6121"/>
                  </a:lnTo>
                  <a:lnTo>
                    <a:pt x="269" y="6083"/>
                  </a:lnTo>
                  <a:lnTo>
                    <a:pt x="384" y="6035"/>
                  </a:lnTo>
                  <a:lnTo>
                    <a:pt x="508" y="5959"/>
                  </a:lnTo>
                  <a:lnTo>
                    <a:pt x="777" y="5786"/>
                  </a:lnTo>
                  <a:lnTo>
                    <a:pt x="1045" y="5595"/>
                  </a:lnTo>
                  <a:lnTo>
                    <a:pt x="1303" y="5422"/>
                  </a:lnTo>
                  <a:lnTo>
                    <a:pt x="1409" y="5346"/>
                  </a:lnTo>
                  <a:lnTo>
                    <a:pt x="1514" y="5288"/>
                  </a:lnTo>
                  <a:lnTo>
                    <a:pt x="1974" y="5020"/>
                  </a:lnTo>
                  <a:lnTo>
                    <a:pt x="2424" y="4742"/>
                  </a:lnTo>
                  <a:lnTo>
                    <a:pt x="2865" y="4464"/>
                  </a:lnTo>
                  <a:lnTo>
                    <a:pt x="3267" y="4187"/>
                  </a:lnTo>
                  <a:lnTo>
                    <a:pt x="3631" y="3928"/>
                  </a:lnTo>
                  <a:lnTo>
                    <a:pt x="3947" y="3689"/>
                  </a:lnTo>
                  <a:lnTo>
                    <a:pt x="4196" y="3487"/>
                  </a:lnTo>
                  <a:lnTo>
                    <a:pt x="4387" y="3334"/>
                  </a:lnTo>
                  <a:lnTo>
                    <a:pt x="4474" y="3248"/>
                  </a:lnTo>
                  <a:lnTo>
                    <a:pt x="4579" y="3123"/>
                  </a:lnTo>
                  <a:lnTo>
                    <a:pt x="4694" y="2951"/>
                  </a:lnTo>
                  <a:lnTo>
                    <a:pt x="4828" y="2759"/>
                  </a:lnTo>
                  <a:lnTo>
                    <a:pt x="5125" y="2309"/>
                  </a:lnTo>
                  <a:lnTo>
                    <a:pt x="5422" y="1830"/>
                  </a:lnTo>
                  <a:lnTo>
                    <a:pt x="5949" y="959"/>
                  </a:lnTo>
                  <a:lnTo>
                    <a:pt x="6169" y="576"/>
                  </a:lnTo>
                  <a:lnTo>
                    <a:pt x="5173" y="1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1"/>
            <p:cNvSpPr/>
            <p:nvPr/>
          </p:nvSpPr>
          <p:spPr>
            <a:xfrm>
              <a:off x="6660798" y="4200373"/>
              <a:ext cx="265219" cy="235877"/>
            </a:xfrm>
            <a:custGeom>
              <a:rect b="b" l="l" r="r" t="t"/>
              <a:pathLst>
                <a:path extrusionOk="0" h="5997" w="6743">
                  <a:moveTo>
                    <a:pt x="6695" y="1"/>
                  </a:moveTo>
                  <a:lnTo>
                    <a:pt x="6523" y="183"/>
                  </a:lnTo>
                  <a:lnTo>
                    <a:pt x="6350" y="355"/>
                  </a:lnTo>
                  <a:lnTo>
                    <a:pt x="6168" y="518"/>
                  </a:lnTo>
                  <a:lnTo>
                    <a:pt x="5986" y="662"/>
                  </a:lnTo>
                  <a:lnTo>
                    <a:pt x="5804" y="796"/>
                  </a:lnTo>
                  <a:lnTo>
                    <a:pt x="5613" y="911"/>
                  </a:lnTo>
                  <a:lnTo>
                    <a:pt x="5421" y="1026"/>
                  </a:lnTo>
                  <a:lnTo>
                    <a:pt x="5230" y="1112"/>
                  </a:lnTo>
                  <a:lnTo>
                    <a:pt x="5029" y="1189"/>
                  </a:lnTo>
                  <a:lnTo>
                    <a:pt x="4827" y="1256"/>
                  </a:lnTo>
                  <a:lnTo>
                    <a:pt x="4617" y="1304"/>
                  </a:lnTo>
                  <a:lnTo>
                    <a:pt x="4406" y="1342"/>
                  </a:lnTo>
                  <a:lnTo>
                    <a:pt x="4195" y="1351"/>
                  </a:lnTo>
                  <a:lnTo>
                    <a:pt x="3985" y="1351"/>
                  </a:lnTo>
                  <a:lnTo>
                    <a:pt x="3764" y="1342"/>
                  </a:lnTo>
                  <a:lnTo>
                    <a:pt x="3544" y="1304"/>
                  </a:lnTo>
                  <a:lnTo>
                    <a:pt x="2663" y="2280"/>
                  </a:lnTo>
                  <a:lnTo>
                    <a:pt x="2280" y="2692"/>
                  </a:lnTo>
                  <a:lnTo>
                    <a:pt x="1906" y="3123"/>
                  </a:lnTo>
                  <a:lnTo>
                    <a:pt x="1628" y="3439"/>
                  </a:lnTo>
                  <a:lnTo>
                    <a:pt x="1341" y="3794"/>
                  </a:lnTo>
                  <a:lnTo>
                    <a:pt x="1034" y="4167"/>
                  </a:lnTo>
                  <a:lnTo>
                    <a:pt x="747" y="4531"/>
                  </a:lnTo>
                  <a:lnTo>
                    <a:pt x="479" y="4867"/>
                  </a:lnTo>
                  <a:lnTo>
                    <a:pt x="268" y="5164"/>
                  </a:lnTo>
                  <a:lnTo>
                    <a:pt x="115" y="5393"/>
                  </a:lnTo>
                  <a:lnTo>
                    <a:pt x="67" y="5470"/>
                  </a:lnTo>
                  <a:lnTo>
                    <a:pt x="38" y="5527"/>
                  </a:lnTo>
                  <a:lnTo>
                    <a:pt x="10" y="5662"/>
                  </a:lnTo>
                  <a:lnTo>
                    <a:pt x="0" y="5777"/>
                  </a:lnTo>
                  <a:lnTo>
                    <a:pt x="10" y="5824"/>
                  </a:lnTo>
                  <a:lnTo>
                    <a:pt x="19" y="5863"/>
                  </a:lnTo>
                  <a:lnTo>
                    <a:pt x="38" y="5901"/>
                  </a:lnTo>
                  <a:lnTo>
                    <a:pt x="57" y="5930"/>
                  </a:lnTo>
                  <a:lnTo>
                    <a:pt x="86" y="5958"/>
                  </a:lnTo>
                  <a:lnTo>
                    <a:pt x="115" y="5968"/>
                  </a:lnTo>
                  <a:lnTo>
                    <a:pt x="163" y="5987"/>
                  </a:lnTo>
                  <a:lnTo>
                    <a:pt x="201" y="5997"/>
                  </a:lnTo>
                  <a:lnTo>
                    <a:pt x="316" y="5987"/>
                  </a:lnTo>
                  <a:lnTo>
                    <a:pt x="441" y="5968"/>
                  </a:lnTo>
                  <a:lnTo>
                    <a:pt x="603" y="5920"/>
                  </a:lnTo>
                  <a:lnTo>
                    <a:pt x="785" y="5844"/>
                  </a:lnTo>
                  <a:lnTo>
                    <a:pt x="987" y="5757"/>
                  </a:lnTo>
                  <a:lnTo>
                    <a:pt x="1216" y="5642"/>
                  </a:lnTo>
                  <a:lnTo>
                    <a:pt x="1465" y="5499"/>
                  </a:lnTo>
                  <a:lnTo>
                    <a:pt x="1743" y="5336"/>
                  </a:lnTo>
                  <a:lnTo>
                    <a:pt x="2050" y="5154"/>
                  </a:lnTo>
                  <a:lnTo>
                    <a:pt x="2375" y="4953"/>
                  </a:lnTo>
                  <a:lnTo>
                    <a:pt x="2806" y="4665"/>
                  </a:lnTo>
                  <a:lnTo>
                    <a:pt x="3228" y="4359"/>
                  </a:lnTo>
                  <a:lnTo>
                    <a:pt x="3640" y="4062"/>
                  </a:lnTo>
                  <a:lnTo>
                    <a:pt x="4013" y="3765"/>
                  </a:lnTo>
                  <a:lnTo>
                    <a:pt x="4358" y="3497"/>
                  </a:lnTo>
                  <a:lnTo>
                    <a:pt x="4655" y="3248"/>
                  </a:lnTo>
                  <a:lnTo>
                    <a:pt x="5086" y="2884"/>
                  </a:lnTo>
                  <a:lnTo>
                    <a:pt x="5172" y="2798"/>
                  </a:lnTo>
                  <a:lnTo>
                    <a:pt x="5268" y="2664"/>
                  </a:lnTo>
                  <a:lnTo>
                    <a:pt x="5383" y="2501"/>
                  </a:lnTo>
                  <a:lnTo>
                    <a:pt x="5507" y="2300"/>
                  </a:lnTo>
                  <a:lnTo>
                    <a:pt x="5785" y="1830"/>
                  </a:lnTo>
                  <a:lnTo>
                    <a:pt x="6063" y="1332"/>
                  </a:lnTo>
                  <a:lnTo>
                    <a:pt x="6322" y="844"/>
                  </a:lnTo>
                  <a:lnTo>
                    <a:pt x="6542" y="422"/>
                  </a:lnTo>
                  <a:lnTo>
                    <a:pt x="6743" y="30"/>
                  </a:lnTo>
                  <a:lnTo>
                    <a:pt x="6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7608607" y="1993179"/>
              <a:ext cx="739176" cy="1192404"/>
            </a:xfrm>
            <a:custGeom>
              <a:rect b="b" l="l" r="r" t="t"/>
              <a:pathLst>
                <a:path extrusionOk="0" h="30316" w="18793">
                  <a:moveTo>
                    <a:pt x="9310" y="1"/>
                  </a:moveTo>
                  <a:lnTo>
                    <a:pt x="9081" y="10"/>
                  </a:lnTo>
                  <a:lnTo>
                    <a:pt x="8870" y="20"/>
                  </a:lnTo>
                  <a:lnTo>
                    <a:pt x="8669" y="49"/>
                  </a:lnTo>
                  <a:lnTo>
                    <a:pt x="8496" y="68"/>
                  </a:lnTo>
                  <a:lnTo>
                    <a:pt x="8190" y="125"/>
                  </a:lnTo>
                  <a:lnTo>
                    <a:pt x="7960" y="183"/>
                  </a:lnTo>
                  <a:lnTo>
                    <a:pt x="7816" y="231"/>
                  </a:lnTo>
                  <a:lnTo>
                    <a:pt x="7768" y="250"/>
                  </a:lnTo>
                  <a:lnTo>
                    <a:pt x="7653" y="355"/>
                  </a:lnTo>
                  <a:lnTo>
                    <a:pt x="7500" y="460"/>
                  </a:lnTo>
                  <a:lnTo>
                    <a:pt x="7318" y="566"/>
                  </a:lnTo>
                  <a:lnTo>
                    <a:pt x="7117" y="681"/>
                  </a:lnTo>
                  <a:lnTo>
                    <a:pt x="6887" y="796"/>
                  </a:lnTo>
                  <a:lnTo>
                    <a:pt x="6629" y="901"/>
                  </a:lnTo>
                  <a:lnTo>
                    <a:pt x="6351" y="1016"/>
                  </a:lnTo>
                  <a:lnTo>
                    <a:pt x="6044" y="1121"/>
                  </a:lnTo>
                  <a:lnTo>
                    <a:pt x="5719" y="1227"/>
                  </a:lnTo>
                  <a:lnTo>
                    <a:pt x="5383" y="1322"/>
                  </a:lnTo>
                  <a:lnTo>
                    <a:pt x="5019" y="1418"/>
                  </a:lnTo>
                  <a:lnTo>
                    <a:pt x="4646" y="1504"/>
                  </a:lnTo>
                  <a:lnTo>
                    <a:pt x="4253" y="1581"/>
                  </a:lnTo>
                  <a:lnTo>
                    <a:pt x="3851" y="1658"/>
                  </a:lnTo>
                  <a:lnTo>
                    <a:pt x="3439" y="1715"/>
                  </a:lnTo>
                  <a:lnTo>
                    <a:pt x="3008" y="1773"/>
                  </a:lnTo>
                  <a:lnTo>
                    <a:pt x="2807" y="1801"/>
                  </a:lnTo>
                  <a:lnTo>
                    <a:pt x="2615" y="1849"/>
                  </a:lnTo>
                  <a:lnTo>
                    <a:pt x="2520" y="1878"/>
                  </a:lnTo>
                  <a:lnTo>
                    <a:pt x="2433" y="1907"/>
                  </a:lnTo>
                  <a:lnTo>
                    <a:pt x="2357" y="1955"/>
                  </a:lnTo>
                  <a:lnTo>
                    <a:pt x="2280" y="1993"/>
                  </a:lnTo>
                  <a:lnTo>
                    <a:pt x="2203" y="2041"/>
                  </a:lnTo>
                  <a:lnTo>
                    <a:pt x="2136" y="2098"/>
                  </a:lnTo>
                  <a:lnTo>
                    <a:pt x="2069" y="2156"/>
                  </a:lnTo>
                  <a:lnTo>
                    <a:pt x="2002" y="2223"/>
                  </a:lnTo>
                  <a:lnTo>
                    <a:pt x="1945" y="2299"/>
                  </a:lnTo>
                  <a:lnTo>
                    <a:pt x="1887" y="2376"/>
                  </a:lnTo>
                  <a:lnTo>
                    <a:pt x="1840" y="2462"/>
                  </a:lnTo>
                  <a:lnTo>
                    <a:pt x="1782" y="2548"/>
                  </a:lnTo>
                  <a:lnTo>
                    <a:pt x="1696" y="2759"/>
                  </a:lnTo>
                  <a:lnTo>
                    <a:pt x="1619" y="2989"/>
                  </a:lnTo>
                  <a:lnTo>
                    <a:pt x="1552" y="3248"/>
                  </a:lnTo>
                  <a:lnTo>
                    <a:pt x="1495" y="3545"/>
                  </a:lnTo>
                  <a:lnTo>
                    <a:pt x="1447" y="3861"/>
                  </a:lnTo>
                  <a:lnTo>
                    <a:pt x="1418" y="4225"/>
                  </a:lnTo>
                  <a:lnTo>
                    <a:pt x="1389" y="4617"/>
                  </a:lnTo>
                  <a:lnTo>
                    <a:pt x="1370" y="5048"/>
                  </a:lnTo>
                  <a:lnTo>
                    <a:pt x="1361" y="5527"/>
                  </a:lnTo>
                  <a:lnTo>
                    <a:pt x="1361" y="6035"/>
                  </a:lnTo>
                  <a:lnTo>
                    <a:pt x="1370" y="6590"/>
                  </a:lnTo>
                  <a:lnTo>
                    <a:pt x="1380" y="7184"/>
                  </a:lnTo>
                  <a:lnTo>
                    <a:pt x="1418" y="8516"/>
                  </a:lnTo>
                  <a:lnTo>
                    <a:pt x="1476" y="10039"/>
                  </a:lnTo>
                  <a:lnTo>
                    <a:pt x="1638" y="13697"/>
                  </a:lnTo>
                  <a:lnTo>
                    <a:pt x="1725" y="15862"/>
                  </a:lnTo>
                  <a:lnTo>
                    <a:pt x="1820" y="18266"/>
                  </a:lnTo>
                  <a:lnTo>
                    <a:pt x="1820" y="18716"/>
                  </a:lnTo>
                  <a:lnTo>
                    <a:pt x="1811" y="19157"/>
                  </a:lnTo>
                  <a:lnTo>
                    <a:pt x="1782" y="19598"/>
                  </a:lnTo>
                  <a:lnTo>
                    <a:pt x="1744" y="20029"/>
                  </a:lnTo>
                  <a:lnTo>
                    <a:pt x="1686" y="20469"/>
                  </a:lnTo>
                  <a:lnTo>
                    <a:pt x="1619" y="20900"/>
                  </a:lnTo>
                  <a:lnTo>
                    <a:pt x="1543" y="21322"/>
                  </a:lnTo>
                  <a:lnTo>
                    <a:pt x="1456" y="21743"/>
                  </a:lnTo>
                  <a:lnTo>
                    <a:pt x="1361" y="22164"/>
                  </a:lnTo>
                  <a:lnTo>
                    <a:pt x="1265" y="22586"/>
                  </a:lnTo>
                  <a:lnTo>
                    <a:pt x="1054" y="23410"/>
                  </a:lnTo>
                  <a:lnTo>
                    <a:pt x="614" y="24990"/>
                  </a:lnTo>
                  <a:lnTo>
                    <a:pt x="412" y="25747"/>
                  </a:lnTo>
                  <a:lnTo>
                    <a:pt x="326" y="26120"/>
                  </a:lnTo>
                  <a:lnTo>
                    <a:pt x="240" y="26484"/>
                  </a:lnTo>
                  <a:lnTo>
                    <a:pt x="173" y="26848"/>
                  </a:lnTo>
                  <a:lnTo>
                    <a:pt x="106" y="27203"/>
                  </a:lnTo>
                  <a:lnTo>
                    <a:pt x="58" y="27547"/>
                  </a:lnTo>
                  <a:lnTo>
                    <a:pt x="29" y="27883"/>
                  </a:lnTo>
                  <a:lnTo>
                    <a:pt x="10" y="28218"/>
                  </a:lnTo>
                  <a:lnTo>
                    <a:pt x="1" y="28544"/>
                  </a:lnTo>
                  <a:lnTo>
                    <a:pt x="20" y="28860"/>
                  </a:lnTo>
                  <a:lnTo>
                    <a:pt x="58" y="29166"/>
                  </a:lnTo>
                  <a:lnTo>
                    <a:pt x="77" y="29319"/>
                  </a:lnTo>
                  <a:lnTo>
                    <a:pt x="115" y="29463"/>
                  </a:lnTo>
                  <a:lnTo>
                    <a:pt x="154" y="29616"/>
                  </a:lnTo>
                  <a:lnTo>
                    <a:pt x="192" y="29760"/>
                  </a:lnTo>
                  <a:lnTo>
                    <a:pt x="240" y="29904"/>
                  </a:lnTo>
                  <a:lnTo>
                    <a:pt x="297" y="30047"/>
                  </a:lnTo>
                  <a:lnTo>
                    <a:pt x="355" y="30181"/>
                  </a:lnTo>
                  <a:lnTo>
                    <a:pt x="422" y="30315"/>
                  </a:lnTo>
                  <a:lnTo>
                    <a:pt x="15881" y="27394"/>
                  </a:lnTo>
                  <a:lnTo>
                    <a:pt x="16015" y="27318"/>
                  </a:lnTo>
                  <a:lnTo>
                    <a:pt x="16149" y="27222"/>
                  </a:lnTo>
                  <a:lnTo>
                    <a:pt x="16283" y="27107"/>
                  </a:lnTo>
                  <a:lnTo>
                    <a:pt x="16417" y="26973"/>
                  </a:lnTo>
                  <a:lnTo>
                    <a:pt x="16551" y="26819"/>
                  </a:lnTo>
                  <a:lnTo>
                    <a:pt x="16676" y="26647"/>
                  </a:lnTo>
                  <a:lnTo>
                    <a:pt x="16800" y="26465"/>
                  </a:lnTo>
                  <a:lnTo>
                    <a:pt x="16925" y="26254"/>
                  </a:lnTo>
                  <a:lnTo>
                    <a:pt x="17040" y="26034"/>
                  </a:lnTo>
                  <a:lnTo>
                    <a:pt x="17155" y="25804"/>
                  </a:lnTo>
                  <a:lnTo>
                    <a:pt x="17270" y="25555"/>
                  </a:lnTo>
                  <a:lnTo>
                    <a:pt x="17385" y="25287"/>
                  </a:lnTo>
                  <a:lnTo>
                    <a:pt x="17490" y="25000"/>
                  </a:lnTo>
                  <a:lnTo>
                    <a:pt x="17595" y="24712"/>
                  </a:lnTo>
                  <a:lnTo>
                    <a:pt x="17701" y="24406"/>
                  </a:lnTo>
                  <a:lnTo>
                    <a:pt x="17797" y="24080"/>
                  </a:lnTo>
                  <a:lnTo>
                    <a:pt x="17892" y="23745"/>
                  </a:lnTo>
                  <a:lnTo>
                    <a:pt x="17979" y="23410"/>
                  </a:lnTo>
                  <a:lnTo>
                    <a:pt x="18065" y="23046"/>
                  </a:lnTo>
                  <a:lnTo>
                    <a:pt x="18151" y="22682"/>
                  </a:lnTo>
                  <a:lnTo>
                    <a:pt x="18228" y="22308"/>
                  </a:lnTo>
                  <a:lnTo>
                    <a:pt x="18295" y="21925"/>
                  </a:lnTo>
                  <a:lnTo>
                    <a:pt x="18371" y="21523"/>
                  </a:lnTo>
                  <a:lnTo>
                    <a:pt x="18429" y="21120"/>
                  </a:lnTo>
                  <a:lnTo>
                    <a:pt x="18496" y="20709"/>
                  </a:lnTo>
                  <a:lnTo>
                    <a:pt x="18544" y="20287"/>
                  </a:lnTo>
                  <a:lnTo>
                    <a:pt x="18592" y="19866"/>
                  </a:lnTo>
                  <a:lnTo>
                    <a:pt x="18639" y="19425"/>
                  </a:lnTo>
                  <a:lnTo>
                    <a:pt x="18678" y="18985"/>
                  </a:lnTo>
                  <a:lnTo>
                    <a:pt x="18716" y="18544"/>
                  </a:lnTo>
                  <a:lnTo>
                    <a:pt x="18745" y="18094"/>
                  </a:lnTo>
                  <a:lnTo>
                    <a:pt x="18764" y="17634"/>
                  </a:lnTo>
                  <a:lnTo>
                    <a:pt x="18783" y="17174"/>
                  </a:lnTo>
                  <a:lnTo>
                    <a:pt x="18793" y="16715"/>
                  </a:lnTo>
                  <a:lnTo>
                    <a:pt x="18793" y="16245"/>
                  </a:lnTo>
                  <a:lnTo>
                    <a:pt x="18793" y="15776"/>
                  </a:lnTo>
                  <a:lnTo>
                    <a:pt x="18783" y="15307"/>
                  </a:lnTo>
                  <a:lnTo>
                    <a:pt x="18774" y="14837"/>
                  </a:lnTo>
                  <a:lnTo>
                    <a:pt x="18754" y="14368"/>
                  </a:lnTo>
                  <a:lnTo>
                    <a:pt x="18726" y="13889"/>
                  </a:lnTo>
                  <a:lnTo>
                    <a:pt x="18687" y="13420"/>
                  </a:lnTo>
                  <a:lnTo>
                    <a:pt x="18649" y="12941"/>
                  </a:lnTo>
                  <a:lnTo>
                    <a:pt x="18592" y="12471"/>
                  </a:lnTo>
                  <a:lnTo>
                    <a:pt x="18534" y="12002"/>
                  </a:lnTo>
                  <a:lnTo>
                    <a:pt x="18477" y="11533"/>
                  </a:lnTo>
                  <a:lnTo>
                    <a:pt x="18400" y="11063"/>
                  </a:lnTo>
                  <a:lnTo>
                    <a:pt x="18323" y="10594"/>
                  </a:lnTo>
                  <a:lnTo>
                    <a:pt x="18237" y="10134"/>
                  </a:lnTo>
                  <a:lnTo>
                    <a:pt x="18141" y="9684"/>
                  </a:lnTo>
                  <a:lnTo>
                    <a:pt x="18036" y="9234"/>
                  </a:lnTo>
                  <a:lnTo>
                    <a:pt x="17921" y="8784"/>
                  </a:lnTo>
                  <a:lnTo>
                    <a:pt x="17806" y="8343"/>
                  </a:lnTo>
                  <a:lnTo>
                    <a:pt x="17672" y="7903"/>
                  </a:lnTo>
                  <a:lnTo>
                    <a:pt x="17538" y="7481"/>
                  </a:lnTo>
                  <a:lnTo>
                    <a:pt x="17394" y="7060"/>
                  </a:lnTo>
                  <a:lnTo>
                    <a:pt x="17231" y="6638"/>
                  </a:lnTo>
                  <a:lnTo>
                    <a:pt x="17069" y="6236"/>
                  </a:lnTo>
                  <a:lnTo>
                    <a:pt x="16896" y="5834"/>
                  </a:lnTo>
                  <a:lnTo>
                    <a:pt x="16714" y="5451"/>
                  </a:lnTo>
                  <a:lnTo>
                    <a:pt x="16523" y="5068"/>
                  </a:lnTo>
                  <a:lnTo>
                    <a:pt x="16322" y="4704"/>
                  </a:lnTo>
                  <a:lnTo>
                    <a:pt x="16101" y="4349"/>
                  </a:lnTo>
                  <a:lnTo>
                    <a:pt x="15881" y="3995"/>
                  </a:lnTo>
                  <a:lnTo>
                    <a:pt x="15651" y="3660"/>
                  </a:lnTo>
                  <a:lnTo>
                    <a:pt x="15479" y="3430"/>
                  </a:lnTo>
                  <a:lnTo>
                    <a:pt x="15306" y="3209"/>
                  </a:lnTo>
                  <a:lnTo>
                    <a:pt x="15134" y="2999"/>
                  </a:lnTo>
                  <a:lnTo>
                    <a:pt x="14961" y="2798"/>
                  </a:lnTo>
                  <a:lnTo>
                    <a:pt x="14789" y="2596"/>
                  </a:lnTo>
                  <a:lnTo>
                    <a:pt x="14617" y="2414"/>
                  </a:lnTo>
                  <a:lnTo>
                    <a:pt x="14444" y="2232"/>
                  </a:lnTo>
                  <a:lnTo>
                    <a:pt x="14272" y="2070"/>
                  </a:lnTo>
                  <a:lnTo>
                    <a:pt x="14099" y="1907"/>
                  </a:lnTo>
                  <a:lnTo>
                    <a:pt x="13927" y="1754"/>
                  </a:lnTo>
                  <a:lnTo>
                    <a:pt x="13745" y="1610"/>
                  </a:lnTo>
                  <a:lnTo>
                    <a:pt x="13573" y="1476"/>
                  </a:lnTo>
                  <a:lnTo>
                    <a:pt x="13228" y="1227"/>
                  </a:lnTo>
                  <a:lnTo>
                    <a:pt x="12893" y="1006"/>
                  </a:lnTo>
                  <a:lnTo>
                    <a:pt x="12548" y="805"/>
                  </a:lnTo>
                  <a:lnTo>
                    <a:pt x="12213" y="633"/>
                  </a:lnTo>
                  <a:lnTo>
                    <a:pt x="11887" y="489"/>
                  </a:lnTo>
                  <a:lnTo>
                    <a:pt x="11561" y="365"/>
                  </a:lnTo>
                  <a:lnTo>
                    <a:pt x="11245" y="259"/>
                  </a:lnTo>
                  <a:lnTo>
                    <a:pt x="10939" y="183"/>
                  </a:lnTo>
                  <a:lnTo>
                    <a:pt x="10642" y="116"/>
                  </a:lnTo>
                  <a:lnTo>
                    <a:pt x="10345" y="68"/>
                  </a:lnTo>
                  <a:lnTo>
                    <a:pt x="10067" y="29"/>
                  </a:lnTo>
                  <a:lnTo>
                    <a:pt x="9799" y="10"/>
                  </a:lnTo>
                  <a:lnTo>
                    <a:pt x="9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1"/>
            <p:cNvSpPr/>
            <p:nvPr/>
          </p:nvSpPr>
          <p:spPr>
            <a:xfrm>
              <a:off x="7525342" y="3053669"/>
              <a:ext cx="716599" cy="360561"/>
            </a:xfrm>
            <a:custGeom>
              <a:rect b="b" l="l" r="r" t="t"/>
              <a:pathLst>
                <a:path extrusionOk="0" h="9167" w="18219">
                  <a:moveTo>
                    <a:pt x="1265" y="0"/>
                  </a:moveTo>
                  <a:lnTo>
                    <a:pt x="1208" y="163"/>
                  </a:lnTo>
                  <a:lnTo>
                    <a:pt x="1141" y="355"/>
                  </a:lnTo>
                  <a:lnTo>
                    <a:pt x="1016" y="805"/>
                  </a:lnTo>
                  <a:lnTo>
                    <a:pt x="882" y="1341"/>
                  </a:lnTo>
                  <a:lnTo>
                    <a:pt x="748" y="1954"/>
                  </a:lnTo>
                  <a:lnTo>
                    <a:pt x="623" y="2615"/>
                  </a:lnTo>
                  <a:lnTo>
                    <a:pt x="489" y="3314"/>
                  </a:lnTo>
                  <a:lnTo>
                    <a:pt x="374" y="4033"/>
                  </a:lnTo>
                  <a:lnTo>
                    <a:pt x="269" y="4770"/>
                  </a:lnTo>
                  <a:lnTo>
                    <a:pt x="173" y="5498"/>
                  </a:lnTo>
                  <a:lnTo>
                    <a:pt x="97" y="6207"/>
                  </a:lnTo>
                  <a:lnTo>
                    <a:pt x="39" y="6877"/>
                  </a:lnTo>
                  <a:lnTo>
                    <a:pt x="10" y="7490"/>
                  </a:lnTo>
                  <a:lnTo>
                    <a:pt x="1" y="7778"/>
                  </a:lnTo>
                  <a:lnTo>
                    <a:pt x="1" y="8046"/>
                  </a:lnTo>
                  <a:lnTo>
                    <a:pt x="10" y="8295"/>
                  </a:lnTo>
                  <a:lnTo>
                    <a:pt x="29" y="8525"/>
                  </a:lnTo>
                  <a:lnTo>
                    <a:pt x="49" y="8726"/>
                  </a:lnTo>
                  <a:lnTo>
                    <a:pt x="77" y="8898"/>
                  </a:lnTo>
                  <a:lnTo>
                    <a:pt x="125" y="9051"/>
                  </a:lnTo>
                  <a:lnTo>
                    <a:pt x="173" y="9166"/>
                  </a:lnTo>
                  <a:lnTo>
                    <a:pt x="10795" y="7318"/>
                  </a:lnTo>
                  <a:lnTo>
                    <a:pt x="11130" y="7251"/>
                  </a:lnTo>
                  <a:lnTo>
                    <a:pt x="11466" y="7174"/>
                  </a:lnTo>
                  <a:lnTo>
                    <a:pt x="11801" y="7078"/>
                  </a:lnTo>
                  <a:lnTo>
                    <a:pt x="12127" y="6983"/>
                  </a:lnTo>
                  <a:lnTo>
                    <a:pt x="12452" y="6868"/>
                  </a:lnTo>
                  <a:lnTo>
                    <a:pt x="12768" y="6743"/>
                  </a:lnTo>
                  <a:lnTo>
                    <a:pt x="13084" y="6609"/>
                  </a:lnTo>
                  <a:lnTo>
                    <a:pt x="13391" y="6456"/>
                  </a:lnTo>
                  <a:lnTo>
                    <a:pt x="13688" y="6303"/>
                  </a:lnTo>
                  <a:lnTo>
                    <a:pt x="13985" y="6130"/>
                  </a:lnTo>
                  <a:lnTo>
                    <a:pt x="14263" y="5958"/>
                  </a:lnTo>
                  <a:lnTo>
                    <a:pt x="14550" y="5766"/>
                  </a:lnTo>
                  <a:lnTo>
                    <a:pt x="14818" y="5575"/>
                  </a:lnTo>
                  <a:lnTo>
                    <a:pt x="15086" y="5364"/>
                  </a:lnTo>
                  <a:lnTo>
                    <a:pt x="15335" y="5144"/>
                  </a:lnTo>
                  <a:lnTo>
                    <a:pt x="15584" y="4923"/>
                  </a:lnTo>
                  <a:lnTo>
                    <a:pt x="15824" y="4693"/>
                  </a:lnTo>
                  <a:lnTo>
                    <a:pt x="16054" y="4444"/>
                  </a:lnTo>
                  <a:lnTo>
                    <a:pt x="16274" y="4195"/>
                  </a:lnTo>
                  <a:lnTo>
                    <a:pt x="16494" y="3937"/>
                  </a:lnTo>
                  <a:lnTo>
                    <a:pt x="16695" y="3669"/>
                  </a:lnTo>
                  <a:lnTo>
                    <a:pt x="16887" y="3400"/>
                  </a:lnTo>
                  <a:lnTo>
                    <a:pt x="17069" y="3113"/>
                  </a:lnTo>
                  <a:lnTo>
                    <a:pt x="17241" y="2826"/>
                  </a:lnTo>
                  <a:lnTo>
                    <a:pt x="17404" y="2529"/>
                  </a:lnTo>
                  <a:lnTo>
                    <a:pt x="17548" y="2222"/>
                  </a:lnTo>
                  <a:lnTo>
                    <a:pt x="17691" y="1916"/>
                  </a:lnTo>
                  <a:lnTo>
                    <a:pt x="17816" y="1600"/>
                  </a:lnTo>
                  <a:lnTo>
                    <a:pt x="17931" y="1284"/>
                  </a:lnTo>
                  <a:lnTo>
                    <a:pt x="18036" y="948"/>
                  </a:lnTo>
                  <a:lnTo>
                    <a:pt x="18123" y="623"/>
                  </a:lnTo>
                  <a:lnTo>
                    <a:pt x="18199" y="278"/>
                  </a:lnTo>
                  <a:lnTo>
                    <a:pt x="18218" y="211"/>
                  </a:lnTo>
                  <a:lnTo>
                    <a:pt x="17749" y="182"/>
                  </a:lnTo>
                  <a:lnTo>
                    <a:pt x="17136" y="163"/>
                  </a:lnTo>
                  <a:lnTo>
                    <a:pt x="15575" y="125"/>
                  </a:lnTo>
                  <a:lnTo>
                    <a:pt x="13611" y="86"/>
                  </a:lnTo>
                  <a:lnTo>
                    <a:pt x="11351" y="58"/>
                  </a:lnTo>
                  <a:lnTo>
                    <a:pt x="8889" y="29"/>
                  </a:lnTo>
                  <a:lnTo>
                    <a:pt x="6322" y="10"/>
                  </a:lnTo>
                  <a:lnTo>
                    <a:pt x="3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1"/>
            <p:cNvSpPr/>
            <p:nvPr/>
          </p:nvSpPr>
          <p:spPr>
            <a:xfrm>
              <a:off x="7773602" y="1679393"/>
              <a:ext cx="218925" cy="431399"/>
            </a:xfrm>
            <a:custGeom>
              <a:rect b="b" l="l" r="r" t="t"/>
              <a:pathLst>
                <a:path extrusionOk="0" h="10968" w="5566">
                  <a:moveTo>
                    <a:pt x="2204" y="0"/>
                  </a:moveTo>
                  <a:lnTo>
                    <a:pt x="1" y="3314"/>
                  </a:lnTo>
                  <a:lnTo>
                    <a:pt x="96" y="3669"/>
                  </a:lnTo>
                  <a:lnTo>
                    <a:pt x="173" y="4004"/>
                  </a:lnTo>
                  <a:lnTo>
                    <a:pt x="250" y="4339"/>
                  </a:lnTo>
                  <a:lnTo>
                    <a:pt x="317" y="4665"/>
                  </a:lnTo>
                  <a:lnTo>
                    <a:pt x="374" y="4981"/>
                  </a:lnTo>
                  <a:lnTo>
                    <a:pt x="422" y="5297"/>
                  </a:lnTo>
                  <a:lnTo>
                    <a:pt x="499" y="5881"/>
                  </a:lnTo>
                  <a:lnTo>
                    <a:pt x="556" y="6437"/>
                  </a:lnTo>
                  <a:lnTo>
                    <a:pt x="585" y="6954"/>
                  </a:lnTo>
                  <a:lnTo>
                    <a:pt x="595" y="7433"/>
                  </a:lnTo>
                  <a:lnTo>
                    <a:pt x="595" y="7864"/>
                  </a:lnTo>
                  <a:lnTo>
                    <a:pt x="575" y="8247"/>
                  </a:lnTo>
                  <a:lnTo>
                    <a:pt x="556" y="8592"/>
                  </a:lnTo>
                  <a:lnTo>
                    <a:pt x="528" y="8889"/>
                  </a:lnTo>
                  <a:lnTo>
                    <a:pt x="499" y="9128"/>
                  </a:lnTo>
                  <a:lnTo>
                    <a:pt x="441" y="9463"/>
                  </a:lnTo>
                  <a:lnTo>
                    <a:pt x="413" y="9578"/>
                  </a:lnTo>
                  <a:lnTo>
                    <a:pt x="413" y="9770"/>
                  </a:lnTo>
                  <a:lnTo>
                    <a:pt x="422" y="9952"/>
                  </a:lnTo>
                  <a:lnTo>
                    <a:pt x="451" y="10115"/>
                  </a:lnTo>
                  <a:lnTo>
                    <a:pt x="489" y="10258"/>
                  </a:lnTo>
                  <a:lnTo>
                    <a:pt x="528" y="10392"/>
                  </a:lnTo>
                  <a:lnTo>
                    <a:pt x="585" y="10507"/>
                  </a:lnTo>
                  <a:lnTo>
                    <a:pt x="652" y="10603"/>
                  </a:lnTo>
                  <a:lnTo>
                    <a:pt x="729" y="10699"/>
                  </a:lnTo>
                  <a:lnTo>
                    <a:pt x="815" y="10766"/>
                  </a:lnTo>
                  <a:lnTo>
                    <a:pt x="911" y="10833"/>
                  </a:lnTo>
                  <a:lnTo>
                    <a:pt x="1006" y="10881"/>
                  </a:lnTo>
                  <a:lnTo>
                    <a:pt x="1112" y="10919"/>
                  </a:lnTo>
                  <a:lnTo>
                    <a:pt x="1227" y="10948"/>
                  </a:lnTo>
                  <a:lnTo>
                    <a:pt x="1351" y="10958"/>
                  </a:lnTo>
                  <a:lnTo>
                    <a:pt x="1476" y="10967"/>
                  </a:lnTo>
                  <a:lnTo>
                    <a:pt x="1610" y="10958"/>
                  </a:lnTo>
                  <a:lnTo>
                    <a:pt x="1744" y="10948"/>
                  </a:lnTo>
                  <a:lnTo>
                    <a:pt x="1888" y="10919"/>
                  </a:lnTo>
                  <a:lnTo>
                    <a:pt x="2031" y="10890"/>
                  </a:lnTo>
                  <a:lnTo>
                    <a:pt x="2175" y="10852"/>
                  </a:lnTo>
                  <a:lnTo>
                    <a:pt x="2328" y="10804"/>
                  </a:lnTo>
                  <a:lnTo>
                    <a:pt x="2481" y="10747"/>
                  </a:lnTo>
                  <a:lnTo>
                    <a:pt x="2788" y="10622"/>
                  </a:lnTo>
                  <a:lnTo>
                    <a:pt x="3094" y="10469"/>
                  </a:lnTo>
                  <a:lnTo>
                    <a:pt x="3401" y="10297"/>
                  </a:lnTo>
                  <a:lnTo>
                    <a:pt x="3707" y="10105"/>
                  </a:lnTo>
                  <a:lnTo>
                    <a:pt x="3995" y="9904"/>
                  </a:lnTo>
                  <a:lnTo>
                    <a:pt x="4177" y="9770"/>
                  </a:lnTo>
                  <a:lnTo>
                    <a:pt x="4349" y="9636"/>
                  </a:lnTo>
                  <a:lnTo>
                    <a:pt x="4512" y="9492"/>
                  </a:lnTo>
                  <a:lnTo>
                    <a:pt x="4656" y="9348"/>
                  </a:lnTo>
                  <a:lnTo>
                    <a:pt x="4799" y="9205"/>
                  </a:lnTo>
                  <a:lnTo>
                    <a:pt x="4924" y="9071"/>
                  </a:lnTo>
                  <a:lnTo>
                    <a:pt x="5154" y="8802"/>
                  </a:lnTo>
                  <a:lnTo>
                    <a:pt x="5336" y="8573"/>
                  </a:lnTo>
                  <a:lnTo>
                    <a:pt x="5460" y="8391"/>
                  </a:lnTo>
                  <a:lnTo>
                    <a:pt x="5566" y="8237"/>
                  </a:lnTo>
                  <a:lnTo>
                    <a:pt x="5336" y="7998"/>
                  </a:lnTo>
                  <a:lnTo>
                    <a:pt x="5115" y="7739"/>
                  </a:lnTo>
                  <a:lnTo>
                    <a:pt x="4895" y="7471"/>
                  </a:lnTo>
                  <a:lnTo>
                    <a:pt x="4694" y="7184"/>
                  </a:lnTo>
                  <a:lnTo>
                    <a:pt x="4502" y="6887"/>
                  </a:lnTo>
                  <a:lnTo>
                    <a:pt x="4311" y="6571"/>
                  </a:lnTo>
                  <a:lnTo>
                    <a:pt x="4138" y="6255"/>
                  </a:lnTo>
                  <a:lnTo>
                    <a:pt x="3966" y="5919"/>
                  </a:lnTo>
                  <a:lnTo>
                    <a:pt x="3813" y="5584"/>
                  </a:lnTo>
                  <a:lnTo>
                    <a:pt x="3660" y="5249"/>
                  </a:lnTo>
                  <a:lnTo>
                    <a:pt x="3516" y="4904"/>
                  </a:lnTo>
                  <a:lnTo>
                    <a:pt x="3382" y="4559"/>
                  </a:lnTo>
                  <a:lnTo>
                    <a:pt x="3257" y="4215"/>
                  </a:lnTo>
                  <a:lnTo>
                    <a:pt x="3142" y="3879"/>
                  </a:lnTo>
                  <a:lnTo>
                    <a:pt x="3037" y="3544"/>
                  </a:lnTo>
                  <a:lnTo>
                    <a:pt x="2932" y="3209"/>
                  </a:lnTo>
                  <a:lnTo>
                    <a:pt x="2750" y="2567"/>
                  </a:lnTo>
                  <a:lnTo>
                    <a:pt x="2596" y="1964"/>
                  </a:lnTo>
                  <a:lnTo>
                    <a:pt x="2472" y="1427"/>
                  </a:lnTo>
                  <a:lnTo>
                    <a:pt x="2376" y="948"/>
                  </a:lnTo>
                  <a:lnTo>
                    <a:pt x="2299" y="556"/>
                  </a:lnTo>
                  <a:lnTo>
                    <a:pt x="2242" y="259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1"/>
            <p:cNvSpPr/>
            <p:nvPr/>
          </p:nvSpPr>
          <p:spPr>
            <a:xfrm>
              <a:off x="7603337" y="1639826"/>
              <a:ext cx="309350" cy="325516"/>
            </a:xfrm>
            <a:custGeom>
              <a:rect b="b" l="l" r="r" t="t"/>
              <a:pathLst>
                <a:path extrusionOk="0" h="8276" w="7865">
                  <a:moveTo>
                    <a:pt x="6169" y="0"/>
                  </a:moveTo>
                  <a:lnTo>
                    <a:pt x="6015" y="29"/>
                  </a:lnTo>
                  <a:lnTo>
                    <a:pt x="5853" y="58"/>
                  </a:lnTo>
                  <a:lnTo>
                    <a:pt x="5517" y="154"/>
                  </a:lnTo>
                  <a:lnTo>
                    <a:pt x="5335" y="192"/>
                  </a:lnTo>
                  <a:lnTo>
                    <a:pt x="5153" y="230"/>
                  </a:lnTo>
                  <a:lnTo>
                    <a:pt x="4962" y="259"/>
                  </a:lnTo>
                  <a:lnTo>
                    <a:pt x="4761" y="278"/>
                  </a:lnTo>
                  <a:lnTo>
                    <a:pt x="4358" y="297"/>
                  </a:lnTo>
                  <a:lnTo>
                    <a:pt x="3947" y="326"/>
                  </a:lnTo>
                  <a:lnTo>
                    <a:pt x="3535" y="364"/>
                  </a:lnTo>
                  <a:lnTo>
                    <a:pt x="3123" y="412"/>
                  </a:lnTo>
                  <a:lnTo>
                    <a:pt x="2721" y="470"/>
                  </a:lnTo>
                  <a:lnTo>
                    <a:pt x="2328" y="527"/>
                  </a:lnTo>
                  <a:lnTo>
                    <a:pt x="1590" y="652"/>
                  </a:lnTo>
                  <a:lnTo>
                    <a:pt x="949" y="767"/>
                  </a:lnTo>
                  <a:lnTo>
                    <a:pt x="451" y="872"/>
                  </a:lnTo>
                  <a:lnTo>
                    <a:pt x="0" y="968"/>
                  </a:lnTo>
                  <a:lnTo>
                    <a:pt x="144" y="1408"/>
                  </a:lnTo>
                  <a:lnTo>
                    <a:pt x="508" y="2510"/>
                  </a:lnTo>
                  <a:lnTo>
                    <a:pt x="738" y="3190"/>
                  </a:lnTo>
                  <a:lnTo>
                    <a:pt x="997" y="3908"/>
                  </a:lnTo>
                  <a:lnTo>
                    <a:pt x="1265" y="4617"/>
                  </a:lnTo>
                  <a:lnTo>
                    <a:pt x="1533" y="5268"/>
                  </a:lnTo>
                  <a:lnTo>
                    <a:pt x="1638" y="5508"/>
                  </a:lnTo>
                  <a:lnTo>
                    <a:pt x="1763" y="5757"/>
                  </a:lnTo>
                  <a:lnTo>
                    <a:pt x="1916" y="5996"/>
                  </a:lnTo>
                  <a:lnTo>
                    <a:pt x="2079" y="6255"/>
                  </a:lnTo>
                  <a:lnTo>
                    <a:pt x="2261" y="6494"/>
                  </a:lnTo>
                  <a:lnTo>
                    <a:pt x="2452" y="6743"/>
                  </a:lnTo>
                  <a:lnTo>
                    <a:pt x="2654" y="6983"/>
                  </a:lnTo>
                  <a:lnTo>
                    <a:pt x="2874" y="7203"/>
                  </a:lnTo>
                  <a:lnTo>
                    <a:pt x="3094" y="7414"/>
                  </a:lnTo>
                  <a:lnTo>
                    <a:pt x="3324" y="7615"/>
                  </a:lnTo>
                  <a:lnTo>
                    <a:pt x="3563" y="7787"/>
                  </a:lnTo>
                  <a:lnTo>
                    <a:pt x="3803" y="7941"/>
                  </a:lnTo>
                  <a:lnTo>
                    <a:pt x="3927" y="8008"/>
                  </a:lnTo>
                  <a:lnTo>
                    <a:pt x="4052" y="8075"/>
                  </a:lnTo>
                  <a:lnTo>
                    <a:pt x="4176" y="8123"/>
                  </a:lnTo>
                  <a:lnTo>
                    <a:pt x="4291" y="8171"/>
                  </a:lnTo>
                  <a:lnTo>
                    <a:pt x="4416" y="8209"/>
                  </a:lnTo>
                  <a:lnTo>
                    <a:pt x="4540" y="8238"/>
                  </a:lnTo>
                  <a:lnTo>
                    <a:pt x="4665" y="8257"/>
                  </a:lnTo>
                  <a:lnTo>
                    <a:pt x="4780" y="8276"/>
                  </a:lnTo>
                  <a:lnTo>
                    <a:pt x="4943" y="8276"/>
                  </a:lnTo>
                  <a:lnTo>
                    <a:pt x="5106" y="8257"/>
                  </a:lnTo>
                  <a:lnTo>
                    <a:pt x="5259" y="8218"/>
                  </a:lnTo>
                  <a:lnTo>
                    <a:pt x="5412" y="8171"/>
                  </a:lnTo>
                  <a:lnTo>
                    <a:pt x="5556" y="8113"/>
                  </a:lnTo>
                  <a:lnTo>
                    <a:pt x="5709" y="8036"/>
                  </a:lnTo>
                  <a:lnTo>
                    <a:pt x="5843" y="7950"/>
                  </a:lnTo>
                  <a:lnTo>
                    <a:pt x="5987" y="7855"/>
                  </a:lnTo>
                  <a:lnTo>
                    <a:pt x="6111" y="7749"/>
                  </a:lnTo>
                  <a:lnTo>
                    <a:pt x="6236" y="7634"/>
                  </a:lnTo>
                  <a:lnTo>
                    <a:pt x="6360" y="7519"/>
                  </a:lnTo>
                  <a:lnTo>
                    <a:pt x="6475" y="7395"/>
                  </a:lnTo>
                  <a:lnTo>
                    <a:pt x="6581" y="7280"/>
                  </a:lnTo>
                  <a:lnTo>
                    <a:pt x="6676" y="7155"/>
                  </a:lnTo>
                  <a:lnTo>
                    <a:pt x="6849" y="6906"/>
                  </a:lnTo>
                  <a:lnTo>
                    <a:pt x="7021" y="6629"/>
                  </a:lnTo>
                  <a:lnTo>
                    <a:pt x="7174" y="6360"/>
                  </a:lnTo>
                  <a:lnTo>
                    <a:pt x="7308" y="6083"/>
                  </a:lnTo>
                  <a:lnTo>
                    <a:pt x="7423" y="5814"/>
                  </a:lnTo>
                  <a:lnTo>
                    <a:pt x="7529" y="5556"/>
                  </a:lnTo>
                  <a:lnTo>
                    <a:pt x="7615" y="5288"/>
                  </a:lnTo>
                  <a:lnTo>
                    <a:pt x="7682" y="5029"/>
                  </a:lnTo>
                  <a:lnTo>
                    <a:pt x="7749" y="4780"/>
                  </a:lnTo>
                  <a:lnTo>
                    <a:pt x="7787" y="4531"/>
                  </a:lnTo>
                  <a:lnTo>
                    <a:pt x="7826" y="4282"/>
                  </a:lnTo>
                  <a:lnTo>
                    <a:pt x="7845" y="4042"/>
                  </a:lnTo>
                  <a:lnTo>
                    <a:pt x="7854" y="3813"/>
                  </a:lnTo>
                  <a:lnTo>
                    <a:pt x="7864" y="3583"/>
                  </a:lnTo>
                  <a:lnTo>
                    <a:pt x="7854" y="3372"/>
                  </a:lnTo>
                  <a:lnTo>
                    <a:pt x="7845" y="3161"/>
                  </a:lnTo>
                  <a:lnTo>
                    <a:pt x="7826" y="2960"/>
                  </a:lnTo>
                  <a:lnTo>
                    <a:pt x="7797" y="2759"/>
                  </a:lnTo>
                  <a:lnTo>
                    <a:pt x="7768" y="2577"/>
                  </a:lnTo>
                  <a:lnTo>
                    <a:pt x="7701" y="2242"/>
                  </a:lnTo>
                  <a:lnTo>
                    <a:pt x="7625" y="1945"/>
                  </a:lnTo>
                  <a:lnTo>
                    <a:pt x="7548" y="1686"/>
                  </a:lnTo>
                  <a:lnTo>
                    <a:pt x="7471" y="1485"/>
                  </a:lnTo>
                  <a:lnTo>
                    <a:pt x="7404" y="1341"/>
                  </a:lnTo>
                  <a:lnTo>
                    <a:pt x="7347" y="1217"/>
                  </a:lnTo>
                  <a:lnTo>
                    <a:pt x="7270" y="987"/>
                  </a:lnTo>
                  <a:lnTo>
                    <a:pt x="7194" y="776"/>
                  </a:lnTo>
                  <a:lnTo>
                    <a:pt x="7136" y="661"/>
                  </a:lnTo>
                  <a:lnTo>
                    <a:pt x="7079" y="546"/>
                  </a:lnTo>
                  <a:lnTo>
                    <a:pt x="7031" y="451"/>
                  </a:lnTo>
                  <a:lnTo>
                    <a:pt x="6964" y="364"/>
                  </a:lnTo>
                  <a:lnTo>
                    <a:pt x="6906" y="288"/>
                  </a:lnTo>
                  <a:lnTo>
                    <a:pt x="6849" y="221"/>
                  </a:lnTo>
                  <a:lnTo>
                    <a:pt x="6782" y="173"/>
                  </a:lnTo>
                  <a:lnTo>
                    <a:pt x="6724" y="125"/>
                  </a:lnTo>
                  <a:lnTo>
                    <a:pt x="6657" y="87"/>
                  </a:lnTo>
                  <a:lnTo>
                    <a:pt x="6590" y="48"/>
                  </a:lnTo>
                  <a:lnTo>
                    <a:pt x="6523" y="29"/>
                  </a:lnTo>
                  <a:lnTo>
                    <a:pt x="6456" y="10"/>
                  </a:lnTo>
                  <a:lnTo>
                    <a:pt x="6389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1"/>
            <p:cNvSpPr/>
            <p:nvPr/>
          </p:nvSpPr>
          <p:spPr>
            <a:xfrm>
              <a:off x="7868902" y="1648479"/>
              <a:ext cx="64112" cy="110052"/>
            </a:xfrm>
            <a:custGeom>
              <a:rect b="b" l="l" r="r" t="t"/>
              <a:pathLst>
                <a:path extrusionOk="0" h="2798" w="1630">
                  <a:moveTo>
                    <a:pt x="624" y="1"/>
                  </a:moveTo>
                  <a:lnTo>
                    <a:pt x="547" y="10"/>
                  </a:lnTo>
                  <a:lnTo>
                    <a:pt x="470" y="29"/>
                  </a:lnTo>
                  <a:lnTo>
                    <a:pt x="394" y="68"/>
                  </a:lnTo>
                  <a:lnTo>
                    <a:pt x="327" y="116"/>
                  </a:lnTo>
                  <a:lnTo>
                    <a:pt x="269" y="173"/>
                  </a:lnTo>
                  <a:lnTo>
                    <a:pt x="212" y="240"/>
                  </a:lnTo>
                  <a:lnTo>
                    <a:pt x="164" y="326"/>
                  </a:lnTo>
                  <a:lnTo>
                    <a:pt x="116" y="422"/>
                  </a:lnTo>
                  <a:lnTo>
                    <a:pt x="78" y="518"/>
                  </a:lnTo>
                  <a:lnTo>
                    <a:pt x="49" y="623"/>
                  </a:lnTo>
                  <a:lnTo>
                    <a:pt x="20" y="738"/>
                  </a:lnTo>
                  <a:lnTo>
                    <a:pt x="11" y="863"/>
                  </a:lnTo>
                  <a:lnTo>
                    <a:pt x="1" y="997"/>
                  </a:lnTo>
                  <a:lnTo>
                    <a:pt x="1" y="1121"/>
                  </a:lnTo>
                  <a:lnTo>
                    <a:pt x="1" y="1265"/>
                  </a:lnTo>
                  <a:lnTo>
                    <a:pt x="20" y="1399"/>
                  </a:lnTo>
                  <a:lnTo>
                    <a:pt x="39" y="1543"/>
                  </a:lnTo>
                  <a:lnTo>
                    <a:pt x="68" y="1686"/>
                  </a:lnTo>
                  <a:lnTo>
                    <a:pt x="106" y="1821"/>
                  </a:lnTo>
                  <a:lnTo>
                    <a:pt x="154" y="1955"/>
                  </a:lnTo>
                  <a:lnTo>
                    <a:pt x="202" y="2079"/>
                  </a:lnTo>
                  <a:lnTo>
                    <a:pt x="260" y="2194"/>
                  </a:lnTo>
                  <a:lnTo>
                    <a:pt x="327" y="2299"/>
                  </a:lnTo>
                  <a:lnTo>
                    <a:pt x="384" y="2395"/>
                  </a:lnTo>
                  <a:lnTo>
                    <a:pt x="461" y="2491"/>
                  </a:lnTo>
                  <a:lnTo>
                    <a:pt x="528" y="2568"/>
                  </a:lnTo>
                  <a:lnTo>
                    <a:pt x="604" y="2635"/>
                  </a:lnTo>
                  <a:lnTo>
                    <a:pt x="681" y="2692"/>
                  </a:lnTo>
                  <a:lnTo>
                    <a:pt x="758" y="2740"/>
                  </a:lnTo>
                  <a:lnTo>
                    <a:pt x="844" y="2769"/>
                  </a:lnTo>
                  <a:lnTo>
                    <a:pt x="920" y="2798"/>
                  </a:lnTo>
                  <a:lnTo>
                    <a:pt x="997" y="2798"/>
                  </a:lnTo>
                  <a:lnTo>
                    <a:pt x="1083" y="2788"/>
                  </a:lnTo>
                  <a:lnTo>
                    <a:pt x="1160" y="2769"/>
                  </a:lnTo>
                  <a:lnTo>
                    <a:pt x="1237" y="2731"/>
                  </a:lnTo>
                  <a:lnTo>
                    <a:pt x="1304" y="2683"/>
                  </a:lnTo>
                  <a:lnTo>
                    <a:pt x="1361" y="2625"/>
                  </a:lnTo>
                  <a:lnTo>
                    <a:pt x="1419" y="2549"/>
                  </a:lnTo>
                  <a:lnTo>
                    <a:pt x="1466" y="2472"/>
                  </a:lnTo>
                  <a:lnTo>
                    <a:pt x="1514" y="2376"/>
                  </a:lnTo>
                  <a:lnTo>
                    <a:pt x="1553" y="2280"/>
                  </a:lnTo>
                  <a:lnTo>
                    <a:pt x="1581" y="2175"/>
                  </a:lnTo>
                  <a:lnTo>
                    <a:pt x="1601" y="2050"/>
                  </a:lnTo>
                  <a:lnTo>
                    <a:pt x="1620" y="1936"/>
                  </a:lnTo>
                  <a:lnTo>
                    <a:pt x="1629" y="1801"/>
                  </a:lnTo>
                  <a:lnTo>
                    <a:pt x="1629" y="1667"/>
                  </a:lnTo>
                  <a:lnTo>
                    <a:pt x="1629" y="1533"/>
                  </a:lnTo>
                  <a:lnTo>
                    <a:pt x="1610" y="1390"/>
                  </a:lnTo>
                  <a:lnTo>
                    <a:pt x="1591" y="1246"/>
                  </a:lnTo>
                  <a:lnTo>
                    <a:pt x="1553" y="1112"/>
                  </a:lnTo>
                  <a:lnTo>
                    <a:pt x="1514" y="968"/>
                  </a:lnTo>
                  <a:lnTo>
                    <a:pt x="1476" y="844"/>
                  </a:lnTo>
                  <a:lnTo>
                    <a:pt x="1419" y="719"/>
                  </a:lnTo>
                  <a:lnTo>
                    <a:pt x="1371" y="604"/>
                  </a:lnTo>
                  <a:lnTo>
                    <a:pt x="1304" y="499"/>
                  </a:lnTo>
                  <a:lnTo>
                    <a:pt x="1237" y="393"/>
                  </a:lnTo>
                  <a:lnTo>
                    <a:pt x="1169" y="307"/>
                  </a:lnTo>
                  <a:lnTo>
                    <a:pt x="1102" y="231"/>
                  </a:lnTo>
                  <a:lnTo>
                    <a:pt x="1026" y="164"/>
                  </a:lnTo>
                  <a:lnTo>
                    <a:pt x="949" y="106"/>
                  </a:lnTo>
                  <a:lnTo>
                    <a:pt x="873" y="58"/>
                  </a:lnTo>
                  <a:lnTo>
                    <a:pt x="786" y="20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1"/>
            <p:cNvSpPr/>
            <p:nvPr/>
          </p:nvSpPr>
          <p:spPr>
            <a:xfrm>
              <a:off x="7730652" y="1771311"/>
              <a:ext cx="42243" cy="79884"/>
            </a:xfrm>
            <a:custGeom>
              <a:rect b="b" l="l" r="r" t="t"/>
              <a:pathLst>
                <a:path extrusionOk="0" h="2031" w="1074">
                  <a:moveTo>
                    <a:pt x="1" y="0"/>
                  </a:moveTo>
                  <a:lnTo>
                    <a:pt x="77" y="211"/>
                  </a:lnTo>
                  <a:lnTo>
                    <a:pt x="144" y="422"/>
                  </a:lnTo>
                  <a:lnTo>
                    <a:pt x="192" y="632"/>
                  </a:lnTo>
                  <a:lnTo>
                    <a:pt x="231" y="843"/>
                  </a:lnTo>
                  <a:lnTo>
                    <a:pt x="259" y="1063"/>
                  </a:lnTo>
                  <a:lnTo>
                    <a:pt x="269" y="1274"/>
                  </a:lnTo>
                  <a:lnTo>
                    <a:pt x="279" y="1494"/>
                  </a:lnTo>
                  <a:lnTo>
                    <a:pt x="269" y="1705"/>
                  </a:lnTo>
                  <a:lnTo>
                    <a:pt x="298" y="1791"/>
                  </a:lnTo>
                  <a:lnTo>
                    <a:pt x="336" y="1868"/>
                  </a:lnTo>
                  <a:lnTo>
                    <a:pt x="394" y="1935"/>
                  </a:lnTo>
                  <a:lnTo>
                    <a:pt x="461" y="1983"/>
                  </a:lnTo>
                  <a:lnTo>
                    <a:pt x="537" y="2021"/>
                  </a:lnTo>
                  <a:lnTo>
                    <a:pt x="623" y="2031"/>
                  </a:lnTo>
                  <a:lnTo>
                    <a:pt x="710" y="2031"/>
                  </a:lnTo>
                  <a:lnTo>
                    <a:pt x="796" y="2012"/>
                  </a:lnTo>
                  <a:lnTo>
                    <a:pt x="882" y="1973"/>
                  </a:lnTo>
                  <a:lnTo>
                    <a:pt x="959" y="1916"/>
                  </a:lnTo>
                  <a:lnTo>
                    <a:pt x="1016" y="1849"/>
                  </a:lnTo>
                  <a:lnTo>
                    <a:pt x="1054" y="1772"/>
                  </a:lnTo>
                  <a:lnTo>
                    <a:pt x="1074" y="1686"/>
                  </a:lnTo>
                  <a:lnTo>
                    <a:pt x="1074" y="1590"/>
                  </a:lnTo>
                  <a:lnTo>
                    <a:pt x="1054" y="1504"/>
                  </a:lnTo>
                  <a:lnTo>
                    <a:pt x="1016" y="14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1"/>
            <p:cNvSpPr/>
            <p:nvPr/>
          </p:nvSpPr>
          <p:spPr>
            <a:xfrm>
              <a:off x="7484280" y="1425864"/>
              <a:ext cx="326656" cy="355644"/>
            </a:xfrm>
            <a:custGeom>
              <a:rect b="b" l="l" r="r" t="t"/>
              <a:pathLst>
                <a:path extrusionOk="0" h="9042" w="8305">
                  <a:moveTo>
                    <a:pt x="4502" y="0"/>
                  </a:moveTo>
                  <a:lnTo>
                    <a:pt x="4225" y="29"/>
                  </a:lnTo>
                  <a:lnTo>
                    <a:pt x="3937" y="58"/>
                  </a:lnTo>
                  <a:lnTo>
                    <a:pt x="3640" y="115"/>
                  </a:lnTo>
                  <a:lnTo>
                    <a:pt x="3487" y="153"/>
                  </a:lnTo>
                  <a:lnTo>
                    <a:pt x="3343" y="192"/>
                  </a:lnTo>
                  <a:lnTo>
                    <a:pt x="3200" y="249"/>
                  </a:lnTo>
                  <a:lnTo>
                    <a:pt x="3056" y="307"/>
                  </a:lnTo>
                  <a:lnTo>
                    <a:pt x="2912" y="374"/>
                  </a:lnTo>
                  <a:lnTo>
                    <a:pt x="2769" y="450"/>
                  </a:lnTo>
                  <a:lnTo>
                    <a:pt x="2635" y="527"/>
                  </a:lnTo>
                  <a:lnTo>
                    <a:pt x="2501" y="623"/>
                  </a:lnTo>
                  <a:lnTo>
                    <a:pt x="2367" y="718"/>
                  </a:lnTo>
                  <a:lnTo>
                    <a:pt x="2232" y="824"/>
                  </a:lnTo>
                  <a:lnTo>
                    <a:pt x="2108" y="929"/>
                  </a:lnTo>
                  <a:lnTo>
                    <a:pt x="1983" y="1044"/>
                  </a:lnTo>
                  <a:lnTo>
                    <a:pt x="1859" y="1159"/>
                  </a:lnTo>
                  <a:lnTo>
                    <a:pt x="1734" y="1284"/>
                  </a:lnTo>
                  <a:lnTo>
                    <a:pt x="1504" y="1552"/>
                  </a:lnTo>
                  <a:lnTo>
                    <a:pt x="1284" y="1839"/>
                  </a:lnTo>
                  <a:lnTo>
                    <a:pt x="1083" y="2136"/>
                  </a:lnTo>
                  <a:lnTo>
                    <a:pt x="892" y="2452"/>
                  </a:lnTo>
                  <a:lnTo>
                    <a:pt x="719" y="2787"/>
                  </a:lnTo>
                  <a:lnTo>
                    <a:pt x="566" y="3123"/>
                  </a:lnTo>
                  <a:lnTo>
                    <a:pt x="422" y="3467"/>
                  </a:lnTo>
                  <a:lnTo>
                    <a:pt x="298" y="3822"/>
                  </a:lnTo>
                  <a:lnTo>
                    <a:pt x="202" y="4176"/>
                  </a:lnTo>
                  <a:lnTo>
                    <a:pt x="116" y="4531"/>
                  </a:lnTo>
                  <a:lnTo>
                    <a:pt x="58" y="4894"/>
                  </a:lnTo>
                  <a:lnTo>
                    <a:pt x="10" y="5249"/>
                  </a:lnTo>
                  <a:lnTo>
                    <a:pt x="1" y="5603"/>
                  </a:lnTo>
                  <a:lnTo>
                    <a:pt x="1" y="5776"/>
                  </a:lnTo>
                  <a:lnTo>
                    <a:pt x="1" y="5948"/>
                  </a:lnTo>
                  <a:lnTo>
                    <a:pt x="10" y="6120"/>
                  </a:lnTo>
                  <a:lnTo>
                    <a:pt x="29" y="6283"/>
                  </a:lnTo>
                  <a:lnTo>
                    <a:pt x="58" y="6446"/>
                  </a:lnTo>
                  <a:lnTo>
                    <a:pt x="87" y="6609"/>
                  </a:lnTo>
                  <a:lnTo>
                    <a:pt x="125" y="6772"/>
                  </a:lnTo>
                  <a:lnTo>
                    <a:pt x="173" y="6925"/>
                  </a:lnTo>
                  <a:lnTo>
                    <a:pt x="221" y="7078"/>
                  </a:lnTo>
                  <a:lnTo>
                    <a:pt x="279" y="7222"/>
                  </a:lnTo>
                  <a:lnTo>
                    <a:pt x="346" y="7366"/>
                  </a:lnTo>
                  <a:lnTo>
                    <a:pt x="413" y="7509"/>
                  </a:lnTo>
                  <a:lnTo>
                    <a:pt x="499" y="7643"/>
                  </a:lnTo>
                  <a:lnTo>
                    <a:pt x="585" y="7778"/>
                  </a:lnTo>
                  <a:lnTo>
                    <a:pt x="671" y="7902"/>
                  </a:lnTo>
                  <a:lnTo>
                    <a:pt x="777" y="8017"/>
                  </a:lnTo>
                  <a:lnTo>
                    <a:pt x="882" y="8132"/>
                  </a:lnTo>
                  <a:lnTo>
                    <a:pt x="1006" y="8237"/>
                  </a:lnTo>
                  <a:lnTo>
                    <a:pt x="1131" y="8343"/>
                  </a:lnTo>
                  <a:lnTo>
                    <a:pt x="1255" y="8438"/>
                  </a:lnTo>
                  <a:lnTo>
                    <a:pt x="1399" y="8525"/>
                  </a:lnTo>
                  <a:lnTo>
                    <a:pt x="1552" y="8601"/>
                  </a:lnTo>
                  <a:lnTo>
                    <a:pt x="1706" y="8678"/>
                  </a:lnTo>
                  <a:lnTo>
                    <a:pt x="1868" y="8745"/>
                  </a:lnTo>
                  <a:lnTo>
                    <a:pt x="2041" y="8802"/>
                  </a:lnTo>
                  <a:lnTo>
                    <a:pt x="2204" y="8860"/>
                  </a:lnTo>
                  <a:lnTo>
                    <a:pt x="2367" y="8908"/>
                  </a:lnTo>
                  <a:lnTo>
                    <a:pt x="2529" y="8946"/>
                  </a:lnTo>
                  <a:lnTo>
                    <a:pt x="2692" y="8975"/>
                  </a:lnTo>
                  <a:lnTo>
                    <a:pt x="2855" y="9004"/>
                  </a:lnTo>
                  <a:lnTo>
                    <a:pt x="3008" y="9023"/>
                  </a:lnTo>
                  <a:lnTo>
                    <a:pt x="3162" y="9032"/>
                  </a:lnTo>
                  <a:lnTo>
                    <a:pt x="3315" y="9042"/>
                  </a:lnTo>
                  <a:lnTo>
                    <a:pt x="3621" y="9042"/>
                  </a:lnTo>
                  <a:lnTo>
                    <a:pt x="3765" y="9032"/>
                  </a:lnTo>
                  <a:lnTo>
                    <a:pt x="4052" y="8994"/>
                  </a:lnTo>
                  <a:lnTo>
                    <a:pt x="4330" y="8936"/>
                  </a:lnTo>
                  <a:lnTo>
                    <a:pt x="4598" y="8860"/>
                  </a:lnTo>
                  <a:lnTo>
                    <a:pt x="4857" y="8754"/>
                  </a:lnTo>
                  <a:lnTo>
                    <a:pt x="5115" y="8640"/>
                  </a:lnTo>
                  <a:lnTo>
                    <a:pt x="5355" y="8505"/>
                  </a:lnTo>
                  <a:lnTo>
                    <a:pt x="5594" y="8362"/>
                  </a:lnTo>
                  <a:lnTo>
                    <a:pt x="5824" y="8189"/>
                  </a:lnTo>
                  <a:lnTo>
                    <a:pt x="6035" y="8007"/>
                  </a:lnTo>
                  <a:lnTo>
                    <a:pt x="6246" y="7816"/>
                  </a:lnTo>
                  <a:lnTo>
                    <a:pt x="6447" y="7605"/>
                  </a:lnTo>
                  <a:lnTo>
                    <a:pt x="6638" y="7394"/>
                  </a:lnTo>
                  <a:lnTo>
                    <a:pt x="6811" y="7165"/>
                  </a:lnTo>
                  <a:lnTo>
                    <a:pt x="6983" y="6925"/>
                  </a:lnTo>
                  <a:lnTo>
                    <a:pt x="7146" y="6676"/>
                  </a:lnTo>
                  <a:lnTo>
                    <a:pt x="7299" y="6417"/>
                  </a:lnTo>
                  <a:lnTo>
                    <a:pt x="7443" y="6149"/>
                  </a:lnTo>
                  <a:lnTo>
                    <a:pt x="7577" y="5881"/>
                  </a:lnTo>
                  <a:lnTo>
                    <a:pt x="7702" y="5613"/>
                  </a:lnTo>
                  <a:lnTo>
                    <a:pt x="7807" y="5335"/>
                  </a:lnTo>
                  <a:lnTo>
                    <a:pt x="7912" y="5048"/>
                  </a:lnTo>
                  <a:lnTo>
                    <a:pt x="8008" y="4770"/>
                  </a:lnTo>
                  <a:lnTo>
                    <a:pt x="8085" y="4483"/>
                  </a:lnTo>
                  <a:lnTo>
                    <a:pt x="8161" y="4195"/>
                  </a:lnTo>
                  <a:lnTo>
                    <a:pt x="8219" y="3908"/>
                  </a:lnTo>
                  <a:lnTo>
                    <a:pt x="8276" y="3630"/>
                  </a:lnTo>
                  <a:lnTo>
                    <a:pt x="8295" y="3458"/>
                  </a:lnTo>
                  <a:lnTo>
                    <a:pt x="8305" y="3285"/>
                  </a:lnTo>
                  <a:lnTo>
                    <a:pt x="8305" y="3103"/>
                  </a:lnTo>
                  <a:lnTo>
                    <a:pt x="8286" y="2921"/>
                  </a:lnTo>
                  <a:lnTo>
                    <a:pt x="8267" y="2749"/>
                  </a:lnTo>
                  <a:lnTo>
                    <a:pt x="8228" y="2567"/>
                  </a:lnTo>
                  <a:lnTo>
                    <a:pt x="8180" y="2395"/>
                  </a:lnTo>
                  <a:lnTo>
                    <a:pt x="8123" y="2213"/>
                  </a:lnTo>
                  <a:lnTo>
                    <a:pt x="8056" y="2040"/>
                  </a:lnTo>
                  <a:lnTo>
                    <a:pt x="7970" y="1868"/>
                  </a:lnTo>
                  <a:lnTo>
                    <a:pt x="7884" y="1705"/>
                  </a:lnTo>
                  <a:lnTo>
                    <a:pt x="7778" y="1542"/>
                  </a:lnTo>
                  <a:lnTo>
                    <a:pt x="7673" y="1379"/>
                  </a:lnTo>
                  <a:lnTo>
                    <a:pt x="7548" y="1226"/>
                  </a:lnTo>
                  <a:lnTo>
                    <a:pt x="7414" y="1073"/>
                  </a:lnTo>
                  <a:lnTo>
                    <a:pt x="7271" y="939"/>
                  </a:lnTo>
                  <a:lnTo>
                    <a:pt x="7117" y="805"/>
                  </a:lnTo>
                  <a:lnTo>
                    <a:pt x="6954" y="680"/>
                  </a:lnTo>
                  <a:lnTo>
                    <a:pt x="6772" y="556"/>
                  </a:lnTo>
                  <a:lnTo>
                    <a:pt x="6590" y="450"/>
                  </a:lnTo>
                  <a:lnTo>
                    <a:pt x="6399" y="354"/>
                  </a:lnTo>
                  <a:lnTo>
                    <a:pt x="6198" y="268"/>
                  </a:lnTo>
                  <a:lnTo>
                    <a:pt x="5977" y="192"/>
                  </a:lnTo>
                  <a:lnTo>
                    <a:pt x="5757" y="125"/>
                  </a:lnTo>
                  <a:lnTo>
                    <a:pt x="5527" y="77"/>
                  </a:lnTo>
                  <a:lnTo>
                    <a:pt x="5278" y="38"/>
                  </a:lnTo>
                  <a:lnTo>
                    <a:pt x="5029" y="10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1"/>
            <p:cNvSpPr/>
            <p:nvPr/>
          </p:nvSpPr>
          <p:spPr>
            <a:xfrm>
              <a:off x="7748352" y="1861340"/>
              <a:ext cx="54672" cy="30168"/>
            </a:xfrm>
            <a:custGeom>
              <a:rect b="b" l="l" r="r" t="t"/>
              <a:pathLst>
                <a:path extrusionOk="0" h="767" w="1390">
                  <a:moveTo>
                    <a:pt x="796" y="0"/>
                  </a:moveTo>
                  <a:lnTo>
                    <a:pt x="700" y="10"/>
                  </a:lnTo>
                  <a:lnTo>
                    <a:pt x="595" y="29"/>
                  </a:lnTo>
                  <a:lnTo>
                    <a:pt x="489" y="58"/>
                  </a:lnTo>
                  <a:lnTo>
                    <a:pt x="394" y="115"/>
                  </a:lnTo>
                  <a:lnTo>
                    <a:pt x="298" y="173"/>
                  </a:lnTo>
                  <a:lnTo>
                    <a:pt x="221" y="249"/>
                  </a:lnTo>
                  <a:lnTo>
                    <a:pt x="145" y="326"/>
                  </a:lnTo>
                  <a:lnTo>
                    <a:pt x="87" y="422"/>
                  </a:lnTo>
                  <a:lnTo>
                    <a:pt x="39" y="518"/>
                  </a:lnTo>
                  <a:lnTo>
                    <a:pt x="1" y="633"/>
                  </a:lnTo>
                  <a:lnTo>
                    <a:pt x="1" y="671"/>
                  </a:lnTo>
                  <a:lnTo>
                    <a:pt x="20" y="709"/>
                  </a:lnTo>
                  <a:lnTo>
                    <a:pt x="49" y="747"/>
                  </a:lnTo>
                  <a:lnTo>
                    <a:pt x="87" y="767"/>
                  </a:lnTo>
                  <a:lnTo>
                    <a:pt x="116" y="767"/>
                  </a:lnTo>
                  <a:lnTo>
                    <a:pt x="145" y="757"/>
                  </a:lnTo>
                  <a:lnTo>
                    <a:pt x="183" y="747"/>
                  </a:lnTo>
                  <a:lnTo>
                    <a:pt x="202" y="719"/>
                  </a:lnTo>
                  <a:lnTo>
                    <a:pt x="221" y="680"/>
                  </a:lnTo>
                  <a:lnTo>
                    <a:pt x="250" y="604"/>
                  </a:lnTo>
                  <a:lnTo>
                    <a:pt x="279" y="527"/>
                  </a:lnTo>
                  <a:lnTo>
                    <a:pt x="327" y="460"/>
                  </a:lnTo>
                  <a:lnTo>
                    <a:pt x="375" y="403"/>
                  </a:lnTo>
                  <a:lnTo>
                    <a:pt x="442" y="345"/>
                  </a:lnTo>
                  <a:lnTo>
                    <a:pt x="499" y="307"/>
                  </a:lnTo>
                  <a:lnTo>
                    <a:pt x="576" y="269"/>
                  </a:lnTo>
                  <a:lnTo>
                    <a:pt x="652" y="240"/>
                  </a:lnTo>
                  <a:lnTo>
                    <a:pt x="729" y="230"/>
                  </a:lnTo>
                  <a:lnTo>
                    <a:pt x="806" y="221"/>
                  </a:lnTo>
                  <a:lnTo>
                    <a:pt x="873" y="230"/>
                  </a:lnTo>
                  <a:lnTo>
                    <a:pt x="949" y="240"/>
                  </a:lnTo>
                  <a:lnTo>
                    <a:pt x="1016" y="259"/>
                  </a:lnTo>
                  <a:lnTo>
                    <a:pt x="1083" y="288"/>
                  </a:lnTo>
                  <a:lnTo>
                    <a:pt x="1150" y="326"/>
                  </a:lnTo>
                  <a:lnTo>
                    <a:pt x="1208" y="374"/>
                  </a:lnTo>
                  <a:lnTo>
                    <a:pt x="1246" y="393"/>
                  </a:lnTo>
                  <a:lnTo>
                    <a:pt x="1284" y="403"/>
                  </a:lnTo>
                  <a:lnTo>
                    <a:pt x="1323" y="393"/>
                  </a:lnTo>
                  <a:lnTo>
                    <a:pt x="1361" y="364"/>
                  </a:lnTo>
                  <a:lnTo>
                    <a:pt x="1380" y="326"/>
                  </a:lnTo>
                  <a:lnTo>
                    <a:pt x="1390" y="288"/>
                  </a:lnTo>
                  <a:lnTo>
                    <a:pt x="1380" y="240"/>
                  </a:lnTo>
                  <a:lnTo>
                    <a:pt x="1351" y="211"/>
                  </a:lnTo>
                  <a:lnTo>
                    <a:pt x="1275" y="144"/>
                  </a:lnTo>
                  <a:lnTo>
                    <a:pt x="1189" y="96"/>
                  </a:lnTo>
                  <a:lnTo>
                    <a:pt x="1093" y="48"/>
                  </a:lnTo>
                  <a:lnTo>
                    <a:pt x="997" y="20"/>
                  </a:lnTo>
                  <a:lnTo>
                    <a:pt x="901" y="10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1"/>
            <p:cNvSpPr/>
            <p:nvPr/>
          </p:nvSpPr>
          <p:spPr>
            <a:xfrm>
              <a:off x="7754763" y="1746060"/>
              <a:ext cx="51290" cy="29027"/>
            </a:xfrm>
            <a:custGeom>
              <a:rect b="b" l="l" r="r" t="t"/>
              <a:pathLst>
                <a:path extrusionOk="0" h="738" w="1304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7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3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89"/>
                  </a:lnTo>
                  <a:lnTo>
                    <a:pt x="49" y="508"/>
                  </a:lnTo>
                  <a:lnTo>
                    <a:pt x="20" y="537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61"/>
                  </a:lnTo>
                  <a:lnTo>
                    <a:pt x="58" y="700"/>
                  </a:lnTo>
                  <a:lnTo>
                    <a:pt x="97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3" y="700"/>
                  </a:lnTo>
                  <a:lnTo>
                    <a:pt x="767" y="652"/>
                  </a:lnTo>
                  <a:lnTo>
                    <a:pt x="892" y="594"/>
                  </a:lnTo>
                  <a:lnTo>
                    <a:pt x="1007" y="518"/>
                  </a:lnTo>
                  <a:lnTo>
                    <a:pt x="1102" y="412"/>
                  </a:lnTo>
                  <a:lnTo>
                    <a:pt x="1198" y="29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1"/>
            <p:cNvSpPr/>
            <p:nvPr/>
          </p:nvSpPr>
          <p:spPr>
            <a:xfrm>
              <a:off x="7744222" y="1708027"/>
              <a:ext cx="46373" cy="40316"/>
            </a:xfrm>
            <a:custGeom>
              <a:rect b="b" l="l" r="r" t="t"/>
              <a:pathLst>
                <a:path extrusionOk="0" h="1025" w="1179">
                  <a:moveTo>
                    <a:pt x="1035" y="0"/>
                  </a:moveTo>
                  <a:lnTo>
                    <a:pt x="997" y="19"/>
                  </a:lnTo>
                  <a:lnTo>
                    <a:pt x="39" y="833"/>
                  </a:lnTo>
                  <a:lnTo>
                    <a:pt x="10" y="862"/>
                  </a:lnTo>
                  <a:lnTo>
                    <a:pt x="1" y="910"/>
                  </a:lnTo>
                  <a:lnTo>
                    <a:pt x="1" y="948"/>
                  </a:lnTo>
                  <a:lnTo>
                    <a:pt x="29" y="987"/>
                  </a:lnTo>
                  <a:lnTo>
                    <a:pt x="68" y="1015"/>
                  </a:lnTo>
                  <a:lnTo>
                    <a:pt x="106" y="1025"/>
                  </a:lnTo>
                  <a:lnTo>
                    <a:pt x="144" y="1025"/>
                  </a:lnTo>
                  <a:lnTo>
                    <a:pt x="183" y="1006"/>
                  </a:lnTo>
                  <a:lnTo>
                    <a:pt x="1140" y="192"/>
                  </a:lnTo>
                  <a:lnTo>
                    <a:pt x="1169" y="163"/>
                  </a:lnTo>
                  <a:lnTo>
                    <a:pt x="1179" y="115"/>
                  </a:lnTo>
                  <a:lnTo>
                    <a:pt x="1179" y="77"/>
                  </a:lnTo>
                  <a:lnTo>
                    <a:pt x="1160" y="38"/>
                  </a:lnTo>
                  <a:lnTo>
                    <a:pt x="1121" y="10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1"/>
            <p:cNvSpPr/>
            <p:nvPr/>
          </p:nvSpPr>
          <p:spPr>
            <a:xfrm>
              <a:off x="7671891" y="1787122"/>
              <a:ext cx="51290" cy="29067"/>
            </a:xfrm>
            <a:custGeom>
              <a:rect b="b" l="l" r="r" t="t"/>
              <a:pathLst>
                <a:path extrusionOk="0" h="739" w="1304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6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2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99"/>
                  </a:lnTo>
                  <a:lnTo>
                    <a:pt x="49" y="508"/>
                  </a:lnTo>
                  <a:lnTo>
                    <a:pt x="20" y="546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71"/>
                  </a:lnTo>
                  <a:lnTo>
                    <a:pt x="58" y="700"/>
                  </a:lnTo>
                  <a:lnTo>
                    <a:pt x="96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2" y="700"/>
                  </a:lnTo>
                  <a:lnTo>
                    <a:pt x="767" y="661"/>
                  </a:lnTo>
                  <a:lnTo>
                    <a:pt x="891" y="594"/>
                  </a:lnTo>
                  <a:lnTo>
                    <a:pt x="1006" y="518"/>
                  </a:lnTo>
                  <a:lnTo>
                    <a:pt x="1102" y="422"/>
                  </a:lnTo>
                  <a:lnTo>
                    <a:pt x="1198" y="30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1"/>
            <p:cNvSpPr/>
            <p:nvPr/>
          </p:nvSpPr>
          <p:spPr>
            <a:xfrm>
              <a:off x="7651557" y="1763012"/>
              <a:ext cx="61831" cy="18132"/>
            </a:xfrm>
            <a:custGeom>
              <a:rect b="b" l="l" r="r" t="t"/>
              <a:pathLst>
                <a:path extrusionOk="0" h="461" w="1572">
                  <a:moveTo>
                    <a:pt x="1447" y="0"/>
                  </a:moveTo>
                  <a:lnTo>
                    <a:pt x="96" y="240"/>
                  </a:lnTo>
                  <a:lnTo>
                    <a:pt x="48" y="259"/>
                  </a:lnTo>
                  <a:lnTo>
                    <a:pt x="20" y="288"/>
                  </a:lnTo>
                  <a:lnTo>
                    <a:pt x="0" y="326"/>
                  </a:lnTo>
                  <a:lnTo>
                    <a:pt x="0" y="374"/>
                  </a:lnTo>
                  <a:lnTo>
                    <a:pt x="20" y="412"/>
                  </a:lnTo>
                  <a:lnTo>
                    <a:pt x="39" y="441"/>
                  </a:lnTo>
                  <a:lnTo>
                    <a:pt x="77" y="460"/>
                  </a:lnTo>
                  <a:lnTo>
                    <a:pt x="135" y="460"/>
                  </a:lnTo>
                  <a:lnTo>
                    <a:pt x="1485" y="221"/>
                  </a:lnTo>
                  <a:lnTo>
                    <a:pt x="1523" y="211"/>
                  </a:lnTo>
                  <a:lnTo>
                    <a:pt x="1552" y="182"/>
                  </a:lnTo>
                  <a:lnTo>
                    <a:pt x="1571" y="135"/>
                  </a:lnTo>
                  <a:lnTo>
                    <a:pt x="1571" y="96"/>
                  </a:lnTo>
                  <a:lnTo>
                    <a:pt x="1562" y="58"/>
                  </a:lnTo>
                  <a:lnTo>
                    <a:pt x="1533" y="20"/>
                  </a:lnTo>
                  <a:lnTo>
                    <a:pt x="1495" y="1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1"/>
            <p:cNvSpPr/>
            <p:nvPr/>
          </p:nvSpPr>
          <p:spPr>
            <a:xfrm>
              <a:off x="6851005" y="3053669"/>
              <a:ext cx="875974" cy="1164871"/>
            </a:xfrm>
            <a:custGeom>
              <a:rect b="b" l="l" r="r" t="t"/>
              <a:pathLst>
                <a:path extrusionOk="0" h="29616" w="22271">
                  <a:moveTo>
                    <a:pt x="17807" y="0"/>
                  </a:moveTo>
                  <a:lnTo>
                    <a:pt x="17615" y="19"/>
                  </a:lnTo>
                  <a:lnTo>
                    <a:pt x="17424" y="48"/>
                  </a:lnTo>
                  <a:lnTo>
                    <a:pt x="17242" y="96"/>
                  </a:lnTo>
                  <a:lnTo>
                    <a:pt x="17050" y="144"/>
                  </a:lnTo>
                  <a:lnTo>
                    <a:pt x="16858" y="201"/>
                  </a:lnTo>
                  <a:lnTo>
                    <a:pt x="16676" y="278"/>
                  </a:lnTo>
                  <a:lnTo>
                    <a:pt x="16485" y="364"/>
                  </a:lnTo>
                  <a:lnTo>
                    <a:pt x="16303" y="450"/>
                  </a:lnTo>
                  <a:lnTo>
                    <a:pt x="16111" y="556"/>
                  </a:lnTo>
                  <a:lnTo>
                    <a:pt x="15929" y="671"/>
                  </a:lnTo>
                  <a:lnTo>
                    <a:pt x="15738" y="805"/>
                  </a:lnTo>
                  <a:lnTo>
                    <a:pt x="15546" y="939"/>
                  </a:lnTo>
                  <a:lnTo>
                    <a:pt x="15364" y="1082"/>
                  </a:lnTo>
                  <a:lnTo>
                    <a:pt x="15173" y="1245"/>
                  </a:lnTo>
                  <a:lnTo>
                    <a:pt x="14981" y="1408"/>
                  </a:lnTo>
                  <a:lnTo>
                    <a:pt x="14799" y="1590"/>
                  </a:lnTo>
                  <a:lnTo>
                    <a:pt x="14608" y="1782"/>
                  </a:lnTo>
                  <a:lnTo>
                    <a:pt x="14416" y="1983"/>
                  </a:lnTo>
                  <a:lnTo>
                    <a:pt x="14224" y="2184"/>
                  </a:lnTo>
                  <a:lnTo>
                    <a:pt x="14033" y="2404"/>
                  </a:lnTo>
                  <a:lnTo>
                    <a:pt x="13841" y="2644"/>
                  </a:lnTo>
                  <a:lnTo>
                    <a:pt x="13449" y="3132"/>
                  </a:lnTo>
                  <a:lnTo>
                    <a:pt x="13046" y="3659"/>
                  </a:lnTo>
                  <a:lnTo>
                    <a:pt x="12654" y="4234"/>
                  </a:lnTo>
                  <a:lnTo>
                    <a:pt x="12242" y="4847"/>
                  </a:lnTo>
                  <a:lnTo>
                    <a:pt x="11830" y="5498"/>
                  </a:lnTo>
                  <a:lnTo>
                    <a:pt x="11399" y="6188"/>
                  </a:lnTo>
                  <a:lnTo>
                    <a:pt x="10968" y="6925"/>
                  </a:lnTo>
                  <a:lnTo>
                    <a:pt x="10537" y="7691"/>
                  </a:lnTo>
                  <a:lnTo>
                    <a:pt x="10087" y="8496"/>
                  </a:lnTo>
                  <a:lnTo>
                    <a:pt x="9617" y="9348"/>
                  </a:lnTo>
                  <a:lnTo>
                    <a:pt x="9148" y="10230"/>
                  </a:lnTo>
                  <a:lnTo>
                    <a:pt x="8669" y="11149"/>
                  </a:lnTo>
                  <a:lnTo>
                    <a:pt x="7663" y="13113"/>
                  </a:lnTo>
                  <a:lnTo>
                    <a:pt x="6208" y="15976"/>
                  </a:lnTo>
                  <a:lnTo>
                    <a:pt x="4819" y="18764"/>
                  </a:lnTo>
                  <a:lnTo>
                    <a:pt x="3526" y="21369"/>
                  </a:lnTo>
                  <a:lnTo>
                    <a:pt x="2367" y="23716"/>
                  </a:lnTo>
                  <a:lnTo>
                    <a:pt x="652" y="27231"/>
                  </a:lnTo>
                  <a:lnTo>
                    <a:pt x="1" y="28572"/>
                  </a:lnTo>
                  <a:lnTo>
                    <a:pt x="365" y="28907"/>
                  </a:lnTo>
                  <a:lnTo>
                    <a:pt x="585" y="29079"/>
                  </a:lnTo>
                  <a:lnTo>
                    <a:pt x="700" y="29165"/>
                  </a:lnTo>
                  <a:lnTo>
                    <a:pt x="815" y="29252"/>
                  </a:lnTo>
                  <a:lnTo>
                    <a:pt x="949" y="29328"/>
                  </a:lnTo>
                  <a:lnTo>
                    <a:pt x="1083" y="29405"/>
                  </a:lnTo>
                  <a:lnTo>
                    <a:pt x="1217" y="29472"/>
                  </a:lnTo>
                  <a:lnTo>
                    <a:pt x="1371" y="29520"/>
                  </a:lnTo>
                  <a:lnTo>
                    <a:pt x="1524" y="29568"/>
                  </a:lnTo>
                  <a:lnTo>
                    <a:pt x="1696" y="29596"/>
                  </a:lnTo>
                  <a:lnTo>
                    <a:pt x="1869" y="29616"/>
                  </a:lnTo>
                  <a:lnTo>
                    <a:pt x="2051" y="29616"/>
                  </a:lnTo>
                  <a:lnTo>
                    <a:pt x="18333" y="11034"/>
                  </a:lnTo>
                  <a:lnTo>
                    <a:pt x="18410" y="10957"/>
                  </a:lnTo>
                  <a:lnTo>
                    <a:pt x="18621" y="10747"/>
                  </a:lnTo>
                  <a:lnTo>
                    <a:pt x="18937" y="10402"/>
                  </a:lnTo>
                  <a:lnTo>
                    <a:pt x="19339" y="9942"/>
                  </a:lnTo>
                  <a:lnTo>
                    <a:pt x="19559" y="9674"/>
                  </a:lnTo>
                  <a:lnTo>
                    <a:pt x="19789" y="9387"/>
                  </a:lnTo>
                  <a:lnTo>
                    <a:pt x="20029" y="9080"/>
                  </a:lnTo>
                  <a:lnTo>
                    <a:pt x="20268" y="8745"/>
                  </a:lnTo>
                  <a:lnTo>
                    <a:pt x="20517" y="8400"/>
                  </a:lnTo>
                  <a:lnTo>
                    <a:pt x="20757" y="8046"/>
                  </a:lnTo>
                  <a:lnTo>
                    <a:pt x="20987" y="7672"/>
                  </a:lnTo>
                  <a:lnTo>
                    <a:pt x="21216" y="7279"/>
                  </a:lnTo>
                  <a:lnTo>
                    <a:pt x="21427" y="6887"/>
                  </a:lnTo>
                  <a:lnTo>
                    <a:pt x="21619" y="6484"/>
                  </a:lnTo>
                  <a:lnTo>
                    <a:pt x="21801" y="6073"/>
                  </a:lnTo>
                  <a:lnTo>
                    <a:pt x="21877" y="5871"/>
                  </a:lnTo>
                  <a:lnTo>
                    <a:pt x="21954" y="5661"/>
                  </a:lnTo>
                  <a:lnTo>
                    <a:pt x="22021" y="5460"/>
                  </a:lnTo>
                  <a:lnTo>
                    <a:pt x="22078" y="5249"/>
                  </a:lnTo>
                  <a:lnTo>
                    <a:pt x="22126" y="5038"/>
                  </a:lnTo>
                  <a:lnTo>
                    <a:pt x="22174" y="4837"/>
                  </a:lnTo>
                  <a:lnTo>
                    <a:pt x="22213" y="4626"/>
                  </a:lnTo>
                  <a:lnTo>
                    <a:pt x="22241" y="4416"/>
                  </a:lnTo>
                  <a:lnTo>
                    <a:pt x="22260" y="4214"/>
                  </a:lnTo>
                  <a:lnTo>
                    <a:pt x="22270" y="4004"/>
                  </a:lnTo>
                  <a:lnTo>
                    <a:pt x="22270" y="3803"/>
                  </a:lnTo>
                  <a:lnTo>
                    <a:pt x="22251" y="3601"/>
                  </a:lnTo>
                  <a:lnTo>
                    <a:pt x="22232" y="3400"/>
                  </a:lnTo>
                  <a:lnTo>
                    <a:pt x="22203" y="3209"/>
                  </a:lnTo>
                  <a:lnTo>
                    <a:pt x="22155" y="3008"/>
                  </a:lnTo>
                  <a:lnTo>
                    <a:pt x="22098" y="2816"/>
                  </a:lnTo>
                  <a:lnTo>
                    <a:pt x="22031" y="2625"/>
                  </a:lnTo>
                  <a:lnTo>
                    <a:pt x="21944" y="2433"/>
                  </a:lnTo>
                  <a:lnTo>
                    <a:pt x="21849" y="2251"/>
                  </a:lnTo>
                  <a:lnTo>
                    <a:pt x="21743" y="2069"/>
                  </a:lnTo>
                  <a:lnTo>
                    <a:pt x="21619" y="1887"/>
                  </a:lnTo>
                  <a:lnTo>
                    <a:pt x="21485" y="1715"/>
                  </a:lnTo>
                  <a:lnTo>
                    <a:pt x="21331" y="1552"/>
                  </a:lnTo>
                  <a:lnTo>
                    <a:pt x="21159" y="1379"/>
                  </a:lnTo>
                  <a:lnTo>
                    <a:pt x="20977" y="1217"/>
                  </a:lnTo>
                  <a:lnTo>
                    <a:pt x="20785" y="1063"/>
                  </a:lnTo>
                  <a:lnTo>
                    <a:pt x="20575" y="910"/>
                  </a:lnTo>
                  <a:lnTo>
                    <a:pt x="20364" y="776"/>
                  </a:lnTo>
                  <a:lnTo>
                    <a:pt x="20163" y="651"/>
                  </a:lnTo>
                  <a:lnTo>
                    <a:pt x="19952" y="536"/>
                  </a:lnTo>
                  <a:lnTo>
                    <a:pt x="19751" y="431"/>
                  </a:lnTo>
                  <a:lnTo>
                    <a:pt x="19550" y="335"/>
                  </a:lnTo>
                  <a:lnTo>
                    <a:pt x="19358" y="259"/>
                  </a:lnTo>
                  <a:lnTo>
                    <a:pt x="19157" y="182"/>
                  </a:lnTo>
                  <a:lnTo>
                    <a:pt x="18966" y="125"/>
                  </a:lnTo>
                  <a:lnTo>
                    <a:pt x="18764" y="77"/>
                  </a:lnTo>
                  <a:lnTo>
                    <a:pt x="18573" y="38"/>
                  </a:lnTo>
                  <a:lnTo>
                    <a:pt x="18381" y="10"/>
                  </a:lnTo>
                  <a:lnTo>
                    <a:pt x="181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1"/>
            <p:cNvSpPr/>
            <p:nvPr/>
          </p:nvSpPr>
          <p:spPr>
            <a:xfrm>
              <a:off x="7694507" y="1602894"/>
              <a:ext cx="201579" cy="123976"/>
            </a:xfrm>
            <a:custGeom>
              <a:rect b="b" l="l" r="r" t="t"/>
              <a:pathLst>
                <a:path extrusionOk="0" h="3152" w="5125">
                  <a:moveTo>
                    <a:pt x="3190" y="1"/>
                  </a:moveTo>
                  <a:lnTo>
                    <a:pt x="2998" y="10"/>
                  </a:lnTo>
                  <a:lnTo>
                    <a:pt x="2797" y="20"/>
                  </a:lnTo>
                  <a:lnTo>
                    <a:pt x="2596" y="39"/>
                  </a:lnTo>
                  <a:lnTo>
                    <a:pt x="2395" y="58"/>
                  </a:lnTo>
                  <a:lnTo>
                    <a:pt x="2203" y="87"/>
                  </a:lnTo>
                  <a:lnTo>
                    <a:pt x="2002" y="116"/>
                  </a:lnTo>
                  <a:lnTo>
                    <a:pt x="1820" y="154"/>
                  </a:lnTo>
                  <a:lnTo>
                    <a:pt x="1629" y="202"/>
                  </a:lnTo>
                  <a:lnTo>
                    <a:pt x="1456" y="250"/>
                  </a:lnTo>
                  <a:lnTo>
                    <a:pt x="1284" y="298"/>
                  </a:lnTo>
                  <a:lnTo>
                    <a:pt x="1121" y="355"/>
                  </a:lnTo>
                  <a:lnTo>
                    <a:pt x="977" y="413"/>
                  </a:lnTo>
                  <a:lnTo>
                    <a:pt x="834" y="480"/>
                  </a:lnTo>
                  <a:lnTo>
                    <a:pt x="709" y="547"/>
                  </a:lnTo>
                  <a:lnTo>
                    <a:pt x="604" y="614"/>
                  </a:lnTo>
                  <a:lnTo>
                    <a:pt x="422" y="757"/>
                  </a:lnTo>
                  <a:lnTo>
                    <a:pt x="269" y="872"/>
                  </a:lnTo>
                  <a:lnTo>
                    <a:pt x="163" y="978"/>
                  </a:lnTo>
                  <a:lnTo>
                    <a:pt x="87" y="1074"/>
                  </a:lnTo>
                  <a:lnTo>
                    <a:pt x="39" y="1150"/>
                  </a:lnTo>
                  <a:lnTo>
                    <a:pt x="10" y="1208"/>
                  </a:lnTo>
                  <a:lnTo>
                    <a:pt x="0" y="1265"/>
                  </a:lnTo>
                  <a:lnTo>
                    <a:pt x="19" y="1313"/>
                  </a:lnTo>
                  <a:lnTo>
                    <a:pt x="39" y="1342"/>
                  </a:lnTo>
                  <a:lnTo>
                    <a:pt x="77" y="1370"/>
                  </a:lnTo>
                  <a:lnTo>
                    <a:pt x="115" y="1390"/>
                  </a:lnTo>
                  <a:lnTo>
                    <a:pt x="154" y="1409"/>
                  </a:lnTo>
                  <a:lnTo>
                    <a:pt x="221" y="1428"/>
                  </a:lnTo>
                  <a:lnTo>
                    <a:pt x="259" y="1428"/>
                  </a:lnTo>
                  <a:lnTo>
                    <a:pt x="527" y="1409"/>
                  </a:lnTo>
                  <a:lnTo>
                    <a:pt x="1044" y="1409"/>
                  </a:lnTo>
                  <a:lnTo>
                    <a:pt x="1284" y="1428"/>
                  </a:lnTo>
                  <a:lnTo>
                    <a:pt x="1514" y="1457"/>
                  </a:lnTo>
                  <a:lnTo>
                    <a:pt x="1724" y="1495"/>
                  </a:lnTo>
                  <a:lnTo>
                    <a:pt x="1935" y="1533"/>
                  </a:lnTo>
                  <a:lnTo>
                    <a:pt x="2127" y="1591"/>
                  </a:lnTo>
                  <a:lnTo>
                    <a:pt x="2309" y="1648"/>
                  </a:lnTo>
                  <a:lnTo>
                    <a:pt x="2481" y="1715"/>
                  </a:lnTo>
                  <a:lnTo>
                    <a:pt x="2644" y="1782"/>
                  </a:lnTo>
                  <a:lnTo>
                    <a:pt x="2797" y="1859"/>
                  </a:lnTo>
                  <a:lnTo>
                    <a:pt x="2941" y="1936"/>
                  </a:lnTo>
                  <a:lnTo>
                    <a:pt x="3075" y="2022"/>
                  </a:lnTo>
                  <a:lnTo>
                    <a:pt x="3199" y="2108"/>
                  </a:lnTo>
                  <a:lnTo>
                    <a:pt x="3324" y="2194"/>
                  </a:lnTo>
                  <a:lnTo>
                    <a:pt x="3525" y="2367"/>
                  </a:lnTo>
                  <a:lnTo>
                    <a:pt x="3697" y="2539"/>
                  </a:lnTo>
                  <a:lnTo>
                    <a:pt x="3841" y="2702"/>
                  </a:lnTo>
                  <a:lnTo>
                    <a:pt x="3956" y="2845"/>
                  </a:lnTo>
                  <a:lnTo>
                    <a:pt x="4033" y="2970"/>
                  </a:lnTo>
                  <a:lnTo>
                    <a:pt x="4090" y="3066"/>
                  </a:lnTo>
                  <a:lnTo>
                    <a:pt x="4138" y="3152"/>
                  </a:lnTo>
                  <a:lnTo>
                    <a:pt x="4464" y="3123"/>
                  </a:lnTo>
                  <a:lnTo>
                    <a:pt x="4502" y="2750"/>
                  </a:lnTo>
                  <a:lnTo>
                    <a:pt x="4550" y="2434"/>
                  </a:lnTo>
                  <a:lnTo>
                    <a:pt x="4607" y="2156"/>
                  </a:lnTo>
                  <a:lnTo>
                    <a:pt x="4655" y="1926"/>
                  </a:lnTo>
                  <a:lnTo>
                    <a:pt x="4713" y="1734"/>
                  </a:lnTo>
                  <a:lnTo>
                    <a:pt x="4770" y="1572"/>
                  </a:lnTo>
                  <a:lnTo>
                    <a:pt x="4818" y="1447"/>
                  </a:lnTo>
                  <a:lnTo>
                    <a:pt x="4866" y="1342"/>
                  </a:lnTo>
                  <a:lnTo>
                    <a:pt x="4914" y="1265"/>
                  </a:lnTo>
                  <a:lnTo>
                    <a:pt x="4962" y="1217"/>
                  </a:lnTo>
                  <a:lnTo>
                    <a:pt x="5000" y="1179"/>
                  </a:lnTo>
                  <a:lnTo>
                    <a:pt x="5038" y="1150"/>
                  </a:lnTo>
                  <a:lnTo>
                    <a:pt x="5067" y="1141"/>
                  </a:lnTo>
                  <a:lnTo>
                    <a:pt x="5105" y="1141"/>
                  </a:lnTo>
                  <a:lnTo>
                    <a:pt x="5125" y="997"/>
                  </a:lnTo>
                  <a:lnTo>
                    <a:pt x="5125" y="872"/>
                  </a:lnTo>
                  <a:lnTo>
                    <a:pt x="5096" y="748"/>
                  </a:lnTo>
                  <a:lnTo>
                    <a:pt x="5048" y="643"/>
                  </a:lnTo>
                  <a:lnTo>
                    <a:pt x="4990" y="537"/>
                  </a:lnTo>
                  <a:lnTo>
                    <a:pt x="4904" y="451"/>
                  </a:lnTo>
                  <a:lnTo>
                    <a:pt x="4809" y="365"/>
                  </a:lnTo>
                  <a:lnTo>
                    <a:pt x="4694" y="298"/>
                  </a:lnTo>
                  <a:lnTo>
                    <a:pt x="4569" y="231"/>
                  </a:lnTo>
                  <a:lnTo>
                    <a:pt x="4425" y="173"/>
                  </a:lnTo>
                  <a:lnTo>
                    <a:pt x="4272" y="125"/>
                  </a:lnTo>
                  <a:lnTo>
                    <a:pt x="4109" y="87"/>
                  </a:lnTo>
                  <a:lnTo>
                    <a:pt x="3946" y="58"/>
                  </a:lnTo>
                  <a:lnTo>
                    <a:pt x="3765" y="30"/>
                  </a:lnTo>
                  <a:lnTo>
                    <a:pt x="3583" y="20"/>
                  </a:lnTo>
                  <a:lnTo>
                    <a:pt x="3391" y="10"/>
                  </a:lnTo>
                  <a:lnTo>
                    <a:pt x="31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7778519" y="1446945"/>
              <a:ext cx="622397" cy="789679"/>
            </a:xfrm>
            <a:custGeom>
              <a:rect b="b" l="l" r="r" t="t"/>
              <a:pathLst>
                <a:path extrusionOk="0" h="20077" w="15824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7951420" y="1776188"/>
              <a:ext cx="441586" cy="528983"/>
            </a:xfrm>
            <a:custGeom>
              <a:rect b="b" l="l" r="r" t="t"/>
              <a:pathLst>
                <a:path extrusionOk="0" h="13449" w="11227">
                  <a:moveTo>
                    <a:pt x="5067" y="1"/>
                  </a:moveTo>
                  <a:lnTo>
                    <a:pt x="4818" y="355"/>
                  </a:lnTo>
                  <a:lnTo>
                    <a:pt x="4445" y="891"/>
                  </a:lnTo>
                  <a:lnTo>
                    <a:pt x="3468" y="2367"/>
                  </a:lnTo>
                  <a:lnTo>
                    <a:pt x="2884" y="3219"/>
                  </a:lnTo>
                  <a:lnTo>
                    <a:pt x="2280" y="4100"/>
                  </a:lnTo>
                  <a:lnTo>
                    <a:pt x="1658" y="4962"/>
                  </a:lnTo>
                  <a:lnTo>
                    <a:pt x="1351" y="5374"/>
                  </a:lnTo>
                  <a:lnTo>
                    <a:pt x="1045" y="5776"/>
                  </a:lnTo>
                  <a:lnTo>
                    <a:pt x="901" y="5968"/>
                  </a:lnTo>
                  <a:lnTo>
                    <a:pt x="767" y="6169"/>
                  </a:lnTo>
                  <a:lnTo>
                    <a:pt x="652" y="6361"/>
                  </a:lnTo>
                  <a:lnTo>
                    <a:pt x="537" y="6562"/>
                  </a:lnTo>
                  <a:lnTo>
                    <a:pt x="441" y="6763"/>
                  </a:lnTo>
                  <a:lnTo>
                    <a:pt x="355" y="6964"/>
                  </a:lnTo>
                  <a:lnTo>
                    <a:pt x="269" y="7175"/>
                  </a:lnTo>
                  <a:lnTo>
                    <a:pt x="202" y="7376"/>
                  </a:lnTo>
                  <a:lnTo>
                    <a:pt x="144" y="7577"/>
                  </a:lnTo>
                  <a:lnTo>
                    <a:pt x="96" y="7778"/>
                  </a:lnTo>
                  <a:lnTo>
                    <a:pt x="58" y="7989"/>
                  </a:lnTo>
                  <a:lnTo>
                    <a:pt x="29" y="8190"/>
                  </a:lnTo>
                  <a:lnTo>
                    <a:pt x="10" y="8391"/>
                  </a:lnTo>
                  <a:lnTo>
                    <a:pt x="1" y="8592"/>
                  </a:lnTo>
                  <a:lnTo>
                    <a:pt x="1" y="8793"/>
                  </a:lnTo>
                  <a:lnTo>
                    <a:pt x="10" y="8995"/>
                  </a:lnTo>
                  <a:lnTo>
                    <a:pt x="20" y="9196"/>
                  </a:lnTo>
                  <a:lnTo>
                    <a:pt x="39" y="9387"/>
                  </a:lnTo>
                  <a:lnTo>
                    <a:pt x="77" y="9588"/>
                  </a:lnTo>
                  <a:lnTo>
                    <a:pt x="116" y="9780"/>
                  </a:lnTo>
                  <a:lnTo>
                    <a:pt x="154" y="9972"/>
                  </a:lnTo>
                  <a:lnTo>
                    <a:pt x="211" y="10154"/>
                  </a:lnTo>
                  <a:lnTo>
                    <a:pt x="269" y="10345"/>
                  </a:lnTo>
                  <a:lnTo>
                    <a:pt x="336" y="10527"/>
                  </a:lnTo>
                  <a:lnTo>
                    <a:pt x="412" y="10699"/>
                  </a:lnTo>
                  <a:lnTo>
                    <a:pt x="489" y="10881"/>
                  </a:lnTo>
                  <a:lnTo>
                    <a:pt x="575" y="11044"/>
                  </a:lnTo>
                  <a:lnTo>
                    <a:pt x="661" y="11217"/>
                  </a:lnTo>
                  <a:lnTo>
                    <a:pt x="757" y="11380"/>
                  </a:lnTo>
                  <a:lnTo>
                    <a:pt x="863" y="11533"/>
                  </a:lnTo>
                  <a:lnTo>
                    <a:pt x="968" y="11696"/>
                  </a:lnTo>
                  <a:lnTo>
                    <a:pt x="1083" y="11839"/>
                  </a:lnTo>
                  <a:lnTo>
                    <a:pt x="1198" y="11983"/>
                  </a:lnTo>
                  <a:lnTo>
                    <a:pt x="1313" y="12127"/>
                  </a:lnTo>
                  <a:lnTo>
                    <a:pt x="1437" y="12261"/>
                  </a:lnTo>
                  <a:lnTo>
                    <a:pt x="1571" y="12385"/>
                  </a:lnTo>
                  <a:lnTo>
                    <a:pt x="1705" y="12500"/>
                  </a:lnTo>
                  <a:lnTo>
                    <a:pt x="1840" y="12615"/>
                  </a:lnTo>
                  <a:lnTo>
                    <a:pt x="1983" y="12730"/>
                  </a:lnTo>
                  <a:lnTo>
                    <a:pt x="2127" y="12826"/>
                  </a:lnTo>
                  <a:lnTo>
                    <a:pt x="2271" y="12922"/>
                  </a:lnTo>
                  <a:lnTo>
                    <a:pt x="2414" y="13017"/>
                  </a:lnTo>
                  <a:lnTo>
                    <a:pt x="2568" y="13094"/>
                  </a:lnTo>
                  <a:lnTo>
                    <a:pt x="2721" y="13171"/>
                  </a:lnTo>
                  <a:lnTo>
                    <a:pt x="2874" y="13228"/>
                  </a:lnTo>
                  <a:lnTo>
                    <a:pt x="3037" y="13286"/>
                  </a:lnTo>
                  <a:lnTo>
                    <a:pt x="3190" y="13343"/>
                  </a:lnTo>
                  <a:lnTo>
                    <a:pt x="3353" y="13381"/>
                  </a:lnTo>
                  <a:lnTo>
                    <a:pt x="3516" y="13410"/>
                  </a:lnTo>
                  <a:lnTo>
                    <a:pt x="3679" y="13429"/>
                  </a:lnTo>
                  <a:lnTo>
                    <a:pt x="3841" y="13448"/>
                  </a:lnTo>
                  <a:lnTo>
                    <a:pt x="4167" y="13448"/>
                  </a:lnTo>
                  <a:lnTo>
                    <a:pt x="4330" y="13429"/>
                  </a:lnTo>
                  <a:lnTo>
                    <a:pt x="4493" y="13401"/>
                  </a:lnTo>
                  <a:lnTo>
                    <a:pt x="4656" y="13372"/>
                  </a:lnTo>
                  <a:lnTo>
                    <a:pt x="4818" y="13324"/>
                  </a:lnTo>
                  <a:lnTo>
                    <a:pt x="4981" y="13266"/>
                  </a:lnTo>
                  <a:lnTo>
                    <a:pt x="5144" y="13199"/>
                  </a:lnTo>
                  <a:lnTo>
                    <a:pt x="5297" y="13123"/>
                  </a:lnTo>
                  <a:lnTo>
                    <a:pt x="5460" y="13027"/>
                  </a:lnTo>
                  <a:lnTo>
                    <a:pt x="5613" y="12931"/>
                  </a:lnTo>
                  <a:lnTo>
                    <a:pt x="5767" y="12816"/>
                  </a:lnTo>
                  <a:lnTo>
                    <a:pt x="5920" y="12692"/>
                  </a:lnTo>
                  <a:lnTo>
                    <a:pt x="6111" y="12500"/>
                  </a:lnTo>
                  <a:lnTo>
                    <a:pt x="6332" y="12261"/>
                  </a:lnTo>
                  <a:lnTo>
                    <a:pt x="6619" y="11945"/>
                  </a:lnTo>
                  <a:lnTo>
                    <a:pt x="6964" y="11542"/>
                  </a:lnTo>
                  <a:lnTo>
                    <a:pt x="7357" y="11054"/>
                  </a:lnTo>
                  <a:lnTo>
                    <a:pt x="7567" y="10786"/>
                  </a:lnTo>
                  <a:lnTo>
                    <a:pt x="7778" y="10498"/>
                  </a:lnTo>
                  <a:lnTo>
                    <a:pt x="7998" y="10192"/>
                  </a:lnTo>
                  <a:lnTo>
                    <a:pt x="8228" y="9866"/>
                  </a:lnTo>
                  <a:lnTo>
                    <a:pt x="8458" y="9521"/>
                  </a:lnTo>
                  <a:lnTo>
                    <a:pt x="8688" y="9167"/>
                  </a:lnTo>
                  <a:lnTo>
                    <a:pt x="8918" y="8793"/>
                  </a:lnTo>
                  <a:lnTo>
                    <a:pt x="9148" y="8401"/>
                  </a:lnTo>
                  <a:lnTo>
                    <a:pt x="9368" y="7998"/>
                  </a:lnTo>
                  <a:lnTo>
                    <a:pt x="9588" y="7577"/>
                  </a:lnTo>
                  <a:lnTo>
                    <a:pt x="9809" y="7146"/>
                  </a:lnTo>
                  <a:lnTo>
                    <a:pt x="10010" y="6696"/>
                  </a:lnTo>
                  <a:lnTo>
                    <a:pt x="10211" y="6236"/>
                  </a:lnTo>
                  <a:lnTo>
                    <a:pt x="10402" y="5767"/>
                  </a:lnTo>
                  <a:lnTo>
                    <a:pt x="10575" y="5278"/>
                  </a:lnTo>
                  <a:lnTo>
                    <a:pt x="10738" y="4780"/>
                  </a:lnTo>
                  <a:lnTo>
                    <a:pt x="10891" y="4273"/>
                  </a:lnTo>
                  <a:lnTo>
                    <a:pt x="11015" y="3746"/>
                  </a:lnTo>
                  <a:lnTo>
                    <a:pt x="11130" y="3219"/>
                  </a:lnTo>
                  <a:lnTo>
                    <a:pt x="11226" y="2673"/>
                  </a:lnTo>
                  <a:lnTo>
                    <a:pt x="50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1"/>
            <p:cNvSpPr/>
            <p:nvPr/>
          </p:nvSpPr>
          <p:spPr>
            <a:xfrm>
              <a:off x="7534389" y="1389325"/>
              <a:ext cx="265652" cy="115677"/>
            </a:xfrm>
            <a:custGeom>
              <a:rect b="b" l="l" r="r" t="t"/>
              <a:pathLst>
                <a:path extrusionOk="0" h="2941" w="6754">
                  <a:moveTo>
                    <a:pt x="3123" y="0"/>
                  </a:moveTo>
                  <a:lnTo>
                    <a:pt x="2970" y="10"/>
                  </a:lnTo>
                  <a:lnTo>
                    <a:pt x="2817" y="38"/>
                  </a:lnTo>
                  <a:lnTo>
                    <a:pt x="2673" y="67"/>
                  </a:lnTo>
                  <a:lnTo>
                    <a:pt x="2520" y="115"/>
                  </a:lnTo>
                  <a:lnTo>
                    <a:pt x="2376" y="172"/>
                  </a:lnTo>
                  <a:lnTo>
                    <a:pt x="2242" y="239"/>
                  </a:lnTo>
                  <a:lnTo>
                    <a:pt x="2098" y="316"/>
                  </a:lnTo>
                  <a:lnTo>
                    <a:pt x="1974" y="402"/>
                  </a:lnTo>
                  <a:lnTo>
                    <a:pt x="1840" y="498"/>
                  </a:lnTo>
                  <a:lnTo>
                    <a:pt x="1533" y="651"/>
                  </a:lnTo>
                  <a:lnTo>
                    <a:pt x="1217" y="824"/>
                  </a:lnTo>
                  <a:lnTo>
                    <a:pt x="1035" y="929"/>
                  </a:lnTo>
                  <a:lnTo>
                    <a:pt x="853" y="1034"/>
                  </a:lnTo>
                  <a:lnTo>
                    <a:pt x="681" y="1159"/>
                  </a:lnTo>
                  <a:lnTo>
                    <a:pt x="508" y="1274"/>
                  </a:lnTo>
                  <a:lnTo>
                    <a:pt x="355" y="1398"/>
                  </a:lnTo>
                  <a:lnTo>
                    <a:pt x="221" y="1523"/>
                  </a:lnTo>
                  <a:lnTo>
                    <a:pt x="116" y="1647"/>
                  </a:lnTo>
                  <a:lnTo>
                    <a:pt x="68" y="1714"/>
                  </a:lnTo>
                  <a:lnTo>
                    <a:pt x="39" y="1772"/>
                  </a:lnTo>
                  <a:lnTo>
                    <a:pt x="20" y="1829"/>
                  </a:lnTo>
                  <a:lnTo>
                    <a:pt x="1" y="1887"/>
                  </a:lnTo>
                  <a:lnTo>
                    <a:pt x="1" y="1944"/>
                  </a:lnTo>
                  <a:lnTo>
                    <a:pt x="20" y="1992"/>
                  </a:lnTo>
                  <a:lnTo>
                    <a:pt x="3315" y="1992"/>
                  </a:lnTo>
                  <a:lnTo>
                    <a:pt x="6207" y="2940"/>
                  </a:lnTo>
                  <a:lnTo>
                    <a:pt x="6753" y="1465"/>
                  </a:lnTo>
                  <a:lnTo>
                    <a:pt x="4177" y="220"/>
                  </a:lnTo>
                  <a:lnTo>
                    <a:pt x="4033" y="153"/>
                  </a:lnTo>
                  <a:lnTo>
                    <a:pt x="3889" y="105"/>
                  </a:lnTo>
                  <a:lnTo>
                    <a:pt x="3736" y="57"/>
                  </a:lnTo>
                  <a:lnTo>
                    <a:pt x="3583" y="29"/>
                  </a:lnTo>
                  <a:lnTo>
                    <a:pt x="3430" y="10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6751575" y="2828733"/>
              <a:ext cx="442333" cy="90858"/>
            </a:xfrm>
            <a:custGeom>
              <a:rect b="b" l="l" r="r" t="t"/>
              <a:pathLst>
                <a:path extrusionOk="0" h="2310" w="11246">
                  <a:moveTo>
                    <a:pt x="2117" y="1"/>
                  </a:moveTo>
                  <a:lnTo>
                    <a:pt x="1897" y="20"/>
                  </a:lnTo>
                  <a:lnTo>
                    <a:pt x="1686" y="49"/>
                  </a:lnTo>
                  <a:lnTo>
                    <a:pt x="1485" y="97"/>
                  </a:lnTo>
                  <a:lnTo>
                    <a:pt x="1293" y="173"/>
                  </a:lnTo>
                  <a:lnTo>
                    <a:pt x="1111" y="260"/>
                  </a:lnTo>
                  <a:lnTo>
                    <a:pt x="939" y="365"/>
                  </a:lnTo>
                  <a:lnTo>
                    <a:pt x="776" y="489"/>
                  </a:lnTo>
                  <a:lnTo>
                    <a:pt x="623" y="624"/>
                  </a:lnTo>
                  <a:lnTo>
                    <a:pt x="489" y="777"/>
                  </a:lnTo>
                  <a:lnTo>
                    <a:pt x="364" y="940"/>
                  </a:lnTo>
                  <a:lnTo>
                    <a:pt x="259" y="1112"/>
                  </a:lnTo>
                  <a:lnTo>
                    <a:pt x="173" y="1294"/>
                  </a:lnTo>
                  <a:lnTo>
                    <a:pt x="96" y="1486"/>
                  </a:lnTo>
                  <a:lnTo>
                    <a:pt x="48" y="1687"/>
                  </a:lnTo>
                  <a:lnTo>
                    <a:pt x="20" y="1897"/>
                  </a:lnTo>
                  <a:lnTo>
                    <a:pt x="0" y="2118"/>
                  </a:lnTo>
                  <a:lnTo>
                    <a:pt x="0" y="2309"/>
                  </a:lnTo>
                  <a:lnTo>
                    <a:pt x="11245" y="2309"/>
                  </a:lnTo>
                  <a:lnTo>
                    <a:pt x="11245" y="2118"/>
                  </a:lnTo>
                  <a:lnTo>
                    <a:pt x="11235" y="1897"/>
                  </a:lnTo>
                  <a:lnTo>
                    <a:pt x="11207" y="1687"/>
                  </a:lnTo>
                  <a:lnTo>
                    <a:pt x="11149" y="1486"/>
                  </a:lnTo>
                  <a:lnTo>
                    <a:pt x="11082" y="1294"/>
                  </a:lnTo>
                  <a:lnTo>
                    <a:pt x="10986" y="1112"/>
                  </a:lnTo>
                  <a:lnTo>
                    <a:pt x="10881" y="940"/>
                  </a:lnTo>
                  <a:lnTo>
                    <a:pt x="10766" y="777"/>
                  </a:lnTo>
                  <a:lnTo>
                    <a:pt x="10622" y="624"/>
                  </a:lnTo>
                  <a:lnTo>
                    <a:pt x="10479" y="489"/>
                  </a:lnTo>
                  <a:lnTo>
                    <a:pt x="10316" y="365"/>
                  </a:lnTo>
                  <a:lnTo>
                    <a:pt x="10144" y="260"/>
                  </a:lnTo>
                  <a:lnTo>
                    <a:pt x="9952" y="173"/>
                  </a:lnTo>
                  <a:lnTo>
                    <a:pt x="9760" y="97"/>
                  </a:lnTo>
                  <a:lnTo>
                    <a:pt x="9559" y="49"/>
                  </a:lnTo>
                  <a:lnTo>
                    <a:pt x="9349" y="2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6644947" y="2603837"/>
              <a:ext cx="334208" cy="315761"/>
            </a:xfrm>
            <a:custGeom>
              <a:rect b="b" l="l" r="r" t="t"/>
              <a:pathLst>
                <a:path extrusionOk="0" h="8028" w="8497">
                  <a:moveTo>
                    <a:pt x="2041" y="1"/>
                  </a:moveTo>
                  <a:lnTo>
                    <a:pt x="1" y="8027"/>
                  </a:lnTo>
                  <a:lnTo>
                    <a:pt x="6456" y="8027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6143904" y="1766394"/>
              <a:ext cx="1389814" cy="897410"/>
            </a:xfrm>
            <a:custGeom>
              <a:rect b="b" l="l" r="r" t="t"/>
              <a:pathLst>
                <a:path extrusionOk="0" h="22816" w="35335">
                  <a:moveTo>
                    <a:pt x="1687" y="1"/>
                  </a:moveTo>
                  <a:lnTo>
                    <a:pt x="1514" y="10"/>
                  </a:lnTo>
                  <a:lnTo>
                    <a:pt x="1342" y="39"/>
                  </a:lnTo>
                  <a:lnTo>
                    <a:pt x="1179" y="77"/>
                  </a:lnTo>
                  <a:lnTo>
                    <a:pt x="1026" y="135"/>
                  </a:lnTo>
                  <a:lnTo>
                    <a:pt x="882" y="202"/>
                  </a:lnTo>
                  <a:lnTo>
                    <a:pt x="738" y="288"/>
                  </a:lnTo>
                  <a:lnTo>
                    <a:pt x="614" y="384"/>
                  </a:lnTo>
                  <a:lnTo>
                    <a:pt x="489" y="499"/>
                  </a:lnTo>
                  <a:lnTo>
                    <a:pt x="384" y="614"/>
                  </a:lnTo>
                  <a:lnTo>
                    <a:pt x="288" y="748"/>
                  </a:lnTo>
                  <a:lnTo>
                    <a:pt x="202" y="882"/>
                  </a:lnTo>
                  <a:lnTo>
                    <a:pt x="135" y="1026"/>
                  </a:lnTo>
                  <a:lnTo>
                    <a:pt x="78" y="1188"/>
                  </a:lnTo>
                  <a:lnTo>
                    <a:pt x="30" y="1342"/>
                  </a:lnTo>
                  <a:lnTo>
                    <a:pt x="10" y="1514"/>
                  </a:lnTo>
                  <a:lnTo>
                    <a:pt x="1" y="1686"/>
                  </a:lnTo>
                  <a:lnTo>
                    <a:pt x="2405" y="21130"/>
                  </a:lnTo>
                  <a:lnTo>
                    <a:pt x="2415" y="21302"/>
                  </a:lnTo>
                  <a:lnTo>
                    <a:pt x="2434" y="21475"/>
                  </a:lnTo>
                  <a:lnTo>
                    <a:pt x="2482" y="21638"/>
                  </a:lnTo>
                  <a:lnTo>
                    <a:pt x="2539" y="21791"/>
                  </a:lnTo>
                  <a:lnTo>
                    <a:pt x="2606" y="21935"/>
                  </a:lnTo>
                  <a:lnTo>
                    <a:pt x="2692" y="22078"/>
                  </a:lnTo>
                  <a:lnTo>
                    <a:pt x="2788" y="22203"/>
                  </a:lnTo>
                  <a:lnTo>
                    <a:pt x="2893" y="22327"/>
                  </a:lnTo>
                  <a:lnTo>
                    <a:pt x="3018" y="22433"/>
                  </a:lnTo>
                  <a:lnTo>
                    <a:pt x="3143" y="22528"/>
                  </a:lnTo>
                  <a:lnTo>
                    <a:pt x="3286" y="22615"/>
                  </a:lnTo>
                  <a:lnTo>
                    <a:pt x="3430" y="22682"/>
                  </a:lnTo>
                  <a:lnTo>
                    <a:pt x="3583" y="22739"/>
                  </a:lnTo>
                  <a:lnTo>
                    <a:pt x="3746" y="22787"/>
                  </a:lnTo>
                  <a:lnTo>
                    <a:pt x="3918" y="22806"/>
                  </a:lnTo>
                  <a:lnTo>
                    <a:pt x="4091" y="22816"/>
                  </a:lnTo>
                  <a:lnTo>
                    <a:pt x="33649" y="22816"/>
                  </a:lnTo>
                  <a:lnTo>
                    <a:pt x="33821" y="22806"/>
                  </a:lnTo>
                  <a:lnTo>
                    <a:pt x="33984" y="22787"/>
                  </a:lnTo>
                  <a:lnTo>
                    <a:pt x="34147" y="22739"/>
                  </a:lnTo>
                  <a:lnTo>
                    <a:pt x="34300" y="22682"/>
                  </a:lnTo>
                  <a:lnTo>
                    <a:pt x="34453" y="22615"/>
                  </a:lnTo>
                  <a:lnTo>
                    <a:pt x="34587" y="22528"/>
                  </a:lnTo>
                  <a:lnTo>
                    <a:pt x="34721" y="22433"/>
                  </a:lnTo>
                  <a:lnTo>
                    <a:pt x="34836" y="22327"/>
                  </a:lnTo>
                  <a:lnTo>
                    <a:pt x="34951" y="22203"/>
                  </a:lnTo>
                  <a:lnTo>
                    <a:pt x="35047" y="22078"/>
                  </a:lnTo>
                  <a:lnTo>
                    <a:pt x="35133" y="21935"/>
                  </a:lnTo>
                  <a:lnTo>
                    <a:pt x="35200" y="21791"/>
                  </a:lnTo>
                  <a:lnTo>
                    <a:pt x="35258" y="21638"/>
                  </a:lnTo>
                  <a:lnTo>
                    <a:pt x="35296" y="21475"/>
                  </a:lnTo>
                  <a:lnTo>
                    <a:pt x="35325" y="21302"/>
                  </a:lnTo>
                  <a:lnTo>
                    <a:pt x="35334" y="21130"/>
                  </a:lnTo>
                  <a:lnTo>
                    <a:pt x="32930" y="1686"/>
                  </a:lnTo>
                  <a:lnTo>
                    <a:pt x="32921" y="1514"/>
                  </a:lnTo>
                  <a:lnTo>
                    <a:pt x="32892" y="1342"/>
                  </a:lnTo>
                  <a:lnTo>
                    <a:pt x="32854" y="1188"/>
                  </a:lnTo>
                  <a:lnTo>
                    <a:pt x="32796" y="1026"/>
                  </a:lnTo>
                  <a:lnTo>
                    <a:pt x="32729" y="882"/>
                  </a:lnTo>
                  <a:lnTo>
                    <a:pt x="32643" y="748"/>
                  </a:lnTo>
                  <a:lnTo>
                    <a:pt x="32547" y="614"/>
                  </a:lnTo>
                  <a:lnTo>
                    <a:pt x="32432" y="499"/>
                  </a:lnTo>
                  <a:lnTo>
                    <a:pt x="32317" y="384"/>
                  </a:lnTo>
                  <a:lnTo>
                    <a:pt x="32183" y="288"/>
                  </a:lnTo>
                  <a:lnTo>
                    <a:pt x="32049" y="202"/>
                  </a:lnTo>
                  <a:lnTo>
                    <a:pt x="31896" y="135"/>
                  </a:lnTo>
                  <a:lnTo>
                    <a:pt x="31743" y="77"/>
                  </a:lnTo>
                  <a:lnTo>
                    <a:pt x="31580" y="39"/>
                  </a:lnTo>
                  <a:lnTo>
                    <a:pt x="31417" y="10"/>
                  </a:lnTo>
                  <a:lnTo>
                    <a:pt x="3124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5860993" y="3031447"/>
              <a:ext cx="2330490" cy="50503"/>
            </a:xfrm>
            <a:custGeom>
              <a:rect b="b" l="l" r="r" t="t"/>
              <a:pathLst>
                <a:path extrusionOk="0" h="1284" w="59251">
                  <a:moveTo>
                    <a:pt x="1" y="0"/>
                  </a:moveTo>
                  <a:lnTo>
                    <a:pt x="1" y="1283"/>
                  </a:lnTo>
                  <a:lnTo>
                    <a:pt x="59251" y="1283"/>
                  </a:lnTo>
                  <a:lnTo>
                    <a:pt x="592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5559242" y="2992233"/>
              <a:ext cx="603557" cy="1663686"/>
            </a:xfrm>
            <a:custGeom>
              <a:rect b="b" l="l" r="r" t="t"/>
              <a:pathLst>
                <a:path extrusionOk="0" h="42298" w="15345">
                  <a:moveTo>
                    <a:pt x="11341" y="1"/>
                  </a:moveTo>
                  <a:lnTo>
                    <a:pt x="1" y="42298"/>
                  </a:lnTo>
                  <a:lnTo>
                    <a:pt x="1437" y="42298"/>
                  </a:lnTo>
                  <a:lnTo>
                    <a:pt x="15345" y="394"/>
                  </a:lnTo>
                  <a:lnTo>
                    <a:pt x="113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1"/>
            <p:cNvSpPr/>
            <p:nvPr/>
          </p:nvSpPr>
          <p:spPr>
            <a:xfrm>
              <a:off x="7855726" y="2992233"/>
              <a:ext cx="603557" cy="1663686"/>
            </a:xfrm>
            <a:custGeom>
              <a:rect b="b" l="l" r="r" t="t"/>
              <a:pathLst>
                <a:path extrusionOk="0" h="42298" w="15345">
                  <a:moveTo>
                    <a:pt x="4004" y="1"/>
                  </a:moveTo>
                  <a:lnTo>
                    <a:pt x="1" y="394"/>
                  </a:lnTo>
                  <a:lnTo>
                    <a:pt x="13908" y="42298"/>
                  </a:lnTo>
                  <a:lnTo>
                    <a:pt x="15345" y="42298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1"/>
            <p:cNvSpPr/>
            <p:nvPr/>
          </p:nvSpPr>
          <p:spPr>
            <a:xfrm>
              <a:off x="5745712" y="2913531"/>
              <a:ext cx="2567862" cy="129247"/>
            </a:xfrm>
            <a:custGeom>
              <a:rect b="b" l="l" r="r" t="t"/>
              <a:pathLst>
                <a:path extrusionOk="0" h="3286" w="65286">
                  <a:moveTo>
                    <a:pt x="1" y="0"/>
                  </a:moveTo>
                  <a:lnTo>
                    <a:pt x="1" y="3285"/>
                  </a:lnTo>
                  <a:lnTo>
                    <a:pt x="65285" y="3285"/>
                  </a:lnTo>
                  <a:lnTo>
                    <a:pt x="6528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5" name="Google Shape;685;p21"/>
          <p:cNvSpPr/>
          <p:nvPr/>
        </p:nvSpPr>
        <p:spPr>
          <a:xfrm flipH="1">
            <a:off x="2070140" y="2375375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3470375" y="1161700"/>
            <a:ext cx="5450400" cy="21261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Chance: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Razão entre a probabilidade do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rótulo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positivo (Y=1) sobre a probabilidade rótulo negativo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7" name="Google Shape;6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450" y="3536588"/>
            <a:ext cx="42862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2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Alguns conceitos</a:t>
            </a:r>
            <a:endParaRPr/>
          </a:p>
        </p:txBody>
      </p:sp>
      <p:grpSp>
        <p:nvGrpSpPr>
          <p:cNvPr id="693" name="Google Shape;693;p22"/>
          <p:cNvGrpSpPr/>
          <p:nvPr/>
        </p:nvGrpSpPr>
        <p:grpSpPr>
          <a:xfrm flipH="1">
            <a:off x="457198" y="1692888"/>
            <a:ext cx="2943318" cy="3039142"/>
            <a:chOff x="5449625" y="1389325"/>
            <a:chExt cx="3237261" cy="3342655"/>
          </a:xfrm>
        </p:grpSpPr>
        <p:sp>
          <p:nvSpPr>
            <p:cNvPr id="694" name="Google Shape;694;p22"/>
            <p:cNvSpPr/>
            <p:nvPr/>
          </p:nvSpPr>
          <p:spPr>
            <a:xfrm>
              <a:off x="6533088" y="4360137"/>
              <a:ext cx="1749195" cy="185374"/>
            </a:xfrm>
            <a:custGeom>
              <a:rect b="b" l="l" r="r" t="t"/>
              <a:pathLst>
                <a:path extrusionOk="0" h="4713" w="44472">
                  <a:moveTo>
                    <a:pt x="21091" y="0"/>
                  </a:moveTo>
                  <a:lnTo>
                    <a:pt x="19961" y="10"/>
                  </a:lnTo>
                  <a:lnTo>
                    <a:pt x="18850" y="29"/>
                  </a:lnTo>
                  <a:lnTo>
                    <a:pt x="17758" y="48"/>
                  </a:lnTo>
                  <a:lnTo>
                    <a:pt x="16676" y="77"/>
                  </a:lnTo>
                  <a:lnTo>
                    <a:pt x="15622" y="105"/>
                  </a:lnTo>
                  <a:lnTo>
                    <a:pt x="14587" y="144"/>
                  </a:lnTo>
                  <a:lnTo>
                    <a:pt x="13582" y="182"/>
                  </a:lnTo>
                  <a:lnTo>
                    <a:pt x="12595" y="230"/>
                  </a:lnTo>
                  <a:lnTo>
                    <a:pt x="11637" y="287"/>
                  </a:lnTo>
                  <a:lnTo>
                    <a:pt x="10708" y="335"/>
                  </a:lnTo>
                  <a:lnTo>
                    <a:pt x="9808" y="402"/>
                  </a:lnTo>
                  <a:lnTo>
                    <a:pt x="8936" y="469"/>
                  </a:lnTo>
                  <a:lnTo>
                    <a:pt x="8094" y="536"/>
                  </a:lnTo>
                  <a:lnTo>
                    <a:pt x="7289" y="613"/>
                  </a:lnTo>
                  <a:lnTo>
                    <a:pt x="6513" y="690"/>
                  </a:lnTo>
                  <a:lnTo>
                    <a:pt x="5776" y="776"/>
                  </a:lnTo>
                  <a:lnTo>
                    <a:pt x="5076" y="852"/>
                  </a:lnTo>
                  <a:lnTo>
                    <a:pt x="4416" y="948"/>
                  </a:lnTo>
                  <a:lnTo>
                    <a:pt x="3803" y="1034"/>
                  </a:lnTo>
                  <a:lnTo>
                    <a:pt x="3218" y="1130"/>
                  </a:lnTo>
                  <a:lnTo>
                    <a:pt x="2682" y="1236"/>
                  </a:lnTo>
                  <a:lnTo>
                    <a:pt x="2193" y="1331"/>
                  </a:lnTo>
                  <a:lnTo>
                    <a:pt x="1753" y="1437"/>
                  </a:lnTo>
                  <a:lnTo>
                    <a:pt x="1351" y="1542"/>
                  </a:lnTo>
                  <a:lnTo>
                    <a:pt x="1006" y="1657"/>
                  </a:lnTo>
                  <a:lnTo>
                    <a:pt x="699" y="1772"/>
                  </a:lnTo>
                  <a:lnTo>
                    <a:pt x="575" y="1829"/>
                  </a:lnTo>
                  <a:lnTo>
                    <a:pt x="450" y="1877"/>
                  </a:lnTo>
                  <a:lnTo>
                    <a:pt x="345" y="1944"/>
                  </a:lnTo>
                  <a:lnTo>
                    <a:pt x="259" y="2002"/>
                  </a:lnTo>
                  <a:lnTo>
                    <a:pt x="182" y="2059"/>
                  </a:lnTo>
                  <a:lnTo>
                    <a:pt x="115" y="2117"/>
                  </a:lnTo>
                  <a:lnTo>
                    <a:pt x="67" y="2174"/>
                  </a:lnTo>
                  <a:lnTo>
                    <a:pt x="29" y="2232"/>
                  </a:lnTo>
                  <a:lnTo>
                    <a:pt x="10" y="2299"/>
                  </a:lnTo>
                  <a:lnTo>
                    <a:pt x="0" y="2356"/>
                  </a:lnTo>
                  <a:lnTo>
                    <a:pt x="10" y="2423"/>
                  </a:lnTo>
                  <a:lnTo>
                    <a:pt x="29" y="2481"/>
                  </a:lnTo>
                  <a:lnTo>
                    <a:pt x="67" y="2538"/>
                  </a:lnTo>
                  <a:lnTo>
                    <a:pt x="115" y="2596"/>
                  </a:lnTo>
                  <a:lnTo>
                    <a:pt x="182" y="2663"/>
                  </a:lnTo>
                  <a:lnTo>
                    <a:pt x="259" y="2720"/>
                  </a:lnTo>
                  <a:lnTo>
                    <a:pt x="345" y="2778"/>
                  </a:lnTo>
                  <a:lnTo>
                    <a:pt x="450" y="2835"/>
                  </a:lnTo>
                  <a:lnTo>
                    <a:pt x="575" y="2893"/>
                  </a:lnTo>
                  <a:lnTo>
                    <a:pt x="699" y="2950"/>
                  </a:lnTo>
                  <a:lnTo>
                    <a:pt x="1006" y="3055"/>
                  </a:lnTo>
                  <a:lnTo>
                    <a:pt x="1351" y="3170"/>
                  </a:lnTo>
                  <a:lnTo>
                    <a:pt x="1753" y="3276"/>
                  </a:lnTo>
                  <a:lnTo>
                    <a:pt x="2193" y="3381"/>
                  </a:lnTo>
                  <a:lnTo>
                    <a:pt x="2682" y="3486"/>
                  </a:lnTo>
                  <a:lnTo>
                    <a:pt x="3218" y="3582"/>
                  </a:lnTo>
                  <a:lnTo>
                    <a:pt x="3803" y="3678"/>
                  </a:lnTo>
                  <a:lnTo>
                    <a:pt x="4416" y="3774"/>
                  </a:lnTo>
                  <a:lnTo>
                    <a:pt x="5076" y="3860"/>
                  </a:lnTo>
                  <a:lnTo>
                    <a:pt x="5776" y="3946"/>
                  </a:lnTo>
                  <a:lnTo>
                    <a:pt x="6513" y="4023"/>
                  </a:lnTo>
                  <a:lnTo>
                    <a:pt x="7289" y="4099"/>
                  </a:lnTo>
                  <a:lnTo>
                    <a:pt x="8094" y="4176"/>
                  </a:lnTo>
                  <a:lnTo>
                    <a:pt x="8936" y="4253"/>
                  </a:lnTo>
                  <a:lnTo>
                    <a:pt x="9808" y="4310"/>
                  </a:lnTo>
                  <a:lnTo>
                    <a:pt x="10708" y="4377"/>
                  </a:lnTo>
                  <a:lnTo>
                    <a:pt x="11637" y="4435"/>
                  </a:lnTo>
                  <a:lnTo>
                    <a:pt x="12595" y="4483"/>
                  </a:lnTo>
                  <a:lnTo>
                    <a:pt x="13582" y="4530"/>
                  </a:lnTo>
                  <a:lnTo>
                    <a:pt x="14587" y="4578"/>
                  </a:lnTo>
                  <a:lnTo>
                    <a:pt x="15622" y="4607"/>
                  </a:lnTo>
                  <a:lnTo>
                    <a:pt x="16676" y="4645"/>
                  </a:lnTo>
                  <a:lnTo>
                    <a:pt x="17758" y="4665"/>
                  </a:lnTo>
                  <a:lnTo>
                    <a:pt x="18850" y="4693"/>
                  </a:lnTo>
                  <a:lnTo>
                    <a:pt x="19961" y="4703"/>
                  </a:lnTo>
                  <a:lnTo>
                    <a:pt x="21091" y="4712"/>
                  </a:lnTo>
                  <a:lnTo>
                    <a:pt x="23380" y="4712"/>
                  </a:lnTo>
                  <a:lnTo>
                    <a:pt x="24510" y="4703"/>
                  </a:lnTo>
                  <a:lnTo>
                    <a:pt x="25621" y="4693"/>
                  </a:lnTo>
                  <a:lnTo>
                    <a:pt x="26713" y="4665"/>
                  </a:lnTo>
                  <a:lnTo>
                    <a:pt x="27796" y="4645"/>
                  </a:lnTo>
                  <a:lnTo>
                    <a:pt x="28849" y="4607"/>
                  </a:lnTo>
                  <a:lnTo>
                    <a:pt x="29884" y="4578"/>
                  </a:lnTo>
                  <a:lnTo>
                    <a:pt x="30889" y="4530"/>
                  </a:lnTo>
                  <a:lnTo>
                    <a:pt x="31876" y="4483"/>
                  </a:lnTo>
                  <a:lnTo>
                    <a:pt x="32834" y="4435"/>
                  </a:lnTo>
                  <a:lnTo>
                    <a:pt x="33763" y="4377"/>
                  </a:lnTo>
                  <a:lnTo>
                    <a:pt x="34663" y="4310"/>
                  </a:lnTo>
                  <a:lnTo>
                    <a:pt x="35535" y="4253"/>
                  </a:lnTo>
                  <a:lnTo>
                    <a:pt x="36378" y="4176"/>
                  </a:lnTo>
                  <a:lnTo>
                    <a:pt x="37182" y="4099"/>
                  </a:lnTo>
                  <a:lnTo>
                    <a:pt x="37958" y="4023"/>
                  </a:lnTo>
                  <a:lnTo>
                    <a:pt x="38696" y="3946"/>
                  </a:lnTo>
                  <a:lnTo>
                    <a:pt x="39395" y="3860"/>
                  </a:lnTo>
                  <a:lnTo>
                    <a:pt x="40056" y="3774"/>
                  </a:lnTo>
                  <a:lnTo>
                    <a:pt x="40669" y="3678"/>
                  </a:lnTo>
                  <a:lnTo>
                    <a:pt x="41253" y="3582"/>
                  </a:lnTo>
                  <a:lnTo>
                    <a:pt x="41789" y="3486"/>
                  </a:lnTo>
                  <a:lnTo>
                    <a:pt x="42278" y="3381"/>
                  </a:lnTo>
                  <a:lnTo>
                    <a:pt x="42718" y="3276"/>
                  </a:lnTo>
                  <a:lnTo>
                    <a:pt x="43121" y="3170"/>
                  </a:lnTo>
                  <a:lnTo>
                    <a:pt x="43465" y="3055"/>
                  </a:lnTo>
                  <a:lnTo>
                    <a:pt x="43772" y="2950"/>
                  </a:lnTo>
                  <a:lnTo>
                    <a:pt x="43896" y="2893"/>
                  </a:lnTo>
                  <a:lnTo>
                    <a:pt x="44021" y="2835"/>
                  </a:lnTo>
                  <a:lnTo>
                    <a:pt x="44126" y="2778"/>
                  </a:lnTo>
                  <a:lnTo>
                    <a:pt x="44213" y="2720"/>
                  </a:lnTo>
                  <a:lnTo>
                    <a:pt x="44289" y="2663"/>
                  </a:lnTo>
                  <a:lnTo>
                    <a:pt x="44356" y="2596"/>
                  </a:lnTo>
                  <a:lnTo>
                    <a:pt x="44404" y="2538"/>
                  </a:lnTo>
                  <a:lnTo>
                    <a:pt x="44442" y="2481"/>
                  </a:lnTo>
                  <a:lnTo>
                    <a:pt x="44462" y="2423"/>
                  </a:lnTo>
                  <a:lnTo>
                    <a:pt x="44471" y="2356"/>
                  </a:lnTo>
                  <a:lnTo>
                    <a:pt x="44462" y="2299"/>
                  </a:lnTo>
                  <a:lnTo>
                    <a:pt x="44442" y="2232"/>
                  </a:lnTo>
                  <a:lnTo>
                    <a:pt x="44404" y="2174"/>
                  </a:lnTo>
                  <a:lnTo>
                    <a:pt x="44356" y="2117"/>
                  </a:lnTo>
                  <a:lnTo>
                    <a:pt x="44289" y="2059"/>
                  </a:lnTo>
                  <a:lnTo>
                    <a:pt x="44213" y="2002"/>
                  </a:lnTo>
                  <a:lnTo>
                    <a:pt x="44126" y="1944"/>
                  </a:lnTo>
                  <a:lnTo>
                    <a:pt x="44021" y="1877"/>
                  </a:lnTo>
                  <a:lnTo>
                    <a:pt x="43896" y="1829"/>
                  </a:lnTo>
                  <a:lnTo>
                    <a:pt x="43772" y="1772"/>
                  </a:lnTo>
                  <a:lnTo>
                    <a:pt x="43465" y="1657"/>
                  </a:lnTo>
                  <a:lnTo>
                    <a:pt x="43121" y="1542"/>
                  </a:lnTo>
                  <a:lnTo>
                    <a:pt x="42718" y="1437"/>
                  </a:lnTo>
                  <a:lnTo>
                    <a:pt x="42278" y="1331"/>
                  </a:lnTo>
                  <a:lnTo>
                    <a:pt x="41789" y="1236"/>
                  </a:lnTo>
                  <a:lnTo>
                    <a:pt x="41253" y="1130"/>
                  </a:lnTo>
                  <a:lnTo>
                    <a:pt x="40669" y="1034"/>
                  </a:lnTo>
                  <a:lnTo>
                    <a:pt x="40056" y="948"/>
                  </a:lnTo>
                  <a:lnTo>
                    <a:pt x="39395" y="852"/>
                  </a:lnTo>
                  <a:lnTo>
                    <a:pt x="38696" y="776"/>
                  </a:lnTo>
                  <a:lnTo>
                    <a:pt x="37958" y="690"/>
                  </a:lnTo>
                  <a:lnTo>
                    <a:pt x="37182" y="613"/>
                  </a:lnTo>
                  <a:lnTo>
                    <a:pt x="36378" y="536"/>
                  </a:lnTo>
                  <a:lnTo>
                    <a:pt x="35535" y="469"/>
                  </a:lnTo>
                  <a:lnTo>
                    <a:pt x="34663" y="402"/>
                  </a:lnTo>
                  <a:lnTo>
                    <a:pt x="33763" y="335"/>
                  </a:lnTo>
                  <a:lnTo>
                    <a:pt x="32834" y="287"/>
                  </a:lnTo>
                  <a:lnTo>
                    <a:pt x="31876" y="230"/>
                  </a:lnTo>
                  <a:lnTo>
                    <a:pt x="30889" y="182"/>
                  </a:lnTo>
                  <a:lnTo>
                    <a:pt x="29884" y="144"/>
                  </a:lnTo>
                  <a:lnTo>
                    <a:pt x="28849" y="105"/>
                  </a:lnTo>
                  <a:lnTo>
                    <a:pt x="27796" y="77"/>
                  </a:lnTo>
                  <a:lnTo>
                    <a:pt x="26713" y="48"/>
                  </a:lnTo>
                  <a:lnTo>
                    <a:pt x="25621" y="29"/>
                  </a:lnTo>
                  <a:lnTo>
                    <a:pt x="24510" y="10"/>
                  </a:lnTo>
                  <a:lnTo>
                    <a:pt x="23380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5449625" y="4579763"/>
              <a:ext cx="3237261" cy="152217"/>
            </a:xfrm>
            <a:custGeom>
              <a:rect b="b" l="l" r="r" t="t"/>
              <a:pathLst>
                <a:path extrusionOk="0" h="3870" w="82305">
                  <a:moveTo>
                    <a:pt x="41148" y="0"/>
                  </a:moveTo>
                  <a:lnTo>
                    <a:pt x="36943" y="10"/>
                  </a:lnTo>
                  <a:lnTo>
                    <a:pt x="32853" y="38"/>
                  </a:lnTo>
                  <a:lnTo>
                    <a:pt x="28907" y="86"/>
                  </a:lnTo>
                  <a:lnTo>
                    <a:pt x="25133" y="153"/>
                  </a:lnTo>
                  <a:lnTo>
                    <a:pt x="21532" y="230"/>
                  </a:lnTo>
                  <a:lnTo>
                    <a:pt x="18141" y="335"/>
                  </a:lnTo>
                  <a:lnTo>
                    <a:pt x="14971" y="441"/>
                  </a:lnTo>
                  <a:lnTo>
                    <a:pt x="13477" y="508"/>
                  </a:lnTo>
                  <a:lnTo>
                    <a:pt x="12050" y="565"/>
                  </a:lnTo>
                  <a:lnTo>
                    <a:pt x="10690" y="632"/>
                  </a:lnTo>
                  <a:lnTo>
                    <a:pt x="9397" y="709"/>
                  </a:lnTo>
                  <a:lnTo>
                    <a:pt x="8171" y="776"/>
                  </a:lnTo>
                  <a:lnTo>
                    <a:pt x="7021" y="853"/>
                  </a:lnTo>
                  <a:lnTo>
                    <a:pt x="5958" y="929"/>
                  </a:lnTo>
                  <a:lnTo>
                    <a:pt x="4962" y="1015"/>
                  </a:lnTo>
                  <a:lnTo>
                    <a:pt x="4052" y="1092"/>
                  </a:lnTo>
                  <a:lnTo>
                    <a:pt x="3228" y="1178"/>
                  </a:lnTo>
                  <a:lnTo>
                    <a:pt x="2491" y="1264"/>
                  </a:lnTo>
                  <a:lnTo>
                    <a:pt x="1849" y="1360"/>
                  </a:lnTo>
                  <a:lnTo>
                    <a:pt x="1294" y="1446"/>
                  </a:lnTo>
                  <a:lnTo>
                    <a:pt x="834" y="1542"/>
                  </a:lnTo>
                  <a:lnTo>
                    <a:pt x="642" y="1590"/>
                  </a:lnTo>
                  <a:lnTo>
                    <a:pt x="470" y="1638"/>
                  </a:lnTo>
                  <a:lnTo>
                    <a:pt x="326" y="1686"/>
                  </a:lnTo>
                  <a:lnTo>
                    <a:pt x="211" y="1734"/>
                  </a:lnTo>
                  <a:lnTo>
                    <a:pt x="115" y="1782"/>
                  </a:lnTo>
                  <a:lnTo>
                    <a:pt x="48" y="1829"/>
                  </a:lnTo>
                  <a:lnTo>
                    <a:pt x="10" y="1887"/>
                  </a:lnTo>
                  <a:lnTo>
                    <a:pt x="0" y="1906"/>
                  </a:lnTo>
                  <a:lnTo>
                    <a:pt x="0" y="1935"/>
                  </a:lnTo>
                  <a:lnTo>
                    <a:pt x="0" y="1954"/>
                  </a:lnTo>
                  <a:lnTo>
                    <a:pt x="10" y="1983"/>
                  </a:lnTo>
                  <a:lnTo>
                    <a:pt x="48" y="2031"/>
                  </a:lnTo>
                  <a:lnTo>
                    <a:pt x="115" y="2079"/>
                  </a:lnTo>
                  <a:lnTo>
                    <a:pt x="211" y="2126"/>
                  </a:lnTo>
                  <a:lnTo>
                    <a:pt x="326" y="2184"/>
                  </a:lnTo>
                  <a:lnTo>
                    <a:pt x="470" y="2232"/>
                  </a:lnTo>
                  <a:lnTo>
                    <a:pt x="642" y="2280"/>
                  </a:lnTo>
                  <a:lnTo>
                    <a:pt x="834" y="2318"/>
                  </a:lnTo>
                  <a:lnTo>
                    <a:pt x="1294" y="2414"/>
                  </a:lnTo>
                  <a:lnTo>
                    <a:pt x="1849" y="2510"/>
                  </a:lnTo>
                  <a:lnTo>
                    <a:pt x="2491" y="2596"/>
                  </a:lnTo>
                  <a:lnTo>
                    <a:pt x="3228" y="2682"/>
                  </a:lnTo>
                  <a:lnTo>
                    <a:pt x="4052" y="2768"/>
                  </a:lnTo>
                  <a:lnTo>
                    <a:pt x="4962" y="2854"/>
                  </a:lnTo>
                  <a:lnTo>
                    <a:pt x="5958" y="2931"/>
                  </a:lnTo>
                  <a:lnTo>
                    <a:pt x="7021" y="3017"/>
                  </a:lnTo>
                  <a:lnTo>
                    <a:pt x="8171" y="3094"/>
                  </a:lnTo>
                  <a:lnTo>
                    <a:pt x="9397" y="3161"/>
                  </a:lnTo>
                  <a:lnTo>
                    <a:pt x="10690" y="3228"/>
                  </a:lnTo>
                  <a:lnTo>
                    <a:pt x="12050" y="3295"/>
                  </a:lnTo>
                  <a:lnTo>
                    <a:pt x="13477" y="3362"/>
                  </a:lnTo>
                  <a:lnTo>
                    <a:pt x="14971" y="3419"/>
                  </a:lnTo>
                  <a:lnTo>
                    <a:pt x="18141" y="3534"/>
                  </a:lnTo>
                  <a:lnTo>
                    <a:pt x="21532" y="3630"/>
                  </a:lnTo>
                  <a:lnTo>
                    <a:pt x="25133" y="3716"/>
                  </a:lnTo>
                  <a:lnTo>
                    <a:pt x="28907" y="3774"/>
                  </a:lnTo>
                  <a:lnTo>
                    <a:pt x="32853" y="3822"/>
                  </a:lnTo>
                  <a:lnTo>
                    <a:pt x="36943" y="3860"/>
                  </a:lnTo>
                  <a:lnTo>
                    <a:pt x="41148" y="3870"/>
                  </a:lnTo>
                  <a:lnTo>
                    <a:pt x="45353" y="3860"/>
                  </a:lnTo>
                  <a:lnTo>
                    <a:pt x="49443" y="3822"/>
                  </a:lnTo>
                  <a:lnTo>
                    <a:pt x="53389" y="3774"/>
                  </a:lnTo>
                  <a:lnTo>
                    <a:pt x="57172" y="3716"/>
                  </a:lnTo>
                  <a:lnTo>
                    <a:pt x="60764" y="3630"/>
                  </a:lnTo>
                  <a:lnTo>
                    <a:pt x="64155" y="3534"/>
                  </a:lnTo>
                  <a:lnTo>
                    <a:pt x="67325" y="3419"/>
                  </a:lnTo>
                  <a:lnTo>
                    <a:pt x="68819" y="3362"/>
                  </a:lnTo>
                  <a:lnTo>
                    <a:pt x="70246" y="3295"/>
                  </a:lnTo>
                  <a:lnTo>
                    <a:pt x="71616" y="3228"/>
                  </a:lnTo>
                  <a:lnTo>
                    <a:pt x="72909" y="3161"/>
                  </a:lnTo>
                  <a:lnTo>
                    <a:pt x="74125" y="3094"/>
                  </a:lnTo>
                  <a:lnTo>
                    <a:pt x="75275" y="3017"/>
                  </a:lnTo>
                  <a:lnTo>
                    <a:pt x="76347" y="2931"/>
                  </a:lnTo>
                  <a:lnTo>
                    <a:pt x="77334" y="2854"/>
                  </a:lnTo>
                  <a:lnTo>
                    <a:pt x="78244" y="2768"/>
                  </a:lnTo>
                  <a:lnTo>
                    <a:pt x="79068" y="2682"/>
                  </a:lnTo>
                  <a:lnTo>
                    <a:pt x="79805" y="2596"/>
                  </a:lnTo>
                  <a:lnTo>
                    <a:pt x="80456" y="2510"/>
                  </a:lnTo>
                  <a:lnTo>
                    <a:pt x="81012" y="2414"/>
                  </a:lnTo>
                  <a:lnTo>
                    <a:pt x="81462" y="2318"/>
                  </a:lnTo>
                  <a:lnTo>
                    <a:pt x="81663" y="2280"/>
                  </a:lnTo>
                  <a:lnTo>
                    <a:pt x="81826" y="2232"/>
                  </a:lnTo>
                  <a:lnTo>
                    <a:pt x="81970" y="2184"/>
                  </a:lnTo>
                  <a:lnTo>
                    <a:pt x="82094" y="2126"/>
                  </a:lnTo>
                  <a:lnTo>
                    <a:pt x="82180" y="2079"/>
                  </a:lnTo>
                  <a:lnTo>
                    <a:pt x="82248" y="2031"/>
                  </a:lnTo>
                  <a:lnTo>
                    <a:pt x="82286" y="1983"/>
                  </a:lnTo>
                  <a:lnTo>
                    <a:pt x="82295" y="1954"/>
                  </a:lnTo>
                  <a:lnTo>
                    <a:pt x="82305" y="1935"/>
                  </a:lnTo>
                  <a:lnTo>
                    <a:pt x="82295" y="1906"/>
                  </a:lnTo>
                  <a:lnTo>
                    <a:pt x="82286" y="1887"/>
                  </a:lnTo>
                  <a:lnTo>
                    <a:pt x="82248" y="1829"/>
                  </a:lnTo>
                  <a:lnTo>
                    <a:pt x="82180" y="1782"/>
                  </a:lnTo>
                  <a:lnTo>
                    <a:pt x="82094" y="1734"/>
                  </a:lnTo>
                  <a:lnTo>
                    <a:pt x="81970" y="1686"/>
                  </a:lnTo>
                  <a:lnTo>
                    <a:pt x="81826" y="1638"/>
                  </a:lnTo>
                  <a:lnTo>
                    <a:pt x="81663" y="1590"/>
                  </a:lnTo>
                  <a:lnTo>
                    <a:pt x="81462" y="1542"/>
                  </a:lnTo>
                  <a:lnTo>
                    <a:pt x="81012" y="1446"/>
                  </a:lnTo>
                  <a:lnTo>
                    <a:pt x="80456" y="1360"/>
                  </a:lnTo>
                  <a:lnTo>
                    <a:pt x="79805" y="1264"/>
                  </a:lnTo>
                  <a:lnTo>
                    <a:pt x="79068" y="1178"/>
                  </a:lnTo>
                  <a:lnTo>
                    <a:pt x="78244" y="1092"/>
                  </a:lnTo>
                  <a:lnTo>
                    <a:pt x="77334" y="1015"/>
                  </a:lnTo>
                  <a:lnTo>
                    <a:pt x="76347" y="929"/>
                  </a:lnTo>
                  <a:lnTo>
                    <a:pt x="75275" y="853"/>
                  </a:lnTo>
                  <a:lnTo>
                    <a:pt x="74125" y="776"/>
                  </a:lnTo>
                  <a:lnTo>
                    <a:pt x="72909" y="709"/>
                  </a:lnTo>
                  <a:lnTo>
                    <a:pt x="71616" y="632"/>
                  </a:lnTo>
                  <a:lnTo>
                    <a:pt x="70246" y="565"/>
                  </a:lnTo>
                  <a:lnTo>
                    <a:pt x="68819" y="508"/>
                  </a:lnTo>
                  <a:lnTo>
                    <a:pt x="67325" y="441"/>
                  </a:lnTo>
                  <a:lnTo>
                    <a:pt x="64155" y="335"/>
                  </a:lnTo>
                  <a:lnTo>
                    <a:pt x="60764" y="230"/>
                  </a:lnTo>
                  <a:lnTo>
                    <a:pt x="57172" y="153"/>
                  </a:lnTo>
                  <a:lnTo>
                    <a:pt x="53389" y="86"/>
                  </a:lnTo>
                  <a:lnTo>
                    <a:pt x="49443" y="38"/>
                  </a:lnTo>
                  <a:lnTo>
                    <a:pt x="45353" y="10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8191774" y="3231092"/>
              <a:ext cx="378261" cy="86296"/>
            </a:xfrm>
            <a:custGeom>
              <a:rect b="b" l="l" r="r" t="t"/>
              <a:pathLst>
                <a:path extrusionOk="0" h="2194" w="9617">
                  <a:moveTo>
                    <a:pt x="4473" y="0"/>
                  </a:moveTo>
                  <a:lnTo>
                    <a:pt x="4186" y="10"/>
                  </a:lnTo>
                  <a:lnTo>
                    <a:pt x="3860" y="29"/>
                  </a:lnTo>
                  <a:lnTo>
                    <a:pt x="3075" y="77"/>
                  </a:lnTo>
                  <a:lnTo>
                    <a:pt x="2223" y="154"/>
                  </a:lnTo>
                  <a:lnTo>
                    <a:pt x="1389" y="240"/>
                  </a:lnTo>
                  <a:lnTo>
                    <a:pt x="680" y="307"/>
                  </a:lnTo>
                  <a:lnTo>
                    <a:pt x="0" y="384"/>
                  </a:lnTo>
                  <a:lnTo>
                    <a:pt x="1657" y="1322"/>
                  </a:lnTo>
                  <a:lnTo>
                    <a:pt x="2184" y="1466"/>
                  </a:lnTo>
                  <a:lnTo>
                    <a:pt x="2730" y="1590"/>
                  </a:lnTo>
                  <a:lnTo>
                    <a:pt x="3305" y="1705"/>
                  </a:lnTo>
                  <a:lnTo>
                    <a:pt x="3899" y="1811"/>
                  </a:lnTo>
                  <a:lnTo>
                    <a:pt x="4502" y="1897"/>
                  </a:lnTo>
                  <a:lnTo>
                    <a:pt x="5096" y="1973"/>
                  </a:lnTo>
                  <a:lnTo>
                    <a:pt x="5690" y="2041"/>
                  </a:lnTo>
                  <a:lnTo>
                    <a:pt x="6264" y="2098"/>
                  </a:lnTo>
                  <a:lnTo>
                    <a:pt x="6820" y="2136"/>
                  </a:lnTo>
                  <a:lnTo>
                    <a:pt x="7337" y="2165"/>
                  </a:lnTo>
                  <a:lnTo>
                    <a:pt x="7826" y="2184"/>
                  </a:lnTo>
                  <a:lnTo>
                    <a:pt x="8266" y="2194"/>
                  </a:lnTo>
                  <a:lnTo>
                    <a:pt x="8649" y="2184"/>
                  </a:lnTo>
                  <a:lnTo>
                    <a:pt x="8975" y="2165"/>
                  </a:lnTo>
                  <a:lnTo>
                    <a:pt x="9234" y="2127"/>
                  </a:lnTo>
                  <a:lnTo>
                    <a:pt x="9339" y="2108"/>
                  </a:lnTo>
                  <a:lnTo>
                    <a:pt x="9416" y="2088"/>
                  </a:lnTo>
                  <a:lnTo>
                    <a:pt x="9483" y="2060"/>
                  </a:lnTo>
                  <a:lnTo>
                    <a:pt x="9531" y="2031"/>
                  </a:lnTo>
                  <a:lnTo>
                    <a:pt x="9569" y="2002"/>
                  </a:lnTo>
                  <a:lnTo>
                    <a:pt x="9598" y="1983"/>
                  </a:lnTo>
                  <a:lnTo>
                    <a:pt x="9617" y="1954"/>
                  </a:lnTo>
                  <a:lnTo>
                    <a:pt x="9617" y="1926"/>
                  </a:lnTo>
                  <a:lnTo>
                    <a:pt x="9617" y="1897"/>
                  </a:lnTo>
                  <a:lnTo>
                    <a:pt x="9598" y="1868"/>
                  </a:lnTo>
                  <a:lnTo>
                    <a:pt x="9578" y="1839"/>
                  </a:lnTo>
                  <a:lnTo>
                    <a:pt x="9540" y="1811"/>
                  </a:lnTo>
                  <a:lnTo>
                    <a:pt x="9464" y="1753"/>
                  </a:lnTo>
                  <a:lnTo>
                    <a:pt x="9349" y="1696"/>
                  </a:lnTo>
                  <a:lnTo>
                    <a:pt x="9224" y="1638"/>
                  </a:lnTo>
                  <a:lnTo>
                    <a:pt x="8927" y="1523"/>
                  </a:lnTo>
                  <a:lnTo>
                    <a:pt x="8611" y="1408"/>
                  </a:lnTo>
                  <a:lnTo>
                    <a:pt x="8314" y="1313"/>
                  </a:lnTo>
                  <a:lnTo>
                    <a:pt x="8190" y="1255"/>
                  </a:lnTo>
                  <a:lnTo>
                    <a:pt x="8084" y="1217"/>
                  </a:lnTo>
                  <a:lnTo>
                    <a:pt x="7605" y="997"/>
                  </a:lnTo>
                  <a:lnTo>
                    <a:pt x="7107" y="786"/>
                  </a:lnTo>
                  <a:lnTo>
                    <a:pt x="6628" y="604"/>
                  </a:lnTo>
                  <a:lnTo>
                    <a:pt x="6169" y="431"/>
                  </a:lnTo>
                  <a:lnTo>
                    <a:pt x="5747" y="288"/>
                  </a:lnTo>
                  <a:lnTo>
                    <a:pt x="5364" y="173"/>
                  </a:lnTo>
                  <a:lnTo>
                    <a:pt x="5058" y="77"/>
                  </a:lnTo>
                  <a:lnTo>
                    <a:pt x="4828" y="20"/>
                  </a:lnTo>
                  <a:lnTo>
                    <a:pt x="4761" y="10"/>
                  </a:lnTo>
                  <a:lnTo>
                    <a:pt x="4684" y="0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8252423" y="3224681"/>
              <a:ext cx="342114" cy="102500"/>
            </a:xfrm>
            <a:custGeom>
              <a:rect b="b" l="l" r="r" t="t"/>
              <a:pathLst>
                <a:path extrusionOk="0" h="2606" w="8698">
                  <a:moveTo>
                    <a:pt x="2998" y="1"/>
                  </a:moveTo>
                  <a:lnTo>
                    <a:pt x="2797" y="10"/>
                  </a:lnTo>
                  <a:lnTo>
                    <a:pt x="2558" y="20"/>
                  </a:lnTo>
                  <a:lnTo>
                    <a:pt x="2021" y="68"/>
                  </a:lnTo>
                  <a:lnTo>
                    <a:pt x="1456" y="144"/>
                  </a:lnTo>
                  <a:lnTo>
                    <a:pt x="901" y="211"/>
                  </a:lnTo>
                  <a:lnTo>
                    <a:pt x="441" y="278"/>
                  </a:lnTo>
                  <a:lnTo>
                    <a:pt x="0" y="345"/>
                  </a:lnTo>
                  <a:lnTo>
                    <a:pt x="0" y="403"/>
                  </a:lnTo>
                  <a:lnTo>
                    <a:pt x="249" y="432"/>
                  </a:lnTo>
                  <a:lnTo>
                    <a:pt x="489" y="479"/>
                  </a:lnTo>
                  <a:lnTo>
                    <a:pt x="728" y="527"/>
                  </a:lnTo>
                  <a:lnTo>
                    <a:pt x="949" y="594"/>
                  </a:lnTo>
                  <a:lnTo>
                    <a:pt x="1169" y="661"/>
                  </a:lnTo>
                  <a:lnTo>
                    <a:pt x="1380" y="748"/>
                  </a:lnTo>
                  <a:lnTo>
                    <a:pt x="1571" y="843"/>
                  </a:lnTo>
                  <a:lnTo>
                    <a:pt x="1763" y="949"/>
                  </a:lnTo>
                  <a:lnTo>
                    <a:pt x="1945" y="1064"/>
                  </a:lnTo>
                  <a:lnTo>
                    <a:pt x="2117" y="1188"/>
                  </a:lnTo>
                  <a:lnTo>
                    <a:pt x="2270" y="1322"/>
                  </a:lnTo>
                  <a:lnTo>
                    <a:pt x="2424" y="1476"/>
                  </a:lnTo>
                  <a:lnTo>
                    <a:pt x="2558" y="1638"/>
                  </a:lnTo>
                  <a:lnTo>
                    <a:pt x="2692" y="1811"/>
                  </a:lnTo>
                  <a:lnTo>
                    <a:pt x="2807" y="2002"/>
                  </a:lnTo>
                  <a:lnTo>
                    <a:pt x="2912" y="2204"/>
                  </a:lnTo>
                  <a:lnTo>
                    <a:pt x="4205" y="2347"/>
                  </a:lnTo>
                  <a:lnTo>
                    <a:pt x="4770" y="2414"/>
                  </a:lnTo>
                  <a:lnTo>
                    <a:pt x="5335" y="2472"/>
                  </a:lnTo>
                  <a:lnTo>
                    <a:pt x="5747" y="2500"/>
                  </a:lnTo>
                  <a:lnTo>
                    <a:pt x="6207" y="2539"/>
                  </a:lnTo>
                  <a:lnTo>
                    <a:pt x="6686" y="2568"/>
                  </a:lnTo>
                  <a:lnTo>
                    <a:pt x="7155" y="2587"/>
                  </a:lnTo>
                  <a:lnTo>
                    <a:pt x="7586" y="2606"/>
                  </a:lnTo>
                  <a:lnTo>
                    <a:pt x="7950" y="2606"/>
                  </a:lnTo>
                  <a:lnTo>
                    <a:pt x="8218" y="2596"/>
                  </a:lnTo>
                  <a:lnTo>
                    <a:pt x="8314" y="2587"/>
                  </a:lnTo>
                  <a:lnTo>
                    <a:pt x="8381" y="2577"/>
                  </a:lnTo>
                  <a:lnTo>
                    <a:pt x="8506" y="2520"/>
                  </a:lnTo>
                  <a:lnTo>
                    <a:pt x="8602" y="2462"/>
                  </a:lnTo>
                  <a:lnTo>
                    <a:pt x="8640" y="2433"/>
                  </a:lnTo>
                  <a:lnTo>
                    <a:pt x="8659" y="2395"/>
                  </a:lnTo>
                  <a:lnTo>
                    <a:pt x="8678" y="2366"/>
                  </a:lnTo>
                  <a:lnTo>
                    <a:pt x="8697" y="2328"/>
                  </a:lnTo>
                  <a:lnTo>
                    <a:pt x="8697" y="2290"/>
                  </a:lnTo>
                  <a:lnTo>
                    <a:pt x="8697" y="2251"/>
                  </a:lnTo>
                  <a:lnTo>
                    <a:pt x="8678" y="2213"/>
                  </a:lnTo>
                  <a:lnTo>
                    <a:pt x="8659" y="2175"/>
                  </a:lnTo>
                  <a:lnTo>
                    <a:pt x="8592" y="2089"/>
                  </a:lnTo>
                  <a:lnTo>
                    <a:pt x="8496" y="1993"/>
                  </a:lnTo>
                  <a:lnTo>
                    <a:pt x="8362" y="1897"/>
                  </a:lnTo>
                  <a:lnTo>
                    <a:pt x="8199" y="1792"/>
                  </a:lnTo>
                  <a:lnTo>
                    <a:pt x="8008" y="1677"/>
                  </a:lnTo>
                  <a:lnTo>
                    <a:pt x="7778" y="1562"/>
                  </a:lnTo>
                  <a:lnTo>
                    <a:pt x="7519" y="1437"/>
                  </a:lnTo>
                  <a:lnTo>
                    <a:pt x="7232" y="1303"/>
                  </a:lnTo>
                  <a:lnTo>
                    <a:pt x="6906" y="1169"/>
                  </a:lnTo>
                  <a:lnTo>
                    <a:pt x="6542" y="1016"/>
                  </a:lnTo>
                  <a:lnTo>
                    <a:pt x="6063" y="834"/>
                  </a:lnTo>
                  <a:lnTo>
                    <a:pt x="5565" y="671"/>
                  </a:lnTo>
                  <a:lnTo>
                    <a:pt x="5086" y="518"/>
                  </a:lnTo>
                  <a:lnTo>
                    <a:pt x="4627" y="374"/>
                  </a:lnTo>
                  <a:lnTo>
                    <a:pt x="4205" y="259"/>
                  </a:lnTo>
                  <a:lnTo>
                    <a:pt x="3832" y="154"/>
                  </a:lnTo>
                  <a:lnTo>
                    <a:pt x="3286" y="20"/>
                  </a:lnTo>
                  <a:lnTo>
                    <a:pt x="3171" y="10"/>
                  </a:lnTo>
                  <a:lnTo>
                    <a:pt x="29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7744222" y="3452213"/>
              <a:ext cx="62185" cy="898944"/>
            </a:xfrm>
            <a:custGeom>
              <a:rect b="b" l="l" r="r" t="t"/>
              <a:pathLst>
                <a:path extrusionOk="0" h="22855" w="1581">
                  <a:moveTo>
                    <a:pt x="1" y="1"/>
                  </a:moveTo>
                  <a:lnTo>
                    <a:pt x="1" y="22854"/>
                  </a:lnTo>
                  <a:lnTo>
                    <a:pt x="1581" y="22854"/>
                  </a:lnTo>
                  <a:lnTo>
                    <a:pt x="1581" y="1"/>
                  </a:lnTo>
                  <a:close/>
                </a:path>
              </a:pathLst>
            </a:custGeom>
            <a:solidFill>
              <a:srgbClr val="959D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7478656" y="4279862"/>
              <a:ext cx="592977" cy="160162"/>
            </a:xfrm>
            <a:custGeom>
              <a:rect b="b" l="l" r="r" t="t"/>
              <a:pathLst>
                <a:path extrusionOk="0" h="4072" w="15076">
                  <a:moveTo>
                    <a:pt x="4071" y="1"/>
                  </a:moveTo>
                  <a:lnTo>
                    <a:pt x="3860" y="10"/>
                  </a:lnTo>
                  <a:lnTo>
                    <a:pt x="3659" y="30"/>
                  </a:lnTo>
                  <a:lnTo>
                    <a:pt x="3458" y="49"/>
                  </a:lnTo>
                  <a:lnTo>
                    <a:pt x="3257" y="87"/>
                  </a:lnTo>
                  <a:lnTo>
                    <a:pt x="3055" y="135"/>
                  </a:lnTo>
                  <a:lnTo>
                    <a:pt x="2864" y="192"/>
                  </a:lnTo>
                  <a:lnTo>
                    <a:pt x="2672" y="250"/>
                  </a:lnTo>
                  <a:lnTo>
                    <a:pt x="2490" y="327"/>
                  </a:lnTo>
                  <a:lnTo>
                    <a:pt x="2308" y="403"/>
                  </a:lnTo>
                  <a:lnTo>
                    <a:pt x="2136" y="499"/>
                  </a:lnTo>
                  <a:lnTo>
                    <a:pt x="1964" y="595"/>
                  </a:lnTo>
                  <a:lnTo>
                    <a:pt x="1801" y="700"/>
                  </a:lnTo>
                  <a:lnTo>
                    <a:pt x="1638" y="815"/>
                  </a:lnTo>
                  <a:lnTo>
                    <a:pt x="1485" y="940"/>
                  </a:lnTo>
                  <a:lnTo>
                    <a:pt x="1341" y="1064"/>
                  </a:lnTo>
                  <a:lnTo>
                    <a:pt x="1197" y="1198"/>
                  </a:lnTo>
                  <a:lnTo>
                    <a:pt x="1063" y="1342"/>
                  </a:lnTo>
                  <a:lnTo>
                    <a:pt x="929" y="1485"/>
                  </a:lnTo>
                  <a:lnTo>
                    <a:pt x="814" y="1639"/>
                  </a:lnTo>
                  <a:lnTo>
                    <a:pt x="699" y="1802"/>
                  </a:lnTo>
                  <a:lnTo>
                    <a:pt x="594" y="1964"/>
                  </a:lnTo>
                  <a:lnTo>
                    <a:pt x="498" y="2137"/>
                  </a:lnTo>
                  <a:lnTo>
                    <a:pt x="402" y="2309"/>
                  </a:lnTo>
                  <a:lnTo>
                    <a:pt x="326" y="2491"/>
                  </a:lnTo>
                  <a:lnTo>
                    <a:pt x="249" y="2673"/>
                  </a:lnTo>
                  <a:lnTo>
                    <a:pt x="182" y="2865"/>
                  </a:lnTo>
                  <a:lnTo>
                    <a:pt x="134" y="3056"/>
                  </a:lnTo>
                  <a:lnTo>
                    <a:pt x="86" y="3257"/>
                  </a:lnTo>
                  <a:lnTo>
                    <a:pt x="48" y="3459"/>
                  </a:lnTo>
                  <a:lnTo>
                    <a:pt x="29" y="3660"/>
                  </a:lnTo>
                  <a:lnTo>
                    <a:pt x="10" y="3861"/>
                  </a:lnTo>
                  <a:lnTo>
                    <a:pt x="0" y="4072"/>
                  </a:lnTo>
                  <a:lnTo>
                    <a:pt x="1293" y="4072"/>
                  </a:lnTo>
                  <a:lnTo>
                    <a:pt x="1303" y="3928"/>
                  </a:lnTo>
                  <a:lnTo>
                    <a:pt x="1312" y="3794"/>
                  </a:lnTo>
                  <a:lnTo>
                    <a:pt x="1331" y="3650"/>
                  </a:lnTo>
                  <a:lnTo>
                    <a:pt x="1351" y="3516"/>
                  </a:lnTo>
                  <a:lnTo>
                    <a:pt x="1389" y="3382"/>
                  </a:lnTo>
                  <a:lnTo>
                    <a:pt x="1427" y="3248"/>
                  </a:lnTo>
                  <a:lnTo>
                    <a:pt x="1466" y="3123"/>
                  </a:lnTo>
                  <a:lnTo>
                    <a:pt x="1513" y="2999"/>
                  </a:lnTo>
                  <a:lnTo>
                    <a:pt x="1571" y="2874"/>
                  </a:lnTo>
                  <a:lnTo>
                    <a:pt x="1628" y="2750"/>
                  </a:lnTo>
                  <a:lnTo>
                    <a:pt x="1695" y="2635"/>
                  </a:lnTo>
                  <a:lnTo>
                    <a:pt x="1772" y="2520"/>
                  </a:lnTo>
                  <a:lnTo>
                    <a:pt x="1849" y="2415"/>
                  </a:lnTo>
                  <a:lnTo>
                    <a:pt x="1935" y="2309"/>
                  </a:lnTo>
                  <a:lnTo>
                    <a:pt x="2021" y="2213"/>
                  </a:lnTo>
                  <a:lnTo>
                    <a:pt x="2107" y="2108"/>
                  </a:lnTo>
                  <a:lnTo>
                    <a:pt x="2203" y="2022"/>
                  </a:lnTo>
                  <a:lnTo>
                    <a:pt x="2308" y="1936"/>
                  </a:lnTo>
                  <a:lnTo>
                    <a:pt x="2414" y="1849"/>
                  </a:lnTo>
                  <a:lnTo>
                    <a:pt x="2519" y="1773"/>
                  </a:lnTo>
                  <a:lnTo>
                    <a:pt x="2634" y="1706"/>
                  </a:lnTo>
                  <a:lnTo>
                    <a:pt x="2749" y="1639"/>
                  </a:lnTo>
                  <a:lnTo>
                    <a:pt x="2873" y="1572"/>
                  </a:lnTo>
                  <a:lnTo>
                    <a:pt x="2998" y="1514"/>
                  </a:lnTo>
                  <a:lnTo>
                    <a:pt x="3123" y="1466"/>
                  </a:lnTo>
                  <a:lnTo>
                    <a:pt x="3247" y="1428"/>
                  </a:lnTo>
                  <a:lnTo>
                    <a:pt x="3381" y="1390"/>
                  </a:lnTo>
                  <a:lnTo>
                    <a:pt x="3515" y="1351"/>
                  </a:lnTo>
                  <a:lnTo>
                    <a:pt x="3649" y="1332"/>
                  </a:lnTo>
                  <a:lnTo>
                    <a:pt x="3793" y="1313"/>
                  </a:lnTo>
                  <a:lnTo>
                    <a:pt x="3927" y="1304"/>
                  </a:lnTo>
                  <a:lnTo>
                    <a:pt x="11149" y="1304"/>
                  </a:lnTo>
                  <a:lnTo>
                    <a:pt x="11293" y="1313"/>
                  </a:lnTo>
                  <a:lnTo>
                    <a:pt x="11427" y="1332"/>
                  </a:lnTo>
                  <a:lnTo>
                    <a:pt x="11570" y="1351"/>
                  </a:lnTo>
                  <a:lnTo>
                    <a:pt x="11704" y="1390"/>
                  </a:lnTo>
                  <a:lnTo>
                    <a:pt x="11829" y="1428"/>
                  </a:lnTo>
                  <a:lnTo>
                    <a:pt x="11963" y="1466"/>
                  </a:lnTo>
                  <a:lnTo>
                    <a:pt x="12088" y="1514"/>
                  </a:lnTo>
                  <a:lnTo>
                    <a:pt x="12212" y="1572"/>
                  </a:lnTo>
                  <a:lnTo>
                    <a:pt x="12327" y="1639"/>
                  </a:lnTo>
                  <a:lnTo>
                    <a:pt x="12442" y="1706"/>
                  </a:lnTo>
                  <a:lnTo>
                    <a:pt x="12557" y="1773"/>
                  </a:lnTo>
                  <a:lnTo>
                    <a:pt x="12662" y="1849"/>
                  </a:lnTo>
                  <a:lnTo>
                    <a:pt x="12768" y="1936"/>
                  </a:lnTo>
                  <a:lnTo>
                    <a:pt x="12873" y="2022"/>
                  </a:lnTo>
                  <a:lnTo>
                    <a:pt x="12969" y="2108"/>
                  </a:lnTo>
                  <a:lnTo>
                    <a:pt x="13065" y="2213"/>
                  </a:lnTo>
                  <a:lnTo>
                    <a:pt x="13151" y="2309"/>
                  </a:lnTo>
                  <a:lnTo>
                    <a:pt x="13227" y="2415"/>
                  </a:lnTo>
                  <a:lnTo>
                    <a:pt x="13304" y="2520"/>
                  </a:lnTo>
                  <a:lnTo>
                    <a:pt x="13381" y="2635"/>
                  </a:lnTo>
                  <a:lnTo>
                    <a:pt x="13448" y="2750"/>
                  </a:lnTo>
                  <a:lnTo>
                    <a:pt x="13505" y="2874"/>
                  </a:lnTo>
                  <a:lnTo>
                    <a:pt x="13563" y="2999"/>
                  </a:lnTo>
                  <a:lnTo>
                    <a:pt x="13611" y="3123"/>
                  </a:lnTo>
                  <a:lnTo>
                    <a:pt x="13658" y="3248"/>
                  </a:lnTo>
                  <a:lnTo>
                    <a:pt x="13697" y="3382"/>
                  </a:lnTo>
                  <a:lnTo>
                    <a:pt x="13725" y="3516"/>
                  </a:lnTo>
                  <a:lnTo>
                    <a:pt x="13754" y="3650"/>
                  </a:lnTo>
                  <a:lnTo>
                    <a:pt x="13764" y="3794"/>
                  </a:lnTo>
                  <a:lnTo>
                    <a:pt x="13783" y="3928"/>
                  </a:lnTo>
                  <a:lnTo>
                    <a:pt x="13783" y="4072"/>
                  </a:lnTo>
                  <a:lnTo>
                    <a:pt x="15076" y="4072"/>
                  </a:lnTo>
                  <a:lnTo>
                    <a:pt x="15076" y="3861"/>
                  </a:lnTo>
                  <a:lnTo>
                    <a:pt x="15057" y="3660"/>
                  </a:lnTo>
                  <a:lnTo>
                    <a:pt x="15028" y="3459"/>
                  </a:lnTo>
                  <a:lnTo>
                    <a:pt x="14990" y="3257"/>
                  </a:lnTo>
                  <a:lnTo>
                    <a:pt x="14951" y="3056"/>
                  </a:lnTo>
                  <a:lnTo>
                    <a:pt x="14894" y="2865"/>
                  </a:lnTo>
                  <a:lnTo>
                    <a:pt x="14827" y="2673"/>
                  </a:lnTo>
                  <a:lnTo>
                    <a:pt x="14760" y="2491"/>
                  </a:lnTo>
                  <a:lnTo>
                    <a:pt x="14674" y="2309"/>
                  </a:lnTo>
                  <a:lnTo>
                    <a:pt x="14588" y="2137"/>
                  </a:lnTo>
                  <a:lnTo>
                    <a:pt x="14492" y="1964"/>
                  </a:lnTo>
                  <a:lnTo>
                    <a:pt x="14377" y="1802"/>
                  </a:lnTo>
                  <a:lnTo>
                    <a:pt x="14271" y="1639"/>
                  </a:lnTo>
                  <a:lnTo>
                    <a:pt x="14147" y="1485"/>
                  </a:lnTo>
                  <a:lnTo>
                    <a:pt x="14022" y="1342"/>
                  </a:lnTo>
                  <a:lnTo>
                    <a:pt x="13888" y="1198"/>
                  </a:lnTo>
                  <a:lnTo>
                    <a:pt x="13745" y="1064"/>
                  </a:lnTo>
                  <a:lnTo>
                    <a:pt x="13591" y="940"/>
                  </a:lnTo>
                  <a:lnTo>
                    <a:pt x="13438" y="815"/>
                  </a:lnTo>
                  <a:lnTo>
                    <a:pt x="13285" y="700"/>
                  </a:lnTo>
                  <a:lnTo>
                    <a:pt x="13112" y="595"/>
                  </a:lnTo>
                  <a:lnTo>
                    <a:pt x="12950" y="499"/>
                  </a:lnTo>
                  <a:lnTo>
                    <a:pt x="12768" y="403"/>
                  </a:lnTo>
                  <a:lnTo>
                    <a:pt x="12586" y="327"/>
                  </a:lnTo>
                  <a:lnTo>
                    <a:pt x="12404" y="250"/>
                  </a:lnTo>
                  <a:lnTo>
                    <a:pt x="12212" y="192"/>
                  </a:lnTo>
                  <a:lnTo>
                    <a:pt x="12021" y="135"/>
                  </a:lnTo>
                  <a:lnTo>
                    <a:pt x="11829" y="87"/>
                  </a:lnTo>
                  <a:lnTo>
                    <a:pt x="11628" y="49"/>
                  </a:lnTo>
                  <a:lnTo>
                    <a:pt x="11427" y="30"/>
                  </a:lnTo>
                  <a:lnTo>
                    <a:pt x="11216" y="10"/>
                  </a:lnTo>
                  <a:lnTo>
                    <a:pt x="110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7708076" y="3426608"/>
              <a:ext cx="134517" cy="208738"/>
            </a:xfrm>
            <a:custGeom>
              <a:rect b="b" l="l" r="r" t="t"/>
              <a:pathLst>
                <a:path extrusionOk="0" h="5307" w="3420">
                  <a:moveTo>
                    <a:pt x="0" y="0"/>
                  </a:moveTo>
                  <a:lnTo>
                    <a:pt x="642" y="5307"/>
                  </a:lnTo>
                  <a:lnTo>
                    <a:pt x="2768" y="5307"/>
                  </a:lnTo>
                  <a:lnTo>
                    <a:pt x="3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7343002" y="3414179"/>
              <a:ext cx="864646" cy="71624"/>
            </a:xfrm>
            <a:custGeom>
              <a:rect b="b" l="l" r="r" t="t"/>
              <a:pathLst>
                <a:path extrusionOk="0" h="1821" w="21983">
                  <a:moveTo>
                    <a:pt x="1" y="0"/>
                  </a:moveTo>
                  <a:lnTo>
                    <a:pt x="1" y="1820"/>
                  </a:lnTo>
                  <a:lnTo>
                    <a:pt x="21983" y="1820"/>
                  </a:lnTo>
                  <a:lnTo>
                    <a:pt x="219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7311733" y="3305310"/>
              <a:ext cx="926831" cy="137152"/>
            </a:xfrm>
            <a:custGeom>
              <a:rect b="b" l="l" r="r" t="t"/>
              <a:pathLst>
                <a:path extrusionOk="0" h="3487" w="23564">
                  <a:moveTo>
                    <a:pt x="3181" y="0"/>
                  </a:moveTo>
                  <a:lnTo>
                    <a:pt x="3008" y="19"/>
                  </a:lnTo>
                  <a:lnTo>
                    <a:pt x="2846" y="39"/>
                  </a:lnTo>
                  <a:lnTo>
                    <a:pt x="2683" y="67"/>
                  </a:lnTo>
                  <a:lnTo>
                    <a:pt x="2520" y="106"/>
                  </a:lnTo>
                  <a:lnTo>
                    <a:pt x="2357" y="154"/>
                  </a:lnTo>
                  <a:lnTo>
                    <a:pt x="2204" y="201"/>
                  </a:lnTo>
                  <a:lnTo>
                    <a:pt x="2051" y="259"/>
                  </a:lnTo>
                  <a:lnTo>
                    <a:pt x="1897" y="326"/>
                  </a:lnTo>
                  <a:lnTo>
                    <a:pt x="1754" y="403"/>
                  </a:lnTo>
                  <a:lnTo>
                    <a:pt x="1620" y="489"/>
                  </a:lnTo>
                  <a:lnTo>
                    <a:pt x="1476" y="575"/>
                  </a:lnTo>
                  <a:lnTo>
                    <a:pt x="1351" y="661"/>
                  </a:lnTo>
                  <a:lnTo>
                    <a:pt x="1227" y="767"/>
                  </a:lnTo>
                  <a:lnTo>
                    <a:pt x="1102" y="872"/>
                  </a:lnTo>
                  <a:lnTo>
                    <a:pt x="988" y="977"/>
                  </a:lnTo>
                  <a:lnTo>
                    <a:pt x="873" y="1092"/>
                  </a:lnTo>
                  <a:lnTo>
                    <a:pt x="767" y="1217"/>
                  </a:lnTo>
                  <a:lnTo>
                    <a:pt x="671" y="1341"/>
                  </a:lnTo>
                  <a:lnTo>
                    <a:pt x="576" y="1475"/>
                  </a:lnTo>
                  <a:lnTo>
                    <a:pt x="489" y="1609"/>
                  </a:lnTo>
                  <a:lnTo>
                    <a:pt x="403" y="1753"/>
                  </a:lnTo>
                  <a:lnTo>
                    <a:pt x="336" y="1897"/>
                  </a:lnTo>
                  <a:lnTo>
                    <a:pt x="269" y="2050"/>
                  </a:lnTo>
                  <a:lnTo>
                    <a:pt x="202" y="2194"/>
                  </a:lnTo>
                  <a:lnTo>
                    <a:pt x="154" y="2357"/>
                  </a:lnTo>
                  <a:lnTo>
                    <a:pt x="106" y="2510"/>
                  </a:lnTo>
                  <a:lnTo>
                    <a:pt x="68" y="2673"/>
                  </a:lnTo>
                  <a:lnTo>
                    <a:pt x="39" y="2835"/>
                  </a:lnTo>
                  <a:lnTo>
                    <a:pt x="20" y="3008"/>
                  </a:lnTo>
                  <a:lnTo>
                    <a:pt x="11" y="3180"/>
                  </a:lnTo>
                  <a:lnTo>
                    <a:pt x="1" y="3353"/>
                  </a:lnTo>
                  <a:lnTo>
                    <a:pt x="1" y="3487"/>
                  </a:lnTo>
                  <a:lnTo>
                    <a:pt x="23563" y="3487"/>
                  </a:lnTo>
                  <a:lnTo>
                    <a:pt x="23563" y="3353"/>
                  </a:lnTo>
                  <a:lnTo>
                    <a:pt x="23563" y="3180"/>
                  </a:lnTo>
                  <a:lnTo>
                    <a:pt x="23544" y="3008"/>
                  </a:lnTo>
                  <a:lnTo>
                    <a:pt x="23525" y="2835"/>
                  </a:lnTo>
                  <a:lnTo>
                    <a:pt x="23496" y="2673"/>
                  </a:lnTo>
                  <a:lnTo>
                    <a:pt x="23458" y="2510"/>
                  </a:lnTo>
                  <a:lnTo>
                    <a:pt x="23419" y="2357"/>
                  </a:lnTo>
                  <a:lnTo>
                    <a:pt x="23362" y="2194"/>
                  </a:lnTo>
                  <a:lnTo>
                    <a:pt x="23304" y="2050"/>
                  </a:lnTo>
                  <a:lnTo>
                    <a:pt x="23237" y="1897"/>
                  </a:lnTo>
                  <a:lnTo>
                    <a:pt x="23161" y="1753"/>
                  </a:lnTo>
                  <a:lnTo>
                    <a:pt x="23084" y="1609"/>
                  </a:lnTo>
                  <a:lnTo>
                    <a:pt x="22998" y="1475"/>
                  </a:lnTo>
                  <a:lnTo>
                    <a:pt x="22902" y="1341"/>
                  </a:lnTo>
                  <a:lnTo>
                    <a:pt x="22797" y="1217"/>
                  </a:lnTo>
                  <a:lnTo>
                    <a:pt x="22691" y="1092"/>
                  </a:lnTo>
                  <a:lnTo>
                    <a:pt x="22586" y="977"/>
                  </a:lnTo>
                  <a:lnTo>
                    <a:pt x="22471" y="872"/>
                  </a:lnTo>
                  <a:lnTo>
                    <a:pt x="22347" y="767"/>
                  </a:lnTo>
                  <a:lnTo>
                    <a:pt x="22222" y="661"/>
                  </a:lnTo>
                  <a:lnTo>
                    <a:pt x="22088" y="575"/>
                  </a:lnTo>
                  <a:lnTo>
                    <a:pt x="21954" y="489"/>
                  </a:lnTo>
                  <a:lnTo>
                    <a:pt x="21810" y="403"/>
                  </a:lnTo>
                  <a:lnTo>
                    <a:pt x="21667" y="326"/>
                  </a:lnTo>
                  <a:lnTo>
                    <a:pt x="21523" y="259"/>
                  </a:lnTo>
                  <a:lnTo>
                    <a:pt x="21370" y="201"/>
                  </a:lnTo>
                  <a:lnTo>
                    <a:pt x="21207" y="154"/>
                  </a:lnTo>
                  <a:lnTo>
                    <a:pt x="21054" y="106"/>
                  </a:lnTo>
                  <a:lnTo>
                    <a:pt x="20891" y="67"/>
                  </a:lnTo>
                  <a:lnTo>
                    <a:pt x="20728" y="39"/>
                  </a:lnTo>
                  <a:lnTo>
                    <a:pt x="20556" y="19"/>
                  </a:lnTo>
                  <a:lnTo>
                    <a:pt x="203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7532147" y="1433376"/>
              <a:ext cx="1154684" cy="1453100"/>
            </a:xfrm>
            <a:custGeom>
              <a:rect b="b" l="l" r="r" t="t"/>
              <a:pathLst>
                <a:path extrusionOk="0" h="36944" w="29357">
                  <a:moveTo>
                    <a:pt x="4818" y="1"/>
                  </a:moveTo>
                  <a:lnTo>
                    <a:pt x="3276" y="6399"/>
                  </a:lnTo>
                  <a:lnTo>
                    <a:pt x="3391" y="6351"/>
                  </a:lnTo>
                  <a:lnTo>
                    <a:pt x="3707" y="6236"/>
                  </a:lnTo>
                  <a:lnTo>
                    <a:pt x="3927" y="6159"/>
                  </a:lnTo>
                  <a:lnTo>
                    <a:pt x="4176" y="6083"/>
                  </a:lnTo>
                  <a:lnTo>
                    <a:pt x="4454" y="6006"/>
                  </a:lnTo>
                  <a:lnTo>
                    <a:pt x="4751" y="5929"/>
                  </a:lnTo>
                  <a:lnTo>
                    <a:pt x="5048" y="5862"/>
                  </a:lnTo>
                  <a:lnTo>
                    <a:pt x="5364" y="5815"/>
                  </a:lnTo>
                  <a:lnTo>
                    <a:pt x="5670" y="5776"/>
                  </a:lnTo>
                  <a:lnTo>
                    <a:pt x="5824" y="5767"/>
                  </a:lnTo>
                  <a:lnTo>
                    <a:pt x="6111" y="5767"/>
                  </a:lnTo>
                  <a:lnTo>
                    <a:pt x="6255" y="5776"/>
                  </a:lnTo>
                  <a:lnTo>
                    <a:pt x="6389" y="5795"/>
                  </a:lnTo>
                  <a:lnTo>
                    <a:pt x="6523" y="5824"/>
                  </a:lnTo>
                  <a:lnTo>
                    <a:pt x="6647" y="5853"/>
                  </a:lnTo>
                  <a:lnTo>
                    <a:pt x="6762" y="5901"/>
                  </a:lnTo>
                  <a:lnTo>
                    <a:pt x="6868" y="5958"/>
                  </a:lnTo>
                  <a:lnTo>
                    <a:pt x="6963" y="6016"/>
                  </a:lnTo>
                  <a:lnTo>
                    <a:pt x="7059" y="6092"/>
                  </a:lnTo>
                  <a:lnTo>
                    <a:pt x="7145" y="6169"/>
                  </a:lnTo>
                  <a:lnTo>
                    <a:pt x="7318" y="6341"/>
                  </a:lnTo>
                  <a:lnTo>
                    <a:pt x="7471" y="6533"/>
                  </a:lnTo>
                  <a:lnTo>
                    <a:pt x="7615" y="6744"/>
                  </a:lnTo>
                  <a:lnTo>
                    <a:pt x="7739" y="6964"/>
                  </a:lnTo>
                  <a:lnTo>
                    <a:pt x="7854" y="7203"/>
                  </a:lnTo>
                  <a:lnTo>
                    <a:pt x="7940" y="7452"/>
                  </a:lnTo>
                  <a:lnTo>
                    <a:pt x="7979" y="7587"/>
                  </a:lnTo>
                  <a:lnTo>
                    <a:pt x="8017" y="7711"/>
                  </a:lnTo>
                  <a:lnTo>
                    <a:pt x="8036" y="7845"/>
                  </a:lnTo>
                  <a:lnTo>
                    <a:pt x="8065" y="7979"/>
                  </a:lnTo>
                  <a:lnTo>
                    <a:pt x="8074" y="8113"/>
                  </a:lnTo>
                  <a:lnTo>
                    <a:pt x="8084" y="8247"/>
                  </a:lnTo>
                  <a:lnTo>
                    <a:pt x="8084" y="8381"/>
                  </a:lnTo>
                  <a:lnTo>
                    <a:pt x="8084" y="8525"/>
                  </a:lnTo>
                  <a:lnTo>
                    <a:pt x="8065" y="8659"/>
                  </a:lnTo>
                  <a:lnTo>
                    <a:pt x="8046" y="8793"/>
                  </a:lnTo>
                  <a:lnTo>
                    <a:pt x="8027" y="8927"/>
                  </a:lnTo>
                  <a:lnTo>
                    <a:pt x="7988" y="9062"/>
                  </a:lnTo>
                  <a:lnTo>
                    <a:pt x="7950" y="9196"/>
                  </a:lnTo>
                  <a:lnTo>
                    <a:pt x="7893" y="9330"/>
                  </a:lnTo>
                  <a:lnTo>
                    <a:pt x="7835" y="9464"/>
                  </a:lnTo>
                  <a:lnTo>
                    <a:pt x="7768" y="9588"/>
                  </a:lnTo>
                  <a:lnTo>
                    <a:pt x="7691" y="9713"/>
                  </a:lnTo>
                  <a:lnTo>
                    <a:pt x="7605" y="9837"/>
                  </a:lnTo>
                  <a:lnTo>
                    <a:pt x="7270" y="10288"/>
                  </a:lnTo>
                  <a:lnTo>
                    <a:pt x="6839" y="10833"/>
                  </a:lnTo>
                  <a:lnTo>
                    <a:pt x="5757" y="12194"/>
                  </a:lnTo>
                  <a:lnTo>
                    <a:pt x="5134" y="12989"/>
                  </a:lnTo>
                  <a:lnTo>
                    <a:pt x="4492" y="13841"/>
                  </a:lnTo>
                  <a:lnTo>
                    <a:pt x="4167" y="14291"/>
                  </a:lnTo>
                  <a:lnTo>
                    <a:pt x="3831" y="14751"/>
                  </a:lnTo>
                  <a:lnTo>
                    <a:pt x="3506" y="15220"/>
                  </a:lnTo>
                  <a:lnTo>
                    <a:pt x="3180" y="15699"/>
                  </a:lnTo>
                  <a:lnTo>
                    <a:pt x="2864" y="16188"/>
                  </a:lnTo>
                  <a:lnTo>
                    <a:pt x="2548" y="16686"/>
                  </a:lnTo>
                  <a:lnTo>
                    <a:pt x="2241" y="17184"/>
                  </a:lnTo>
                  <a:lnTo>
                    <a:pt x="1945" y="17691"/>
                  </a:lnTo>
                  <a:lnTo>
                    <a:pt x="1667" y="18209"/>
                  </a:lnTo>
                  <a:lnTo>
                    <a:pt x="1399" y="18716"/>
                  </a:lnTo>
                  <a:lnTo>
                    <a:pt x="1150" y="19233"/>
                  </a:lnTo>
                  <a:lnTo>
                    <a:pt x="920" y="19751"/>
                  </a:lnTo>
                  <a:lnTo>
                    <a:pt x="709" y="20268"/>
                  </a:lnTo>
                  <a:lnTo>
                    <a:pt x="527" y="20776"/>
                  </a:lnTo>
                  <a:lnTo>
                    <a:pt x="441" y="21034"/>
                  </a:lnTo>
                  <a:lnTo>
                    <a:pt x="364" y="21283"/>
                  </a:lnTo>
                  <a:lnTo>
                    <a:pt x="297" y="21532"/>
                  </a:lnTo>
                  <a:lnTo>
                    <a:pt x="230" y="21791"/>
                  </a:lnTo>
                  <a:lnTo>
                    <a:pt x="173" y="22040"/>
                  </a:lnTo>
                  <a:lnTo>
                    <a:pt x="125" y="22289"/>
                  </a:lnTo>
                  <a:lnTo>
                    <a:pt x="86" y="22528"/>
                  </a:lnTo>
                  <a:lnTo>
                    <a:pt x="48" y="22777"/>
                  </a:lnTo>
                  <a:lnTo>
                    <a:pt x="29" y="23017"/>
                  </a:lnTo>
                  <a:lnTo>
                    <a:pt x="10" y="23256"/>
                  </a:lnTo>
                  <a:lnTo>
                    <a:pt x="0" y="23496"/>
                  </a:lnTo>
                  <a:lnTo>
                    <a:pt x="0" y="23735"/>
                  </a:lnTo>
                  <a:lnTo>
                    <a:pt x="10" y="23908"/>
                  </a:lnTo>
                  <a:lnTo>
                    <a:pt x="19" y="24080"/>
                  </a:lnTo>
                  <a:lnTo>
                    <a:pt x="48" y="24272"/>
                  </a:lnTo>
                  <a:lnTo>
                    <a:pt x="77" y="24473"/>
                  </a:lnTo>
                  <a:lnTo>
                    <a:pt x="153" y="24894"/>
                  </a:lnTo>
                  <a:lnTo>
                    <a:pt x="259" y="25344"/>
                  </a:lnTo>
                  <a:lnTo>
                    <a:pt x="402" y="25823"/>
                  </a:lnTo>
                  <a:lnTo>
                    <a:pt x="565" y="26321"/>
                  </a:lnTo>
                  <a:lnTo>
                    <a:pt x="766" y="26839"/>
                  </a:lnTo>
                  <a:lnTo>
                    <a:pt x="996" y="27384"/>
                  </a:lnTo>
                  <a:lnTo>
                    <a:pt x="1245" y="27930"/>
                  </a:lnTo>
                  <a:lnTo>
                    <a:pt x="1389" y="28218"/>
                  </a:lnTo>
                  <a:lnTo>
                    <a:pt x="1542" y="28496"/>
                  </a:lnTo>
                  <a:lnTo>
                    <a:pt x="1695" y="28783"/>
                  </a:lnTo>
                  <a:lnTo>
                    <a:pt x="1858" y="29070"/>
                  </a:lnTo>
                  <a:lnTo>
                    <a:pt x="2031" y="29348"/>
                  </a:lnTo>
                  <a:lnTo>
                    <a:pt x="2213" y="29635"/>
                  </a:lnTo>
                  <a:lnTo>
                    <a:pt x="2395" y="29923"/>
                  </a:lnTo>
                  <a:lnTo>
                    <a:pt x="2586" y="30210"/>
                  </a:lnTo>
                  <a:lnTo>
                    <a:pt x="2797" y="30497"/>
                  </a:lnTo>
                  <a:lnTo>
                    <a:pt x="3008" y="30785"/>
                  </a:lnTo>
                  <a:lnTo>
                    <a:pt x="3218" y="31072"/>
                  </a:lnTo>
                  <a:lnTo>
                    <a:pt x="3448" y="31350"/>
                  </a:lnTo>
                  <a:lnTo>
                    <a:pt x="3688" y="31628"/>
                  </a:lnTo>
                  <a:lnTo>
                    <a:pt x="3927" y="31905"/>
                  </a:lnTo>
                  <a:lnTo>
                    <a:pt x="4176" y="32183"/>
                  </a:lnTo>
                  <a:lnTo>
                    <a:pt x="4444" y="32451"/>
                  </a:lnTo>
                  <a:lnTo>
                    <a:pt x="4703" y="32719"/>
                  </a:lnTo>
                  <a:lnTo>
                    <a:pt x="4981" y="32978"/>
                  </a:lnTo>
                  <a:lnTo>
                    <a:pt x="5268" y="33237"/>
                  </a:lnTo>
                  <a:lnTo>
                    <a:pt x="5565" y="33495"/>
                  </a:lnTo>
                  <a:lnTo>
                    <a:pt x="5862" y="33735"/>
                  </a:lnTo>
                  <a:lnTo>
                    <a:pt x="6168" y="33984"/>
                  </a:lnTo>
                  <a:lnTo>
                    <a:pt x="6494" y="34214"/>
                  </a:lnTo>
                  <a:lnTo>
                    <a:pt x="6820" y="34444"/>
                  </a:lnTo>
                  <a:lnTo>
                    <a:pt x="7155" y="34664"/>
                  </a:lnTo>
                  <a:lnTo>
                    <a:pt x="7500" y="34875"/>
                  </a:lnTo>
                  <a:lnTo>
                    <a:pt x="7845" y="35076"/>
                  </a:lnTo>
                  <a:lnTo>
                    <a:pt x="8209" y="35277"/>
                  </a:lnTo>
                  <a:lnTo>
                    <a:pt x="8582" y="35468"/>
                  </a:lnTo>
                  <a:lnTo>
                    <a:pt x="8956" y="35641"/>
                  </a:lnTo>
                  <a:lnTo>
                    <a:pt x="9339" y="35813"/>
                  </a:lnTo>
                  <a:lnTo>
                    <a:pt x="9741" y="35966"/>
                  </a:lnTo>
                  <a:lnTo>
                    <a:pt x="10143" y="36120"/>
                  </a:lnTo>
                  <a:lnTo>
                    <a:pt x="10555" y="36254"/>
                  </a:lnTo>
                  <a:lnTo>
                    <a:pt x="10977" y="36388"/>
                  </a:lnTo>
                  <a:lnTo>
                    <a:pt x="11408" y="36503"/>
                  </a:lnTo>
                  <a:lnTo>
                    <a:pt x="11848" y="36599"/>
                  </a:lnTo>
                  <a:lnTo>
                    <a:pt x="12298" y="36694"/>
                  </a:lnTo>
                  <a:lnTo>
                    <a:pt x="12758" y="36771"/>
                  </a:lnTo>
                  <a:lnTo>
                    <a:pt x="13228" y="36828"/>
                  </a:lnTo>
                  <a:lnTo>
                    <a:pt x="13697" y="36886"/>
                  </a:lnTo>
                  <a:lnTo>
                    <a:pt x="14185" y="36915"/>
                  </a:lnTo>
                  <a:lnTo>
                    <a:pt x="14683" y="36943"/>
                  </a:lnTo>
                  <a:lnTo>
                    <a:pt x="15699" y="36943"/>
                  </a:lnTo>
                  <a:lnTo>
                    <a:pt x="16216" y="36915"/>
                  </a:lnTo>
                  <a:lnTo>
                    <a:pt x="16570" y="36886"/>
                  </a:lnTo>
                  <a:lnTo>
                    <a:pt x="16915" y="36857"/>
                  </a:lnTo>
                  <a:lnTo>
                    <a:pt x="17260" y="36819"/>
                  </a:lnTo>
                  <a:lnTo>
                    <a:pt x="17595" y="36771"/>
                  </a:lnTo>
                  <a:lnTo>
                    <a:pt x="17930" y="36723"/>
                  </a:lnTo>
                  <a:lnTo>
                    <a:pt x="18266" y="36666"/>
                  </a:lnTo>
                  <a:lnTo>
                    <a:pt x="18591" y="36599"/>
                  </a:lnTo>
                  <a:lnTo>
                    <a:pt x="18907" y="36532"/>
                  </a:lnTo>
                  <a:lnTo>
                    <a:pt x="19233" y="36455"/>
                  </a:lnTo>
                  <a:lnTo>
                    <a:pt x="19539" y="36369"/>
                  </a:lnTo>
                  <a:lnTo>
                    <a:pt x="19856" y="36283"/>
                  </a:lnTo>
                  <a:lnTo>
                    <a:pt x="20152" y="36187"/>
                  </a:lnTo>
                  <a:lnTo>
                    <a:pt x="20459" y="36081"/>
                  </a:lnTo>
                  <a:lnTo>
                    <a:pt x="20756" y="35976"/>
                  </a:lnTo>
                  <a:lnTo>
                    <a:pt x="21043" y="35861"/>
                  </a:lnTo>
                  <a:lnTo>
                    <a:pt x="21331" y="35746"/>
                  </a:lnTo>
                  <a:lnTo>
                    <a:pt x="21608" y="35622"/>
                  </a:lnTo>
                  <a:lnTo>
                    <a:pt x="21886" y="35497"/>
                  </a:lnTo>
                  <a:lnTo>
                    <a:pt x="22164" y="35363"/>
                  </a:lnTo>
                  <a:lnTo>
                    <a:pt x="22432" y="35229"/>
                  </a:lnTo>
                  <a:lnTo>
                    <a:pt x="22700" y="35085"/>
                  </a:lnTo>
                  <a:lnTo>
                    <a:pt x="22959" y="34932"/>
                  </a:lnTo>
                  <a:lnTo>
                    <a:pt x="23208" y="34788"/>
                  </a:lnTo>
                  <a:lnTo>
                    <a:pt x="23457" y="34626"/>
                  </a:lnTo>
                  <a:lnTo>
                    <a:pt x="23706" y="34463"/>
                  </a:lnTo>
                  <a:lnTo>
                    <a:pt x="23945" y="34300"/>
                  </a:lnTo>
                  <a:lnTo>
                    <a:pt x="24185" y="34127"/>
                  </a:lnTo>
                  <a:lnTo>
                    <a:pt x="24415" y="33955"/>
                  </a:lnTo>
                  <a:lnTo>
                    <a:pt x="24635" y="33773"/>
                  </a:lnTo>
                  <a:lnTo>
                    <a:pt x="24855" y="33591"/>
                  </a:lnTo>
                  <a:lnTo>
                    <a:pt x="25076" y="33409"/>
                  </a:lnTo>
                  <a:lnTo>
                    <a:pt x="25286" y="33218"/>
                  </a:lnTo>
                  <a:lnTo>
                    <a:pt x="25497" y="33026"/>
                  </a:lnTo>
                  <a:lnTo>
                    <a:pt x="25698" y="32825"/>
                  </a:lnTo>
                  <a:lnTo>
                    <a:pt x="25890" y="32624"/>
                  </a:lnTo>
                  <a:lnTo>
                    <a:pt x="26081" y="32423"/>
                  </a:lnTo>
                  <a:lnTo>
                    <a:pt x="26273" y="32212"/>
                  </a:lnTo>
                  <a:lnTo>
                    <a:pt x="26455" y="32001"/>
                  </a:lnTo>
                  <a:lnTo>
                    <a:pt x="26627" y="31790"/>
                  </a:lnTo>
                  <a:lnTo>
                    <a:pt x="26800" y="31570"/>
                  </a:lnTo>
                  <a:lnTo>
                    <a:pt x="26962" y="31350"/>
                  </a:lnTo>
                  <a:lnTo>
                    <a:pt x="27125" y="31130"/>
                  </a:lnTo>
                  <a:lnTo>
                    <a:pt x="27279" y="30909"/>
                  </a:lnTo>
                  <a:lnTo>
                    <a:pt x="27432" y="30679"/>
                  </a:lnTo>
                  <a:lnTo>
                    <a:pt x="27575" y="30449"/>
                  </a:lnTo>
                  <a:lnTo>
                    <a:pt x="27719" y="30220"/>
                  </a:lnTo>
                  <a:lnTo>
                    <a:pt x="27978" y="29741"/>
                  </a:lnTo>
                  <a:lnTo>
                    <a:pt x="28217" y="29262"/>
                  </a:lnTo>
                  <a:lnTo>
                    <a:pt x="28438" y="28773"/>
                  </a:lnTo>
                  <a:lnTo>
                    <a:pt x="28639" y="28285"/>
                  </a:lnTo>
                  <a:lnTo>
                    <a:pt x="28811" y="27787"/>
                  </a:lnTo>
                  <a:lnTo>
                    <a:pt x="28964" y="27279"/>
                  </a:lnTo>
                  <a:lnTo>
                    <a:pt x="29098" y="26771"/>
                  </a:lnTo>
                  <a:lnTo>
                    <a:pt x="29156" y="26513"/>
                  </a:lnTo>
                  <a:lnTo>
                    <a:pt x="29204" y="26264"/>
                  </a:lnTo>
                  <a:lnTo>
                    <a:pt x="29252" y="26005"/>
                  </a:lnTo>
                  <a:lnTo>
                    <a:pt x="29290" y="25747"/>
                  </a:lnTo>
                  <a:lnTo>
                    <a:pt x="29319" y="25536"/>
                  </a:lnTo>
                  <a:lnTo>
                    <a:pt x="29338" y="25325"/>
                  </a:lnTo>
                  <a:lnTo>
                    <a:pt x="29347" y="25105"/>
                  </a:lnTo>
                  <a:lnTo>
                    <a:pt x="29357" y="24885"/>
                  </a:lnTo>
                  <a:lnTo>
                    <a:pt x="29357" y="24664"/>
                  </a:lnTo>
                  <a:lnTo>
                    <a:pt x="29347" y="24444"/>
                  </a:lnTo>
                  <a:lnTo>
                    <a:pt x="29328" y="24214"/>
                  </a:lnTo>
                  <a:lnTo>
                    <a:pt x="29309" y="23994"/>
                  </a:lnTo>
                  <a:lnTo>
                    <a:pt x="29280" y="23764"/>
                  </a:lnTo>
                  <a:lnTo>
                    <a:pt x="29252" y="23524"/>
                  </a:lnTo>
                  <a:lnTo>
                    <a:pt x="29165" y="23055"/>
                  </a:lnTo>
                  <a:lnTo>
                    <a:pt x="29060" y="22586"/>
                  </a:lnTo>
                  <a:lnTo>
                    <a:pt x="28926" y="22097"/>
                  </a:lnTo>
                  <a:lnTo>
                    <a:pt x="28773" y="21609"/>
                  </a:lnTo>
                  <a:lnTo>
                    <a:pt x="28600" y="21111"/>
                  </a:lnTo>
                  <a:lnTo>
                    <a:pt x="28409" y="20613"/>
                  </a:lnTo>
                  <a:lnTo>
                    <a:pt x="28188" y="20105"/>
                  </a:lnTo>
                  <a:lnTo>
                    <a:pt x="27959" y="19597"/>
                  </a:lnTo>
                  <a:lnTo>
                    <a:pt x="27710" y="19080"/>
                  </a:lnTo>
                  <a:lnTo>
                    <a:pt x="27441" y="18563"/>
                  </a:lnTo>
                  <a:lnTo>
                    <a:pt x="27154" y="18046"/>
                  </a:lnTo>
                  <a:lnTo>
                    <a:pt x="26857" y="17519"/>
                  </a:lnTo>
                  <a:lnTo>
                    <a:pt x="26541" y="17002"/>
                  </a:lnTo>
                  <a:lnTo>
                    <a:pt x="26215" y="16475"/>
                  </a:lnTo>
                  <a:lnTo>
                    <a:pt x="25871" y="15948"/>
                  </a:lnTo>
                  <a:lnTo>
                    <a:pt x="25526" y="15431"/>
                  </a:lnTo>
                  <a:lnTo>
                    <a:pt x="25152" y="14904"/>
                  </a:lnTo>
                  <a:lnTo>
                    <a:pt x="24779" y="14387"/>
                  </a:lnTo>
                  <a:lnTo>
                    <a:pt x="24396" y="13860"/>
                  </a:lnTo>
                  <a:lnTo>
                    <a:pt x="24003" y="13353"/>
                  </a:lnTo>
                  <a:lnTo>
                    <a:pt x="23601" y="12835"/>
                  </a:lnTo>
                  <a:lnTo>
                    <a:pt x="23189" y="12328"/>
                  </a:lnTo>
                  <a:lnTo>
                    <a:pt x="22767" y="11820"/>
                  </a:lnTo>
                  <a:lnTo>
                    <a:pt x="22346" y="11312"/>
                  </a:lnTo>
                  <a:lnTo>
                    <a:pt x="21924" y="10824"/>
                  </a:lnTo>
                  <a:lnTo>
                    <a:pt x="21493" y="10326"/>
                  </a:lnTo>
                  <a:lnTo>
                    <a:pt x="21053" y="9847"/>
                  </a:lnTo>
                  <a:lnTo>
                    <a:pt x="20622" y="9368"/>
                  </a:lnTo>
                  <a:lnTo>
                    <a:pt x="20181" y="8899"/>
                  </a:lnTo>
                  <a:lnTo>
                    <a:pt x="19741" y="8439"/>
                  </a:lnTo>
                  <a:lnTo>
                    <a:pt x="19300" y="7989"/>
                  </a:lnTo>
                  <a:lnTo>
                    <a:pt x="18859" y="7539"/>
                  </a:lnTo>
                  <a:lnTo>
                    <a:pt x="18419" y="7108"/>
                  </a:lnTo>
                  <a:lnTo>
                    <a:pt x="17547" y="6265"/>
                  </a:lnTo>
                  <a:lnTo>
                    <a:pt x="16695" y="5479"/>
                  </a:lnTo>
                  <a:lnTo>
                    <a:pt x="15871" y="4732"/>
                  </a:lnTo>
                  <a:lnTo>
                    <a:pt x="15066" y="4052"/>
                  </a:lnTo>
                  <a:lnTo>
                    <a:pt x="14674" y="3727"/>
                  </a:lnTo>
                  <a:lnTo>
                    <a:pt x="14300" y="3420"/>
                  </a:lnTo>
                  <a:lnTo>
                    <a:pt x="13927" y="3133"/>
                  </a:lnTo>
                  <a:lnTo>
                    <a:pt x="13572" y="2855"/>
                  </a:lnTo>
                  <a:lnTo>
                    <a:pt x="13228" y="2596"/>
                  </a:lnTo>
                  <a:lnTo>
                    <a:pt x="12892" y="2357"/>
                  </a:lnTo>
                  <a:lnTo>
                    <a:pt x="12576" y="2137"/>
                  </a:lnTo>
                  <a:lnTo>
                    <a:pt x="12270" y="1926"/>
                  </a:lnTo>
                  <a:lnTo>
                    <a:pt x="11982" y="1744"/>
                  </a:lnTo>
                  <a:lnTo>
                    <a:pt x="11705" y="1581"/>
                  </a:lnTo>
                  <a:lnTo>
                    <a:pt x="11446" y="1437"/>
                  </a:lnTo>
                  <a:lnTo>
                    <a:pt x="11207" y="1313"/>
                  </a:lnTo>
                  <a:lnTo>
                    <a:pt x="10986" y="1207"/>
                  </a:lnTo>
                  <a:lnTo>
                    <a:pt x="10785" y="1131"/>
                  </a:lnTo>
                  <a:lnTo>
                    <a:pt x="10603" y="1073"/>
                  </a:lnTo>
                  <a:lnTo>
                    <a:pt x="10450" y="1035"/>
                  </a:lnTo>
                  <a:lnTo>
                    <a:pt x="10306" y="1025"/>
                  </a:lnTo>
                  <a:lnTo>
                    <a:pt x="10249" y="1025"/>
                  </a:lnTo>
                  <a:lnTo>
                    <a:pt x="10191" y="1035"/>
                  </a:lnTo>
                  <a:lnTo>
                    <a:pt x="9981" y="1083"/>
                  </a:lnTo>
                  <a:lnTo>
                    <a:pt x="9760" y="1112"/>
                  </a:lnTo>
                  <a:lnTo>
                    <a:pt x="9540" y="1131"/>
                  </a:lnTo>
                  <a:lnTo>
                    <a:pt x="9320" y="1140"/>
                  </a:lnTo>
                  <a:lnTo>
                    <a:pt x="9090" y="1140"/>
                  </a:lnTo>
                  <a:lnTo>
                    <a:pt x="8869" y="1131"/>
                  </a:lnTo>
                  <a:lnTo>
                    <a:pt x="8640" y="1121"/>
                  </a:lnTo>
                  <a:lnTo>
                    <a:pt x="8410" y="1093"/>
                  </a:lnTo>
                  <a:lnTo>
                    <a:pt x="8180" y="1064"/>
                  </a:lnTo>
                  <a:lnTo>
                    <a:pt x="7950" y="1025"/>
                  </a:lnTo>
                  <a:lnTo>
                    <a:pt x="7509" y="939"/>
                  </a:lnTo>
                  <a:lnTo>
                    <a:pt x="7078" y="834"/>
                  </a:lnTo>
                  <a:lnTo>
                    <a:pt x="6667" y="719"/>
                  </a:lnTo>
                  <a:lnTo>
                    <a:pt x="6283" y="594"/>
                  </a:lnTo>
                  <a:lnTo>
                    <a:pt x="5929" y="470"/>
                  </a:lnTo>
                  <a:lnTo>
                    <a:pt x="5613" y="345"/>
                  </a:lnTo>
                  <a:lnTo>
                    <a:pt x="5345" y="240"/>
                  </a:lnTo>
                  <a:lnTo>
                    <a:pt x="4962" y="68"/>
                  </a:lnTo>
                  <a:lnTo>
                    <a:pt x="48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7128685" y="1433376"/>
              <a:ext cx="722971" cy="837900"/>
            </a:xfrm>
            <a:custGeom>
              <a:rect b="b" l="l" r="r" t="t"/>
              <a:pathLst>
                <a:path extrusionOk="0" h="21303" w="18381">
                  <a:moveTo>
                    <a:pt x="11551" y="1"/>
                  </a:moveTo>
                  <a:lnTo>
                    <a:pt x="10919" y="403"/>
                  </a:lnTo>
                  <a:lnTo>
                    <a:pt x="10306" y="815"/>
                  </a:lnTo>
                  <a:lnTo>
                    <a:pt x="9703" y="1236"/>
                  </a:lnTo>
                  <a:lnTo>
                    <a:pt x="9118" y="1658"/>
                  </a:lnTo>
                  <a:lnTo>
                    <a:pt x="8553" y="2079"/>
                  </a:lnTo>
                  <a:lnTo>
                    <a:pt x="8007" y="2501"/>
                  </a:lnTo>
                  <a:lnTo>
                    <a:pt x="7471" y="2932"/>
                  </a:lnTo>
                  <a:lnTo>
                    <a:pt x="6954" y="3353"/>
                  </a:lnTo>
                  <a:lnTo>
                    <a:pt x="6456" y="3784"/>
                  </a:lnTo>
                  <a:lnTo>
                    <a:pt x="5977" y="4205"/>
                  </a:lnTo>
                  <a:lnTo>
                    <a:pt x="5507" y="4627"/>
                  </a:lnTo>
                  <a:lnTo>
                    <a:pt x="5067" y="5039"/>
                  </a:lnTo>
                  <a:lnTo>
                    <a:pt x="4636" y="5451"/>
                  </a:lnTo>
                  <a:lnTo>
                    <a:pt x="4224" y="5862"/>
                  </a:lnTo>
                  <a:lnTo>
                    <a:pt x="3831" y="6265"/>
                  </a:lnTo>
                  <a:lnTo>
                    <a:pt x="3458" y="6657"/>
                  </a:lnTo>
                  <a:lnTo>
                    <a:pt x="3103" y="7041"/>
                  </a:lnTo>
                  <a:lnTo>
                    <a:pt x="2768" y="7405"/>
                  </a:lnTo>
                  <a:lnTo>
                    <a:pt x="2442" y="7768"/>
                  </a:lnTo>
                  <a:lnTo>
                    <a:pt x="2146" y="8123"/>
                  </a:lnTo>
                  <a:lnTo>
                    <a:pt x="1868" y="8458"/>
                  </a:lnTo>
                  <a:lnTo>
                    <a:pt x="1600" y="8784"/>
                  </a:lnTo>
                  <a:lnTo>
                    <a:pt x="1360" y="9090"/>
                  </a:lnTo>
                  <a:lnTo>
                    <a:pt x="1130" y="9387"/>
                  </a:lnTo>
                  <a:lnTo>
                    <a:pt x="929" y="9665"/>
                  </a:lnTo>
                  <a:lnTo>
                    <a:pt x="747" y="9924"/>
                  </a:lnTo>
                  <a:lnTo>
                    <a:pt x="584" y="10173"/>
                  </a:lnTo>
                  <a:lnTo>
                    <a:pt x="441" y="10393"/>
                  </a:lnTo>
                  <a:lnTo>
                    <a:pt x="316" y="10594"/>
                  </a:lnTo>
                  <a:lnTo>
                    <a:pt x="211" y="10776"/>
                  </a:lnTo>
                  <a:lnTo>
                    <a:pt x="125" y="10929"/>
                  </a:lnTo>
                  <a:lnTo>
                    <a:pt x="57" y="11063"/>
                  </a:lnTo>
                  <a:lnTo>
                    <a:pt x="29" y="11159"/>
                  </a:lnTo>
                  <a:lnTo>
                    <a:pt x="10" y="11255"/>
                  </a:lnTo>
                  <a:lnTo>
                    <a:pt x="0" y="11351"/>
                  </a:lnTo>
                  <a:lnTo>
                    <a:pt x="0" y="11446"/>
                  </a:lnTo>
                  <a:lnTo>
                    <a:pt x="19" y="11542"/>
                  </a:lnTo>
                  <a:lnTo>
                    <a:pt x="48" y="11638"/>
                  </a:lnTo>
                  <a:lnTo>
                    <a:pt x="86" y="11734"/>
                  </a:lnTo>
                  <a:lnTo>
                    <a:pt x="144" y="11810"/>
                  </a:lnTo>
                  <a:lnTo>
                    <a:pt x="498" y="12299"/>
                  </a:lnTo>
                  <a:lnTo>
                    <a:pt x="862" y="12778"/>
                  </a:lnTo>
                  <a:lnTo>
                    <a:pt x="1226" y="13228"/>
                  </a:lnTo>
                  <a:lnTo>
                    <a:pt x="1580" y="13669"/>
                  </a:lnTo>
                  <a:lnTo>
                    <a:pt x="1944" y="14090"/>
                  </a:lnTo>
                  <a:lnTo>
                    <a:pt x="2308" y="14492"/>
                  </a:lnTo>
                  <a:lnTo>
                    <a:pt x="2672" y="14885"/>
                  </a:lnTo>
                  <a:lnTo>
                    <a:pt x="3027" y="15268"/>
                  </a:lnTo>
                  <a:lnTo>
                    <a:pt x="3391" y="15623"/>
                  </a:lnTo>
                  <a:lnTo>
                    <a:pt x="3745" y="15967"/>
                  </a:lnTo>
                  <a:lnTo>
                    <a:pt x="4109" y="16303"/>
                  </a:lnTo>
                  <a:lnTo>
                    <a:pt x="4463" y="16619"/>
                  </a:lnTo>
                  <a:lnTo>
                    <a:pt x="4818" y="16925"/>
                  </a:lnTo>
                  <a:lnTo>
                    <a:pt x="5172" y="17222"/>
                  </a:lnTo>
                  <a:lnTo>
                    <a:pt x="5517" y="17500"/>
                  </a:lnTo>
                  <a:lnTo>
                    <a:pt x="5871" y="17758"/>
                  </a:lnTo>
                  <a:lnTo>
                    <a:pt x="6216" y="18017"/>
                  </a:lnTo>
                  <a:lnTo>
                    <a:pt x="6561" y="18257"/>
                  </a:lnTo>
                  <a:lnTo>
                    <a:pt x="6896" y="18486"/>
                  </a:lnTo>
                  <a:lnTo>
                    <a:pt x="7241" y="18707"/>
                  </a:lnTo>
                  <a:lnTo>
                    <a:pt x="7576" y="18908"/>
                  </a:lnTo>
                  <a:lnTo>
                    <a:pt x="7902" y="19099"/>
                  </a:lnTo>
                  <a:lnTo>
                    <a:pt x="8228" y="19291"/>
                  </a:lnTo>
                  <a:lnTo>
                    <a:pt x="8553" y="19463"/>
                  </a:lnTo>
                  <a:lnTo>
                    <a:pt x="8879" y="19626"/>
                  </a:lnTo>
                  <a:lnTo>
                    <a:pt x="9195" y="19779"/>
                  </a:lnTo>
                  <a:lnTo>
                    <a:pt x="9501" y="19923"/>
                  </a:lnTo>
                  <a:lnTo>
                    <a:pt x="9808" y="20057"/>
                  </a:lnTo>
                  <a:lnTo>
                    <a:pt x="10114" y="20182"/>
                  </a:lnTo>
                  <a:lnTo>
                    <a:pt x="10411" y="20306"/>
                  </a:lnTo>
                  <a:lnTo>
                    <a:pt x="10699" y="20412"/>
                  </a:lnTo>
                  <a:lnTo>
                    <a:pt x="10986" y="20517"/>
                  </a:lnTo>
                  <a:lnTo>
                    <a:pt x="11542" y="20689"/>
                  </a:lnTo>
                  <a:lnTo>
                    <a:pt x="12068" y="20843"/>
                  </a:lnTo>
                  <a:lnTo>
                    <a:pt x="12576" y="20967"/>
                  </a:lnTo>
                  <a:lnTo>
                    <a:pt x="13055" y="21072"/>
                  </a:lnTo>
                  <a:lnTo>
                    <a:pt x="13505" y="21149"/>
                  </a:lnTo>
                  <a:lnTo>
                    <a:pt x="13917" y="21207"/>
                  </a:lnTo>
                  <a:lnTo>
                    <a:pt x="14310" y="21245"/>
                  </a:lnTo>
                  <a:lnTo>
                    <a:pt x="14664" y="21274"/>
                  </a:lnTo>
                  <a:lnTo>
                    <a:pt x="14980" y="21293"/>
                  </a:lnTo>
                  <a:lnTo>
                    <a:pt x="15258" y="21302"/>
                  </a:lnTo>
                  <a:lnTo>
                    <a:pt x="15497" y="21302"/>
                  </a:lnTo>
                  <a:lnTo>
                    <a:pt x="15699" y="21293"/>
                  </a:lnTo>
                  <a:lnTo>
                    <a:pt x="15976" y="21274"/>
                  </a:lnTo>
                  <a:lnTo>
                    <a:pt x="16072" y="21264"/>
                  </a:lnTo>
                  <a:lnTo>
                    <a:pt x="16369" y="21235"/>
                  </a:lnTo>
                  <a:lnTo>
                    <a:pt x="16647" y="21187"/>
                  </a:lnTo>
                  <a:lnTo>
                    <a:pt x="16905" y="21130"/>
                  </a:lnTo>
                  <a:lnTo>
                    <a:pt x="17135" y="21053"/>
                  </a:lnTo>
                  <a:lnTo>
                    <a:pt x="17356" y="20958"/>
                  </a:lnTo>
                  <a:lnTo>
                    <a:pt x="17547" y="20852"/>
                  </a:lnTo>
                  <a:lnTo>
                    <a:pt x="17719" y="20728"/>
                  </a:lnTo>
                  <a:lnTo>
                    <a:pt x="17873" y="20594"/>
                  </a:lnTo>
                  <a:lnTo>
                    <a:pt x="18007" y="20450"/>
                  </a:lnTo>
                  <a:lnTo>
                    <a:pt x="18122" y="20297"/>
                  </a:lnTo>
                  <a:lnTo>
                    <a:pt x="18218" y="20134"/>
                  </a:lnTo>
                  <a:lnTo>
                    <a:pt x="18285" y="19961"/>
                  </a:lnTo>
                  <a:lnTo>
                    <a:pt x="18342" y="19779"/>
                  </a:lnTo>
                  <a:lnTo>
                    <a:pt x="18371" y="19588"/>
                  </a:lnTo>
                  <a:lnTo>
                    <a:pt x="18380" y="19396"/>
                  </a:lnTo>
                  <a:lnTo>
                    <a:pt x="18371" y="19195"/>
                  </a:lnTo>
                  <a:lnTo>
                    <a:pt x="18342" y="18994"/>
                  </a:lnTo>
                  <a:lnTo>
                    <a:pt x="18294" y="18793"/>
                  </a:lnTo>
                  <a:lnTo>
                    <a:pt x="18227" y="18582"/>
                  </a:lnTo>
                  <a:lnTo>
                    <a:pt x="18141" y="18371"/>
                  </a:lnTo>
                  <a:lnTo>
                    <a:pt x="18026" y="18161"/>
                  </a:lnTo>
                  <a:lnTo>
                    <a:pt x="17901" y="17940"/>
                  </a:lnTo>
                  <a:lnTo>
                    <a:pt x="17748" y="17730"/>
                  </a:lnTo>
                  <a:lnTo>
                    <a:pt x="17585" y="17529"/>
                  </a:lnTo>
                  <a:lnTo>
                    <a:pt x="17394" y="17318"/>
                  </a:lnTo>
                  <a:lnTo>
                    <a:pt x="17183" y="17117"/>
                  </a:lnTo>
                  <a:lnTo>
                    <a:pt x="16963" y="16916"/>
                  </a:lnTo>
                  <a:lnTo>
                    <a:pt x="16714" y="16724"/>
                  </a:lnTo>
                  <a:lnTo>
                    <a:pt x="16446" y="16532"/>
                  </a:lnTo>
                  <a:lnTo>
                    <a:pt x="16158" y="16360"/>
                  </a:lnTo>
                  <a:lnTo>
                    <a:pt x="15852" y="16188"/>
                  </a:lnTo>
                  <a:lnTo>
                    <a:pt x="15526" y="16025"/>
                  </a:lnTo>
                  <a:lnTo>
                    <a:pt x="14817" y="15699"/>
                  </a:lnTo>
                  <a:lnTo>
                    <a:pt x="14022" y="15345"/>
                  </a:lnTo>
                  <a:lnTo>
                    <a:pt x="13179" y="14981"/>
                  </a:lnTo>
                  <a:lnTo>
                    <a:pt x="12289" y="14607"/>
                  </a:lnTo>
                  <a:lnTo>
                    <a:pt x="10459" y="13851"/>
                  </a:lnTo>
                  <a:lnTo>
                    <a:pt x="8659" y="13132"/>
                  </a:lnTo>
                  <a:lnTo>
                    <a:pt x="7021" y="12491"/>
                  </a:lnTo>
                  <a:lnTo>
                    <a:pt x="5689" y="11973"/>
                  </a:lnTo>
                  <a:lnTo>
                    <a:pt x="4463" y="11494"/>
                  </a:lnTo>
                  <a:lnTo>
                    <a:pt x="10804" y="2175"/>
                  </a:lnTo>
                  <a:lnTo>
                    <a:pt x="11015" y="1868"/>
                  </a:lnTo>
                  <a:lnTo>
                    <a:pt x="11216" y="1533"/>
                  </a:lnTo>
                  <a:lnTo>
                    <a:pt x="11408" y="1188"/>
                  </a:lnTo>
                  <a:lnTo>
                    <a:pt x="11494" y="1016"/>
                  </a:lnTo>
                  <a:lnTo>
                    <a:pt x="11561" y="853"/>
                  </a:lnTo>
                  <a:lnTo>
                    <a:pt x="11628" y="700"/>
                  </a:lnTo>
                  <a:lnTo>
                    <a:pt x="11666" y="556"/>
                  </a:lnTo>
                  <a:lnTo>
                    <a:pt x="11704" y="422"/>
                  </a:lnTo>
                  <a:lnTo>
                    <a:pt x="11714" y="298"/>
                  </a:lnTo>
                  <a:lnTo>
                    <a:pt x="11704" y="192"/>
                  </a:lnTo>
                  <a:lnTo>
                    <a:pt x="11695" y="144"/>
                  </a:lnTo>
                  <a:lnTo>
                    <a:pt x="11676" y="106"/>
                  </a:lnTo>
                  <a:lnTo>
                    <a:pt x="11657" y="68"/>
                  </a:lnTo>
                  <a:lnTo>
                    <a:pt x="11628" y="39"/>
                  </a:lnTo>
                  <a:lnTo>
                    <a:pt x="11590" y="20"/>
                  </a:lnTo>
                  <a:lnTo>
                    <a:pt x="1155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7365617" y="1934024"/>
              <a:ext cx="505226" cy="418222"/>
            </a:xfrm>
            <a:custGeom>
              <a:rect b="b" l="l" r="r" t="t"/>
              <a:pathLst>
                <a:path extrusionOk="0" h="10633" w="12845">
                  <a:moveTo>
                    <a:pt x="1619" y="1"/>
                  </a:moveTo>
                  <a:lnTo>
                    <a:pt x="1" y="6667"/>
                  </a:lnTo>
                  <a:lnTo>
                    <a:pt x="547" y="6964"/>
                  </a:lnTo>
                  <a:lnTo>
                    <a:pt x="1093" y="7242"/>
                  </a:lnTo>
                  <a:lnTo>
                    <a:pt x="1629" y="7510"/>
                  </a:lnTo>
                  <a:lnTo>
                    <a:pt x="2156" y="7759"/>
                  </a:lnTo>
                  <a:lnTo>
                    <a:pt x="2673" y="7999"/>
                  </a:lnTo>
                  <a:lnTo>
                    <a:pt x="3181" y="8229"/>
                  </a:lnTo>
                  <a:lnTo>
                    <a:pt x="3679" y="8439"/>
                  </a:lnTo>
                  <a:lnTo>
                    <a:pt x="4177" y="8640"/>
                  </a:lnTo>
                  <a:lnTo>
                    <a:pt x="4656" y="8832"/>
                  </a:lnTo>
                  <a:lnTo>
                    <a:pt x="5125" y="9014"/>
                  </a:lnTo>
                  <a:lnTo>
                    <a:pt x="5575" y="9177"/>
                  </a:lnTo>
                  <a:lnTo>
                    <a:pt x="6016" y="9330"/>
                  </a:lnTo>
                  <a:lnTo>
                    <a:pt x="6859" y="9608"/>
                  </a:lnTo>
                  <a:lnTo>
                    <a:pt x="7634" y="9857"/>
                  </a:lnTo>
                  <a:lnTo>
                    <a:pt x="8343" y="10058"/>
                  </a:lnTo>
                  <a:lnTo>
                    <a:pt x="8975" y="10221"/>
                  </a:lnTo>
                  <a:lnTo>
                    <a:pt x="9531" y="10355"/>
                  </a:lnTo>
                  <a:lnTo>
                    <a:pt x="10000" y="10460"/>
                  </a:lnTo>
                  <a:lnTo>
                    <a:pt x="10374" y="10537"/>
                  </a:lnTo>
                  <a:lnTo>
                    <a:pt x="10642" y="10594"/>
                  </a:lnTo>
                  <a:lnTo>
                    <a:pt x="10872" y="10633"/>
                  </a:lnTo>
                  <a:lnTo>
                    <a:pt x="11025" y="10614"/>
                  </a:lnTo>
                  <a:lnTo>
                    <a:pt x="11169" y="10594"/>
                  </a:lnTo>
                  <a:lnTo>
                    <a:pt x="11303" y="10566"/>
                  </a:lnTo>
                  <a:lnTo>
                    <a:pt x="11437" y="10527"/>
                  </a:lnTo>
                  <a:lnTo>
                    <a:pt x="11561" y="10489"/>
                  </a:lnTo>
                  <a:lnTo>
                    <a:pt x="11686" y="10441"/>
                  </a:lnTo>
                  <a:lnTo>
                    <a:pt x="11801" y="10384"/>
                  </a:lnTo>
                  <a:lnTo>
                    <a:pt x="11906" y="10326"/>
                  </a:lnTo>
                  <a:lnTo>
                    <a:pt x="12012" y="10259"/>
                  </a:lnTo>
                  <a:lnTo>
                    <a:pt x="12098" y="10182"/>
                  </a:lnTo>
                  <a:lnTo>
                    <a:pt x="12194" y="10106"/>
                  </a:lnTo>
                  <a:lnTo>
                    <a:pt x="12270" y="10020"/>
                  </a:lnTo>
                  <a:lnTo>
                    <a:pt x="12356" y="9933"/>
                  </a:lnTo>
                  <a:lnTo>
                    <a:pt x="12423" y="9838"/>
                  </a:lnTo>
                  <a:lnTo>
                    <a:pt x="12490" y="9742"/>
                  </a:lnTo>
                  <a:lnTo>
                    <a:pt x="12548" y="9637"/>
                  </a:lnTo>
                  <a:lnTo>
                    <a:pt x="12605" y="9531"/>
                  </a:lnTo>
                  <a:lnTo>
                    <a:pt x="12653" y="9416"/>
                  </a:lnTo>
                  <a:lnTo>
                    <a:pt x="12692" y="9301"/>
                  </a:lnTo>
                  <a:lnTo>
                    <a:pt x="12730" y="9177"/>
                  </a:lnTo>
                  <a:lnTo>
                    <a:pt x="12768" y="9052"/>
                  </a:lnTo>
                  <a:lnTo>
                    <a:pt x="12787" y="8928"/>
                  </a:lnTo>
                  <a:lnTo>
                    <a:pt x="12816" y="8794"/>
                  </a:lnTo>
                  <a:lnTo>
                    <a:pt x="12826" y="8660"/>
                  </a:lnTo>
                  <a:lnTo>
                    <a:pt x="12845" y="8391"/>
                  </a:lnTo>
                  <a:lnTo>
                    <a:pt x="12835" y="8104"/>
                  </a:lnTo>
                  <a:lnTo>
                    <a:pt x="12807" y="7817"/>
                  </a:lnTo>
                  <a:lnTo>
                    <a:pt x="12759" y="7520"/>
                  </a:lnTo>
                  <a:lnTo>
                    <a:pt x="12692" y="7213"/>
                  </a:lnTo>
                  <a:lnTo>
                    <a:pt x="12605" y="6916"/>
                  </a:lnTo>
                  <a:lnTo>
                    <a:pt x="12500" y="6610"/>
                  </a:lnTo>
                  <a:lnTo>
                    <a:pt x="12376" y="6303"/>
                  </a:lnTo>
                  <a:lnTo>
                    <a:pt x="12232" y="5997"/>
                  </a:lnTo>
                  <a:lnTo>
                    <a:pt x="12069" y="5700"/>
                  </a:lnTo>
                  <a:lnTo>
                    <a:pt x="11887" y="5413"/>
                  </a:lnTo>
                  <a:lnTo>
                    <a:pt x="11686" y="5125"/>
                  </a:lnTo>
                  <a:lnTo>
                    <a:pt x="11475" y="4847"/>
                  </a:lnTo>
                  <a:lnTo>
                    <a:pt x="11236" y="4579"/>
                  </a:lnTo>
                  <a:lnTo>
                    <a:pt x="10987" y="4321"/>
                  </a:lnTo>
                  <a:lnTo>
                    <a:pt x="10719" y="4081"/>
                  </a:lnTo>
                  <a:lnTo>
                    <a:pt x="10441" y="3861"/>
                  </a:lnTo>
                  <a:lnTo>
                    <a:pt x="10297" y="3756"/>
                  </a:lnTo>
                  <a:lnTo>
                    <a:pt x="10144" y="3650"/>
                  </a:lnTo>
                  <a:lnTo>
                    <a:pt x="9991" y="3554"/>
                  </a:lnTo>
                  <a:lnTo>
                    <a:pt x="9828" y="3459"/>
                  </a:lnTo>
                  <a:lnTo>
                    <a:pt x="9665" y="3372"/>
                  </a:lnTo>
                  <a:lnTo>
                    <a:pt x="9502" y="3296"/>
                  </a:lnTo>
                  <a:lnTo>
                    <a:pt x="8525" y="2846"/>
                  </a:lnTo>
                  <a:lnTo>
                    <a:pt x="7529" y="2405"/>
                  </a:lnTo>
                  <a:lnTo>
                    <a:pt x="6514" y="1964"/>
                  </a:lnTo>
                  <a:lnTo>
                    <a:pt x="5498" y="1543"/>
                  </a:lnTo>
                  <a:lnTo>
                    <a:pt x="4493" y="1131"/>
                  </a:lnTo>
                  <a:lnTo>
                    <a:pt x="3497" y="738"/>
                  </a:lnTo>
                  <a:lnTo>
                    <a:pt x="16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7778519" y="1446945"/>
              <a:ext cx="622397" cy="789679"/>
            </a:xfrm>
            <a:custGeom>
              <a:rect b="b" l="l" r="r" t="t"/>
              <a:pathLst>
                <a:path extrusionOk="0" h="20077" w="15824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8C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7069137" y="2926707"/>
              <a:ext cx="1213132" cy="381643"/>
            </a:xfrm>
            <a:custGeom>
              <a:rect b="b" l="l" r="r" t="t"/>
              <a:pathLst>
                <a:path extrusionOk="0" h="9703" w="30843">
                  <a:moveTo>
                    <a:pt x="5479" y="0"/>
                  </a:moveTo>
                  <a:lnTo>
                    <a:pt x="5163" y="19"/>
                  </a:lnTo>
                  <a:lnTo>
                    <a:pt x="4857" y="39"/>
                  </a:lnTo>
                  <a:lnTo>
                    <a:pt x="4560" y="67"/>
                  </a:lnTo>
                  <a:lnTo>
                    <a:pt x="4282" y="106"/>
                  </a:lnTo>
                  <a:lnTo>
                    <a:pt x="4004" y="144"/>
                  </a:lnTo>
                  <a:lnTo>
                    <a:pt x="3736" y="201"/>
                  </a:lnTo>
                  <a:lnTo>
                    <a:pt x="3478" y="249"/>
                  </a:lnTo>
                  <a:lnTo>
                    <a:pt x="3228" y="316"/>
                  </a:lnTo>
                  <a:lnTo>
                    <a:pt x="2989" y="383"/>
                  </a:lnTo>
                  <a:lnTo>
                    <a:pt x="2759" y="460"/>
                  </a:lnTo>
                  <a:lnTo>
                    <a:pt x="2539" y="537"/>
                  </a:lnTo>
                  <a:lnTo>
                    <a:pt x="2328" y="623"/>
                  </a:lnTo>
                  <a:lnTo>
                    <a:pt x="2127" y="719"/>
                  </a:lnTo>
                  <a:lnTo>
                    <a:pt x="1935" y="824"/>
                  </a:lnTo>
                  <a:lnTo>
                    <a:pt x="1744" y="929"/>
                  </a:lnTo>
                  <a:lnTo>
                    <a:pt x="1571" y="1044"/>
                  </a:lnTo>
                  <a:lnTo>
                    <a:pt x="1409" y="1159"/>
                  </a:lnTo>
                  <a:lnTo>
                    <a:pt x="1255" y="1284"/>
                  </a:lnTo>
                  <a:lnTo>
                    <a:pt x="1112" y="1418"/>
                  </a:lnTo>
                  <a:lnTo>
                    <a:pt x="968" y="1552"/>
                  </a:lnTo>
                  <a:lnTo>
                    <a:pt x="844" y="1696"/>
                  </a:lnTo>
                  <a:lnTo>
                    <a:pt x="729" y="1849"/>
                  </a:lnTo>
                  <a:lnTo>
                    <a:pt x="614" y="2002"/>
                  </a:lnTo>
                  <a:lnTo>
                    <a:pt x="518" y="2165"/>
                  </a:lnTo>
                  <a:lnTo>
                    <a:pt x="422" y="2328"/>
                  </a:lnTo>
                  <a:lnTo>
                    <a:pt x="336" y="2500"/>
                  </a:lnTo>
                  <a:lnTo>
                    <a:pt x="269" y="2682"/>
                  </a:lnTo>
                  <a:lnTo>
                    <a:pt x="202" y="2864"/>
                  </a:lnTo>
                  <a:lnTo>
                    <a:pt x="144" y="3046"/>
                  </a:lnTo>
                  <a:lnTo>
                    <a:pt x="96" y="3247"/>
                  </a:lnTo>
                  <a:lnTo>
                    <a:pt x="68" y="3448"/>
                  </a:lnTo>
                  <a:lnTo>
                    <a:pt x="39" y="3650"/>
                  </a:lnTo>
                  <a:lnTo>
                    <a:pt x="20" y="3860"/>
                  </a:lnTo>
                  <a:lnTo>
                    <a:pt x="1" y="4081"/>
                  </a:lnTo>
                  <a:lnTo>
                    <a:pt x="1" y="4301"/>
                  </a:lnTo>
                  <a:lnTo>
                    <a:pt x="10" y="4531"/>
                  </a:lnTo>
                  <a:lnTo>
                    <a:pt x="29" y="4761"/>
                  </a:lnTo>
                  <a:lnTo>
                    <a:pt x="49" y="5000"/>
                  </a:lnTo>
                  <a:lnTo>
                    <a:pt x="87" y="5240"/>
                  </a:lnTo>
                  <a:lnTo>
                    <a:pt x="125" y="5489"/>
                  </a:lnTo>
                  <a:lnTo>
                    <a:pt x="183" y="5738"/>
                  </a:lnTo>
                  <a:lnTo>
                    <a:pt x="211" y="5881"/>
                  </a:lnTo>
                  <a:lnTo>
                    <a:pt x="259" y="6025"/>
                  </a:lnTo>
                  <a:lnTo>
                    <a:pt x="317" y="6159"/>
                  </a:lnTo>
                  <a:lnTo>
                    <a:pt x="384" y="6293"/>
                  </a:lnTo>
                  <a:lnTo>
                    <a:pt x="460" y="6418"/>
                  </a:lnTo>
                  <a:lnTo>
                    <a:pt x="547" y="6542"/>
                  </a:lnTo>
                  <a:lnTo>
                    <a:pt x="642" y="6667"/>
                  </a:lnTo>
                  <a:lnTo>
                    <a:pt x="738" y="6791"/>
                  </a:lnTo>
                  <a:lnTo>
                    <a:pt x="844" y="6906"/>
                  </a:lnTo>
                  <a:lnTo>
                    <a:pt x="968" y="7011"/>
                  </a:lnTo>
                  <a:lnTo>
                    <a:pt x="1093" y="7126"/>
                  </a:lnTo>
                  <a:lnTo>
                    <a:pt x="1217" y="7232"/>
                  </a:lnTo>
                  <a:lnTo>
                    <a:pt x="1351" y="7328"/>
                  </a:lnTo>
                  <a:lnTo>
                    <a:pt x="1495" y="7433"/>
                  </a:lnTo>
                  <a:lnTo>
                    <a:pt x="1801" y="7615"/>
                  </a:lnTo>
                  <a:lnTo>
                    <a:pt x="2127" y="7797"/>
                  </a:lnTo>
                  <a:lnTo>
                    <a:pt x="2462" y="7960"/>
                  </a:lnTo>
                  <a:lnTo>
                    <a:pt x="2817" y="8113"/>
                  </a:lnTo>
                  <a:lnTo>
                    <a:pt x="3190" y="8257"/>
                  </a:lnTo>
                  <a:lnTo>
                    <a:pt x="3564" y="8391"/>
                  </a:lnTo>
                  <a:lnTo>
                    <a:pt x="3947" y="8515"/>
                  </a:lnTo>
                  <a:lnTo>
                    <a:pt x="4330" y="8630"/>
                  </a:lnTo>
                  <a:lnTo>
                    <a:pt x="4713" y="8736"/>
                  </a:lnTo>
                  <a:lnTo>
                    <a:pt x="5106" y="8831"/>
                  </a:lnTo>
                  <a:lnTo>
                    <a:pt x="5479" y="8918"/>
                  </a:lnTo>
                  <a:lnTo>
                    <a:pt x="5853" y="8994"/>
                  </a:lnTo>
                  <a:lnTo>
                    <a:pt x="6217" y="9061"/>
                  </a:lnTo>
                  <a:lnTo>
                    <a:pt x="6897" y="9176"/>
                  </a:lnTo>
                  <a:lnTo>
                    <a:pt x="7510" y="9272"/>
                  </a:lnTo>
                  <a:lnTo>
                    <a:pt x="8018" y="9329"/>
                  </a:lnTo>
                  <a:lnTo>
                    <a:pt x="8410" y="9377"/>
                  </a:lnTo>
                  <a:lnTo>
                    <a:pt x="8755" y="9406"/>
                  </a:lnTo>
                  <a:lnTo>
                    <a:pt x="29884" y="9703"/>
                  </a:lnTo>
                  <a:lnTo>
                    <a:pt x="30028" y="9588"/>
                  </a:lnTo>
                  <a:lnTo>
                    <a:pt x="30153" y="9463"/>
                  </a:lnTo>
                  <a:lnTo>
                    <a:pt x="30267" y="9329"/>
                  </a:lnTo>
                  <a:lnTo>
                    <a:pt x="30363" y="9195"/>
                  </a:lnTo>
                  <a:lnTo>
                    <a:pt x="30449" y="9052"/>
                  </a:lnTo>
                  <a:lnTo>
                    <a:pt x="30516" y="8908"/>
                  </a:lnTo>
                  <a:lnTo>
                    <a:pt x="30574" y="8755"/>
                  </a:lnTo>
                  <a:lnTo>
                    <a:pt x="30631" y="8611"/>
                  </a:lnTo>
                  <a:lnTo>
                    <a:pt x="30670" y="8458"/>
                  </a:lnTo>
                  <a:lnTo>
                    <a:pt x="30708" y="8314"/>
                  </a:lnTo>
                  <a:lnTo>
                    <a:pt x="30766" y="8027"/>
                  </a:lnTo>
                  <a:lnTo>
                    <a:pt x="30842" y="7529"/>
                  </a:lnTo>
                  <a:lnTo>
                    <a:pt x="30660" y="7414"/>
                  </a:lnTo>
                  <a:lnTo>
                    <a:pt x="30421" y="7280"/>
                  </a:lnTo>
                  <a:lnTo>
                    <a:pt x="30076" y="7088"/>
                  </a:lnTo>
                  <a:lnTo>
                    <a:pt x="29616" y="6849"/>
                  </a:lnTo>
                  <a:lnTo>
                    <a:pt x="29041" y="6561"/>
                  </a:lnTo>
                  <a:lnTo>
                    <a:pt x="28342" y="6236"/>
                  </a:lnTo>
                  <a:lnTo>
                    <a:pt x="27509" y="5862"/>
                  </a:lnTo>
                  <a:lnTo>
                    <a:pt x="26542" y="5450"/>
                  </a:lnTo>
                  <a:lnTo>
                    <a:pt x="25431" y="5000"/>
                  </a:lnTo>
                  <a:lnTo>
                    <a:pt x="24827" y="4761"/>
                  </a:lnTo>
                  <a:lnTo>
                    <a:pt x="24176" y="4521"/>
                  </a:lnTo>
                  <a:lnTo>
                    <a:pt x="23486" y="4263"/>
                  </a:lnTo>
                  <a:lnTo>
                    <a:pt x="22758" y="4004"/>
                  </a:lnTo>
                  <a:lnTo>
                    <a:pt x="21992" y="3736"/>
                  </a:lnTo>
                  <a:lnTo>
                    <a:pt x="21187" y="3458"/>
                  </a:lnTo>
                  <a:lnTo>
                    <a:pt x="20335" y="3171"/>
                  </a:lnTo>
                  <a:lnTo>
                    <a:pt x="19444" y="2883"/>
                  </a:lnTo>
                  <a:lnTo>
                    <a:pt x="18506" y="2577"/>
                  </a:lnTo>
                  <a:lnTo>
                    <a:pt x="17529" y="2280"/>
                  </a:lnTo>
                  <a:lnTo>
                    <a:pt x="16504" y="1964"/>
                  </a:lnTo>
                  <a:lnTo>
                    <a:pt x="15431" y="1657"/>
                  </a:lnTo>
                  <a:lnTo>
                    <a:pt x="14358" y="1351"/>
                  </a:lnTo>
                  <a:lnTo>
                    <a:pt x="13324" y="1083"/>
                  </a:lnTo>
                  <a:lnTo>
                    <a:pt x="12328" y="843"/>
                  </a:lnTo>
                  <a:lnTo>
                    <a:pt x="11379" y="632"/>
                  </a:lnTo>
                  <a:lnTo>
                    <a:pt x="10460" y="450"/>
                  </a:lnTo>
                  <a:lnTo>
                    <a:pt x="9588" y="307"/>
                  </a:lnTo>
                  <a:lnTo>
                    <a:pt x="9167" y="240"/>
                  </a:lnTo>
                  <a:lnTo>
                    <a:pt x="8755" y="182"/>
                  </a:lnTo>
                  <a:lnTo>
                    <a:pt x="8353" y="134"/>
                  </a:lnTo>
                  <a:lnTo>
                    <a:pt x="7960" y="96"/>
                  </a:lnTo>
                  <a:lnTo>
                    <a:pt x="7577" y="58"/>
                  </a:lnTo>
                  <a:lnTo>
                    <a:pt x="7203" y="39"/>
                  </a:lnTo>
                  <a:lnTo>
                    <a:pt x="6839" y="10"/>
                  </a:lnTo>
                  <a:lnTo>
                    <a:pt x="648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6683374" y="4178898"/>
              <a:ext cx="242642" cy="241148"/>
            </a:xfrm>
            <a:custGeom>
              <a:rect b="b" l="l" r="r" t="t"/>
              <a:pathLst>
                <a:path extrusionOk="0" h="6131" w="6169">
                  <a:moveTo>
                    <a:pt x="5173" y="1"/>
                  </a:moveTo>
                  <a:lnTo>
                    <a:pt x="4761" y="346"/>
                  </a:lnTo>
                  <a:lnTo>
                    <a:pt x="4330" y="719"/>
                  </a:lnTo>
                  <a:lnTo>
                    <a:pt x="3899" y="1122"/>
                  </a:lnTo>
                  <a:lnTo>
                    <a:pt x="3478" y="1543"/>
                  </a:lnTo>
                  <a:lnTo>
                    <a:pt x="3047" y="1974"/>
                  </a:lnTo>
                  <a:lnTo>
                    <a:pt x="2635" y="2415"/>
                  </a:lnTo>
                  <a:lnTo>
                    <a:pt x="2242" y="2855"/>
                  </a:lnTo>
                  <a:lnTo>
                    <a:pt x="1859" y="3286"/>
                  </a:lnTo>
                  <a:lnTo>
                    <a:pt x="1504" y="3717"/>
                  </a:lnTo>
                  <a:lnTo>
                    <a:pt x="1169" y="4120"/>
                  </a:lnTo>
                  <a:lnTo>
                    <a:pt x="872" y="4503"/>
                  </a:lnTo>
                  <a:lnTo>
                    <a:pt x="614" y="4857"/>
                  </a:lnTo>
                  <a:lnTo>
                    <a:pt x="393" y="5183"/>
                  </a:lnTo>
                  <a:lnTo>
                    <a:pt x="221" y="5451"/>
                  </a:lnTo>
                  <a:lnTo>
                    <a:pt x="96" y="5681"/>
                  </a:lnTo>
                  <a:lnTo>
                    <a:pt x="58" y="5777"/>
                  </a:lnTo>
                  <a:lnTo>
                    <a:pt x="29" y="5863"/>
                  </a:lnTo>
                  <a:lnTo>
                    <a:pt x="10" y="5930"/>
                  </a:lnTo>
                  <a:lnTo>
                    <a:pt x="1" y="5978"/>
                  </a:lnTo>
                  <a:lnTo>
                    <a:pt x="1" y="6026"/>
                  </a:lnTo>
                  <a:lnTo>
                    <a:pt x="10" y="6064"/>
                  </a:lnTo>
                  <a:lnTo>
                    <a:pt x="20" y="6093"/>
                  </a:lnTo>
                  <a:lnTo>
                    <a:pt x="39" y="6112"/>
                  </a:lnTo>
                  <a:lnTo>
                    <a:pt x="68" y="6131"/>
                  </a:lnTo>
                  <a:lnTo>
                    <a:pt x="135" y="6131"/>
                  </a:lnTo>
                  <a:lnTo>
                    <a:pt x="173" y="6121"/>
                  </a:lnTo>
                  <a:lnTo>
                    <a:pt x="269" y="6083"/>
                  </a:lnTo>
                  <a:lnTo>
                    <a:pt x="384" y="6035"/>
                  </a:lnTo>
                  <a:lnTo>
                    <a:pt x="508" y="5959"/>
                  </a:lnTo>
                  <a:lnTo>
                    <a:pt x="777" y="5786"/>
                  </a:lnTo>
                  <a:lnTo>
                    <a:pt x="1045" y="5595"/>
                  </a:lnTo>
                  <a:lnTo>
                    <a:pt x="1303" y="5422"/>
                  </a:lnTo>
                  <a:lnTo>
                    <a:pt x="1409" y="5346"/>
                  </a:lnTo>
                  <a:lnTo>
                    <a:pt x="1514" y="5288"/>
                  </a:lnTo>
                  <a:lnTo>
                    <a:pt x="1974" y="5020"/>
                  </a:lnTo>
                  <a:lnTo>
                    <a:pt x="2424" y="4742"/>
                  </a:lnTo>
                  <a:lnTo>
                    <a:pt x="2865" y="4464"/>
                  </a:lnTo>
                  <a:lnTo>
                    <a:pt x="3267" y="4187"/>
                  </a:lnTo>
                  <a:lnTo>
                    <a:pt x="3631" y="3928"/>
                  </a:lnTo>
                  <a:lnTo>
                    <a:pt x="3947" y="3689"/>
                  </a:lnTo>
                  <a:lnTo>
                    <a:pt x="4196" y="3487"/>
                  </a:lnTo>
                  <a:lnTo>
                    <a:pt x="4387" y="3334"/>
                  </a:lnTo>
                  <a:lnTo>
                    <a:pt x="4474" y="3248"/>
                  </a:lnTo>
                  <a:lnTo>
                    <a:pt x="4579" y="3123"/>
                  </a:lnTo>
                  <a:lnTo>
                    <a:pt x="4694" y="2951"/>
                  </a:lnTo>
                  <a:lnTo>
                    <a:pt x="4828" y="2759"/>
                  </a:lnTo>
                  <a:lnTo>
                    <a:pt x="5125" y="2309"/>
                  </a:lnTo>
                  <a:lnTo>
                    <a:pt x="5422" y="1830"/>
                  </a:lnTo>
                  <a:lnTo>
                    <a:pt x="5949" y="959"/>
                  </a:lnTo>
                  <a:lnTo>
                    <a:pt x="6169" y="576"/>
                  </a:lnTo>
                  <a:lnTo>
                    <a:pt x="5173" y="1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6660798" y="4200373"/>
              <a:ext cx="265219" cy="235877"/>
            </a:xfrm>
            <a:custGeom>
              <a:rect b="b" l="l" r="r" t="t"/>
              <a:pathLst>
                <a:path extrusionOk="0" h="5997" w="6743">
                  <a:moveTo>
                    <a:pt x="6695" y="1"/>
                  </a:moveTo>
                  <a:lnTo>
                    <a:pt x="6523" y="183"/>
                  </a:lnTo>
                  <a:lnTo>
                    <a:pt x="6350" y="355"/>
                  </a:lnTo>
                  <a:lnTo>
                    <a:pt x="6168" y="518"/>
                  </a:lnTo>
                  <a:lnTo>
                    <a:pt x="5986" y="662"/>
                  </a:lnTo>
                  <a:lnTo>
                    <a:pt x="5804" y="796"/>
                  </a:lnTo>
                  <a:lnTo>
                    <a:pt x="5613" y="911"/>
                  </a:lnTo>
                  <a:lnTo>
                    <a:pt x="5421" y="1026"/>
                  </a:lnTo>
                  <a:lnTo>
                    <a:pt x="5230" y="1112"/>
                  </a:lnTo>
                  <a:lnTo>
                    <a:pt x="5029" y="1189"/>
                  </a:lnTo>
                  <a:lnTo>
                    <a:pt x="4827" y="1256"/>
                  </a:lnTo>
                  <a:lnTo>
                    <a:pt x="4617" y="1304"/>
                  </a:lnTo>
                  <a:lnTo>
                    <a:pt x="4406" y="1342"/>
                  </a:lnTo>
                  <a:lnTo>
                    <a:pt x="4195" y="1351"/>
                  </a:lnTo>
                  <a:lnTo>
                    <a:pt x="3985" y="1351"/>
                  </a:lnTo>
                  <a:lnTo>
                    <a:pt x="3764" y="1342"/>
                  </a:lnTo>
                  <a:lnTo>
                    <a:pt x="3544" y="1304"/>
                  </a:lnTo>
                  <a:lnTo>
                    <a:pt x="2663" y="2280"/>
                  </a:lnTo>
                  <a:lnTo>
                    <a:pt x="2280" y="2692"/>
                  </a:lnTo>
                  <a:lnTo>
                    <a:pt x="1906" y="3123"/>
                  </a:lnTo>
                  <a:lnTo>
                    <a:pt x="1628" y="3439"/>
                  </a:lnTo>
                  <a:lnTo>
                    <a:pt x="1341" y="3794"/>
                  </a:lnTo>
                  <a:lnTo>
                    <a:pt x="1034" y="4167"/>
                  </a:lnTo>
                  <a:lnTo>
                    <a:pt x="747" y="4531"/>
                  </a:lnTo>
                  <a:lnTo>
                    <a:pt x="479" y="4867"/>
                  </a:lnTo>
                  <a:lnTo>
                    <a:pt x="268" y="5164"/>
                  </a:lnTo>
                  <a:lnTo>
                    <a:pt x="115" y="5393"/>
                  </a:lnTo>
                  <a:lnTo>
                    <a:pt x="67" y="5470"/>
                  </a:lnTo>
                  <a:lnTo>
                    <a:pt x="38" y="5527"/>
                  </a:lnTo>
                  <a:lnTo>
                    <a:pt x="10" y="5662"/>
                  </a:lnTo>
                  <a:lnTo>
                    <a:pt x="0" y="5777"/>
                  </a:lnTo>
                  <a:lnTo>
                    <a:pt x="10" y="5824"/>
                  </a:lnTo>
                  <a:lnTo>
                    <a:pt x="19" y="5863"/>
                  </a:lnTo>
                  <a:lnTo>
                    <a:pt x="38" y="5901"/>
                  </a:lnTo>
                  <a:lnTo>
                    <a:pt x="57" y="5930"/>
                  </a:lnTo>
                  <a:lnTo>
                    <a:pt x="86" y="5958"/>
                  </a:lnTo>
                  <a:lnTo>
                    <a:pt x="115" y="5968"/>
                  </a:lnTo>
                  <a:lnTo>
                    <a:pt x="163" y="5987"/>
                  </a:lnTo>
                  <a:lnTo>
                    <a:pt x="201" y="5997"/>
                  </a:lnTo>
                  <a:lnTo>
                    <a:pt x="316" y="5987"/>
                  </a:lnTo>
                  <a:lnTo>
                    <a:pt x="441" y="5968"/>
                  </a:lnTo>
                  <a:lnTo>
                    <a:pt x="603" y="5920"/>
                  </a:lnTo>
                  <a:lnTo>
                    <a:pt x="785" y="5844"/>
                  </a:lnTo>
                  <a:lnTo>
                    <a:pt x="987" y="5757"/>
                  </a:lnTo>
                  <a:lnTo>
                    <a:pt x="1216" y="5642"/>
                  </a:lnTo>
                  <a:lnTo>
                    <a:pt x="1465" y="5499"/>
                  </a:lnTo>
                  <a:lnTo>
                    <a:pt x="1743" y="5336"/>
                  </a:lnTo>
                  <a:lnTo>
                    <a:pt x="2050" y="5154"/>
                  </a:lnTo>
                  <a:lnTo>
                    <a:pt x="2375" y="4953"/>
                  </a:lnTo>
                  <a:lnTo>
                    <a:pt x="2806" y="4665"/>
                  </a:lnTo>
                  <a:lnTo>
                    <a:pt x="3228" y="4359"/>
                  </a:lnTo>
                  <a:lnTo>
                    <a:pt x="3640" y="4062"/>
                  </a:lnTo>
                  <a:lnTo>
                    <a:pt x="4013" y="3765"/>
                  </a:lnTo>
                  <a:lnTo>
                    <a:pt x="4358" y="3497"/>
                  </a:lnTo>
                  <a:lnTo>
                    <a:pt x="4655" y="3248"/>
                  </a:lnTo>
                  <a:lnTo>
                    <a:pt x="5086" y="2884"/>
                  </a:lnTo>
                  <a:lnTo>
                    <a:pt x="5172" y="2798"/>
                  </a:lnTo>
                  <a:lnTo>
                    <a:pt x="5268" y="2664"/>
                  </a:lnTo>
                  <a:lnTo>
                    <a:pt x="5383" y="2501"/>
                  </a:lnTo>
                  <a:lnTo>
                    <a:pt x="5507" y="2300"/>
                  </a:lnTo>
                  <a:lnTo>
                    <a:pt x="5785" y="1830"/>
                  </a:lnTo>
                  <a:lnTo>
                    <a:pt x="6063" y="1332"/>
                  </a:lnTo>
                  <a:lnTo>
                    <a:pt x="6322" y="844"/>
                  </a:lnTo>
                  <a:lnTo>
                    <a:pt x="6542" y="422"/>
                  </a:lnTo>
                  <a:lnTo>
                    <a:pt x="6743" y="30"/>
                  </a:lnTo>
                  <a:lnTo>
                    <a:pt x="6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7608607" y="1993179"/>
              <a:ext cx="739176" cy="1192404"/>
            </a:xfrm>
            <a:custGeom>
              <a:rect b="b" l="l" r="r" t="t"/>
              <a:pathLst>
                <a:path extrusionOk="0" h="30316" w="18793">
                  <a:moveTo>
                    <a:pt x="9310" y="1"/>
                  </a:moveTo>
                  <a:lnTo>
                    <a:pt x="9081" y="10"/>
                  </a:lnTo>
                  <a:lnTo>
                    <a:pt x="8870" y="20"/>
                  </a:lnTo>
                  <a:lnTo>
                    <a:pt x="8669" y="49"/>
                  </a:lnTo>
                  <a:lnTo>
                    <a:pt x="8496" y="68"/>
                  </a:lnTo>
                  <a:lnTo>
                    <a:pt x="8190" y="125"/>
                  </a:lnTo>
                  <a:lnTo>
                    <a:pt x="7960" y="183"/>
                  </a:lnTo>
                  <a:lnTo>
                    <a:pt x="7816" y="231"/>
                  </a:lnTo>
                  <a:lnTo>
                    <a:pt x="7768" y="250"/>
                  </a:lnTo>
                  <a:lnTo>
                    <a:pt x="7653" y="355"/>
                  </a:lnTo>
                  <a:lnTo>
                    <a:pt x="7500" y="460"/>
                  </a:lnTo>
                  <a:lnTo>
                    <a:pt x="7318" y="566"/>
                  </a:lnTo>
                  <a:lnTo>
                    <a:pt x="7117" y="681"/>
                  </a:lnTo>
                  <a:lnTo>
                    <a:pt x="6887" y="796"/>
                  </a:lnTo>
                  <a:lnTo>
                    <a:pt x="6629" y="901"/>
                  </a:lnTo>
                  <a:lnTo>
                    <a:pt x="6351" y="1016"/>
                  </a:lnTo>
                  <a:lnTo>
                    <a:pt x="6044" y="1121"/>
                  </a:lnTo>
                  <a:lnTo>
                    <a:pt x="5719" y="1227"/>
                  </a:lnTo>
                  <a:lnTo>
                    <a:pt x="5383" y="1322"/>
                  </a:lnTo>
                  <a:lnTo>
                    <a:pt x="5019" y="1418"/>
                  </a:lnTo>
                  <a:lnTo>
                    <a:pt x="4646" y="1504"/>
                  </a:lnTo>
                  <a:lnTo>
                    <a:pt x="4253" y="1581"/>
                  </a:lnTo>
                  <a:lnTo>
                    <a:pt x="3851" y="1658"/>
                  </a:lnTo>
                  <a:lnTo>
                    <a:pt x="3439" y="1715"/>
                  </a:lnTo>
                  <a:lnTo>
                    <a:pt x="3008" y="1773"/>
                  </a:lnTo>
                  <a:lnTo>
                    <a:pt x="2807" y="1801"/>
                  </a:lnTo>
                  <a:lnTo>
                    <a:pt x="2615" y="1849"/>
                  </a:lnTo>
                  <a:lnTo>
                    <a:pt x="2520" y="1878"/>
                  </a:lnTo>
                  <a:lnTo>
                    <a:pt x="2433" y="1907"/>
                  </a:lnTo>
                  <a:lnTo>
                    <a:pt x="2357" y="1955"/>
                  </a:lnTo>
                  <a:lnTo>
                    <a:pt x="2280" y="1993"/>
                  </a:lnTo>
                  <a:lnTo>
                    <a:pt x="2203" y="2041"/>
                  </a:lnTo>
                  <a:lnTo>
                    <a:pt x="2136" y="2098"/>
                  </a:lnTo>
                  <a:lnTo>
                    <a:pt x="2069" y="2156"/>
                  </a:lnTo>
                  <a:lnTo>
                    <a:pt x="2002" y="2223"/>
                  </a:lnTo>
                  <a:lnTo>
                    <a:pt x="1945" y="2299"/>
                  </a:lnTo>
                  <a:lnTo>
                    <a:pt x="1887" y="2376"/>
                  </a:lnTo>
                  <a:lnTo>
                    <a:pt x="1840" y="2462"/>
                  </a:lnTo>
                  <a:lnTo>
                    <a:pt x="1782" y="2548"/>
                  </a:lnTo>
                  <a:lnTo>
                    <a:pt x="1696" y="2759"/>
                  </a:lnTo>
                  <a:lnTo>
                    <a:pt x="1619" y="2989"/>
                  </a:lnTo>
                  <a:lnTo>
                    <a:pt x="1552" y="3248"/>
                  </a:lnTo>
                  <a:lnTo>
                    <a:pt x="1495" y="3545"/>
                  </a:lnTo>
                  <a:lnTo>
                    <a:pt x="1447" y="3861"/>
                  </a:lnTo>
                  <a:lnTo>
                    <a:pt x="1418" y="4225"/>
                  </a:lnTo>
                  <a:lnTo>
                    <a:pt x="1389" y="4617"/>
                  </a:lnTo>
                  <a:lnTo>
                    <a:pt x="1370" y="5048"/>
                  </a:lnTo>
                  <a:lnTo>
                    <a:pt x="1361" y="5527"/>
                  </a:lnTo>
                  <a:lnTo>
                    <a:pt x="1361" y="6035"/>
                  </a:lnTo>
                  <a:lnTo>
                    <a:pt x="1370" y="6590"/>
                  </a:lnTo>
                  <a:lnTo>
                    <a:pt x="1380" y="7184"/>
                  </a:lnTo>
                  <a:lnTo>
                    <a:pt x="1418" y="8516"/>
                  </a:lnTo>
                  <a:lnTo>
                    <a:pt x="1476" y="10039"/>
                  </a:lnTo>
                  <a:lnTo>
                    <a:pt x="1638" y="13697"/>
                  </a:lnTo>
                  <a:lnTo>
                    <a:pt x="1725" y="15862"/>
                  </a:lnTo>
                  <a:lnTo>
                    <a:pt x="1820" y="18266"/>
                  </a:lnTo>
                  <a:lnTo>
                    <a:pt x="1820" y="18716"/>
                  </a:lnTo>
                  <a:lnTo>
                    <a:pt x="1811" y="19157"/>
                  </a:lnTo>
                  <a:lnTo>
                    <a:pt x="1782" y="19598"/>
                  </a:lnTo>
                  <a:lnTo>
                    <a:pt x="1744" y="20029"/>
                  </a:lnTo>
                  <a:lnTo>
                    <a:pt x="1686" y="20469"/>
                  </a:lnTo>
                  <a:lnTo>
                    <a:pt x="1619" y="20900"/>
                  </a:lnTo>
                  <a:lnTo>
                    <a:pt x="1543" y="21322"/>
                  </a:lnTo>
                  <a:lnTo>
                    <a:pt x="1456" y="21743"/>
                  </a:lnTo>
                  <a:lnTo>
                    <a:pt x="1361" y="22164"/>
                  </a:lnTo>
                  <a:lnTo>
                    <a:pt x="1265" y="22586"/>
                  </a:lnTo>
                  <a:lnTo>
                    <a:pt x="1054" y="23410"/>
                  </a:lnTo>
                  <a:lnTo>
                    <a:pt x="614" y="24990"/>
                  </a:lnTo>
                  <a:lnTo>
                    <a:pt x="412" y="25747"/>
                  </a:lnTo>
                  <a:lnTo>
                    <a:pt x="326" y="26120"/>
                  </a:lnTo>
                  <a:lnTo>
                    <a:pt x="240" y="26484"/>
                  </a:lnTo>
                  <a:lnTo>
                    <a:pt x="173" y="26848"/>
                  </a:lnTo>
                  <a:lnTo>
                    <a:pt x="106" y="27203"/>
                  </a:lnTo>
                  <a:lnTo>
                    <a:pt x="58" y="27547"/>
                  </a:lnTo>
                  <a:lnTo>
                    <a:pt x="29" y="27883"/>
                  </a:lnTo>
                  <a:lnTo>
                    <a:pt x="10" y="28218"/>
                  </a:lnTo>
                  <a:lnTo>
                    <a:pt x="1" y="28544"/>
                  </a:lnTo>
                  <a:lnTo>
                    <a:pt x="20" y="28860"/>
                  </a:lnTo>
                  <a:lnTo>
                    <a:pt x="58" y="29166"/>
                  </a:lnTo>
                  <a:lnTo>
                    <a:pt x="77" y="29319"/>
                  </a:lnTo>
                  <a:lnTo>
                    <a:pt x="115" y="29463"/>
                  </a:lnTo>
                  <a:lnTo>
                    <a:pt x="154" y="29616"/>
                  </a:lnTo>
                  <a:lnTo>
                    <a:pt x="192" y="29760"/>
                  </a:lnTo>
                  <a:lnTo>
                    <a:pt x="240" y="29904"/>
                  </a:lnTo>
                  <a:lnTo>
                    <a:pt x="297" y="30047"/>
                  </a:lnTo>
                  <a:lnTo>
                    <a:pt x="355" y="30181"/>
                  </a:lnTo>
                  <a:lnTo>
                    <a:pt x="422" y="30315"/>
                  </a:lnTo>
                  <a:lnTo>
                    <a:pt x="15881" y="27394"/>
                  </a:lnTo>
                  <a:lnTo>
                    <a:pt x="16015" y="27318"/>
                  </a:lnTo>
                  <a:lnTo>
                    <a:pt x="16149" y="27222"/>
                  </a:lnTo>
                  <a:lnTo>
                    <a:pt x="16283" y="27107"/>
                  </a:lnTo>
                  <a:lnTo>
                    <a:pt x="16417" y="26973"/>
                  </a:lnTo>
                  <a:lnTo>
                    <a:pt x="16551" y="26819"/>
                  </a:lnTo>
                  <a:lnTo>
                    <a:pt x="16676" y="26647"/>
                  </a:lnTo>
                  <a:lnTo>
                    <a:pt x="16800" y="26465"/>
                  </a:lnTo>
                  <a:lnTo>
                    <a:pt x="16925" y="26254"/>
                  </a:lnTo>
                  <a:lnTo>
                    <a:pt x="17040" y="26034"/>
                  </a:lnTo>
                  <a:lnTo>
                    <a:pt x="17155" y="25804"/>
                  </a:lnTo>
                  <a:lnTo>
                    <a:pt x="17270" y="25555"/>
                  </a:lnTo>
                  <a:lnTo>
                    <a:pt x="17385" y="25287"/>
                  </a:lnTo>
                  <a:lnTo>
                    <a:pt x="17490" y="25000"/>
                  </a:lnTo>
                  <a:lnTo>
                    <a:pt x="17595" y="24712"/>
                  </a:lnTo>
                  <a:lnTo>
                    <a:pt x="17701" y="24406"/>
                  </a:lnTo>
                  <a:lnTo>
                    <a:pt x="17797" y="24080"/>
                  </a:lnTo>
                  <a:lnTo>
                    <a:pt x="17892" y="23745"/>
                  </a:lnTo>
                  <a:lnTo>
                    <a:pt x="17979" y="23410"/>
                  </a:lnTo>
                  <a:lnTo>
                    <a:pt x="18065" y="23046"/>
                  </a:lnTo>
                  <a:lnTo>
                    <a:pt x="18151" y="22682"/>
                  </a:lnTo>
                  <a:lnTo>
                    <a:pt x="18228" y="22308"/>
                  </a:lnTo>
                  <a:lnTo>
                    <a:pt x="18295" y="21925"/>
                  </a:lnTo>
                  <a:lnTo>
                    <a:pt x="18371" y="21523"/>
                  </a:lnTo>
                  <a:lnTo>
                    <a:pt x="18429" y="21120"/>
                  </a:lnTo>
                  <a:lnTo>
                    <a:pt x="18496" y="20709"/>
                  </a:lnTo>
                  <a:lnTo>
                    <a:pt x="18544" y="20287"/>
                  </a:lnTo>
                  <a:lnTo>
                    <a:pt x="18592" y="19866"/>
                  </a:lnTo>
                  <a:lnTo>
                    <a:pt x="18639" y="19425"/>
                  </a:lnTo>
                  <a:lnTo>
                    <a:pt x="18678" y="18985"/>
                  </a:lnTo>
                  <a:lnTo>
                    <a:pt x="18716" y="18544"/>
                  </a:lnTo>
                  <a:lnTo>
                    <a:pt x="18745" y="18094"/>
                  </a:lnTo>
                  <a:lnTo>
                    <a:pt x="18764" y="17634"/>
                  </a:lnTo>
                  <a:lnTo>
                    <a:pt x="18783" y="17174"/>
                  </a:lnTo>
                  <a:lnTo>
                    <a:pt x="18793" y="16715"/>
                  </a:lnTo>
                  <a:lnTo>
                    <a:pt x="18793" y="16245"/>
                  </a:lnTo>
                  <a:lnTo>
                    <a:pt x="18793" y="15776"/>
                  </a:lnTo>
                  <a:lnTo>
                    <a:pt x="18783" y="15307"/>
                  </a:lnTo>
                  <a:lnTo>
                    <a:pt x="18774" y="14837"/>
                  </a:lnTo>
                  <a:lnTo>
                    <a:pt x="18754" y="14368"/>
                  </a:lnTo>
                  <a:lnTo>
                    <a:pt x="18726" y="13889"/>
                  </a:lnTo>
                  <a:lnTo>
                    <a:pt x="18687" y="13420"/>
                  </a:lnTo>
                  <a:lnTo>
                    <a:pt x="18649" y="12941"/>
                  </a:lnTo>
                  <a:lnTo>
                    <a:pt x="18592" y="12471"/>
                  </a:lnTo>
                  <a:lnTo>
                    <a:pt x="18534" y="12002"/>
                  </a:lnTo>
                  <a:lnTo>
                    <a:pt x="18477" y="11533"/>
                  </a:lnTo>
                  <a:lnTo>
                    <a:pt x="18400" y="11063"/>
                  </a:lnTo>
                  <a:lnTo>
                    <a:pt x="18323" y="10594"/>
                  </a:lnTo>
                  <a:lnTo>
                    <a:pt x="18237" y="10134"/>
                  </a:lnTo>
                  <a:lnTo>
                    <a:pt x="18141" y="9684"/>
                  </a:lnTo>
                  <a:lnTo>
                    <a:pt x="18036" y="9234"/>
                  </a:lnTo>
                  <a:lnTo>
                    <a:pt x="17921" y="8784"/>
                  </a:lnTo>
                  <a:lnTo>
                    <a:pt x="17806" y="8343"/>
                  </a:lnTo>
                  <a:lnTo>
                    <a:pt x="17672" y="7903"/>
                  </a:lnTo>
                  <a:lnTo>
                    <a:pt x="17538" y="7481"/>
                  </a:lnTo>
                  <a:lnTo>
                    <a:pt x="17394" y="7060"/>
                  </a:lnTo>
                  <a:lnTo>
                    <a:pt x="17231" y="6638"/>
                  </a:lnTo>
                  <a:lnTo>
                    <a:pt x="17069" y="6236"/>
                  </a:lnTo>
                  <a:lnTo>
                    <a:pt x="16896" y="5834"/>
                  </a:lnTo>
                  <a:lnTo>
                    <a:pt x="16714" y="5451"/>
                  </a:lnTo>
                  <a:lnTo>
                    <a:pt x="16523" y="5068"/>
                  </a:lnTo>
                  <a:lnTo>
                    <a:pt x="16322" y="4704"/>
                  </a:lnTo>
                  <a:lnTo>
                    <a:pt x="16101" y="4349"/>
                  </a:lnTo>
                  <a:lnTo>
                    <a:pt x="15881" y="3995"/>
                  </a:lnTo>
                  <a:lnTo>
                    <a:pt x="15651" y="3660"/>
                  </a:lnTo>
                  <a:lnTo>
                    <a:pt x="15479" y="3430"/>
                  </a:lnTo>
                  <a:lnTo>
                    <a:pt x="15306" y="3209"/>
                  </a:lnTo>
                  <a:lnTo>
                    <a:pt x="15134" y="2999"/>
                  </a:lnTo>
                  <a:lnTo>
                    <a:pt x="14961" y="2798"/>
                  </a:lnTo>
                  <a:lnTo>
                    <a:pt x="14789" y="2596"/>
                  </a:lnTo>
                  <a:lnTo>
                    <a:pt x="14617" y="2414"/>
                  </a:lnTo>
                  <a:lnTo>
                    <a:pt x="14444" y="2232"/>
                  </a:lnTo>
                  <a:lnTo>
                    <a:pt x="14272" y="2070"/>
                  </a:lnTo>
                  <a:lnTo>
                    <a:pt x="14099" y="1907"/>
                  </a:lnTo>
                  <a:lnTo>
                    <a:pt x="13927" y="1754"/>
                  </a:lnTo>
                  <a:lnTo>
                    <a:pt x="13745" y="1610"/>
                  </a:lnTo>
                  <a:lnTo>
                    <a:pt x="13573" y="1476"/>
                  </a:lnTo>
                  <a:lnTo>
                    <a:pt x="13228" y="1227"/>
                  </a:lnTo>
                  <a:lnTo>
                    <a:pt x="12893" y="1006"/>
                  </a:lnTo>
                  <a:lnTo>
                    <a:pt x="12548" y="805"/>
                  </a:lnTo>
                  <a:lnTo>
                    <a:pt x="12213" y="633"/>
                  </a:lnTo>
                  <a:lnTo>
                    <a:pt x="11887" y="489"/>
                  </a:lnTo>
                  <a:lnTo>
                    <a:pt x="11561" y="365"/>
                  </a:lnTo>
                  <a:lnTo>
                    <a:pt x="11245" y="259"/>
                  </a:lnTo>
                  <a:lnTo>
                    <a:pt x="10939" y="183"/>
                  </a:lnTo>
                  <a:lnTo>
                    <a:pt x="10642" y="116"/>
                  </a:lnTo>
                  <a:lnTo>
                    <a:pt x="10345" y="68"/>
                  </a:lnTo>
                  <a:lnTo>
                    <a:pt x="10067" y="29"/>
                  </a:lnTo>
                  <a:lnTo>
                    <a:pt x="9799" y="10"/>
                  </a:lnTo>
                  <a:lnTo>
                    <a:pt x="9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7525342" y="3053669"/>
              <a:ext cx="716599" cy="360561"/>
            </a:xfrm>
            <a:custGeom>
              <a:rect b="b" l="l" r="r" t="t"/>
              <a:pathLst>
                <a:path extrusionOk="0" h="9167" w="18219">
                  <a:moveTo>
                    <a:pt x="1265" y="0"/>
                  </a:moveTo>
                  <a:lnTo>
                    <a:pt x="1208" y="163"/>
                  </a:lnTo>
                  <a:lnTo>
                    <a:pt x="1141" y="355"/>
                  </a:lnTo>
                  <a:lnTo>
                    <a:pt x="1016" y="805"/>
                  </a:lnTo>
                  <a:lnTo>
                    <a:pt x="882" y="1341"/>
                  </a:lnTo>
                  <a:lnTo>
                    <a:pt x="748" y="1954"/>
                  </a:lnTo>
                  <a:lnTo>
                    <a:pt x="623" y="2615"/>
                  </a:lnTo>
                  <a:lnTo>
                    <a:pt x="489" y="3314"/>
                  </a:lnTo>
                  <a:lnTo>
                    <a:pt x="374" y="4033"/>
                  </a:lnTo>
                  <a:lnTo>
                    <a:pt x="269" y="4770"/>
                  </a:lnTo>
                  <a:lnTo>
                    <a:pt x="173" y="5498"/>
                  </a:lnTo>
                  <a:lnTo>
                    <a:pt x="97" y="6207"/>
                  </a:lnTo>
                  <a:lnTo>
                    <a:pt x="39" y="6877"/>
                  </a:lnTo>
                  <a:lnTo>
                    <a:pt x="10" y="7490"/>
                  </a:lnTo>
                  <a:lnTo>
                    <a:pt x="1" y="7778"/>
                  </a:lnTo>
                  <a:lnTo>
                    <a:pt x="1" y="8046"/>
                  </a:lnTo>
                  <a:lnTo>
                    <a:pt x="10" y="8295"/>
                  </a:lnTo>
                  <a:lnTo>
                    <a:pt x="29" y="8525"/>
                  </a:lnTo>
                  <a:lnTo>
                    <a:pt x="49" y="8726"/>
                  </a:lnTo>
                  <a:lnTo>
                    <a:pt x="77" y="8898"/>
                  </a:lnTo>
                  <a:lnTo>
                    <a:pt x="125" y="9051"/>
                  </a:lnTo>
                  <a:lnTo>
                    <a:pt x="173" y="9166"/>
                  </a:lnTo>
                  <a:lnTo>
                    <a:pt x="10795" y="7318"/>
                  </a:lnTo>
                  <a:lnTo>
                    <a:pt x="11130" y="7251"/>
                  </a:lnTo>
                  <a:lnTo>
                    <a:pt x="11466" y="7174"/>
                  </a:lnTo>
                  <a:lnTo>
                    <a:pt x="11801" y="7078"/>
                  </a:lnTo>
                  <a:lnTo>
                    <a:pt x="12127" y="6983"/>
                  </a:lnTo>
                  <a:lnTo>
                    <a:pt x="12452" y="6868"/>
                  </a:lnTo>
                  <a:lnTo>
                    <a:pt x="12768" y="6743"/>
                  </a:lnTo>
                  <a:lnTo>
                    <a:pt x="13084" y="6609"/>
                  </a:lnTo>
                  <a:lnTo>
                    <a:pt x="13391" y="6456"/>
                  </a:lnTo>
                  <a:lnTo>
                    <a:pt x="13688" y="6303"/>
                  </a:lnTo>
                  <a:lnTo>
                    <a:pt x="13985" y="6130"/>
                  </a:lnTo>
                  <a:lnTo>
                    <a:pt x="14263" y="5958"/>
                  </a:lnTo>
                  <a:lnTo>
                    <a:pt x="14550" y="5766"/>
                  </a:lnTo>
                  <a:lnTo>
                    <a:pt x="14818" y="5575"/>
                  </a:lnTo>
                  <a:lnTo>
                    <a:pt x="15086" y="5364"/>
                  </a:lnTo>
                  <a:lnTo>
                    <a:pt x="15335" y="5144"/>
                  </a:lnTo>
                  <a:lnTo>
                    <a:pt x="15584" y="4923"/>
                  </a:lnTo>
                  <a:lnTo>
                    <a:pt x="15824" y="4693"/>
                  </a:lnTo>
                  <a:lnTo>
                    <a:pt x="16054" y="4444"/>
                  </a:lnTo>
                  <a:lnTo>
                    <a:pt x="16274" y="4195"/>
                  </a:lnTo>
                  <a:lnTo>
                    <a:pt x="16494" y="3937"/>
                  </a:lnTo>
                  <a:lnTo>
                    <a:pt x="16695" y="3669"/>
                  </a:lnTo>
                  <a:lnTo>
                    <a:pt x="16887" y="3400"/>
                  </a:lnTo>
                  <a:lnTo>
                    <a:pt x="17069" y="3113"/>
                  </a:lnTo>
                  <a:lnTo>
                    <a:pt x="17241" y="2826"/>
                  </a:lnTo>
                  <a:lnTo>
                    <a:pt x="17404" y="2529"/>
                  </a:lnTo>
                  <a:lnTo>
                    <a:pt x="17548" y="2222"/>
                  </a:lnTo>
                  <a:lnTo>
                    <a:pt x="17691" y="1916"/>
                  </a:lnTo>
                  <a:lnTo>
                    <a:pt x="17816" y="1600"/>
                  </a:lnTo>
                  <a:lnTo>
                    <a:pt x="17931" y="1284"/>
                  </a:lnTo>
                  <a:lnTo>
                    <a:pt x="18036" y="948"/>
                  </a:lnTo>
                  <a:lnTo>
                    <a:pt x="18123" y="623"/>
                  </a:lnTo>
                  <a:lnTo>
                    <a:pt x="18199" y="278"/>
                  </a:lnTo>
                  <a:lnTo>
                    <a:pt x="18218" y="211"/>
                  </a:lnTo>
                  <a:lnTo>
                    <a:pt x="17749" y="182"/>
                  </a:lnTo>
                  <a:lnTo>
                    <a:pt x="17136" y="163"/>
                  </a:lnTo>
                  <a:lnTo>
                    <a:pt x="15575" y="125"/>
                  </a:lnTo>
                  <a:lnTo>
                    <a:pt x="13611" y="86"/>
                  </a:lnTo>
                  <a:lnTo>
                    <a:pt x="11351" y="58"/>
                  </a:lnTo>
                  <a:lnTo>
                    <a:pt x="8889" y="29"/>
                  </a:lnTo>
                  <a:lnTo>
                    <a:pt x="6322" y="10"/>
                  </a:lnTo>
                  <a:lnTo>
                    <a:pt x="3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7773602" y="1679393"/>
              <a:ext cx="218925" cy="431399"/>
            </a:xfrm>
            <a:custGeom>
              <a:rect b="b" l="l" r="r" t="t"/>
              <a:pathLst>
                <a:path extrusionOk="0" h="10968" w="5566">
                  <a:moveTo>
                    <a:pt x="2204" y="0"/>
                  </a:moveTo>
                  <a:lnTo>
                    <a:pt x="1" y="3314"/>
                  </a:lnTo>
                  <a:lnTo>
                    <a:pt x="96" y="3669"/>
                  </a:lnTo>
                  <a:lnTo>
                    <a:pt x="173" y="4004"/>
                  </a:lnTo>
                  <a:lnTo>
                    <a:pt x="250" y="4339"/>
                  </a:lnTo>
                  <a:lnTo>
                    <a:pt x="317" y="4665"/>
                  </a:lnTo>
                  <a:lnTo>
                    <a:pt x="374" y="4981"/>
                  </a:lnTo>
                  <a:lnTo>
                    <a:pt x="422" y="5297"/>
                  </a:lnTo>
                  <a:lnTo>
                    <a:pt x="499" y="5881"/>
                  </a:lnTo>
                  <a:lnTo>
                    <a:pt x="556" y="6437"/>
                  </a:lnTo>
                  <a:lnTo>
                    <a:pt x="585" y="6954"/>
                  </a:lnTo>
                  <a:lnTo>
                    <a:pt x="595" y="7433"/>
                  </a:lnTo>
                  <a:lnTo>
                    <a:pt x="595" y="7864"/>
                  </a:lnTo>
                  <a:lnTo>
                    <a:pt x="575" y="8247"/>
                  </a:lnTo>
                  <a:lnTo>
                    <a:pt x="556" y="8592"/>
                  </a:lnTo>
                  <a:lnTo>
                    <a:pt x="528" y="8889"/>
                  </a:lnTo>
                  <a:lnTo>
                    <a:pt x="499" y="9128"/>
                  </a:lnTo>
                  <a:lnTo>
                    <a:pt x="441" y="9463"/>
                  </a:lnTo>
                  <a:lnTo>
                    <a:pt x="413" y="9578"/>
                  </a:lnTo>
                  <a:lnTo>
                    <a:pt x="413" y="9770"/>
                  </a:lnTo>
                  <a:lnTo>
                    <a:pt x="422" y="9952"/>
                  </a:lnTo>
                  <a:lnTo>
                    <a:pt x="451" y="10115"/>
                  </a:lnTo>
                  <a:lnTo>
                    <a:pt x="489" y="10258"/>
                  </a:lnTo>
                  <a:lnTo>
                    <a:pt x="528" y="10392"/>
                  </a:lnTo>
                  <a:lnTo>
                    <a:pt x="585" y="10507"/>
                  </a:lnTo>
                  <a:lnTo>
                    <a:pt x="652" y="10603"/>
                  </a:lnTo>
                  <a:lnTo>
                    <a:pt x="729" y="10699"/>
                  </a:lnTo>
                  <a:lnTo>
                    <a:pt x="815" y="10766"/>
                  </a:lnTo>
                  <a:lnTo>
                    <a:pt x="911" y="10833"/>
                  </a:lnTo>
                  <a:lnTo>
                    <a:pt x="1006" y="10881"/>
                  </a:lnTo>
                  <a:lnTo>
                    <a:pt x="1112" y="10919"/>
                  </a:lnTo>
                  <a:lnTo>
                    <a:pt x="1227" y="10948"/>
                  </a:lnTo>
                  <a:lnTo>
                    <a:pt x="1351" y="10958"/>
                  </a:lnTo>
                  <a:lnTo>
                    <a:pt x="1476" y="10967"/>
                  </a:lnTo>
                  <a:lnTo>
                    <a:pt x="1610" y="10958"/>
                  </a:lnTo>
                  <a:lnTo>
                    <a:pt x="1744" y="10948"/>
                  </a:lnTo>
                  <a:lnTo>
                    <a:pt x="1888" y="10919"/>
                  </a:lnTo>
                  <a:lnTo>
                    <a:pt x="2031" y="10890"/>
                  </a:lnTo>
                  <a:lnTo>
                    <a:pt x="2175" y="10852"/>
                  </a:lnTo>
                  <a:lnTo>
                    <a:pt x="2328" y="10804"/>
                  </a:lnTo>
                  <a:lnTo>
                    <a:pt x="2481" y="10747"/>
                  </a:lnTo>
                  <a:lnTo>
                    <a:pt x="2788" y="10622"/>
                  </a:lnTo>
                  <a:lnTo>
                    <a:pt x="3094" y="10469"/>
                  </a:lnTo>
                  <a:lnTo>
                    <a:pt x="3401" y="10297"/>
                  </a:lnTo>
                  <a:lnTo>
                    <a:pt x="3707" y="10105"/>
                  </a:lnTo>
                  <a:lnTo>
                    <a:pt x="3995" y="9904"/>
                  </a:lnTo>
                  <a:lnTo>
                    <a:pt x="4177" y="9770"/>
                  </a:lnTo>
                  <a:lnTo>
                    <a:pt x="4349" y="9636"/>
                  </a:lnTo>
                  <a:lnTo>
                    <a:pt x="4512" y="9492"/>
                  </a:lnTo>
                  <a:lnTo>
                    <a:pt x="4656" y="9348"/>
                  </a:lnTo>
                  <a:lnTo>
                    <a:pt x="4799" y="9205"/>
                  </a:lnTo>
                  <a:lnTo>
                    <a:pt x="4924" y="9071"/>
                  </a:lnTo>
                  <a:lnTo>
                    <a:pt x="5154" y="8802"/>
                  </a:lnTo>
                  <a:lnTo>
                    <a:pt x="5336" y="8573"/>
                  </a:lnTo>
                  <a:lnTo>
                    <a:pt x="5460" y="8391"/>
                  </a:lnTo>
                  <a:lnTo>
                    <a:pt x="5566" y="8237"/>
                  </a:lnTo>
                  <a:lnTo>
                    <a:pt x="5336" y="7998"/>
                  </a:lnTo>
                  <a:lnTo>
                    <a:pt x="5115" y="7739"/>
                  </a:lnTo>
                  <a:lnTo>
                    <a:pt x="4895" y="7471"/>
                  </a:lnTo>
                  <a:lnTo>
                    <a:pt x="4694" y="7184"/>
                  </a:lnTo>
                  <a:lnTo>
                    <a:pt x="4502" y="6887"/>
                  </a:lnTo>
                  <a:lnTo>
                    <a:pt x="4311" y="6571"/>
                  </a:lnTo>
                  <a:lnTo>
                    <a:pt x="4138" y="6255"/>
                  </a:lnTo>
                  <a:lnTo>
                    <a:pt x="3966" y="5919"/>
                  </a:lnTo>
                  <a:lnTo>
                    <a:pt x="3813" y="5584"/>
                  </a:lnTo>
                  <a:lnTo>
                    <a:pt x="3660" y="5249"/>
                  </a:lnTo>
                  <a:lnTo>
                    <a:pt x="3516" y="4904"/>
                  </a:lnTo>
                  <a:lnTo>
                    <a:pt x="3382" y="4559"/>
                  </a:lnTo>
                  <a:lnTo>
                    <a:pt x="3257" y="4215"/>
                  </a:lnTo>
                  <a:lnTo>
                    <a:pt x="3142" y="3879"/>
                  </a:lnTo>
                  <a:lnTo>
                    <a:pt x="3037" y="3544"/>
                  </a:lnTo>
                  <a:lnTo>
                    <a:pt x="2932" y="3209"/>
                  </a:lnTo>
                  <a:lnTo>
                    <a:pt x="2750" y="2567"/>
                  </a:lnTo>
                  <a:lnTo>
                    <a:pt x="2596" y="1964"/>
                  </a:lnTo>
                  <a:lnTo>
                    <a:pt x="2472" y="1427"/>
                  </a:lnTo>
                  <a:lnTo>
                    <a:pt x="2376" y="948"/>
                  </a:lnTo>
                  <a:lnTo>
                    <a:pt x="2299" y="556"/>
                  </a:lnTo>
                  <a:lnTo>
                    <a:pt x="2242" y="259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7603337" y="1639826"/>
              <a:ext cx="309350" cy="325516"/>
            </a:xfrm>
            <a:custGeom>
              <a:rect b="b" l="l" r="r" t="t"/>
              <a:pathLst>
                <a:path extrusionOk="0" h="8276" w="7865">
                  <a:moveTo>
                    <a:pt x="6169" y="0"/>
                  </a:moveTo>
                  <a:lnTo>
                    <a:pt x="6015" y="29"/>
                  </a:lnTo>
                  <a:lnTo>
                    <a:pt x="5853" y="58"/>
                  </a:lnTo>
                  <a:lnTo>
                    <a:pt x="5517" y="154"/>
                  </a:lnTo>
                  <a:lnTo>
                    <a:pt x="5335" y="192"/>
                  </a:lnTo>
                  <a:lnTo>
                    <a:pt x="5153" y="230"/>
                  </a:lnTo>
                  <a:lnTo>
                    <a:pt x="4962" y="259"/>
                  </a:lnTo>
                  <a:lnTo>
                    <a:pt x="4761" y="278"/>
                  </a:lnTo>
                  <a:lnTo>
                    <a:pt x="4358" y="297"/>
                  </a:lnTo>
                  <a:lnTo>
                    <a:pt x="3947" y="326"/>
                  </a:lnTo>
                  <a:lnTo>
                    <a:pt x="3535" y="364"/>
                  </a:lnTo>
                  <a:lnTo>
                    <a:pt x="3123" y="412"/>
                  </a:lnTo>
                  <a:lnTo>
                    <a:pt x="2721" y="470"/>
                  </a:lnTo>
                  <a:lnTo>
                    <a:pt x="2328" y="527"/>
                  </a:lnTo>
                  <a:lnTo>
                    <a:pt x="1590" y="652"/>
                  </a:lnTo>
                  <a:lnTo>
                    <a:pt x="949" y="767"/>
                  </a:lnTo>
                  <a:lnTo>
                    <a:pt x="451" y="872"/>
                  </a:lnTo>
                  <a:lnTo>
                    <a:pt x="0" y="968"/>
                  </a:lnTo>
                  <a:lnTo>
                    <a:pt x="144" y="1408"/>
                  </a:lnTo>
                  <a:lnTo>
                    <a:pt x="508" y="2510"/>
                  </a:lnTo>
                  <a:lnTo>
                    <a:pt x="738" y="3190"/>
                  </a:lnTo>
                  <a:lnTo>
                    <a:pt x="997" y="3908"/>
                  </a:lnTo>
                  <a:lnTo>
                    <a:pt x="1265" y="4617"/>
                  </a:lnTo>
                  <a:lnTo>
                    <a:pt x="1533" y="5268"/>
                  </a:lnTo>
                  <a:lnTo>
                    <a:pt x="1638" y="5508"/>
                  </a:lnTo>
                  <a:lnTo>
                    <a:pt x="1763" y="5757"/>
                  </a:lnTo>
                  <a:lnTo>
                    <a:pt x="1916" y="5996"/>
                  </a:lnTo>
                  <a:lnTo>
                    <a:pt x="2079" y="6255"/>
                  </a:lnTo>
                  <a:lnTo>
                    <a:pt x="2261" y="6494"/>
                  </a:lnTo>
                  <a:lnTo>
                    <a:pt x="2452" y="6743"/>
                  </a:lnTo>
                  <a:lnTo>
                    <a:pt x="2654" y="6983"/>
                  </a:lnTo>
                  <a:lnTo>
                    <a:pt x="2874" y="7203"/>
                  </a:lnTo>
                  <a:lnTo>
                    <a:pt x="3094" y="7414"/>
                  </a:lnTo>
                  <a:lnTo>
                    <a:pt x="3324" y="7615"/>
                  </a:lnTo>
                  <a:lnTo>
                    <a:pt x="3563" y="7787"/>
                  </a:lnTo>
                  <a:lnTo>
                    <a:pt x="3803" y="7941"/>
                  </a:lnTo>
                  <a:lnTo>
                    <a:pt x="3927" y="8008"/>
                  </a:lnTo>
                  <a:lnTo>
                    <a:pt x="4052" y="8075"/>
                  </a:lnTo>
                  <a:lnTo>
                    <a:pt x="4176" y="8123"/>
                  </a:lnTo>
                  <a:lnTo>
                    <a:pt x="4291" y="8171"/>
                  </a:lnTo>
                  <a:lnTo>
                    <a:pt x="4416" y="8209"/>
                  </a:lnTo>
                  <a:lnTo>
                    <a:pt x="4540" y="8238"/>
                  </a:lnTo>
                  <a:lnTo>
                    <a:pt x="4665" y="8257"/>
                  </a:lnTo>
                  <a:lnTo>
                    <a:pt x="4780" y="8276"/>
                  </a:lnTo>
                  <a:lnTo>
                    <a:pt x="4943" y="8276"/>
                  </a:lnTo>
                  <a:lnTo>
                    <a:pt x="5106" y="8257"/>
                  </a:lnTo>
                  <a:lnTo>
                    <a:pt x="5259" y="8218"/>
                  </a:lnTo>
                  <a:lnTo>
                    <a:pt x="5412" y="8171"/>
                  </a:lnTo>
                  <a:lnTo>
                    <a:pt x="5556" y="8113"/>
                  </a:lnTo>
                  <a:lnTo>
                    <a:pt x="5709" y="8036"/>
                  </a:lnTo>
                  <a:lnTo>
                    <a:pt x="5843" y="7950"/>
                  </a:lnTo>
                  <a:lnTo>
                    <a:pt x="5987" y="7855"/>
                  </a:lnTo>
                  <a:lnTo>
                    <a:pt x="6111" y="7749"/>
                  </a:lnTo>
                  <a:lnTo>
                    <a:pt x="6236" y="7634"/>
                  </a:lnTo>
                  <a:lnTo>
                    <a:pt x="6360" y="7519"/>
                  </a:lnTo>
                  <a:lnTo>
                    <a:pt x="6475" y="7395"/>
                  </a:lnTo>
                  <a:lnTo>
                    <a:pt x="6581" y="7280"/>
                  </a:lnTo>
                  <a:lnTo>
                    <a:pt x="6676" y="7155"/>
                  </a:lnTo>
                  <a:lnTo>
                    <a:pt x="6849" y="6906"/>
                  </a:lnTo>
                  <a:lnTo>
                    <a:pt x="7021" y="6629"/>
                  </a:lnTo>
                  <a:lnTo>
                    <a:pt x="7174" y="6360"/>
                  </a:lnTo>
                  <a:lnTo>
                    <a:pt x="7308" y="6083"/>
                  </a:lnTo>
                  <a:lnTo>
                    <a:pt x="7423" y="5814"/>
                  </a:lnTo>
                  <a:lnTo>
                    <a:pt x="7529" y="5556"/>
                  </a:lnTo>
                  <a:lnTo>
                    <a:pt x="7615" y="5288"/>
                  </a:lnTo>
                  <a:lnTo>
                    <a:pt x="7682" y="5029"/>
                  </a:lnTo>
                  <a:lnTo>
                    <a:pt x="7749" y="4780"/>
                  </a:lnTo>
                  <a:lnTo>
                    <a:pt x="7787" y="4531"/>
                  </a:lnTo>
                  <a:lnTo>
                    <a:pt x="7826" y="4282"/>
                  </a:lnTo>
                  <a:lnTo>
                    <a:pt x="7845" y="4042"/>
                  </a:lnTo>
                  <a:lnTo>
                    <a:pt x="7854" y="3813"/>
                  </a:lnTo>
                  <a:lnTo>
                    <a:pt x="7864" y="3583"/>
                  </a:lnTo>
                  <a:lnTo>
                    <a:pt x="7854" y="3372"/>
                  </a:lnTo>
                  <a:lnTo>
                    <a:pt x="7845" y="3161"/>
                  </a:lnTo>
                  <a:lnTo>
                    <a:pt x="7826" y="2960"/>
                  </a:lnTo>
                  <a:lnTo>
                    <a:pt x="7797" y="2759"/>
                  </a:lnTo>
                  <a:lnTo>
                    <a:pt x="7768" y="2577"/>
                  </a:lnTo>
                  <a:lnTo>
                    <a:pt x="7701" y="2242"/>
                  </a:lnTo>
                  <a:lnTo>
                    <a:pt x="7625" y="1945"/>
                  </a:lnTo>
                  <a:lnTo>
                    <a:pt x="7548" y="1686"/>
                  </a:lnTo>
                  <a:lnTo>
                    <a:pt x="7471" y="1485"/>
                  </a:lnTo>
                  <a:lnTo>
                    <a:pt x="7404" y="1341"/>
                  </a:lnTo>
                  <a:lnTo>
                    <a:pt x="7347" y="1217"/>
                  </a:lnTo>
                  <a:lnTo>
                    <a:pt x="7270" y="987"/>
                  </a:lnTo>
                  <a:lnTo>
                    <a:pt x="7194" y="776"/>
                  </a:lnTo>
                  <a:lnTo>
                    <a:pt x="7136" y="661"/>
                  </a:lnTo>
                  <a:lnTo>
                    <a:pt x="7079" y="546"/>
                  </a:lnTo>
                  <a:lnTo>
                    <a:pt x="7031" y="451"/>
                  </a:lnTo>
                  <a:lnTo>
                    <a:pt x="6964" y="364"/>
                  </a:lnTo>
                  <a:lnTo>
                    <a:pt x="6906" y="288"/>
                  </a:lnTo>
                  <a:lnTo>
                    <a:pt x="6849" y="221"/>
                  </a:lnTo>
                  <a:lnTo>
                    <a:pt x="6782" y="173"/>
                  </a:lnTo>
                  <a:lnTo>
                    <a:pt x="6724" y="125"/>
                  </a:lnTo>
                  <a:lnTo>
                    <a:pt x="6657" y="87"/>
                  </a:lnTo>
                  <a:lnTo>
                    <a:pt x="6590" y="48"/>
                  </a:lnTo>
                  <a:lnTo>
                    <a:pt x="6523" y="29"/>
                  </a:lnTo>
                  <a:lnTo>
                    <a:pt x="6456" y="10"/>
                  </a:lnTo>
                  <a:lnTo>
                    <a:pt x="6389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7868902" y="1648479"/>
              <a:ext cx="64112" cy="110052"/>
            </a:xfrm>
            <a:custGeom>
              <a:rect b="b" l="l" r="r" t="t"/>
              <a:pathLst>
                <a:path extrusionOk="0" h="2798" w="1630">
                  <a:moveTo>
                    <a:pt x="624" y="1"/>
                  </a:moveTo>
                  <a:lnTo>
                    <a:pt x="547" y="10"/>
                  </a:lnTo>
                  <a:lnTo>
                    <a:pt x="470" y="29"/>
                  </a:lnTo>
                  <a:lnTo>
                    <a:pt x="394" y="68"/>
                  </a:lnTo>
                  <a:lnTo>
                    <a:pt x="327" y="116"/>
                  </a:lnTo>
                  <a:lnTo>
                    <a:pt x="269" y="173"/>
                  </a:lnTo>
                  <a:lnTo>
                    <a:pt x="212" y="240"/>
                  </a:lnTo>
                  <a:lnTo>
                    <a:pt x="164" y="326"/>
                  </a:lnTo>
                  <a:lnTo>
                    <a:pt x="116" y="422"/>
                  </a:lnTo>
                  <a:lnTo>
                    <a:pt x="78" y="518"/>
                  </a:lnTo>
                  <a:lnTo>
                    <a:pt x="49" y="623"/>
                  </a:lnTo>
                  <a:lnTo>
                    <a:pt x="20" y="738"/>
                  </a:lnTo>
                  <a:lnTo>
                    <a:pt x="11" y="863"/>
                  </a:lnTo>
                  <a:lnTo>
                    <a:pt x="1" y="997"/>
                  </a:lnTo>
                  <a:lnTo>
                    <a:pt x="1" y="1121"/>
                  </a:lnTo>
                  <a:lnTo>
                    <a:pt x="1" y="1265"/>
                  </a:lnTo>
                  <a:lnTo>
                    <a:pt x="20" y="1399"/>
                  </a:lnTo>
                  <a:lnTo>
                    <a:pt x="39" y="1543"/>
                  </a:lnTo>
                  <a:lnTo>
                    <a:pt x="68" y="1686"/>
                  </a:lnTo>
                  <a:lnTo>
                    <a:pt x="106" y="1821"/>
                  </a:lnTo>
                  <a:lnTo>
                    <a:pt x="154" y="1955"/>
                  </a:lnTo>
                  <a:lnTo>
                    <a:pt x="202" y="2079"/>
                  </a:lnTo>
                  <a:lnTo>
                    <a:pt x="260" y="2194"/>
                  </a:lnTo>
                  <a:lnTo>
                    <a:pt x="327" y="2299"/>
                  </a:lnTo>
                  <a:lnTo>
                    <a:pt x="384" y="2395"/>
                  </a:lnTo>
                  <a:lnTo>
                    <a:pt x="461" y="2491"/>
                  </a:lnTo>
                  <a:lnTo>
                    <a:pt x="528" y="2568"/>
                  </a:lnTo>
                  <a:lnTo>
                    <a:pt x="604" y="2635"/>
                  </a:lnTo>
                  <a:lnTo>
                    <a:pt x="681" y="2692"/>
                  </a:lnTo>
                  <a:lnTo>
                    <a:pt x="758" y="2740"/>
                  </a:lnTo>
                  <a:lnTo>
                    <a:pt x="844" y="2769"/>
                  </a:lnTo>
                  <a:lnTo>
                    <a:pt x="920" y="2798"/>
                  </a:lnTo>
                  <a:lnTo>
                    <a:pt x="997" y="2798"/>
                  </a:lnTo>
                  <a:lnTo>
                    <a:pt x="1083" y="2788"/>
                  </a:lnTo>
                  <a:lnTo>
                    <a:pt x="1160" y="2769"/>
                  </a:lnTo>
                  <a:lnTo>
                    <a:pt x="1237" y="2731"/>
                  </a:lnTo>
                  <a:lnTo>
                    <a:pt x="1304" y="2683"/>
                  </a:lnTo>
                  <a:lnTo>
                    <a:pt x="1361" y="2625"/>
                  </a:lnTo>
                  <a:lnTo>
                    <a:pt x="1419" y="2549"/>
                  </a:lnTo>
                  <a:lnTo>
                    <a:pt x="1466" y="2472"/>
                  </a:lnTo>
                  <a:lnTo>
                    <a:pt x="1514" y="2376"/>
                  </a:lnTo>
                  <a:lnTo>
                    <a:pt x="1553" y="2280"/>
                  </a:lnTo>
                  <a:lnTo>
                    <a:pt x="1581" y="2175"/>
                  </a:lnTo>
                  <a:lnTo>
                    <a:pt x="1601" y="2050"/>
                  </a:lnTo>
                  <a:lnTo>
                    <a:pt x="1620" y="1936"/>
                  </a:lnTo>
                  <a:lnTo>
                    <a:pt x="1629" y="1801"/>
                  </a:lnTo>
                  <a:lnTo>
                    <a:pt x="1629" y="1667"/>
                  </a:lnTo>
                  <a:lnTo>
                    <a:pt x="1629" y="1533"/>
                  </a:lnTo>
                  <a:lnTo>
                    <a:pt x="1610" y="1390"/>
                  </a:lnTo>
                  <a:lnTo>
                    <a:pt x="1591" y="1246"/>
                  </a:lnTo>
                  <a:lnTo>
                    <a:pt x="1553" y="1112"/>
                  </a:lnTo>
                  <a:lnTo>
                    <a:pt x="1514" y="968"/>
                  </a:lnTo>
                  <a:lnTo>
                    <a:pt x="1476" y="844"/>
                  </a:lnTo>
                  <a:lnTo>
                    <a:pt x="1419" y="719"/>
                  </a:lnTo>
                  <a:lnTo>
                    <a:pt x="1371" y="604"/>
                  </a:lnTo>
                  <a:lnTo>
                    <a:pt x="1304" y="499"/>
                  </a:lnTo>
                  <a:lnTo>
                    <a:pt x="1237" y="393"/>
                  </a:lnTo>
                  <a:lnTo>
                    <a:pt x="1169" y="307"/>
                  </a:lnTo>
                  <a:lnTo>
                    <a:pt x="1102" y="231"/>
                  </a:lnTo>
                  <a:lnTo>
                    <a:pt x="1026" y="164"/>
                  </a:lnTo>
                  <a:lnTo>
                    <a:pt x="949" y="106"/>
                  </a:lnTo>
                  <a:lnTo>
                    <a:pt x="873" y="58"/>
                  </a:lnTo>
                  <a:lnTo>
                    <a:pt x="786" y="20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7730652" y="1771311"/>
              <a:ext cx="42243" cy="79884"/>
            </a:xfrm>
            <a:custGeom>
              <a:rect b="b" l="l" r="r" t="t"/>
              <a:pathLst>
                <a:path extrusionOk="0" h="2031" w="1074">
                  <a:moveTo>
                    <a:pt x="1" y="0"/>
                  </a:moveTo>
                  <a:lnTo>
                    <a:pt x="77" y="211"/>
                  </a:lnTo>
                  <a:lnTo>
                    <a:pt x="144" y="422"/>
                  </a:lnTo>
                  <a:lnTo>
                    <a:pt x="192" y="632"/>
                  </a:lnTo>
                  <a:lnTo>
                    <a:pt x="231" y="843"/>
                  </a:lnTo>
                  <a:lnTo>
                    <a:pt x="259" y="1063"/>
                  </a:lnTo>
                  <a:lnTo>
                    <a:pt x="269" y="1274"/>
                  </a:lnTo>
                  <a:lnTo>
                    <a:pt x="279" y="1494"/>
                  </a:lnTo>
                  <a:lnTo>
                    <a:pt x="269" y="1705"/>
                  </a:lnTo>
                  <a:lnTo>
                    <a:pt x="298" y="1791"/>
                  </a:lnTo>
                  <a:lnTo>
                    <a:pt x="336" y="1868"/>
                  </a:lnTo>
                  <a:lnTo>
                    <a:pt x="394" y="1935"/>
                  </a:lnTo>
                  <a:lnTo>
                    <a:pt x="461" y="1983"/>
                  </a:lnTo>
                  <a:lnTo>
                    <a:pt x="537" y="2021"/>
                  </a:lnTo>
                  <a:lnTo>
                    <a:pt x="623" y="2031"/>
                  </a:lnTo>
                  <a:lnTo>
                    <a:pt x="710" y="2031"/>
                  </a:lnTo>
                  <a:lnTo>
                    <a:pt x="796" y="2012"/>
                  </a:lnTo>
                  <a:lnTo>
                    <a:pt x="882" y="1973"/>
                  </a:lnTo>
                  <a:lnTo>
                    <a:pt x="959" y="1916"/>
                  </a:lnTo>
                  <a:lnTo>
                    <a:pt x="1016" y="1849"/>
                  </a:lnTo>
                  <a:lnTo>
                    <a:pt x="1054" y="1772"/>
                  </a:lnTo>
                  <a:lnTo>
                    <a:pt x="1074" y="1686"/>
                  </a:lnTo>
                  <a:lnTo>
                    <a:pt x="1074" y="1590"/>
                  </a:lnTo>
                  <a:lnTo>
                    <a:pt x="1054" y="1504"/>
                  </a:lnTo>
                  <a:lnTo>
                    <a:pt x="1016" y="14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7484280" y="1425864"/>
              <a:ext cx="326656" cy="355644"/>
            </a:xfrm>
            <a:custGeom>
              <a:rect b="b" l="l" r="r" t="t"/>
              <a:pathLst>
                <a:path extrusionOk="0" h="9042" w="8305">
                  <a:moveTo>
                    <a:pt x="4502" y="0"/>
                  </a:moveTo>
                  <a:lnTo>
                    <a:pt x="4225" y="29"/>
                  </a:lnTo>
                  <a:lnTo>
                    <a:pt x="3937" y="58"/>
                  </a:lnTo>
                  <a:lnTo>
                    <a:pt x="3640" y="115"/>
                  </a:lnTo>
                  <a:lnTo>
                    <a:pt x="3487" y="153"/>
                  </a:lnTo>
                  <a:lnTo>
                    <a:pt x="3343" y="192"/>
                  </a:lnTo>
                  <a:lnTo>
                    <a:pt x="3200" y="249"/>
                  </a:lnTo>
                  <a:lnTo>
                    <a:pt x="3056" y="307"/>
                  </a:lnTo>
                  <a:lnTo>
                    <a:pt x="2912" y="374"/>
                  </a:lnTo>
                  <a:lnTo>
                    <a:pt x="2769" y="450"/>
                  </a:lnTo>
                  <a:lnTo>
                    <a:pt x="2635" y="527"/>
                  </a:lnTo>
                  <a:lnTo>
                    <a:pt x="2501" y="623"/>
                  </a:lnTo>
                  <a:lnTo>
                    <a:pt x="2367" y="718"/>
                  </a:lnTo>
                  <a:lnTo>
                    <a:pt x="2232" y="824"/>
                  </a:lnTo>
                  <a:lnTo>
                    <a:pt x="2108" y="929"/>
                  </a:lnTo>
                  <a:lnTo>
                    <a:pt x="1983" y="1044"/>
                  </a:lnTo>
                  <a:lnTo>
                    <a:pt x="1859" y="1159"/>
                  </a:lnTo>
                  <a:lnTo>
                    <a:pt x="1734" y="1284"/>
                  </a:lnTo>
                  <a:lnTo>
                    <a:pt x="1504" y="1552"/>
                  </a:lnTo>
                  <a:lnTo>
                    <a:pt x="1284" y="1839"/>
                  </a:lnTo>
                  <a:lnTo>
                    <a:pt x="1083" y="2136"/>
                  </a:lnTo>
                  <a:lnTo>
                    <a:pt x="892" y="2452"/>
                  </a:lnTo>
                  <a:lnTo>
                    <a:pt x="719" y="2787"/>
                  </a:lnTo>
                  <a:lnTo>
                    <a:pt x="566" y="3123"/>
                  </a:lnTo>
                  <a:lnTo>
                    <a:pt x="422" y="3467"/>
                  </a:lnTo>
                  <a:lnTo>
                    <a:pt x="298" y="3822"/>
                  </a:lnTo>
                  <a:lnTo>
                    <a:pt x="202" y="4176"/>
                  </a:lnTo>
                  <a:lnTo>
                    <a:pt x="116" y="4531"/>
                  </a:lnTo>
                  <a:lnTo>
                    <a:pt x="58" y="4894"/>
                  </a:lnTo>
                  <a:lnTo>
                    <a:pt x="10" y="5249"/>
                  </a:lnTo>
                  <a:lnTo>
                    <a:pt x="1" y="5603"/>
                  </a:lnTo>
                  <a:lnTo>
                    <a:pt x="1" y="5776"/>
                  </a:lnTo>
                  <a:lnTo>
                    <a:pt x="1" y="5948"/>
                  </a:lnTo>
                  <a:lnTo>
                    <a:pt x="10" y="6120"/>
                  </a:lnTo>
                  <a:lnTo>
                    <a:pt x="29" y="6283"/>
                  </a:lnTo>
                  <a:lnTo>
                    <a:pt x="58" y="6446"/>
                  </a:lnTo>
                  <a:lnTo>
                    <a:pt x="87" y="6609"/>
                  </a:lnTo>
                  <a:lnTo>
                    <a:pt x="125" y="6772"/>
                  </a:lnTo>
                  <a:lnTo>
                    <a:pt x="173" y="6925"/>
                  </a:lnTo>
                  <a:lnTo>
                    <a:pt x="221" y="7078"/>
                  </a:lnTo>
                  <a:lnTo>
                    <a:pt x="279" y="7222"/>
                  </a:lnTo>
                  <a:lnTo>
                    <a:pt x="346" y="7366"/>
                  </a:lnTo>
                  <a:lnTo>
                    <a:pt x="413" y="7509"/>
                  </a:lnTo>
                  <a:lnTo>
                    <a:pt x="499" y="7643"/>
                  </a:lnTo>
                  <a:lnTo>
                    <a:pt x="585" y="7778"/>
                  </a:lnTo>
                  <a:lnTo>
                    <a:pt x="671" y="7902"/>
                  </a:lnTo>
                  <a:lnTo>
                    <a:pt x="777" y="8017"/>
                  </a:lnTo>
                  <a:lnTo>
                    <a:pt x="882" y="8132"/>
                  </a:lnTo>
                  <a:lnTo>
                    <a:pt x="1006" y="8237"/>
                  </a:lnTo>
                  <a:lnTo>
                    <a:pt x="1131" y="8343"/>
                  </a:lnTo>
                  <a:lnTo>
                    <a:pt x="1255" y="8438"/>
                  </a:lnTo>
                  <a:lnTo>
                    <a:pt x="1399" y="8525"/>
                  </a:lnTo>
                  <a:lnTo>
                    <a:pt x="1552" y="8601"/>
                  </a:lnTo>
                  <a:lnTo>
                    <a:pt x="1706" y="8678"/>
                  </a:lnTo>
                  <a:lnTo>
                    <a:pt x="1868" y="8745"/>
                  </a:lnTo>
                  <a:lnTo>
                    <a:pt x="2041" y="8802"/>
                  </a:lnTo>
                  <a:lnTo>
                    <a:pt x="2204" y="8860"/>
                  </a:lnTo>
                  <a:lnTo>
                    <a:pt x="2367" y="8908"/>
                  </a:lnTo>
                  <a:lnTo>
                    <a:pt x="2529" y="8946"/>
                  </a:lnTo>
                  <a:lnTo>
                    <a:pt x="2692" y="8975"/>
                  </a:lnTo>
                  <a:lnTo>
                    <a:pt x="2855" y="9004"/>
                  </a:lnTo>
                  <a:lnTo>
                    <a:pt x="3008" y="9023"/>
                  </a:lnTo>
                  <a:lnTo>
                    <a:pt x="3162" y="9032"/>
                  </a:lnTo>
                  <a:lnTo>
                    <a:pt x="3315" y="9042"/>
                  </a:lnTo>
                  <a:lnTo>
                    <a:pt x="3621" y="9042"/>
                  </a:lnTo>
                  <a:lnTo>
                    <a:pt x="3765" y="9032"/>
                  </a:lnTo>
                  <a:lnTo>
                    <a:pt x="4052" y="8994"/>
                  </a:lnTo>
                  <a:lnTo>
                    <a:pt x="4330" y="8936"/>
                  </a:lnTo>
                  <a:lnTo>
                    <a:pt x="4598" y="8860"/>
                  </a:lnTo>
                  <a:lnTo>
                    <a:pt x="4857" y="8754"/>
                  </a:lnTo>
                  <a:lnTo>
                    <a:pt x="5115" y="8640"/>
                  </a:lnTo>
                  <a:lnTo>
                    <a:pt x="5355" y="8505"/>
                  </a:lnTo>
                  <a:lnTo>
                    <a:pt x="5594" y="8362"/>
                  </a:lnTo>
                  <a:lnTo>
                    <a:pt x="5824" y="8189"/>
                  </a:lnTo>
                  <a:lnTo>
                    <a:pt x="6035" y="8007"/>
                  </a:lnTo>
                  <a:lnTo>
                    <a:pt x="6246" y="7816"/>
                  </a:lnTo>
                  <a:lnTo>
                    <a:pt x="6447" y="7605"/>
                  </a:lnTo>
                  <a:lnTo>
                    <a:pt x="6638" y="7394"/>
                  </a:lnTo>
                  <a:lnTo>
                    <a:pt x="6811" y="7165"/>
                  </a:lnTo>
                  <a:lnTo>
                    <a:pt x="6983" y="6925"/>
                  </a:lnTo>
                  <a:lnTo>
                    <a:pt x="7146" y="6676"/>
                  </a:lnTo>
                  <a:lnTo>
                    <a:pt x="7299" y="6417"/>
                  </a:lnTo>
                  <a:lnTo>
                    <a:pt x="7443" y="6149"/>
                  </a:lnTo>
                  <a:lnTo>
                    <a:pt x="7577" y="5881"/>
                  </a:lnTo>
                  <a:lnTo>
                    <a:pt x="7702" y="5613"/>
                  </a:lnTo>
                  <a:lnTo>
                    <a:pt x="7807" y="5335"/>
                  </a:lnTo>
                  <a:lnTo>
                    <a:pt x="7912" y="5048"/>
                  </a:lnTo>
                  <a:lnTo>
                    <a:pt x="8008" y="4770"/>
                  </a:lnTo>
                  <a:lnTo>
                    <a:pt x="8085" y="4483"/>
                  </a:lnTo>
                  <a:lnTo>
                    <a:pt x="8161" y="4195"/>
                  </a:lnTo>
                  <a:lnTo>
                    <a:pt x="8219" y="3908"/>
                  </a:lnTo>
                  <a:lnTo>
                    <a:pt x="8276" y="3630"/>
                  </a:lnTo>
                  <a:lnTo>
                    <a:pt x="8295" y="3458"/>
                  </a:lnTo>
                  <a:lnTo>
                    <a:pt x="8305" y="3285"/>
                  </a:lnTo>
                  <a:lnTo>
                    <a:pt x="8305" y="3103"/>
                  </a:lnTo>
                  <a:lnTo>
                    <a:pt x="8286" y="2921"/>
                  </a:lnTo>
                  <a:lnTo>
                    <a:pt x="8267" y="2749"/>
                  </a:lnTo>
                  <a:lnTo>
                    <a:pt x="8228" y="2567"/>
                  </a:lnTo>
                  <a:lnTo>
                    <a:pt x="8180" y="2395"/>
                  </a:lnTo>
                  <a:lnTo>
                    <a:pt x="8123" y="2213"/>
                  </a:lnTo>
                  <a:lnTo>
                    <a:pt x="8056" y="2040"/>
                  </a:lnTo>
                  <a:lnTo>
                    <a:pt x="7970" y="1868"/>
                  </a:lnTo>
                  <a:lnTo>
                    <a:pt x="7884" y="1705"/>
                  </a:lnTo>
                  <a:lnTo>
                    <a:pt x="7778" y="1542"/>
                  </a:lnTo>
                  <a:lnTo>
                    <a:pt x="7673" y="1379"/>
                  </a:lnTo>
                  <a:lnTo>
                    <a:pt x="7548" y="1226"/>
                  </a:lnTo>
                  <a:lnTo>
                    <a:pt x="7414" y="1073"/>
                  </a:lnTo>
                  <a:lnTo>
                    <a:pt x="7271" y="939"/>
                  </a:lnTo>
                  <a:lnTo>
                    <a:pt x="7117" y="805"/>
                  </a:lnTo>
                  <a:lnTo>
                    <a:pt x="6954" y="680"/>
                  </a:lnTo>
                  <a:lnTo>
                    <a:pt x="6772" y="556"/>
                  </a:lnTo>
                  <a:lnTo>
                    <a:pt x="6590" y="450"/>
                  </a:lnTo>
                  <a:lnTo>
                    <a:pt x="6399" y="354"/>
                  </a:lnTo>
                  <a:lnTo>
                    <a:pt x="6198" y="268"/>
                  </a:lnTo>
                  <a:lnTo>
                    <a:pt x="5977" y="192"/>
                  </a:lnTo>
                  <a:lnTo>
                    <a:pt x="5757" y="125"/>
                  </a:lnTo>
                  <a:lnTo>
                    <a:pt x="5527" y="77"/>
                  </a:lnTo>
                  <a:lnTo>
                    <a:pt x="5278" y="38"/>
                  </a:lnTo>
                  <a:lnTo>
                    <a:pt x="5029" y="10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7748352" y="1861340"/>
              <a:ext cx="54672" cy="30168"/>
            </a:xfrm>
            <a:custGeom>
              <a:rect b="b" l="l" r="r" t="t"/>
              <a:pathLst>
                <a:path extrusionOk="0" h="767" w="1390">
                  <a:moveTo>
                    <a:pt x="796" y="0"/>
                  </a:moveTo>
                  <a:lnTo>
                    <a:pt x="700" y="10"/>
                  </a:lnTo>
                  <a:lnTo>
                    <a:pt x="595" y="29"/>
                  </a:lnTo>
                  <a:lnTo>
                    <a:pt x="489" y="58"/>
                  </a:lnTo>
                  <a:lnTo>
                    <a:pt x="394" y="115"/>
                  </a:lnTo>
                  <a:lnTo>
                    <a:pt x="298" y="173"/>
                  </a:lnTo>
                  <a:lnTo>
                    <a:pt x="221" y="249"/>
                  </a:lnTo>
                  <a:lnTo>
                    <a:pt x="145" y="326"/>
                  </a:lnTo>
                  <a:lnTo>
                    <a:pt x="87" y="422"/>
                  </a:lnTo>
                  <a:lnTo>
                    <a:pt x="39" y="518"/>
                  </a:lnTo>
                  <a:lnTo>
                    <a:pt x="1" y="633"/>
                  </a:lnTo>
                  <a:lnTo>
                    <a:pt x="1" y="671"/>
                  </a:lnTo>
                  <a:lnTo>
                    <a:pt x="20" y="709"/>
                  </a:lnTo>
                  <a:lnTo>
                    <a:pt x="49" y="747"/>
                  </a:lnTo>
                  <a:lnTo>
                    <a:pt x="87" y="767"/>
                  </a:lnTo>
                  <a:lnTo>
                    <a:pt x="116" y="767"/>
                  </a:lnTo>
                  <a:lnTo>
                    <a:pt x="145" y="757"/>
                  </a:lnTo>
                  <a:lnTo>
                    <a:pt x="183" y="747"/>
                  </a:lnTo>
                  <a:lnTo>
                    <a:pt x="202" y="719"/>
                  </a:lnTo>
                  <a:lnTo>
                    <a:pt x="221" y="680"/>
                  </a:lnTo>
                  <a:lnTo>
                    <a:pt x="250" y="604"/>
                  </a:lnTo>
                  <a:lnTo>
                    <a:pt x="279" y="527"/>
                  </a:lnTo>
                  <a:lnTo>
                    <a:pt x="327" y="460"/>
                  </a:lnTo>
                  <a:lnTo>
                    <a:pt x="375" y="403"/>
                  </a:lnTo>
                  <a:lnTo>
                    <a:pt x="442" y="345"/>
                  </a:lnTo>
                  <a:lnTo>
                    <a:pt x="499" y="307"/>
                  </a:lnTo>
                  <a:lnTo>
                    <a:pt x="576" y="269"/>
                  </a:lnTo>
                  <a:lnTo>
                    <a:pt x="652" y="240"/>
                  </a:lnTo>
                  <a:lnTo>
                    <a:pt x="729" y="230"/>
                  </a:lnTo>
                  <a:lnTo>
                    <a:pt x="806" y="221"/>
                  </a:lnTo>
                  <a:lnTo>
                    <a:pt x="873" y="230"/>
                  </a:lnTo>
                  <a:lnTo>
                    <a:pt x="949" y="240"/>
                  </a:lnTo>
                  <a:lnTo>
                    <a:pt x="1016" y="259"/>
                  </a:lnTo>
                  <a:lnTo>
                    <a:pt x="1083" y="288"/>
                  </a:lnTo>
                  <a:lnTo>
                    <a:pt x="1150" y="326"/>
                  </a:lnTo>
                  <a:lnTo>
                    <a:pt x="1208" y="374"/>
                  </a:lnTo>
                  <a:lnTo>
                    <a:pt x="1246" y="393"/>
                  </a:lnTo>
                  <a:lnTo>
                    <a:pt x="1284" y="403"/>
                  </a:lnTo>
                  <a:lnTo>
                    <a:pt x="1323" y="393"/>
                  </a:lnTo>
                  <a:lnTo>
                    <a:pt x="1361" y="364"/>
                  </a:lnTo>
                  <a:lnTo>
                    <a:pt x="1380" y="326"/>
                  </a:lnTo>
                  <a:lnTo>
                    <a:pt x="1390" y="288"/>
                  </a:lnTo>
                  <a:lnTo>
                    <a:pt x="1380" y="240"/>
                  </a:lnTo>
                  <a:lnTo>
                    <a:pt x="1351" y="211"/>
                  </a:lnTo>
                  <a:lnTo>
                    <a:pt x="1275" y="144"/>
                  </a:lnTo>
                  <a:lnTo>
                    <a:pt x="1189" y="96"/>
                  </a:lnTo>
                  <a:lnTo>
                    <a:pt x="1093" y="48"/>
                  </a:lnTo>
                  <a:lnTo>
                    <a:pt x="997" y="20"/>
                  </a:lnTo>
                  <a:lnTo>
                    <a:pt x="901" y="10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7754763" y="1746060"/>
              <a:ext cx="51290" cy="29027"/>
            </a:xfrm>
            <a:custGeom>
              <a:rect b="b" l="l" r="r" t="t"/>
              <a:pathLst>
                <a:path extrusionOk="0" h="738" w="1304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7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3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89"/>
                  </a:lnTo>
                  <a:lnTo>
                    <a:pt x="49" y="508"/>
                  </a:lnTo>
                  <a:lnTo>
                    <a:pt x="20" y="537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61"/>
                  </a:lnTo>
                  <a:lnTo>
                    <a:pt x="58" y="700"/>
                  </a:lnTo>
                  <a:lnTo>
                    <a:pt x="97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3" y="700"/>
                  </a:lnTo>
                  <a:lnTo>
                    <a:pt x="767" y="652"/>
                  </a:lnTo>
                  <a:lnTo>
                    <a:pt x="892" y="594"/>
                  </a:lnTo>
                  <a:lnTo>
                    <a:pt x="1007" y="518"/>
                  </a:lnTo>
                  <a:lnTo>
                    <a:pt x="1102" y="412"/>
                  </a:lnTo>
                  <a:lnTo>
                    <a:pt x="1198" y="29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7744222" y="1708027"/>
              <a:ext cx="46373" cy="40316"/>
            </a:xfrm>
            <a:custGeom>
              <a:rect b="b" l="l" r="r" t="t"/>
              <a:pathLst>
                <a:path extrusionOk="0" h="1025" w="1179">
                  <a:moveTo>
                    <a:pt x="1035" y="0"/>
                  </a:moveTo>
                  <a:lnTo>
                    <a:pt x="997" y="19"/>
                  </a:lnTo>
                  <a:lnTo>
                    <a:pt x="39" y="833"/>
                  </a:lnTo>
                  <a:lnTo>
                    <a:pt x="10" y="862"/>
                  </a:lnTo>
                  <a:lnTo>
                    <a:pt x="1" y="910"/>
                  </a:lnTo>
                  <a:lnTo>
                    <a:pt x="1" y="948"/>
                  </a:lnTo>
                  <a:lnTo>
                    <a:pt x="29" y="987"/>
                  </a:lnTo>
                  <a:lnTo>
                    <a:pt x="68" y="1015"/>
                  </a:lnTo>
                  <a:lnTo>
                    <a:pt x="106" y="1025"/>
                  </a:lnTo>
                  <a:lnTo>
                    <a:pt x="144" y="1025"/>
                  </a:lnTo>
                  <a:lnTo>
                    <a:pt x="183" y="1006"/>
                  </a:lnTo>
                  <a:lnTo>
                    <a:pt x="1140" y="192"/>
                  </a:lnTo>
                  <a:lnTo>
                    <a:pt x="1169" y="163"/>
                  </a:lnTo>
                  <a:lnTo>
                    <a:pt x="1179" y="115"/>
                  </a:lnTo>
                  <a:lnTo>
                    <a:pt x="1179" y="77"/>
                  </a:lnTo>
                  <a:lnTo>
                    <a:pt x="1160" y="38"/>
                  </a:lnTo>
                  <a:lnTo>
                    <a:pt x="1121" y="10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7671891" y="1787122"/>
              <a:ext cx="51290" cy="29067"/>
            </a:xfrm>
            <a:custGeom>
              <a:rect b="b" l="l" r="r" t="t"/>
              <a:pathLst>
                <a:path extrusionOk="0" h="739" w="1304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6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2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99"/>
                  </a:lnTo>
                  <a:lnTo>
                    <a:pt x="49" y="508"/>
                  </a:lnTo>
                  <a:lnTo>
                    <a:pt x="20" y="546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71"/>
                  </a:lnTo>
                  <a:lnTo>
                    <a:pt x="58" y="700"/>
                  </a:lnTo>
                  <a:lnTo>
                    <a:pt x="96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2" y="700"/>
                  </a:lnTo>
                  <a:lnTo>
                    <a:pt x="767" y="661"/>
                  </a:lnTo>
                  <a:lnTo>
                    <a:pt x="891" y="594"/>
                  </a:lnTo>
                  <a:lnTo>
                    <a:pt x="1006" y="518"/>
                  </a:lnTo>
                  <a:lnTo>
                    <a:pt x="1102" y="422"/>
                  </a:lnTo>
                  <a:lnTo>
                    <a:pt x="1198" y="30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7651557" y="1763012"/>
              <a:ext cx="61831" cy="18132"/>
            </a:xfrm>
            <a:custGeom>
              <a:rect b="b" l="l" r="r" t="t"/>
              <a:pathLst>
                <a:path extrusionOk="0" h="461" w="1572">
                  <a:moveTo>
                    <a:pt x="1447" y="0"/>
                  </a:moveTo>
                  <a:lnTo>
                    <a:pt x="96" y="240"/>
                  </a:lnTo>
                  <a:lnTo>
                    <a:pt x="48" y="259"/>
                  </a:lnTo>
                  <a:lnTo>
                    <a:pt x="20" y="288"/>
                  </a:lnTo>
                  <a:lnTo>
                    <a:pt x="0" y="326"/>
                  </a:lnTo>
                  <a:lnTo>
                    <a:pt x="0" y="374"/>
                  </a:lnTo>
                  <a:lnTo>
                    <a:pt x="20" y="412"/>
                  </a:lnTo>
                  <a:lnTo>
                    <a:pt x="39" y="441"/>
                  </a:lnTo>
                  <a:lnTo>
                    <a:pt x="77" y="460"/>
                  </a:lnTo>
                  <a:lnTo>
                    <a:pt x="135" y="460"/>
                  </a:lnTo>
                  <a:lnTo>
                    <a:pt x="1485" y="221"/>
                  </a:lnTo>
                  <a:lnTo>
                    <a:pt x="1523" y="211"/>
                  </a:lnTo>
                  <a:lnTo>
                    <a:pt x="1552" y="182"/>
                  </a:lnTo>
                  <a:lnTo>
                    <a:pt x="1571" y="135"/>
                  </a:lnTo>
                  <a:lnTo>
                    <a:pt x="1571" y="96"/>
                  </a:lnTo>
                  <a:lnTo>
                    <a:pt x="1562" y="58"/>
                  </a:lnTo>
                  <a:lnTo>
                    <a:pt x="1533" y="20"/>
                  </a:lnTo>
                  <a:lnTo>
                    <a:pt x="1495" y="1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6851005" y="3053669"/>
              <a:ext cx="875974" cy="1164871"/>
            </a:xfrm>
            <a:custGeom>
              <a:rect b="b" l="l" r="r" t="t"/>
              <a:pathLst>
                <a:path extrusionOk="0" h="29616" w="22271">
                  <a:moveTo>
                    <a:pt x="17807" y="0"/>
                  </a:moveTo>
                  <a:lnTo>
                    <a:pt x="17615" y="19"/>
                  </a:lnTo>
                  <a:lnTo>
                    <a:pt x="17424" y="48"/>
                  </a:lnTo>
                  <a:lnTo>
                    <a:pt x="17242" y="96"/>
                  </a:lnTo>
                  <a:lnTo>
                    <a:pt x="17050" y="144"/>
                  </a:lnTo>
                  <a:lnTo>
                    <a:pt x="16858" y="201"/>
                  </a:lnTo>
                  <a:lnTo>
                    <a:pt x="16676" y="278"/>
                  </a:lnTo>
                  <a:lnTo>
                    <a:pt x="16485" y="364"/>
                  </a:lnTo>
                  <a:lnTo>
                    <a:pt x="16303" y="450"/>
                  </a:lnTo>
                  <a:lnTo>
                    <a:pt x="16111" y="556"/>
                  </a:lnTo>
                  <a:lnTo>
                    <a:pt x="15929" y="671"/>
                  </a:lnTo>
                  <a:lnTo>
                    <a:pt x="15738" y="805"/>
                  </a:lnTo>
                  <a:lnTo>
                    <a:pt x="15546" y="939"/>
                  </a:lnTo>
                  <a:lnTo>
                    <a:pt x="15364" y="1082"/>
                  </a:lnTo>
                  <a:lnTo>
                    <a:pt x="15173" y="1245"/>
                  </a:lnTo>
                  <a:lnTo>
                    <a:pt x="14981" y="1408"/>
                  </a:lnTo>
                  <a:lnTo>
                    <a:pt x="14799" y="1590"/>
                  </a:lnTo>
                  <a:lnTo>
                    <a:pt x="14608" y="1782"/>
                  </a:lnTo>
                  <a:lnTo>
                    <a:pt x="14416" y="1983"/>
                  </a:lnTo>
                  <a:lnTo>
                    <a:pt x="14224" y="2184"/>
                  </a:lnTo>
                  <a:lnTo>
                    <a:pt x="14033" y="2404"/>
                  </a:lnTo>
                  <a:lnTo>
                    <a:pt x="13841" y="2644"/>
                  </a:lnTo>
                  <a:lnTo>
                    <a:pt x="13449" y="3132"/>
                  </a:lnTo>
                  <a:lnTo>
                    <a:pt x="13046" y="3659"/>
                  </a:lnTo>
                  <a:lnTo>
                    <a:pt x="12654" y="4234"/>
                  </a:lnTo>
                  <a:lnTo>
                    <a:pt x="12242" y="4847"/>
                  </a:lnTo>
                  <a:lnTo>
                    <a:pt x="11830" y="5498"/>
                  </a:lnTo>
                  <a:lnTo>
                    <a:pt x="11399" y="6188"/>
                  </a:lnTo>
                  <a:lnTo>
                    <a:pt x="10968" y="6925"/>
                  </a:lnTo>
                  <a:lnTo>
                    <a:pt x="10537" y="7691"/>
                  </a:lnTo>
                  <a:lnTo>
                    <a:pt x="10087" y="8496"/>
                  </a:lnTo>
                  <a:lnTo>
                    <a:pt x="9617" y="9348"/>
                  </a:lnTo>
                  <a:lnTo>
                    <a:pt x="9148" y="10230"/>
                  </a:lnTo>
                  <a:lnTo>
                    <a:pt x="8669" y="11149"/>
                  </a:lnTo>
                  <a:lnTo>
                    <a:pt x="7663" y="13113"/>
                  </a:lnTo>
                  <a:lnTo>
                    <a:pt x="6208" y="15976"/>
                  </a:lnTo>
                  <a:lnTo>
                    <a:pt x="4819" y="18764"/>
                  </a:lnTo>
                  <a:lnTo>
                    <a:pt x="3526" y="21369"/>
                  </a:lnTo>
                  <a:lnTo>
                    <a:pt x="2367" y="23716"/>
                  </a:lnTo>
                  <a:lnTo>
                    <a:pt x="652" y="27231"/>
                  </a:lnTo>
                  <a:lnTo>
                    <a:pt x="1" y="28572"/>
                  </a:lnTo>
                  <a:lnTo>
                    <a:pt x="365" y="28907"/>
                  </a:lnTo>
                  <a:lnTo>
                    <a:pt x="585" y="29079"/>
                  </a:lnTo>
                  <a:lnTo>
                    <a:pt x="700" y="29165"/>
                  </a:lnTo>
                  <a:lnTo>
                    <a:pt x="815" y="29252"/>
                  </a:lnTo>
                  <a:lnTo>
                    <a:pt x="949" y="29328"/>
                  </a:lnTo>
                  <a:lnTo>
                    <a:pt x="1083" y="29405"/>
                  </a:lnTo>
                  <a:lnTo>
                    <a:pt x="1217" y="29472"/>
                  </a:lnTo>
                  <a:lnTo>
                    <a:pt x="1371" y="29520"/>
                  </a:lnTo>
                  <a:lnTo>
                    <a:pt x="1524" y="29568"/>
                  </a:lnTo>
                  <a:lnTo>
                    <a:pt x="1696" y="29596"/>
                  </a:lnTo>
                  <a:lnTo>
                    <a:pt x="1869" y="29616"/>
                  </a:lnTo>
                  <a:lnTo>
                    <a:pt x="2051" y="29616"/>
                  </a:lnTo>
                  <a:lnTo>
                    <a:pt x="18333" y="11034"/>
                  </a:lnTo>
                  <a:lnTo>
                    <a:pt x="18410" y="10957"/>
                  </a:lnTo>
                  <a:lnTo>
                    <a:pt x="18621" y="10747"/>
                  </a:lnTo>
                  <a:lnTo>
                    <a:pt x="18937" y="10402"/>
                  </a:lnTo>
                  <a:lnTo>
                    <a:pt x="19339" y="9942"/>
                  </a:lnTo>
                  <a:lnTo>
                    <a:pt x="19559" y="9674"/>
                  </a:lnTo>
                  <a:lnTo>
                    <a:pt x="19789" y="9387"/>
                  </a:lnTo>
                  <a:lnTo>
                    <a:pt x="20029" y="9080"/>
                  </a:lnTo>
                  <a:lnTo>
                    <a:pt x="20268" y="8745"/>
                  </a:lnTo>
                  <a:lnTo>
                    <a:pt x="20517" y="8400"/>
                  </a:lnTo>
                  <a:lnTo>
                    <a:pt x="20757" y="8046"/>
                  </a:lnTo>
                  <a:lnTo>
                    <a:pt x="20987" y="7672"/>
                  </a:lnTo>
                  <a:lnTo>
                    <a:pt x="21216" y="7279"/>
                  </a:lnTo>
                  <a:lnTo>
                    <a:pt x="21427" y="6887"/>
                  </a:lnTo>
                  <a:lnTo>
                    <a:pt x="21619" y="6484"/>
                  </a:lnTo>
                  <a:lnTo>
                    <a:pt x="21801" y="6073"/>
                  </a:lnTo>
                  <a:lnTo>
                    <a:pt x="21877" y="5871"/>
                  </a:lnTo>
                  <a:lnTo>
                    <a:pt x="21954" y="5661"/>
                  </a:lnTo>
                  <a:lnTo>
                    <a:pt x="22021" y="5460"/>
                  </a:lnTo>
                  <a:lnTo>
                    <a:pt x="22078" y="5249"/>
                  </a:lnTo>
                  <a:lnTo>
                    <a:pt x="22126" y="5038"/>
                  </a:lnTo>
                  <a:lnTo>
                    <a:pt x="22174" y="4837"/>
                  </a:lnTo>
                  <a:lnTo>
                    <a:pt x="22213" y="4626"/>
                  </a:lnTo>
                  <a:lnTo>
                    <a:pt x="22241" y="4416"/>
                  </a:lnTo>
                  <a:lnTo>
                    <a:pt x="22260" y="4214"/>
                  </a:lnTo>
                  <a:lnTo>
                    <a:pt x="22270" y="4004"/>
                  </a:lnTo>
                  <a:lnTo>
                    <a:pt x="22270" y="3803"/>
                  </a:lnTo>
                  <a:lnTo>
                    <a:pt x="22251" y="3601"/>
                  </a:lnTo>
                  <a:lnTo>
                    <a:pt x="22232" y="3400"/>
                  </a:lnTo>
                  <a:lnTo>
                    <a:pt x="22203" y="3209"/>
                  </a:lnTo>
                  <a:lnTo>
                    <a:pt x="22155" y="3008"/>
                  </a:lnTo>
                  <a:lnTo>
                    <a:pt x="22098" y="2816"/>
                  </a:lnTo>
                  <a:lnTo>
                    <a:pt x="22031" y="2625"/>
                  </a:lnTo>
                  <a:lnTo>
                    <a:pt x="21944" y="2433"/>
                  </a:lnTo>
                  <a:lnTo>
                    <a:pt x="21849" y="2251"/>
                  </a:lnTo>
                  <a:lnTo>
                    <a:pt x="21743" y="2069"/>
                  </a:lnTo>
                  <a:lnTo>
                    <a:pt x="21619" y="1887"/>
                  </a:lnTo>
                  <a:lnTo>
                    <a:pt x="21485" y="1715"/>
                  </a:lnTo>
                  <a:lnTo>
                    <a:pt x="21331" y="1552"/>
                  </a:lnTo>
                  <a:lnTo>
                    <a:pt x="21159" y="1379"/>
                  </a:lnTo>
                  <a:lnTo>
                    <a:pt x="20977" y="1217"/>
                  </a:lnTo>
                  <a:lnTo>
                    <a:pt x="20785" y="1063"/>
                  </a:lnTo>
                  <a:lnTo>
                    <a:pt x="20575" y="910"/>
                  </a:lnTo>
                  <a:lnTo>
                    <a:pt x="20364" y="776"/>
                  </a:lnTo>
                  <a:lnTo>
                    <a:pt x="20163" y="651"/>
                  </a:lnTo>
                  <a:lnTo>
                    <a:pt x="19952" y="536"/>
                  </a:lnTo>
                  <a:lnTo>
                    <a:pt x="19751" y="431"/>
                  </a:lnTo>
                  <a:lnTo>
                    <a:pt x="19550" y="335"/>
                  </a:lnTo>
                  <a:lnTo>
                    <a:pt x="19358" y="259"/>
                  </a:lnTo>
                  <a:lnTo>
                    <a:pt x="19157" y="182"/>
                  </a:lnTo>
                  <a:lnTo>
                    <a:pt x="18966" y="125"/>
                  </a:lnTo>
                  <a:lnTo>
                    <a:pt x="18764" y="77"/>
                  </a:lnTo>
                  <a:lnTo>
                    <a:pt x="18573" y="38"/>
                  </a:lnTo>
                  <a:lnTo>
                    <a:pt x="18381" y="10"/>
                  </a:lnTo>
                  <a:lnTo>
                    <a:pt x="181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7694507" y="1602894"/>
              <a:ext cx="201579" cy="123976"/>
            </a:xfrm>
            <a:custGeom>
              <a:rect b="b" l="l" r="r" t="t"/>
              <a:pathLst>
                <a:path extrusionOk="0" h="3152" w="5125">
                  <a:moveTo>
                    <a:pt x="3190" y="1"/>
                  </a:moveTo>
                  <a:lnTo>
                    <a:pt x="2998" y="10"/>
                  </a:lnTo>
                  <a:lnTo>
                    <a:pt x="2797" y="20"/>
                  </a:lnTo>
                  <a:lnTo>
                    <a:pt x="2596" y="39"/>
                  </a:lnTo>
                  <a:lnTo>
                    <a:pt x="2395" y="58"/>
                  </a:lnTo>
                  <a:lnTo>
                    <a:pt x="2203" y="87"/>
                  </a:lnTo>
                  <a:lnTo>
                    <a:pt x="2002" y="116"/>
                  </a:lnTo>
                  <a:lnTo>
                    <a:pt x="1820" y="154"/>
                  </a:lnTo>
                  <a:lnTo>
                    <a:pt x="1629" y="202"/>
                  </a:lnTo>
                  <a:lnTo>
                    <a:pt x="1456" y="250"/>
                  </a:lnTo>
                  <a:lnTo>
                    <a:pt x="1284" y="298"/>
                  </a:lnTo>
                  <a:lnTo>
                    <a:pt x="1121" y="355"/>
                  </a:lnTo>
                  <a:lnTo>
                    <a:pt x="977" y="413"/>
                  </a:lnTo>
                  <a:lnTo>
                    <a:pt x="834" y="480"/>
                  </a:lnTo>
                  <a:lnTo>
                    <a:pt x="709" y="547"/>
                  </a:lnTo>
                  <a:lnTo>
                    <a:pt x="604" y="614"/>
                  </a:lnTo>
                  <a:lnTo>
                    <a:pt x="422" y="757"/>
                  </a:lnTo>
                  <a:lnTo>
                    <a:pt x="269" y="872"/>
                  </a:lnTo>
                  <a:lnTo>
                    <a:pt x="163" y="978"/>
                  </a:lnTo>
                  <a:lnTo>
                    <a:pt x="87" y="1074"/>
                  </a:lnTo>
                  <a:lnTo>
                    <a:pt x="39" y="1150"/>
                  </a:lnTo>
                  <a:lnTo>
                    <a:pt x="10" y="1208"/>
                  </a:lnTo>
                  <a:lnTo>
                    <a:pt x="0" y="1265"/>
                  </a:lnTo>
                  <a:lnTo>
                    <a:pt x="19" y="1313"/>
                  </a:lnTo>
                  <a:lnTo>
                    <a:pt x="39" y="1342"/>
                  </a:lnTo>
                  <a:lnTo>
                    <a:pt x="77" y="1370"/>
                  </a:lnTo>
                  <a:lnTo>
                    <a:pt x="115" y="1390"/>
                  </a:lnTo>
                  <a:lnTo>
                    <a:pt x="154" y="1409"/>
                  </a:lnTo>
                  <a:lnTo>
                    <a:pt x="221" y="1428"/>
                  </a:lnTo>
                  <a:lnTo>
                    <a:pt x="259" y="1428"/>
                  </a:lnTo>
                  <a:lnTo>
                    <a:pt x="527" y="1409"/>
                  </a:lnTo>
                  <a:lnTo>
                    <a:pt x="1044" y="1409"/>
                  </a:lnTo>
                  <a:lnTo>
                    <a:pt x="1284" y="1428"/>
                  </a:lnTo>
                  <a:lnTo>
                    <a:pt x="1514" y="1457"/>
                  </a:lnTo>
                  <a:lnTo>
                    <a:pt x="1724" y="1495"/>
                  </a:lnTo>
                  <a:lnTo>
                    <a:pt x="1935" y="1533"/>
                  </a:lnTo>
                  <a:lnTo>
                    <a:pt x="2127" y="1591"/>
                  </a:lnTo>
                  <a:lnTo>
                    <a:pt x="2309" y="1648"/>
                  </a:lnTo>
                  <a:lnTo>
                    <a:pt x="2481" y="1715"/>
                  </a:lnTo>
                  <a:lnTo>
                    <a:pt x="2644" y="1782"/>
                  </a:lnTo>
                  <a:lnTo>
                    <a:pt x="2797" y="1859"/>
                  </a:lnTo>
                  <a:lnTo>
                    <a:pt x="2941" y="1936"/>
                  </a:lnTo>
                  <a:lnTo>
                    <a:pt x="3075" y="2022"/>
                  </a:lnTo>
                  <a:lnTo>
                    <a:pt x="3199" y="2108"/>
                  </a:lnTo>
                  <a:lnTo>
                    <a:pt x="3324" y="2194"/>
                  </a:lnTo>
                  <a:lnTo>
                    <a:pt x="3525" y="2367"/>
                  </a:lnTo>
                  <a:lnTo>
                    <a:pt x="3697" y="2539"/>
                  </a:lnTo>
                  <a:lnTo>
                    <a:pt x="3841" y="2702"/>
                  </a:lnTo>
                  <a:lnTo>
                    <a:pt x="3956" y="2845"/>
                  </a:lnTo>
                  <a:lnTo>
                    <a:pt x="4033" y="2970"/>
                  </a:lnTo>
                  <a:lnTo>
                    <a:pt x="4090" y="3066"/>
                  </a:lnTo>
                  <a:lnTo>
                    <a:pt x="4138" y="3152"/>
                  </a:lnTo>
                  <a:lnTo>
                    <a:pt x="4464" y="3123"/>
                  </a:lnTo>
                  <a:lnTo>
                    <a:pt x="4502" y="2750"/>
                  </a:lnTo>
                  <a:lnTo>
                    <a:pt x="4550" y="2434"/>
                  </a:lnTo>
                  <a:lnTo>
                    <a:pt x="4607" y="2156"/>
                  </a:lnTo>
                  <a:lnTo>
                    <a:pt x="4655" y="1926"/>
                  </a:lnTo>
                  <a:lnTo>
                    <a:pt x="4713" y="1734"/>
                  </a:lnTo>
                  <a:lnTo>
                    <a:pt x="4770" y="1572"/>
                  </a:lnTo>
                  <a:lnTo>
                    <a:pt x="4818" y="1447"/>
                  </a:lnTo>
                  <a:lnTo>
                    <a:pt x="4866" y="1342"/>
                  </a:lnTo>
                  <a:lnTo>
                    <a:pt x="4914" y="1265"/>
                  </a:lnTo>
                  <a:lnTo>
                    <a:pt x="4962" y="1217"/>
                  </a:lnTo>
                  <a:lnTo>
                    <a:pt x="5000" y="1179"/>
                  </a:lnTo>
                  <a:lnTo>
                    <a:pt x="5038" y="1150"/>
                  </a:lnTo>
                  <a:lnTo>
                    <a:pt x="5067" y="1141"/>
                  </a:lnTo>
                  <a:lnTo>
                    <a:pt x="5105" y="1141"/>
                  </a:lnTo>
                  <a:lnTo>
                    <a:pt x="5125" y="997"/>
                  </a:lnTo>
                  <a:lnTo>
                    <a:pt x="5125" y="872"/>
                  </a:lnTo>
                  <a:lnTo>
                    <a:pt x="5096" y="748"/>
                  </a:lnTo>
                  <a:lnTo>
                    <a:pt x="5048" y="643"/>
                  </a:lnTo>
                  <a:lnTo>
                    <a:pt x="4990" y="537"/>
                  </a:lnTo>
                  <a:lnTo>
                    <a:pt x="4904" y="451"/>
                  </a:lnTo>
                  <a:lnTo>
                    <a:pt x="4809" y="365"/>
                  </a:lnTo>
                  <a:lnTo>
                    <a:pt x="4694" y="298"/>
                  </a:lnTo>
                  <a:lnTo>
                    <a:pt x="4569" y="231"/>
                  </a:lnTo>
                  <a:lnTo>
                    <a:pt x="4425" y="173"/>
                  </a:lnTo>
                  <a:lnTo>
                    <a:pt x="4272" y="125"/>
                  </a:lnTo>
                  <a:lnTo>
                    <a:pt x="4109" y="87"/>
                  </a:lnTo>
                  <a:lnTo>
                    <a:pt x="3946" y="58"/>
                  </a:lnTo>
                  <a:lnTo>
                    <a:pt x="3765" y="30"/>
                  </a:lnTo>
                  <a:lnTo>
                    <a:pt x="3583" y="20"/>
                  </a:lnTo>
                  <a:lnTo>
                    <a:pt x="3391" y="10"/>
                  </a:lnTo>
                  <a:lnTo>
                    <a:pt x="31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7778519" y="1446945"/>
              <a:ext cx="622397" cy="789679"/>
            </a:xfrm>
            <a:custGeom>
              <a:rect b="b" l="l" r="r" t="t"/>
              <a:pathLst>
                <a:path extrusionOk="0" h="20077" w="15824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7951420" y="1776188"/>
              <a:ext cx="441586" cy="528983"/>
            </a:xfrm>
            <a:custGeom>
              <a:rect b="b" l="l" r="r" t="t"/>
              <a:pathLst>
                <a:path extrusionOk="0" h="13449" w="11227">
                  <a:moveTo>
                    <a:pt x="5067" y="1"/>
                  </a:moveTo>
                  <a:lnTo>
                    <a:pt x="4818" y="355"/>
                  </a:lnTo>
                  <a:lnTo>
                    <a:pt x="4445" y="891"/>
                  </a:lnTo>
                  <a:lnTo>
                    <a:pt x="3468" y="2367"/>
                  </a:lnTo>
                  <a:lnTo>
                    <a:pt x="2884" y="3219"/>
                  </a:lnTo>
                  <a:lnTo>
                    <a:pt x="2280" y="4100"/>
                  </a:lnTo>
                  <a:lnTo>
                    <a:pt x="1658" y="4962"/>
                  </a:lnTo>
                  <a:lnTo>
                    <a:pt x="1351" y="5374"/>
                  </a:lnTo>
                  <a:lnTo>
                    <a:pt x="1045" y="5776"/>
                  </a:lnTo>
                  <a:lnTo>
                    <a:pt x="901" y="5968"/>
                  </a:lnTo>
                  <a:lnTo>
                    <a:pt x="767" y="6169"/>
                  </a:lnTo>
                  <a:lnTo>
                    <a:pt x="652" y="6361"/>
                  </a:lnTo>
                  <a:lnTo>
                    <a:pt x="537" y="6562"/>
                  </a:lnTo>
                  <a:lnTo>
                    <a:pt x="441" y="6763"/>
                  </a:lnTo>
                  <a:lnTo>
                    <a:pt x="355" y="6964"/>
                  </a:lnTo>
                  <a:lnTo>
                    <a:pt x="269" y="7175"/>
                  </a:lnTo>
                  <a:lnTo>
                    <a:pt x="202" y="7376"/>
                  </a:lnTo>
                  <a:lnTo>
                    <a:pt x="144" y="7577"/>
                  </a:lnTo>
                  <a:lnTo>
                    <a:pt x="96" y="7778"/>
                  </a:lnTo>
                  <a:lnTo>
                    <a:pt x="58" y="7989"/>
                  </a:lnTo>
                  <a:lnTo>
                    <a:pt x="29" y="8190"/>
                  </a:lnTo>
                  <a:lnTo>
                    <a:pt x="10" y="8391"/>
                  </a:lnTo>
                  <a:lnTo>
                    <a:pt x="1" y="8592"/>
                  </a:lnTo>
                  <a:lnTo>
                    <a:pt x="1" y="8793"/>
                  </a:lnTo>
                  <a:lnTo>
                    <a:pt x="10" y="8995"/>
                  </a:lnTo>
                  <a:lnTo>
                    <a:pt x="20" y="9196"/>
                  </a:lnTo>
                  <a:lnTo>
                    <a:pt x="39" y="9387"/>
                  </a:lnTo>
                  <a:lnTo>
                    <a:pt x="77" y="9588"/>
                  </a:lnTo>
                  <a:lnTo>
                    <a:pt x="116" y="9780"/>
                  </a:lnTo>
                  <a:lnTo>
                    <a:pt x="154" y="9972"/>
                  </a:lnTo>
                  <a:lnTo>
                    <a:pt x="211" y="10154"/>
                  </a:lnTo>
                  <a:lnTo>
                    <a:pt x="269" y="10345"/>
                  </a:lnTo>
                  <a:lnTo>
                    <a:pt x="336" y="10527"/>
                  </a:lnTo>
                  <a:lnTo>
                    <a:pt x="412" y="10699"/>
                  </a:lnTo>
                  <a:lnTo>
                    <a:pt x="489" y="10881"/>
                  </a:lnTo>
                  <a:lnTo>
                    <a:pt x="575" y="11044"/>
                  </a:lnTo>
                  <a:lnTo>
                    <a:pt x="661" y="11217"/>
                  </a:lnTo>
                  <a:lnTo>
                    <a:pt x="757" y="11380"/>
                  </a:lnTo>
                  <a:lnTo>
                    <a:pt x="863" y="11533"/>
                  </a:lnTo>
                  <a:lnTo>
                    <a:pt x="968" y="11696"/>
                  </a:lnTo>
                  <a:lnTo>
                    <a:pt x="1083" y="11839"/>
                  </a:lnTo>
                  <a:lnTo>
                    <a:pt x="1198" y="11983"/>
                  </a:lnTo>
                  <a:lnTo>
                    <a:pt x="1313" y="12127"/>
                  </a:lnTo>
                  <a:lnTo>
                    <a:pt x="1437" y="12261"/>
                  </a:lnTo>
                  <a:lnTo>
                    <a:pt x="1571" y="12385"/>
                  </a:lnTo>
                  <a:lnTo>
                    <a:pt x="1705" y="12500"/>
                  </a:lnTo>
                  <a:lnTo>
                    <a:pt x="1840" y="12615"/>
                  </a:lnTo>
                  <a:lnTo>
                    <a:pt x="1983" y="12730"/>
                  </a:lnTo>
                  <a:lnTo>
                    <a:pt x="2127" y="12826"/>
                  </a:lnTo>
                  <a:lnTo>
                    <a:pt x="2271" y="12922"/>
                  </a:lnTo>
                  <a:lnTo>
                    <a:pt x="2414" y="13017"/>
                  </a:lnTo>
                  <a:lnTo>
                    <a:pt x="2568" y="13094"/>
                  </a:lnTo>
                  <a:lnTo>
                    <a:pt x="2721" y="13171"/>
                  </a:lnTo>
                  <a:lnTo>
                    <a:pt x="2874" y="13228"/>
                  </a:lnTo>
                  <a:lnTo>
                    <a:pt x="3037" y="13286"/>
                  </a:lnTo>
                  <a:lnTo>
                    <a:pt x="3190" y="13343"/>
                  </a:lnTo>
                  <a:lnTo>
                    <a:pt x="3353" y="13381"/>
                  </a:lnTo>
                  <a:lnTo>
                    <a:pt x="3516" y="13410"/>
                  </a:lnTo>
                  <a:lnTo>
                    <a:pt x="3679" y="13429"/>
                  </a:lnTo>
                  <a:lnTo>
                    <a:pt x="3841" y="13448"/>
                  </a:lnTo>
                  <a:lnTo>
                    <a:pt x="4167" y="13448"/>
                  </a:lnTo>
                  <a:lnTo>
                    <a:pt x="4330" y="13429"/>
                  </a:lnTo>
                  <a:lnTo>
                    <a:pt x="4493" y="13401"/>
                  </a:lnTo>
                  <a:lnTo>
                    <a:pt x="4656" y="13372"/>
                  </a:lnTo>
                  <a:lnTo>
                    <a:pt x="4818" y="13324"/>
                  </a:lnTo>
                  <a:lnTo>
                    <a:pt x="4981" y="13266"/>
                  </a:lnTo>
                  <a:lnTo>
                    <a:pt x="5144" y="13199"/>
                  </a:lnTo>
                  <a:lnTo>
                    <a:pt x="5297" y="13123"/>
                  </a:lnTo>
                  <a:lnTo>
                    <a:pt x="5460" y="13027"/>
                  </a:lnTo>
                  <a:lnTo>
                    <a:pt x="5613" y="12931"/>
                  </a:lnTo>
                  <a:lnTo>
                    <a:pt x="5767" y="12816"/>
                  </a:lnTo>
                  <a:lnTo>
                    <a:pt x="5920" y="12692"/>
                  </a:lnTo>
                  <a:lnTo>
                    <a:pt x="6111" y="12500"/>
                  </a:lnTo>
                  <a:lnTo>
                    <a:pt x="6332" y="12261"/>
                  </a:lnTo>
                  <a:lnTo>
                    <a:pt x="6619" y="11945"/>
                  </a:lnTo>
                  <a:lnTo>
                    <a:pt x="6964" y="11542"/>
                  </a:lnTo>
                  <a:lnTo>
                    <a:pt x="7357" y="11054"/>
                  </a:lnTo>
                  <a:lnTo>
                    <a:pt x="7567" y="10786"/>
                  </a:lnTo>
                  <a:lnTo>
                    <a:pt x="7778" y="10498"/>
                  </a:lnTo>
                  <a:lnTo>
                    <a:pt x="7998" y="10192"/>
                  </a:lnTo>
                  <a:lnTo>
                    <a:pt x="8228" y="9866"/>
                  </a:lnTo>
                  <a:lnTo>
                    <a:pt x="8458" y="9521"/>
                  </a:lnTo>
                  <a:lnTo>
                    <a:pt x="8688" y="9167"/>
                  </a:lnTo>
                  <a:lnTo>
                    <a:pt x="8918" y="8793"/>
                  </a:lnTo>
                  <a:lnTo>
                    <a:pt x="9148" y="8401"/>
                  </a:lnTo>
                  <a:lnTo>
                    <a:pt x="9368" y="7998"/>
                  </a:lnTo>
                  <a:lnTo>
                    <a:pt x="9588" y="7577"/>
                  </a:lnTo>
                  <a:lnTo>
                    <a:pt x="9809" y="7146"/>
                  </a:lnTo>
                  <a:lnTo>
                    <a:pt x="10010" y="6696"/>
                  </a:lnTo>
                  <a:lnTo>
                    <a:pt x="10211" y="6236"/>
                  </a:lnTo>
                  <a:lnTo>
                    <a:pt x="10402" y="5767"/>
                  </a:lnTo>
                  <a:lnTo>
                    <a:pt x="10575" y="5278"/>
                  </a:lnTo>
                  <a:lnTo>
                    <a:pt x="10738" y="4780"/>
                  </a:lnTo>
                  <a:lnTo>
                    <a:pt x="10891" y="4273"/>
                  </a:lnTo>
                  <a:lnTo>
                    <a:pt x="11015" y="3746"/>
                  </a:lnTo>
                  <a:lnTo>
                    <a:pt x="11130" y="3219"/>
                  </a:lnTo>
                  <a:lnTo>
                    <a:pt x="11226" y="2673"/>
                  </a:lnTo>
                  <a:lnTo>
                    <a:pt x="50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7534389" y="1389325"/>
              <a:ext cx="265652" cy="115677"/>
            </a:xfrm>
            <a:custGeom>
              <a:rect b="b" l="l" r="r" t="t"/>
              <a:pathLst>
                <a:path extrusionOk="0" h="2941" w="6754">
                  <a:moveTo>
                    <a:pt x="3123" y="0"/>
                  </a:moveTo>
                  <a:lnTo>
                    <a:pt x="2970" y="10"/>
                  </a:lnTo>
                  <a:lnTo>
                    <a:pt x="2817" y="38"/>
                  </a:lnTo>
                  <a:lnTo>
                    <a:pt x="2673" y="67"/>
                  </a:lnTo>
                  <a:lnTo>
                    <a:pt x="2520" y="115"/>
                  </a:lnTo>
                  <a:lnTo>
                    <a:pt x="2376" y="172"/>
                  </a:lnTo>
                  <a:lnTo>
                    <a:pt x="2242" y="239"/>
                  </a:lnTo>
                  <a:lnTo>
                    <a:pt x="2098" y="316"/>
                  </a:lnTo>
                  <a:lnTo>
                    <a:pt x="1974" y="402"/>
                  </a:lnTo>
                  <a:lnTo>
                    <a:pt x="1840" y="498"/>
                  </a:lnTo>
                  <a:lnTo>
                    <a:pt x="1533" y="651"/>
                  </a:lnTo>
                  <a:lnTo>
                    <a:pt x="1217" y="824"/>
                  </a:lnTo>
                  <a:lnTo>
                    <a:pt x="1035" y="929"/>
                  </a:lnTo>
                  <a:lnTo>
                    <a:pt x="853" y="1034"/>
                  </a:lnTo>
                  <a:lnTo>
                    <a:pt x="681" y="1159"/>
                  </a:lnTo>
                  <a:lnTo>
                    <a:pt x="508" y="1274"/>
                  </a:lnTo>
                  <a:lnTo>
                    <a:pt x="355" y="1398"/>
                  </a:lnTo>
                  <a:lnTo>
                    <a:pt x="221" y="1523"/>
                  </a:lnTo>
                  <a:lnTo>
                    <a:pt x="116" y="1647"/>
                  </a:lnTo>
                  <a:lnTo>
                    <a:pt x="68" y="1714"/>
                  </a:lnTo>
                  <a:lnTo>
                    <a:pt x="39" y="1772"/>
                  </a:lnTo>
                  <a:lnTo>
                    <a:pt x="20" y="1829"/>
                  </a:lnTo>
                  <a:lnTo>
                    <a:pt x="1" y="1887"/>
                  </a:lnTo>
                  <a:lnTo>
                    <a:pt x="1" y="1944"/>
                  </a:lnTo>
                  <a:lnTo>
                    <a:pt x="20" y="1992"/>
                  </a:lnTo>
                  <a:lnTo>
                    <a:pt x="3315" y="1992"/>
                  </a:lnTo>
                  <a:lnTo>
                    <a:pt x="6207" y="2940"/>
                  </a:lnTo>
                  <a:lnTo>
                    <a:pt x="6753" y="1465"/>
                  </a:lnTo>
                  <a:lnTo>
                    <a:pt x="4177" y="220"/>
                  </a:lnTo>
                  <a:lnTo>
                    <a:pt x="4033" y="153"/>
                  </a:lnTo>
                  <a:lnTo>
                    <a:pt x="3889" y="105"/>
                  </a:lnTo>
                  <a:lnTo>
                    <a:pt x="3736" y="57"/>
                  </a:lnTo>
                  <a:lnTo>
                    <a:pt x="3583" y="29"/>
                  </a:lnTo>
                  <a:lnTo>
                    <a:pt x="3430" y="10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6751575" y="2828733"/>
              <a:ext cx="442333" cy="90858"/>
            </a:xfrm>
            <a:custGeom>
              <a:rect b="b" l="l" r="r" t="t"/>
              <a:pathLst>
                <a:path extrusionOk="0" h="2310" w="11246">
                  <a:moveTo>
                    <a:pt x="2117" y="1"/>
                  </a:moveTo>
                  <a:lnTo>
                    <a:pt x="1897" y="20"/>
                  </a:lnTo>
                  <a:lnTo>
                    <a:pt x="1686" y="49"/>
                  </a:lnTo>
                  <a:lnTo>
                    <a:pt x="1485" y="97"/>
                  </a:lnTo>
                  <a:lnTo>
                    <a:pt x="1293" y="173"/>
                  </a:lnTo>
                  <a:lnTo>
                    <a:pt x="1111" y="260"/>
                  </a:lnTo>
                  <a:lnTo>
                    <a:pt x="939" y="365"/>
                  </a:lnTo>
                  <a:lnTo>
                    <a:pt x="776" y="489"/>
                  </a:lnTo>
                  <a:lnTo>
                    <a:pt x="623" y="624"/>
                  </a:lnTo>
                  <a:lnTo>
                    <a:pt x="489" y="777"/>
                  </a:lnTo>
                  <a:lnTo>
                    <a:pt x="364" y="940"/>
                  </a:lnTo>
                  <a:lnTo>
                    <a:pt x="259" y="1112"/>
                  </a:lnTo>
                  <a:lnTo>
                    <a:pt x="173" y="1294"/>
                  </a:lnTo>
                  <a:lnTo>
                    <a:pt x="96" y="1486"/>
                  </a:lnTo>
                  <a:lnTo>
                    <a:pt x="48" y="1687"/>
                  </a:lnTo>
                  <a:lnTo>
                    <a:pt x="20" y="1897"/>
                  </a:lnTo>
                  <a:lnTo>
                    <a:pt x="0" y="2118"/>
                  </a:lnTo>
                  <a:lnTo>
                    <a:pt x="0" y="2309"/>
                  </a:lnTo>
                  <a:lnTo>
                    <a:pt x="11245" y="2309"/>
                  </a:lnTo>
                  <a:lnTo>
                    <a:pt x="11245" y="2118"/>
                  </a:lnTo>
                  <a:lnTo>
                    <a:pt x="11235" y="1897"/>
                  </a:lnTo>
                  <a:lnTo>
                    <a:pt x="11207" y="1687"/>
                  </a:lnTo>
                  <a:lnTo>
                    <a:pt x="11149" y="1486"/>
                  </a:lnTo>
                  <a:lnTo>
                    <a:pt x="11082" y="1294"/>
                  </a:lnTo>
                  <a:lnTo>
                    <a:pt x="10986" y="1112"/>
                  </a:lnTo>
                  <a:lnTo>
                    <a:pt x="10881" y="940"/>
                  </a:lnTo>
                  <a:lnTo>
                    <a:pt x="10766" y="777"/>
                  </a:lnTo>
                  <a:lnTo>
                    <a:pt x="10622" y="624"/>
                  </a:lnTo>
                  <a:lnTo>
                    <a:pt x="10479" y="489"/>
                  </a:lnTo>
                  <a:lnTo>
                    <a:pt x="10316" y="365"/>
                  </a:lnTo>
                  <a:lnTo>
                    <a:pt x="10144" y="260"/>
                  </a:lnTo>
                  <a:lnTo>
                    <a:pt x="9952" y="173"/>
                  </a:lnTo>
                  <a:lnTo>
                    <a:pt x="9760" y="97"/>
                  </a:lnTo>
                  <a:lnTo>
                    <a:pt x="9559" y="49"/>
                  </a:lnTo>
                  <a:lnTo>
                    <a:pt x="9349" y="2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6644947" y="2603837"/>
              <a:ext cx="334208" cy="315761"/>
            </a:xfrm>
            <a:custGeom>
              <a:rect b="b" l="l" r="r" t="t"/>
              <a:pathLst>
                <a:path extrusionOk="0" h="8028" w="8497">
                  <a:moveTo>
                    <a:pt x="2041" y="1"/>
                  </a:moveTo>
                  <a:lnTo>
                    <a:pt x="1" y="8027"/>
                  </a:lnTo>
                  <a:lnTo>
                    <a:pt x="6456" y="8027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6143904" y="1766394"/>
              <a:ext cx="1389814" cy="897410"/>
            </a:xfrm>
            <a:custGeom>
              <a:rect b="b" l="l" r="r" t="t"/>
              <a:pathLst>
                <a:path extrusionOk="0" h="22816" w="35335">
                  <a:moveTo>
                    <a:pt x="1687" y="1"/>
                  </a:moveTo>
                  <a:lnTo>
                    <a:pt x="1514" y="10"/>
                  </a:lnTo>
                  <a:lnTo>
                    <a:pt x="1342" y="39"/>
                  </a:lnTo>
                  <a:lnTo>
                    <a:pt x="1179" y="77"/>
                  </a:lnTo>
                  <a:lnTo>
                    <a:pt x="1026" y="135"/>
                  </a:lnTo>
                  <a:lnTo>
                    <a:pt x="882" y="202"/>
                  </a:lnTo>
                  <a:lnTo>
                    <a:pt x="738" y="288"/>
                  </a:lnTo>
                  <a:lnTo>
                    <a:pt x="614" y="384"/>
                  </a:lnTo>
                  <a:lnTo>
                    <a:pt x="489" y="499"/>
                  </a:lnTo>
                  <a:lnTo>
                    <a:pt x="384" y="614"/>
                  </a:lnTo>
                  <a:lnTo>
                    <a:pt x="288" y="748"/>
                  </a:lnTo>
                  <a:lnTo>
                    <a:pt x="202" y="882"/>
                  </a:lnTo>
                  <a:lnTo>
                    <a:pt x="135" y="1026"/>
                  </a:lnTo>
                  <a:lnTo>
                    <a:pt x="78" y="1188"/>
                  </a:lnTo>
                  <a:lnTo>
                    <a:pt x="30" y="1342"/>
                  </a:lnTo>
                  <a:lnTo>
                    <a:pt x="10" y="1514"/>
                  </a:lnTo>
                  <a:lnTo>
                    <a:pt x="1" y="1686"/>
                  </a:lnTo>
                  <a:lnTo>
                    <a:pt x="2405" y="21130"/>
                  </a:lnTo>
                  <a:lnTo>
                    <a:pt x="2415" y="21302"/>
                  </a:lnTo>
                  <a:lnTo>
                    <a:pt x="2434" y="21475"/>
                  </a:lnTo>
                  <a:lnTo>
                    <a:pt x="2482" y="21638"/>
                  </a:lnTo>
                  <a:lnTo>
                    <a:pt x="2539" y="21791"/>
                  </a:lnTo>
                  <a:lnTo>
                    <a:pt x="2606" y="21935"/>
                  </a:lnTo>
                  <a:lnTo>
                    <a:pt x="2692" y="22078"/>
                  </a:lnTo>
                  <a:lnTo>
                    <a:pt x="2788" y="22203"/>
                  </a:lnTo>
                  <a:lnTo>
                    <a:pt x="2893" y="22327"/>
                  </a:lnTo>
                  <a:lnTo>
                    <a:pt x="3018" y="22433"/>
                  </a:lnTo>
                  <a:lnTo>
                    <a:pt x="3143" y="22528"/>
                  </a:lnTo>
                  <a:lnTo>
                    <a:pt x="3286" y="22615"/>
                  </a:lnTo>
                  <a:lnTo>
                    <a:pt x="3430" y="22682"/>
                  </a:lnTo>
                  <a:lnTo>
                    <a:pt x="3583" y="22739"/>
                  </a:lnTo>
                  <a:lnTo>
                    <a:pt x="3746" y="22787"/>
                  </a:lnTo>
                  <a:lnTo>
                    <a:pt x="3918" y="22806"/>
                  </a:lnTo>
                  <a:lnTo>
                    <a:pt x="4091" y="22816"/>
                  </a:lnTo>
                  <a:lnTo>
                    <a:pt x="33649" y="22816"/>
                  </a:lnTo>
                  <a:lnTo>
                    <a:pt x="33821" y="22806"/>
                  </a:lnTo>
                  <a:lnTo>
                    <a:pt x="33984" y="22787"/>
                  </a:lnTo>
                  <a:lnTo>
                    <a:pt x="34147" y="22739"/>
                  </a:lnTo>
                  <a:lnTo>
                    <a:pt x="34300" y="22682"/>
                  </a:lnTo>
                  <a:lnTo>
                    <a:pt x="34453" y="22615"/>
                  </a:lnTo>
                  <a:lnTo>
                    <a:pt x="34587" y="22528"/>
                  </a:lnTo>
                  <a:lnTo>
                    <a:pt x="34721" y="22433"/>
                  </a:lnTo>
                  <a:lnTo>
                    <a:pt x="34836" y="22327"/>
                  </a:lnTo>
                  <a:lnTo>
                    <a:pt x="34951" y="22203"/>
                  </a:lnTo>
                  <a:lnTo>
                    <a:pt x="35047" y="22078"/>
                  </a:lnTo>
                  <a:lnTo>
                    <a:pt x="35133" y="21935"/>
                  </a:lnTo>
                  <a:lnTo>
                    <a:pt x="35200" y="21791"/>
                  </a:lnTo>
                  <a:lnTo>
                    <a:pt x="35258" y="21638"/>
                  </a:lnTo>
                  <a:lnTo>
                    <a:pt x="35296" y="21475"/>
                  </a:lnTo>
                  <a:lnTo>
                    <a:pt x="35325" y="21302"/>
                  </a:lnTo>
                  <a:lnTo>
                    <a:pt x="35334" y="21130"/>
                  </a:lnTo>
                  <a:lnTo>
                    <a:pt x="32930" y="1686"/>
                  </a:lnTo>
                  <a:lnTo>
                    <a:pt x="32921" y="1514"/>
                  </a:lnTo>
                  <a:lnTo>
                    <a:pt x="32892" y="1342"/>
                  </a:lnTo>
                  <a:lnTo>
                    <a:pt x="32854" y="1188"/>
                  </a:lnTo>
                  <a:lnTo>
                    <a:pt x="32796" y="1026"/>
                  </a:lnTo>
                  <a:lnTo>
                    <a:pt x="32729" y="882"/>
                  </a:lnTo>
                  <a:lnTo>
                    <a:pt x="32643" y="748"/>
                  </a:lnTo>
                  <a:lnTo>
                    <a:pt x="32547" y="614"/>
                  </a:lnTo>
                  <a:lnTo>
                    <a:pt x="32432" y="499"/>
                  </a:lnTo>
                  <a:lnTo>
                    <a:pt x="32317" y="384"/>
                  </a:lnTo>
                  <a:lnTo>
                    <a:pt x="32183" y="288"/>
                  </a:lnTo>
                  <a:lnTo>
                    <a:pt x="32049" y="202"/>
                  </a:lnTo>
                  <a:lnTo>
                    <a:pt x="31896" y="135"/>
                  </a:lnTo>
                  <a:lnTo>
                    <a:pt x="31743" y="77"/>
                  </a:lnTo>
                  <a:lnTo>
                    <a:pt x="31580" y="39"/>
                  </a:lnTo>
                  <a:lnTo>
                    <a:pt x="31417" y="10"/>
                  </a:lnTo>
                  <a:lnTo>
                    <a:pt x="3124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5860993" y="3031447"/>
              <a:ext cx="2330490" cy="50503"/>
            </a:xfrm>
            <a:custGeom>
              <a:rect b="b" l="l" r="r" t="t"/>
              <a:pathLst>
                <a:path extrusionOk="0" h="1284" w="59251">
                  <a:moveTo>
                    <a:pt x="1" y="0"/>
                  </a:moveTo>
                  <a:lnTo>
                    <a:pt x="1" y="1283"/>
                  </a:lnTo>
                  <a:lnTo>
                    <a:pt x="59251" y="1283"/>
                  </a:lnTo>
                  <a:lnTo>
                    <a:pt x="592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5559242" y="2992233"/>
              <a:ext cx="603557" cy="1663686"/>
            </a:xfrm>
            <a:custGeom>
              <a:rect b="b" l="l" r="r" t="t"/>
              <a:pathLst>
                <a:path extrusionOk="0" h="42298" w="15345">
                  <a:moveTo>
                    <a:pt x="11341" y="1"/>
                  </a:moveTo>
                  <a:lnTo>
                    <a:pt x="1" y="42298"/>
                  </a:lnTo>
                  <a:lnTo>
                    <a:pt x="1437" y="42298"/>
                  </a:lnTo>
                  <a:lnTo>
                    <a:pt x="15345" y="394"/>
                  </a:lnTo>
                  <a:lnTo>
                    <a:pt x="113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7855726" y="2992233"/>
              <a:ext cx="603557" cy="1663686"/>
            </a:xfrm>
            <a:custGeom>
              <a:rect b="b" l="l" r="r" t="t"/>
              <a:pathLst>
                <a:path extrusionOk="0" h="42298" w="15345">
                  <a:moveTo>
                    <a:pt x="4004" y="1"/>
                  </a:moveTo>
                  <a:lnTo>
                    <a:pt x="1" y="394"/>
                  </a:lnTo>
                  <a:lnTo>
                    <a:pt x="13908" y="42298"/>
                  </a:lnTo>
                  <a:lnTo>
                    <a:pt x="15345" y="42298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5745712" y="2913531"/>
              <a:ext cx="2567862" cy="129247"/>
            </a:xfrm>
            <a:custGeom>
              <a:rect b="b" l="l" r="r" t="t"/>
              <a:pathLst>
                <a:path extrusionOk="0" h="3286" w="65286">
                  <a:moveTo>
                    <a:pt x="1" y="0"/>
                  </a:moveTo>
                  <a:lnTo>
                    <a:pt x="1" y="3285"/>
                  </a:lnTo>
                  <a:lnTo>
                    <a:pt x="65285" y="3285"/>
                  </a:lnTo>
                  <a:lnTo>
                    <a:pt x="6528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4" name="Google Shape;734;p22"/>
          <p:cNvSpPr/>
          <p:nvPr/>
        </p:nvSpPr>
        <p:spPr>
          <a:xfrm flipH="1">
            <a:off x="2070140" y="2375375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2"/>
          <p:cNvSpPr/>
          <p:nvPr/>
        </p:nvSpPr>
        <p:spPr>
          <a:xfrm>
            <a:off x="3470375" y="1161700"/>
            <a:ext cx="5450400" cy="21261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Razão de chances: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divisão de duas razões onde se altera o valor de uma unica feature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6" name="Google Shape;7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838" y="3549638"/>
            <a:ext cx="189547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1" name="Google Shape;741;p23"/>
          <p:cNvGrpSpPr/>
          <p:nvPr/>
        </p:nvGrpSpPr>
        <p:grpSpPr>
          <a:xfrm>
            <a:off x="7287291" y="1357245"/>
            <a:ext cx="1359226" cy="2896253"/>
            <a:chOff x="3482626" y="1397971"/>
            <a:chExt cx="1564667" cy="3334008"/>
          </a:xfrm>
        </p:grpSpPr>
        <p:sp>
          <p:nvSpPr>
            <p:cNvPr id="742" name="Google Shape;742;p23"/>
            <p:cNvSpPr/>
            <p:nvPr/>
          </p:nvSpPr>
          <p:spPr>
            <a:xfrm>
              <a:off x="3482626" y="4612138"/>
              <a:ext cx="1422734" cy="119841"/>
            </a:xfrm>
            <a:custGeom>
              <a:rect b="b" l="l" r="r" t="t"/>
              <a:pathLst>
                <a:path extrusionOk="0" h="4363" w="51797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3"/>
            <p:cNvSpPr/>
            <p:nvPr/>
          </p:nvSpPr>
          <p:spPr>
            <a:xfrm>
              <a:off x="3811319" y="2050000"/>
              <a:ext cx="695972" cy="569594"/>
            </a:xfrm>
            <a:custGeom>
              <a:rect b="b" l="l" r="r" t="t"/>
              <a:pathLst>
                <a:path extrusionOk="0" h="20737" w="25338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3"/>
            <p:cNvSpPr/>
            <p:nvPr/>
          </p:nvSpPr>
          <p:spPr>
            <a:xfrm>
              <a:off x="3686154" y="2309340"/>
              <a:ext cx="73091" cy="73064"/>
            </a:xfrm>
            <a:custGeom>
              <a:rect b="b" l="l" r="r" t="t"/>
              <a:pathLst>
                <a:path extrusionOk="0" h="2660" w="2661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4559374" y="2309340"/>
              <a:ext cx="73064" cy="73064"/>
            </a:xfrm>
            <a:custGeom>
              <a:rect b="b" l="l" r="r" t="t"/>
              <a:pathLst>
                <a:path extrusionOk="0" h="2660" w="266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3"/>
            <p:cNvSpPr/>
            <p:nvPr/>
          </p:nvSpPr>
          <p:spPr>
            <a:xfrm>
              <a:off x="4507242" y="2213728"/>
              <a:ext cx="104679" cy="261408"/>
            </a:xfrm>
            <a:custGeom>
              <a:rect b="b" l="l" r="r" t="t"/>
              <a:pathLst>
                <a:path extrusionOk="0" h="9517" w="3811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3"/>
            <p:cNvSpPr/>
            <p:nvPr/>
          </p:nvSpPr>
          <p:spPr>
            <a:xfrm>
              <a:off x="3707083" y="2213728"/>
              <a:ext cx="104267" cy="261408"/>
            </a:xfrm>
            <a:custGeom>
              <a:rect b="b" l="l" r="r" t="t"/>
              <a:pathLst>
                <a:path extrusionOk="0" h="9517" w="3796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3"/>
            <p:cNvSpPr/>
            <p:nvPr/>
          </p:nvSpPr>
          <p:spPr>
            <a:xfrm>
              <a:off x="3920472" y="2182938"/>
              <a:ext cx="125169" cy="157197"/>
            </a:xfrm>
            <a:custGeom>
              <a:rect b="b" l="l" r="r" t="t"/>
              <a:pathLst>
                <a:path extrusionOk="0" h="5723" w="4557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3"/>
            <p:cNvSpPr/>
            <p:nvPr/>
          </p:nvSpPr>
          <p:spPr>
            <a:xfrm>
              <a:off x="3936073" y="2198539"/>
              <a:ext cx="93994" cy="126405"/>
            </a:xfrm>
            <a:custGeom>
              <a:rect b="b" l="l" r="r" t="t"/>
              <a:pathLst>
                <a:path extrusionOk="0" h="4602" w="3422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3"/>
            <p:cNvSpPr/>
            <p:nvPr/>
          </p:nvSpPr>
          <p:spPr>
            <a:xfrm>
              <a:off x="3951235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3"/>
            <p:cNvSpPr/>
            <p:nvPr/>
          </p:nvSpPr>
          <p:spPr>
            <a:xfrm>
              <a:off x="3955355" y="2228478"/>
              <a:ext cx="59522" cy="80892"/>
            </a:xfrm>
            <a:custGeom>
              <a:rect b="b" l="l" r="r" t="t"/>
              <a:pathLst>
                <a:path extrusionOk="0" h="2945" w="2167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3"/>
            <p:cNvSpPr/>
            <p:nvPr/>
          </p:nvSpPr>
          <p:spPr>
            <a:xfrm>
              <a:off x="4275836" y="2182938"/>
              <a:ext cx="124757" cy="157197"/>
            </a:xfrm>
            <a:custGeom>
              <a:rect b="b" l="l" r="r" t="t"/>
              <a:pathLst>
                <a:path extrusionOk="0" h="5723" w="4542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4290997" y="2198539"/>
              <a:ext cx="94406" cy="126405"/>
            </a:xfrm>
            <a:custGeom>
              <a:rect b="b" l="l" r="r" t="t"/>
              <a:pathLst>
                <a:path extrusionOk="0" h="4602" w="3437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4306186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4310691" y="2228478"/>
              <a:ext cx="59138" cy="80892"/>
            </a:xfrm>
            <a:custGeom>
              <a:rect b="b" l="l" r="r" t="t"/>
              <a:pathLst>
                <a:path extrusionOk="0" h="2945" w="2153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4146578" y="1879707"/>
              <a:ext cx="25462" cy="170326"/>
            </a:xfrm>
            <a:custGeom>
              <a:rect b="b" l="l" r="r" t="t"/>
              <a:pathLst>
                <a:path extrusionOk="0" h="6201" w="927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4054647" y="2619547"/>
              <a:ext cx="208890" cy="56638"/>
            </a:xfrm>
            <a:custGeom>
              <a:rect b="b" l="l" r="r" t="t"/>
              <a:pathLst>
                <a:path extrusionOk="0" h="2062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4054647" y="2675359"/>
              <a:ext cx="208890" cy="56226"/>
            </a:xfrm>
            <a:custGeom>
              <a:rect b="b" l="l" r="r" t="t"/>
              <a:pathLst>
                <a:path extrusionOk="0" h="2047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3714472" y="2722959"/>
              <a:ext cx="889672" cy="854789"/>
            </a:xfrm>
            <a:custGeom>
              <a:rect b="b" l="l" r="r" t="t"/>
              <a:pathLst>
                <a:path extrusionOk="0" h="31120" w="3239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4517515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4517515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3768224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3768224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3832249" y="2972850"/>
              <a:ext cx="675041" cy="359083"/>
            </a:xfrm>
            <a:custGeom>
              <a:rect b="b" l="l" r="r" t="t"/>
              <a:pathLst>
                <a:path extrusionOk="0" h="13073" w="24576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3"/>
            <p:cNvSpPr/>
            <p:nvPr/>
          </p:nvSpPr>
          <p:spPr>
            <a:xfrm>
              <a:off x="3889270" y="2999932"/>
              <a:ext cx="560996" cy="79216"/>
            </a:xfrm>
            <a:custGeom>
              <a:rect b="b" l="l" r="r" t="t"/>
              <a:pathLst>
                <a:path extrusionOk="0" h="2884" w="20424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3910199" y="3026602"/>
              <a:ext cx="519960" cy="25874"/>
            </a:xfrm>
            <a:custGeom>
              <a:rect b="b" l="l" r="r" t="t"/>
              <a:pathLst>
                <a:path extrusionOk="0" h="942" w="1893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3893390" y="3245730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3893390" y="3181294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3893390" y="3116885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4425199" y="3245730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4425199" y="3181294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4425199" y="3116885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3851119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3851119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4435445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4435445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3784649" y="2213728"/>
              <a:ext cx="26698" cy="261408"/>
            </a:xfrm>
            <a:custGeom>
              <a:rect b="b" l="l" r="r" t="t"/>
              <a:pathLst>
                <a:path extrusionOk="0" h="9517" w="972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4507242" y="2213728"/>
              <a:ext cx="26726" cy="261408"/>
            </a:xfrm>
            <a:custGeom>
              <a:rect b="b" l="l" r="r" t="t"/>
              <a:pathLst>
                <a:path extrusionOk="0" h="9517" w="973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4104718" y="1800521"/>
              <a:ext cx="112864" cy="112452"/>
            </a:xfrm>
            <a:custGeom>
              <a:rect b="b" l="l" r="r" t="t"/>
              <a:pathLst>
                <a:path extrusionOk="0" h="4094" w="4109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3"/>
            <p:cNvSpPr/>
            <p:nvPr/>
          </p:nvSpPr>
          <p:spPr>
            <a:xfrm>
              <a:off x="4120292" y="1815683"/>
              <a:ext cx="81688" cy="82100"/>
            </a:xfrm>
            <a:custGeom>
              <a:rect b="b" l="l" r="r" t="t"/>
              <a:pathLst>
                <a:path extrusionOk="0" h="2989" w="2974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4132213" y="1827603"/>
              <a:ext cx="69767" cy="70179"/>
            </a:xfrm>
            <a:custGeom>
              <a:rect b="b" l="l" r="r" t="t"/>
              <a:pathLst>
                <a:path extrusionOk="0" h="2555" w="254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3975872" y="2415608"/>
              <a:ext cx="369740" cy="138711"/>
            </a:xfrm>
            <a:custGeom>
              <a:rect b="b" l="l" r="r" t="t"/>
              <a:pathLst>
                <a:path extrusionOk="0" h="5050" w="13461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3991034" y="2430797"/>
              <a:ext cx="339004" cy="108359"/>
            </a:xfrm>
            <a:custGeom>
              <a:rect b="b" l="l" r="r" t="t"/>
              <a:pathLst>
                <a:path extrusionOk="0" h="3945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3991034" y="2430797"/>
              <a:ext cx="339004" cy="16014"/>
            </a:xfrm>
            <a:custGeom>
              <a:rect b="b" l="l" r="r" t="t"/>
              <a:pathLst>
                <a:path extrusionOk="0" h="583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3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3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3756743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3756743" y="3818546"/>
              <a:ext cx="233117" cy="96054"/>
            </a:xfrm>
            <a:custGeom>
              <a:rect b="b" l="l" r="r" t="t"/>
              <a:pathLst>
                <a:path extrusionOk="0" h="3497" w="8487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3756743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3690274" y="4571103"/>
              <a:ext cx="370152" cy="119456"/>
            </a:xfrm>
            <a:custGeom>
              <a:rect b="b" l="l" r="r" t="t"/>
              <a:pathLst>
                <a:path extrusionOk="0" h="4349" w="13476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3756743" y="400606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3810495" y="4059840"/>
              <a:ext cx="126817" cy="126817"/>
            </a:xfrm>
            <a:custGeom>
              <a:rect b="b" l="l" r="r" t="t"/>
              <a:pathLst>
                <a:path extrusionOk="0" h="4617" w="4617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4332857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4332857" y="3818546"/>
              <a:ext cx="233117" cy="97290"/>
            </a:xfrm>
            <a:custGeom>
              <a:rect b="b" l="l" r="r" t="t"/>
              <a:pathLst>
                <a:path extrusionOk="0" h="3542" w="8487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3"/>
            <p:cNvSpPr/>
            <p:nvPr/>
          </p:nvSpPr>
          <p:spPr>
            <a:xfrm>
              <a:off x="4332857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4277868" y="4571103"/>
              <a:ext cx="370179" cy="119456"/>
            </a:xfrm>
            <a:custGeom>
              <a:rect b="b" l="l" r="r" t="t"/>
              <a:pathLst>
                <a:path extrusionOk="0" h="4349" w="13477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4332857" y="4006061"/>
              <a:ext cx="234765" cy="234765"/>
            </a:xfrm>
            <a:custGeom>
              <a:rect b="b" l="l" r="r" t="t"/>
              <a:pathLst>
                <a:path extrusionOk="0" h="8547" w="8547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4386609" y="4059840"/>
              <a:ext cx="126845" cy="126817"/>
            </a:xfrm>
            <a:custGeom>
              <a:rect b="b" l="l" r="r" t="t"/>
              <a:pathLst>
                <a:path extrusionOk="0" h="4617" w="4618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3714472" y="3577692"/>
              <a:ext cx="889672" cy="301209"/>
            </a:xfrm>
            <a:custGeom>
              <a:rect b="b" l="l" r="r" t="t"/>
              <a:pathLst>
                <a:path extrusionOk="0" h="10966" w="3239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4543361" y="3615019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3751415" y="3604362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3714472" y="3728263"/>
              <a:ext cx="889672" cy="150632"/>
            </a:xfrm>
            <a:custGeom>
              <a:rect b="b" l="l" r="r" t="t"/>
              <a:pathLst>
                <a:path extrusionOk="0" h="5484" w="3239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4883124" y="1397971"/>
              <a:ext cx="114512" cy="196585"/>
            </a:xfrm>
            <a:custGeom>
              <a:rect b="b" l="l" r="r" t="t"/>
              <a:pathLst>
                <a:path extrusionOk="0" h="7157" w="4169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3"/>
            <p:cNvSpPr/>
            <p:nvPr/>
          </p:nvSpPr>
          <p:spPr>
            <a:xfrm>
              <a:off x="4863842" y="1411512"/>
              <a:ext cx="153076" cy="169090"/>
            </a:xfrm>
            <a:custGeom>
              <a:rect b="b" l="l" r="r" t="t"/>
              <a:pathLst>
                <a:path extrusionOk="0" h="6156" w="5573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3"/>
            <p:cNvSpPr/>
            <p:nvPr/>
          </p:nvSpPr>
          <p:spPr>
            <a:xfrm>
              <a:off x="4917182" y="1473064"/>
              <a:ext cx="46393" cy="45981"/>
            </a:xfrm>
            <a:custGeom>
              <a:rect b="b" l="l" r="r" t="t"/>
              <a:pathLst>
                <a:path extrusionOk="0" h="1674" w="1689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5020182" y="1474300"/>
              <a:ext cx="27110" cy="27110"/>
            </a:xfrm>
            <a:custGeom>
              <a:rect b="b" l="l" r="r" t="t"/>
              <a:pathLst>
                <a:path extrusionOk="0" h="987" w="987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5" name="Google Shape;815;p23"/>
          <p:cNvGrpSpPr/>
          <p:nvPr/>
        </p:nvGrpSpPr>
        <p:grpSpPr>
          <a:xfrm flipH="1">
            <a:off x="7111640" y="2541810"/>
            <a:ext cx="395702" cy="870856"/>
            <a:chOff x="4585220" y="2745921"/>
            <a:chExt cx="455510" cy="1002482"/>
          </a:xfrm>
        </p:grpSpPr>
        <p:sp>
          <p:nvSpPr>
            <p:cNvPr id="816" name="Google Shape;816;p23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3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3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23"/>
          <p:cNvSpPr txBox="1"/>
          <p:nvPr/>
        </p:nvSpPr>
        <p:spPr>
          <a:xfrm>
            <a:off x="7620325" y="1079625"/>
            <a:ext cx="482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3390F"/>
                </a:solidFill>
                <a:latin typeface="Comfortaa"/>
                <a:ea typeface="Comfortaa"/>
                <a:cs typeface="Comfortaa"/>
                <a:sym typeface="Comfortaa"/>
              </a:rPr>
              <a:t>!</a:t>
            </a:r>
            <a:endParaRPr b="1" sz="3600">
              <a:solidFill>
                <a:srgbClr val="E3390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7" name="Google Shape;827;p23"/>
          <p:cNvSpPr/>
          <p:nvPr/>
        </p:nvSpPr>
        <p:spPr>
          <a:xfrm>
            <a:off x="584500" y="657550"/>
            <a:ext cx="6115200" cy="4011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oboto"/>
                <a:ea typeface="Roboto"/>
                <a:cs typeface="Roboto"/>
                <a:sym typeface="Roboto"/>
              </a:rPr>
              <a:t>Interpretação do coeficiente:</a:t>
            </a:r>
            <a:endParaRPr b="1" sz="2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 aumentar uma unidade da nossa variável x a chance é multiplicada por exp(b)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oboto"/>
                <a:ea typeface="Roboto"/>
                <a:cs typeface="Roboto"/>
                <a:sym typeface="Roboto"/>
              </a:rPr>
              <a:t>O que isso quer dizer?</a:t>
            </a:r>
            <a:endParaRPr b="1" sz="2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Se b &gt; 0: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ao aumentar uma unidade da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variável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a chance aumenta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b &lt; 0: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ao aumentar uma unidade da variável a chance diminui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4"/>
          <p:cNvSpPr/>
          <p:nvPr/>
        </p:nvSpPr>
        <p:spPr>
          <a:xfrm>
            <a:off x="457200" y="2332700"/>
            <a:ext cx="4115100" cy="1285800"/>
          </a:xfrm>
          <a:prstGeom prst="roundRect">
            <a:avLst>
              <a:gd fmla="val 707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Classificador</a:t>
            </a:r>
            <a:endParaRPr/>
          </a:p>
        </p:txBody>
      </p:sp>
      <p:grpSp>
        <p:nvGrpSpPr>
          <p:cNvPr id="834" name="Google Shape;834;p24"/>
          <p:cNvGrpSpPr/>
          <p:nvPr/>
        </p:nvGrpSpPr>
        <p:grpSpPr>
          <a:xfrm>
            <a:off x="457126" y="1219157"/>
            <a:ext cx="1222740" cy="2516543"/>
            <a:chOff x="-2050539" y="1195241"/>
            <a:chExt cx="1087557" cy="2238519"/>
          </a:xfrm>
        </p:grpSpPr>
        <p:sp>
          <p:nvSpPr>
            <p:cNvPr id="835" name="Google Shape;835;p24"/>
            <p:cNvSpPr/>
            <p:nvPr/>
          </p:nvSpPr>
          <p:spPr>
            <a:xfrm>
              <a:off x="-2050539" y="1195241"/>
              <a:ext cx="1087557" cy="2238519"/>
            </a:xfrm>
            <a:custGeom>
              <a:rect b="b" l="l" r="r" t="t"/>
              <a:pathLst>
                <a:path extrusionOk="0" h="79613" w="38679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7058"/>
                  </a:lnTo>
                  <a:lnTo>
                    <a:pt x="15" y="77312"/>
                  </a:lnTo>
                  <a:lnTo>
                    <a:pt x="60" y="77566"/>
                  </a:lnTo>
                  <a:lnTo>
                    <a:pt x="120" y="77820"/>
                  </a:lnTo>
                  <a:lnTo>
                    <a:pt x="209" y="78044"/>
                  </a:lnTo>
                  <a:lnTo>
                    <a:pt x="314" y="78268"/>
                  </a:lnTo>
                  <a:lnTo>
                    <a:pt x="433" y="78477"/>
                  </a:lnTo>
                  <a:lnTo>
                    <a:pt x="583" y="78687"/>
                  </a:lnTo>
                  <a:lnTo>
                    <a:pt x="747" y="78866"/>
                  </a:lnTo>
                  <a:lnTo>
                    <a:pt x="941" y="79030"/>
                  </a:lnTo>
                  <a:lnTo>
                    <a:pt x="1136" y="79180"/>
                  </a:lnTo>
                  <a:lnTo>
                    <a:pt x="1345" y="79299"/>
                  </a:lnTo>
                  <a:lnTo>
                    <a:pt x="1569" y="79419"/>
                  </a:lnTo>
                  <a:lnTo>
                    <a:pt x="1808" y="79493"/>
                  </a:lnTo>
                  <a:lnTo>
                    <a:pt x="2047" y="79553"/>
                  </a:lnTo>
                  <a:lnTo>
                    <a:pt x="2301" y="79598"/>
                  </a:lnTo>
                  <a:lnTo>
                    <a:pt x="2555" y="79613"/>
                  </a:lnTo>
                  <a:lnTo>
                    <a:pt x="36124" y="79613"/>
                  </a:lnTo>
                  <a:lnTo>
                    <a:pt x="36378" y="79598"/>
                  </a:lnTo>
                  <a:lnTo>
                    <a:pt x="36632" y="79553"/>
                  </a:lnTo>
                  <a:lnTo>
                    <a:pt x="36886" y="79493"/>
                  </a:lnTo>
                  <a:lnTo>
                    <a:pt x="37110" y="79419"/>
                  </a:lnTo>
                  <a:lnTo>
                    <a:pt x="37334" y="79299"/>
                  </a:lnTo>
                  <a:lnTo>
                    <a:pt x="37558" y="79180"/>
                  </a:lnTo>
                  <a:lnTo>
                    <a:pt x="37753" y="79030"/>
                  </a:lnTo>
                  <a:lnTo>
                    <a:pt x="37932" y="78866"/>
                  </a:lnTo>
                  <a:lnTo>
                    <a:pt x="38096" y="78687"/>
                  </a:lnTo>
                  <a:lnTo>
                    <a:pt x="38246" y="78477"/>
                  </a:lnTo>
                  <a:lnTo>
                    <a:pt x="38365" y="78268"/>
                  </a:lnTo>
                  <a:lnTo>
                    <a:pt x="38485" y="78044"/>
                  </a:lnTo>
                  <a:lnTo>
                    <a:pt x="38559" y="77820"/>
                  </a:lnTo>
                  <a:lnTo>
                    <a:pt x="38634" y="77566"/>
                  </a:lnTo>
                  <a:lnTo>
                    <a:pt x="38664" y="77312"/>
                  </a:lnTo>
                  <a:lnTo>
                    <a:pt x="38679" y="77058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-2050539" y="1195241"/>
              <a:ext cx="1087557" cy="2238519"/>
            </a:xfrm>
            <a:custGeom>
              <a:rect b="b" l="l" r="r" t="t"/>
              <a:pathLst>
                <a:path extrusionOk="0" fill="none" h="79613" w="38679">
                  <a:moveTo>
                    <a:pt x="38679" y="1912"/>
                  </a:moveTo>
                  <a:lnTo>
                    <a:pt x="38679" y="77058"/>
                  </a:lnTo>
                  <a:lnTo>
                    <a:pt x="38679" y="77058"/>
                  </a:lnTo>
                  <a:lnTo>
                    <a:pt x="38664" y="77312"/>
                  </a:lnTo>
                  <a:lnTo>
                    <a:pt x="38634" y="77566"/>
                  </a:lnTo>
                  <a:lnTo>
                    <a:pt x="38559" y="77820"/>
                  </a:lnTo>
                  <a:lnTo>
                    <a:pt x="38485" y="78044"/>
                  </a:lnTo>
                  <a:lnTo>
                    <a:pt x="38365" y="78268"/>
                  </a:lnTo>
                  <a:lnTo>
                    <a:pt x="38246" y="78477"/>
                  </a:lnTo>
                  <a:lnTo>
                    <a:pt x="38096" y="78687"/>
                  </a:lnTo>
                  <a:lnTo>
                    <a:pt x="37932" y="78866"/>
                  </a:lnTo>
                  <a:lnTo>
                    <a:pt x="37753" y="79030"/>
                  </a:lnTo>
                  <a:lnTo>
                    <a:pt x="37558" y="79180"/>
                  </a:lnTo>
                  <a:lnTo>
                    <a:pt x="37334" y="79299"/>
                  </a:lnTo>
                  <a:lnTo>
                    <a:pt x="37110" y="79419"/>
                  </a:lnTo>
                  <a:lnTo>
                    <a:pt x="36886" y="79493"/>
                  </a:lnTo>
                  <a:lnTo>
                    <a:pt x="36632" y="79553"/>
                  </a:lnTo>
                  <a:lnTo>
                    <a:pt x="36378" y="79598"/>
                  </a:lnTo>
                  <a:lnTo>
                    <a:pt x="36124" y="79613"/>
                  </a:lnTo>
                  <a:lnTo>
                    <a:pt x="2555" y="79613"/>
                  </a:lnTo>
                  <a:lnTo>
                    <a:pt x="2555" y="79613"/>
                  </a:lnTo>
                  <a:lnTo>
                    <a:pt x="2301" y="79598"/>
                  </a:lnTo>
                  <a:lnTo>
                    <a:pt x="2047" y="79553"/>
                  </a:lnTo>
                  <a:lnTo>
                    <a:pt x="1808" y="79493"/>
                  </a:lnTo>
                  <a:lnTo>
                    <a:pt x="1569" y="79419"/>
                  </a:lnTo>
                  <a:lnTo>
                    <a:pt x="1345" y="79299"/>
                  </a:lnTo>
                  <a:lnTo>
                    <a:pt x="1136" y="79180"/>
                  </a:lnTo>
                  <a:lnTo>
                    <a:pt x="941" y="79030"/>
                  </a:lnTo>
                  <a:lnTo>
                    <a:pt x="747" y="78866"/>
                  </a:lnTo>
                  <a:lnTo>
                    <a:pt x="583" y="78687"/>
                  </a:lnTo>
                  <a:lnTo>
                    <a:pt x="433" y="78477"/>
                  </a:lnTo>
                  <a:lnTo>
                    <a:pt x="314" y="78268"/>
                  </a:lnTo>
                  <a:lnTo>
                    <a:pt x="209" y="78044"/>
                  </a:lnTo>
                  <a:lnTo>
                    <a:pt x="120" y="77820"/>
                  </a:lnTo>
                  <a:lnTo>
                    <a:pt x="60" y="77566"/>
                  </a:lnTo>
                  <a:lnTo>
                    <a:pt x="15" y="77312"/>
                  </a:lnTo>
                  <a:lnTo>
                    <a:pt x="0" y="77058"/>
                  </a:lnTo>
                  <a:lnTo>
                    <a:pt x="0" y="1912"/>
                  </a:lnTo>
                  <a:lnTo>
                    <a:pt x="0" y="1912"/>
                  </a:lnTo>
                  <a:lnTo>
                    <a:pt x="15" y="1718"/>
                  </a:lnTo>
                  <a:lnTo>
                    <a:pt x="45" y="1524"/>
                  </a:lnTo>
                  <a:lnTo>
                    <a:pt x="90" y="1345"/>
                  </a:lnTo>
                  <a:lnTo>
                    <a:pt x="150" y="1165"/>
                  </a:lnTo>
                  <a:lnTo>
                    <a:pt x="239" y="1001"/>
                  </a:lnTo>
                  <a:lnTo>
                    <a:pt x="329" y="852"/>
                  </a:lnTo>
                  <a:lnTo>
                    <a:pt x="433" y="702"/>
                  </a:lnTo>
                  <a:lnTo>
                    <a:pt x="568" y="568"/>
                  </a:lnTo>
                  <a:lnTo>
                    <a:pt x="702" y="448"/>
                  </a:lnTo>
                  <a:lnTo>
                    <a:pt x="837" y="329"/>
                  </a:lnTo>
                  <a:lnTo>
                    <a:pt x="1001" y="239"/>
                  </a:lnTo>
                  <a:lnTo>
                    <a:pt x="1165" y="150"/>
                  </a:lnTo>
                  <a:lnTo>
                    <a:pt x="1345" y="90"/>
                  </a:lnTo>
                  <a:lnTo>
                    <a:pt x="1524" y="45"/>
                  </a:lnTo>
                  <a:lnTo>
                    <a:pt x="1718" y="15"/>
                  </a:lnTo>
                  <a:lnTo>
                    <a:pt x="1912" y="0"/>
                  </a:lnTo>
                  <a:lnTo>
                    <a:pt x="36767" y="0"/>
                  </a:lnTo>
                  <a:lnTo>
                    <a:pt x="36767" y="0"/>
                  </a:lnTo>
                  <a:lnTo>
                    <a:pt x="36961" y="15"/>
                  </a:lnTo>
                  <a:lnTo>
                    <a:pt x="37155" y="45"/>
                  </a:lnTo>
                  <a:lnTo>
                    <a:pt x="37334" y="90"/>
                  </a:lnTo>
                  <a:lnTo>
                    <a:pt x="37514" y="150"/>
                  </a:lnTo>
                  <a:lnTo>
                    <a:pt x="37678" y="239"/>
                  </a:lnTo>
                  <a:lnTo>
                    <a:pt x="37842" y="329"/>
                  </a:lnTo>
                  <a:lnTo>
                    <a:pt x="37992" y="448"/>
                  </a:lnTo>
                  <a:lnTo>
                    <a:pt x="38126" y="568"/>
                  </a:lnTo>
                  <a:lnTo>
                    <a:pt x="38246" y="702"/>
                  </a:lnTo>
                  <a:lnTo>
                    <a:pt x="38350" y="852"/>
                  </a:lnTo>
                  <a:lnTo>
                    <a:pt x="38455" y="1001"/>
                  </a:lnTo>
                  <a:lnTo>
                    <a:pt x="38529" y="1165"/>
                  </a:lnTo>
                  <a:lnTo>
                    <a:pt x="38589" y="1345"/>
                  </a:lnTo>
                  <a:lnTo>
                    <a:pt x="38634" y="1524"/>
                  </a:lnTo>
                  <a:lnTo>
                    <a:pt x="38664" y="1718"/>
                  </a:lnTo>
                  <a:lnTo>
                    <a:pt x="38679" y="19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-2050539" y="1195241"/>
              <a:ext cx="1087557" cy="202474"/>
            </a:xfrm>
            <a:custGeom>
              <a:rect b="b" l="l" r="r" t="t"/>
              <a:pathLst>
                <a:path extrusionOk="0" h="7201" w="38679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201"/>
                  </a:lnTo>
                  <a:lnTo>
                    <a:pt x="38679" y="7201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-1296958" y="1251533"/>
              <a:ext cx="70603" cy="70575"/>
            </a:xfrm>
            <a:custGeom>
              <a:rect b="b" l="l" r="r" t="t"/>
              <a:pathLst>
                <a:path extrusionOk="0" h="2510" w="2511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4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5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1" y="762"/>
                  </a:lnTo>
                  <a:lnTo>
                    <a:pt x="61" y="881"/>
                  </a:lnTo>
                  <a:lnTo>
                    <a:pt x="31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1" y="1509"/>
                  </a:lnTo>
                  <a:lnTo>
                    <a:pt x="61" y="1628"/>
                  </a:lnTo>
                  <a:lnTo>
                    <a:pt x="91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5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4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3" y="2226"/>
                  </a:lnTo>
                  <a:lnTo>
                    <a:pt x="2137" y="2151"/>
                  </a:lnTo>
                  <a:lnTo>
                    <a:pt x="2227" y="2062"/>
                  </a:lnTo>
                  <a:lnTo>
                    <a:pt x="2302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1" y="1389"/>
                  </a:lnTo>
                  <a:lnTo>
                    <a:pt x="2511" y="1255"/>
                  </a:lnTo>
                  <a:lnTo>
                    <a:pt x="2511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2" y="553"/>
                  </a:lnTo>
                  <a:lnTo>
                    <a:pt x="2227" y="463"/>
                  </a:lnTo>
                  <a:lnTo>
                    <a:pt x="2137" y="374"/>
                  </a:lnTo>
                  <a:lnTo>
                    <a:pt x="2063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-1182266" y="1251533"/>
              <a:ext cx="70603" cy="70575"/>
            </a:xfrm>
            <a:custGeom>
              <a:rect b="b" l="l" r="r" t="t"/>
              <a:pathLst>
                <a:path extrusionOk="0" h="2510" w="2511">
                  <a:moveTo>
                    <a:pt x="1121" y="0"/>
                  </a:moveTo>
                  <a:lnTo>
                    <a:pt x="1001" y="30"/>
                  </a:lnTo>
                  <a:lnTo>
                    <a:pt x="882" y="60"/>
                  </a:lnTo>
                  <a:lnTo>
                    <a:pt x="762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45" y="881"/>
                  </a:lnTo>
                  <a:lnTo>
                    <a:pt x="15" y="1001"/>
                  </a:lnTo>
                  <a:lnTo>
                    <a:pt x="0" y="1120"/>
                  </a:lnTo>
                  <a:lnTo>
                    <a:pt x="0" y="1255"/>
                  </a:lnTo>
                  <a:lnTo>
                    <a:pt x="0" y="1389"/>
                  </a:lnTo>
                  <a:lnTo>
                    <a:pt x="15" y="1509"/>
                  </a:lnTo>
                  <a:lnTo>
                    <a:pt x="45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2" y="2420"/>
                  </a:lnTo>
                  <a:lnTo>
                    <a:pt x="882" y="2450"/>
                  </a:lnTo>
                  <a:lnTo>
                    <a:pt x="1001" y="2495"/>
                  </a:lnTo>
                  <a:lnTo>
                    <a:pt x="1121" y="2510"/>
                  </a:lnTo>
                  <a:lnTo>
                    <a:pt x="1375" y="2510"/>
                  </a:lnTo>
                  <a:lnTo>
                    <a:pt x="1509" y="2495"/>
                  </a:lnTo>
                  <a:lnTo>
                    <a:pt x="1629" y="2450"/>
                  </a:lnTo>
                  <a:lnTo>
                    <a:pt x="1748" y="2420"/>
                  </a:lnTo>
                  <a:lnTo>
                    <a:pt x="1853" y="2360"/>
                  </a:lnTo>
                  <a:lnTo>
                    <a:pt x="1957" y="2301"/>
                  </a:lnTo>
                  <a:lnTo>
                    <a:pt x="2047" y="2226"/>
                  </a:lnTo>
                  <a:lnTo>
                    <a:pt x="2137" y="2151"/>
                  </a:lnTo>
                  <a:lnTo>
                    <a:pt x="2226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06" y="1748"/>
                  </a:lnTo>
                  <a:lnTo>
                    <a:pt x="2450" y="1628"/>
                  </a:lnTo>
                  <a:lnTo>
                    <a:pt x="2480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0" y="1001"/>
                  </a:lnTo>
                  <a:lnTo>
                    <a:pt x="2450" y="881"/>
                  </a:lnTo>
                  <a:lnTo>
                    <a:pt x="2406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6" y="463"/>
                  </a:lnTo>
                  <a:lnTo>
                    <a:pt x="2137" y="374"/>
                  </a:lnTo>
                  <a:lnTo>
                    <a:pt x="2047" y="284"/>
                  </a:lnTo>
                  <a:lnTo>
                    <a:pt x="1957" y="209"/>
                  </a:lnTo>
                  <a:lnTo>
                    <a:pt x="1853" y="149"/>
                  </a:lnTo>
                  <a:lnTo>
                    <a:pt x="1748" y="105"/>
                  </a:lnTo>
                  <a:lnTo>
                    <a:pt x="1629" y="60"/>
                  </a:lnTo>
                  <a:lnTo>
                    <a:pt x="1509" y="30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-1072636" y="1251533"/>
              <a:ext cx="70603" cy="70575"/>
            </a:xfrm>
            <a:custGeom>
              <a:rect b="b" l="l" r="r" t="t"/>
              <a:pathLst>
                <a:path extrusionOk="0" h="2510" w="2511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60" y="881"/>
                  </a:lnTo>
                  <a:lnTo>
                    <a:pt x="30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0" y="1509"/>
                  </a:lnTo>
                  <a:lnTo>
                    <a:pt x="60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2" y="2226"/>
                  </a:lnTo>
                  <a:lnTo>
                    <a:pt x="2152" y="2151"/>
                  </a:lnTo>
                  <a:lnTo>
                    <a:pt x="2227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7" y="463"/>
                  </a:lnTo>
                  <a:lnTo>
                    <a:pt x="2152" y="374"/>
                  </a:lnTo>
                  <a:lnTo>
                    <a:pt x="2062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1" name="Google Shape;841;p24"/>
            <p:cNvGrpSpPr/>
            <p:nvPr/>
          </p:nvGrpSpPr>
          <p:grpSpPr>
            <a:xfrm>
              <a:off x="-1837553" y="1587475"/>
              <a:ext cx="691023" cy="562245"/>
              <a:chOff x="-3597915" y="995403"/>
              <a:chExt cx="1552860" cy="1263472"/>
            </a:xfrm>
          </p:grpSpPr>
          <p:sp>
            <p:nvSpPr>
              <p:cNvPr id="842" name="Google Shape;842;p24"/>
              <p:cNvSpPr/>
              <p:nvPr/>
            </p:nvSpPr>
            <p:spPr>
              <a:xfrm>
                <a:off x="-3597915" y="995403"/>
                <a:ext cx="1552843" cy="922581"/>
              </a:xfrm>
              <a:custGeom>
                <a:rect b="b" l="l" r="r" t="t"/>
                <a:pathLst>
                  <a:path extrusionOk="0" h="26104" w="43937">
                    <a:moveTo>
                      <a:pt x="19778" y="1"/>
                    </a:moveTo>
                    <a:lnTo>
                      <a:pt x="19207" y="28"/>
                    </a:lnTo>
                    <a:lnTo>
                      <a:pt x="18636" y="69"/>
                    </a:lnTo>
                    <a:lnTo>
                      <a:pt x="18078" y="123"/>
                    </a:lnTo>
                    <a:lnTo>
                      <a:pt x="17507" y="191"/>
                    </a:lnTo>
                    <a:lnTo>
                      <a:pt x="16935" y="273"/>
                    </a:lnTo>
                    <a:lnTo>
                      <a:pt x="16214" y="409"/>
                    </a:lnTo>
                    <a:lnTo>
                      <a:pt x="15507" y="572"/>
                    </a:lnTo>
                    <a:lnTo>
                      <a:pt x="14800" y="762"/>
                    </a:lnTo>
                    <a:lnTo>
                      <a:pt x="14120" y="966"/>
                    </a:lnTo>
                    <a:lnTo>
                      <a:pt x="13439" y="1198"/>
                    </a:lnTo>
                    <a:lnTo>
                      <a:pt x="12759" y="1456"/>
                    </a:lnTo>
                    <a:lnTo>
                      <a:pt x="12106" y="1728"/>
                    </a:lnTo>
                    <a:lnTo>
                      <a:pt x="11467" y="2027"/>
                    </a:lnTo>
                    <a:lnTo>
                      <a:pt x="10937" y="2300"/>
                    </a:lnTo>
                    <a:lnTo>
                      <a:pt x="10433" y="2572"/>
                    </a:lnTo>
                    <a:lnTo>
                      <a:pt x="9930" y="2871"/>
                    </a:lnTo>
                    <a:lnTo>
                      <a:pt x="9427" y="3170"/>
                    </a:lnTo>
                    <a:lnTo>
                      <a:pt x="8991" y="3456"/>
                    </a:lnTo>
                    <a:lnTo>
                      <a:pt x="8556" y="3755"/>
                    </a:lnTo>
                    <a:lnTo>
                      <a:pt x="8121" y="4068"/>
                    </a:lnTo>
                    <a:lnTo>
                      <a:pt x="7713" y="4394"/>
                    </a:lnTo>
                    <a:lnTo>
                      <a:pt x="7209" y="4802"/>
                    </a:lnTo>
                    <a:lnTo>
                      <a:pt x="6720" y="5238"/>
                    </a:lnTo>
                    <a:lnTo>
                      <a:pt x="6257" y="5673"/>
                    </a:lnTo>
                    <a:lnTo>
                      <a:pt x="5795" y="6135"/>
                    </a:lnTo>
                    <a:lnTo>
                      <a:pt x="5523" y="6408"/>
                    </a:lnTo>
                    <a:lnTo>
                      <a:pt x="5264" y="6693"/>
                    </a:lnTo>
                    <a:lnTo>
                      <a:pt x="4761" y="7264"/>
                    </a:lnTo>
                    <a:lnTo>
                      <a:pt x="4394" y="7713"/>
                    </a:lnTo>
                    <a:lnTo>
                      <a:pt x="4040" y="8176"/>
                    </a:lnTo>
                    <a:lnTo>
                      <a:pt x="3700" y="8638"/>
                    </a:lnTo>
                    <a:lnTo>
                      <a:pt x="3373" y="9114"/>
                    </a:lnTo>
                    <a:lnTo>
                      <a:pt x="3061" y="9604"/>
                    </a:lnTo>
                    <a:lnTo>
                      <a:pt x="2761" y="10107"/>
                    </a:lnTo>
                    <a:lnTo>
                      <a:pt x="2476" y="10611"/>
                    </a:lnTo>
                    <a:lnTo>
                      <a:pt x="2217" y="11128"/>
                    </a:lnTo>
                    <a:lnTo>
                      <a:pt x="1932" y="11685"/>
                    </a:lnTo>
                    <a:lnTo>
                      <a:pt x="1673" y="12257"/>
                    </a:lnTo>
                    <a:lnTo>
                      <a:pt x="1510" y="12665"/>
                    </a:lnTo>
                    <a:lnTo>
                      <a:pt x="1347" y="13059"/>
                    </a:lnTo>
                    <a:lnTo>
                      <a:pt x="1197" y="13467"/>
                    </a:lnTo>
                    <a:lnTo>
                      <a:pt x="1047" y="13889"/>
                    </a:lnTo>
                    <a:lnTo>
                      <a:pt x="911" y="14297"/>
                    </a:lnTo>
                    <a:lnTo>
                      <a:pt x="789" y="14719"/>
                    </a:lnTo>
                    <a:lnTo>
                      <a:pt x="680" y="15140"/>
                    </a:lnTo>
                    <a:lnTo>
                      <a:pt x="571" y="15576"/>
                    </a:lnTo>
                    <a:lnTo>
                      <a:pt x="435" y="16133"/>
                    </a:lnTo>
                    <a:lnTo>
                      <a:pt x="326" y="16705"/>
                    </a:lnTo>
                    <a:lnTo>
                      <a:pt x="245" y="17222"/>
                    </a:lnTo>
                    <a:lnTo>
                      <a:pt x="163" y="17752"/>
                    </a:lnTo>
                    <a:lnTo>
                      <a:pt x="109" y="18269"/>
                    </a:lnTo>
                    <a:lnTo>
                      <a:pt x="68" y="18799"/>
                    </a:lnTo>
                    <a:lnTo>
                      <a:pt x="27" y="19357"/>
                    </a:lnTo>
                    <a:lnTo>
                      <a:pt x="14" y="19928"/>
                    </a:lnTo>
                    <a:lnTo>
                      <a:pt x="0" y="20336"/>
                    </a:lnTo>
                    <a:lnTo>
                      <a:pt x="0" y="22690"/>
                    </a:lnTo>
                    <a:lnTo>
                      <a:pt x="14" y="22867"/>
                    </a:lnTo>
                    <a:lnTo>
                      <a:pt x="27" y="23043"/>
                    </a:lnTo>
                    <a:lnTo>
                      <a:pt x="41" y="23207"/>
                    </a:lnTo>
                    <a:lnTo>
                      <a:pt x="82" y="23383"/>
                    </a:lnTo>
                    <a:lnTo>
                      <a:pt x="109" y="23547"/>
                    </a:lnTo>
                    <a:lnTo>
                      <a:pt x="163" y="23710"/>
                    </a:lnTo>
                    <a:lnTo>
                      <a:pt x="218" y="23860"/>
                    </a:lnTo>
                    <a:lnTo>
                      <a:pt x="272" y="24023"/>
                    </a:lnTo>
                    <a:lnTo>
                      <a:pt x="422" y="24322"/>
                    </a:lnTo>
                    <a:lnTo>
                      <a:pt x="585" y="24594"/>
                    </a:lnTo>
                    <a:lnTo>
                      <a:pt x="789" y="24866"/>
                    </a:lnTo>
                    <a:lnTo>
                      <a:pt x="1007" y="25097"/>
                    </a:lnTo>
                    <a:lnTo>
                      <a:pt x="1251" y="25329"/>
                    </a:lnTo>
                    <a:lnTo>
                      <a:pt x="1510" y="25519"/>
                    </a:lnTo>
                    <a:lnTo>
                      <a:pt x="1796" y="25696"/>
                    </a:lnTo>
                    <a:lnTo>
                      <a:pt x="2095" y="25832"/>
                    </a:lnTo>
                    <a:lnTo>
                      <a:pt x="2244" y="25900"/>
                    </a:lnTo>
                    <a:lnTo>
                      <a:pt x="2408" y="25954"/>
                    </a:lnTo>
                    <a:lnTo>
                      <a:pt x="2571" y="25995"/>
                    </a:lnTo>
                    <a:lnTo>
                      <a:pt x="2734" y="26036"/>
                    </a:lnTo>
                    <a:lnTo>
                      <a:pt x="2897" y="26063"/>
                    </a:lnTo>
                    <a:lnTo>
                      <a:pt x="3074" y="26090"/>
                    </a:lnTo>
                    <a:lnTo>
                      <a:pt x="3237" y="26104"/>
                    </a:lnTo>
                    <a:lnTo>
                      <a:pt x="43936" y="26104"/>
                    </a:lnTo>
                    <a:lnTo>
                      <a:pt x="43936" y="18772"/>
                    </a:lnTo>
                    <a:lnTo>
                      <a:pt x="43936" y="18459"/>
                    </a:lnTo>
                    <a:lnTo>
                      <a:pt x="43909" y="17888"/>
                    </a:lnTo>
                    <a:lnTo>
                      <a:pt x="43882" y="17317"/>
                    </a:lnTo>
                    <a:lnTo>
                      <a:pt x="43841" y="16922"/>
                    </a:lnTo>
                    <a:lnTo>
                      <a:pt x="43800" y="16528"/>
                    </a:lnTo>
                    <a:lnTo>
                      <a:pt x="43760" y="16133"/>
                    </a:lnTo>
                    <a:lnTo>
                      <a:pt x="43692" y="15752"/>
                    </a:lnTo>
                    <a:lnTo>
                      <a:pt x="43624" y="15358"/>
                    </a:lnTo>
                    <a:lnTo>
                      <a:pt x="43556" y="14977"/>
                    </a:lnTo>
                    <a:lnTo>
                      <a:pt x="43474" y="14596"/>
                    </a:lnTo>
                    <a:lnTo>
                      <a:pt x="43379" y="14215"/>
                    </a:lnTo>
                    <a:lnTo>
                      <a:pt x="43175" y="13467"/>
                    </a:lnTo>
                    <a:lnTo>
                      <a:pt x="42943" y="12733"/>
                    </a:lnTo>
                    <a:lnTo>
                      <a:pt x="42685" y="12012"/>
                    </a:lnTo>
                    <a:lnTo>
                      <a:pt x="42399" y="11318"/>
                    </a:lnTo>
                    <a:lnTo>
                      <a:pt x="42141" y="10733"/>
                    </a:lnTo>
                    <a:lnTo>
                      <a:pt x="41855" y="10175"/>
                    </a:lnTo>
                    <a:lnTo>
                      <a:pt x="41651" y="9795"/>
                    </a:lnTo>
                    <a:lnTo>
                      <a:pt x="41447" y="9414"/>
                    </a:lnTo>
                    <a:lnTo>
                      <a:pt x="41230" y="9046"/>
                    </a:lnTo>
                    <a:lnTo>
                      <a:pt x="40998" y="8679"/>
                    </a:lnTo>
                    <a:lnTo>
                      <a:pt x="40753" y="8312"/>
                    </a:lnTo>
                    <a:lnTo>
                      <a:pt x="40509" y="7958"/>
                    </a:lnTo>
                    <a:lnTo>
                      <a:pt x="40264" y="7605"/>
                    </a:lnTo>
                    <a:lnTo>
                      <a:pt x="40005" y="7264"/>
                    </a:lnTo>
                    <a:lnTo>
                      <a:pt x="39774" y="6979"/>
                    </a:lnTo>
                    <a:lnTo>
                      <a:pt x="39529" y="6693"/>
                    </a:lnTo>
                    <a:lnTo>
                      <a:pt x="39298" y="6408"/>
                    </a:lnTo>
                    <a:lnTo>
                      <a:pt x="39039" y="6135"/>
                    </a:lnTo>
                    <a:lnTo>
                      <a:pt x="38767" y="5836"/>
                    </a:lnTo>
                    <a:lnTo>
                      <a:pt x="38495" y="5551"/>
                    </a:lnTo>
                    <a:lnTo>
                      <a:pt x="38210" y="5278"/>
                    </a:lnTo>
                    <a:lnTo>
                      <a:pt x="37924" y="5006"/>
                    </a:lnTo>
                    <a:lnTo>
                      <a:pt x="37638" y="4734"/>
                    </a:lnTo>
                    <a:lnTo>
                      <a:pt x="37339" y="4476"/>
                    </a:lnTo>
                    <a:lnTo>
                      <a:pt x="37026" y="4217"/>
                    </a:lnTo>
                    <a:lnTo>
                      <a:pt x="36713" y="3973"/>
                    </a:lnTo>
                    <a:lnTo>
                      <a:pt x="36401" y="3728"/>
                    </a:lnTo>
                    <a:lnTo>
                      <a:pt x="36088" y="3497"/>
                    </a:lnTo>
                    <a:lnTo>
                      <a:pt x="35761" y="3265"/>
                    </a:lnTo>
                    <a:lnTo>
                      <a:pt x="35421" y="3048"/>
                    </a:lnTo>
                    <a:lnTo>
                      <a:pt x="35095" y="2830"/>
                    </a:lnTo>
                    <a:lnTo>
                      <a:pt x="34755" y="2626"/>
                    </a:lnTo>
                    <a:lnTo>
                      <a:pt x="34401" y="2422"/>
                    </a:lnTo>
                    <a:lnTo>
                      <a:pt x="34061" y="2232"/>
                    </a:lnTo>
                    <a:lnTo>
                      <a:pt x="33707" y="2041"/>
                    </a:lnTo>
                    <a:lnTo>
                      <a:pt x="33340" y="1864"/>
                    </a:lnTo>
                    <a:lnTo>
                      <a:pt x="32986" y="1687"/>
                    </a:lnTo>
                    <a:lnTo>
                      <a:pt x="32619" y="1524"/>
                    </a:lnTo>
                    <a:lnTo>
                      <a:pt x="32238" y="1375"/>
                    </a:lnTo>
                    <a:lnTo>
                      <a:pt x="31871" y="1225"/>
                    </a:lnTo>
                    <a:lnTo>
                      <a:pt x="31490" y="1089"/>
                    </a:lnTo>
                    <a:lnTo>
                      <a:pt x="31109" y="953"/>
                    </a:lnTo>
                    <a:lnTo>
                      <a:pt x="30715" y="830"/>
                    </a:lnTo>
                    <a:lnTo>
                      <a:pt x="30334" y="708"/>
                    </a:lnTo>
                    <a:lnTo>
                      <a:pt x="29939" y="599"/>
                    </a:lnTo>
                    <a:lnTo>
                      <a:pt x="29531" y="504"/>
                    </a:lnTo>
                    <a:lnTo>
                      <a:pt x="29137" y="409"/>
                    </a:lnTo>
                    <a:lnTo>
                      <a:pt x="28729" y="327"/>
                    </a:lnTo>
                    <a:lnTo>
                      <a:pt x="28321" y="259"/>
                    </a:lnTo>
                    <a:lnTo>
                      <a:pt x="27913" y="191"/>
                    </a:lnTo>
                    <a:lnTo>
                      <a:pt x="27355" y="123"/>
                    </a:lnTo>
                    <a:lnTo>
                      <a:pt x="26784" y="69"/>
                    </a:lnTo>
                    <a:lnTo>
                      <a:pt x="26389" y="42"/>
                    </a:lnTo>
                    <a:lnTo>
                      <a:pt x="25981" y="14"/>
                    </a:lnTo>
                    <a:lnTo>
                      <a:pt x="255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24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rect b="b" l="l" r="r" t="t"/>
                <a:pathLst>
                  <a:path extrusionOk="0" h="9646" w="28811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FF53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24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rect b="b" l="l" r="r" t="t"/>
                <a:pathLst>
                  <a:path extrusionOk="0" h="9646" w="28811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E339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4"/>
              <p:cNvSpPr/>
              <p:nvPr/>
            </p:nvSpPr>
            <p:spPr>
              <a:xfrm>
                <a:off x="-2739789" y="2103051"/>
                <a:ext cx="573079" cy="155825"/>
              </a:xfrm>
              <a:custGeom>
                <a:rect b="b" l="l" r="r" t="t"/>
                <a:pathLst>
                  <a:path extrusionOk="0" h="4409" w="16215">
                    <a:moveTo>
                      <a:pt x="1" y="1"/>
                    </a:moveTo>
                    <a:lnTo>
                      <a:pt x="191" y="191"/>
                    </a:lnTo>
                    <a:lnTo>
                      <a:pt x="966" y="980"/>
                    </a:lnTo>
                    <a:lnTo>
                      <a:pt x="1347" y="1361"/>
                    </a:lnTo>
                    <a:lnTo>
                      <a:pt x="1728" y="1742"/>
                    </a:lnTo>
                    <a:lnTo>
                      <a:pt x="2109" y="2096"/>
                    </a:lnTo>
                    <a:lnTo>
                      <a:pt x="2504" y="2449"/>
                    </a:lnTo>
                    <a:lnTo>
                      <a:pt x="2912" y="2776"/>
                    </a:lnTo>
                    <a:lnTo>
                      <a:pt x="3347" y="3089"/>
                    </a:lnTo>
                    <a:lnTo>
                      <a:pt x="3565" y="3238"/>
                    </a:lnTo>
                    <a:lnTo>
                      <a:pt x="3782" y="3374"/>
                    </a:lnTo>
                    <a:lnTo>
                      <a:pt x="4013" y="3497"/>
                    </a:lnTo>
                    <a:lnTo>
                      <a:pt x="4258" y="3633"/>
                    </a:lnTo>
                    <a:lnTo>
                      <a:pt x="4503" y="3742"/>
                    </a:lnTo>
                    <a:lnTo>
                      <a:pt x="4748" y="3850"/>
                    </a:lnTo>
                    <a:lnTo>
                      <a:pt x="5020" y="3946"/>
                    </a:lnTo>
                    <a:lnTo>
                      <a:pt x="5278" y="4041"/>
                    </a:lnTo>
                    <a:lnTo>
                      <a:pt x="5564" y="4122"/>
                    </a:lnTo>
                    <a:lnTo>
                      <a:pt x="5850" y="4191"/>
                    </a:lnTo>
                    <a:lnTo>
                      <a:pt x="6149" y="4259"/>
                    </a:lnTo>
                    <a:lnTo>
                      <a:pt x="6448" y="4313"/>
                    </a:lnTo>
                    <a:lnTo>
                      <a:pt x="6775" y="4354"/>
                    </a:lnTo>
                    <a:lnTo>
                      <a:pt x="7101" y="4381"/>
                    </a:lnTo>
                    <a:lnTo>
                      <a:pt x="7441" y="4395"/>
                    </a:lnTo>
                    <a:lnTo>
                      <a:pt x="7795" y="4408"/>
                    </a:lnTo>
                    <a:lnTo>
                      <a:pt x="8271" y="4395"/>
                    </a:lnTo>
                    <a:lnTo>
                      <a:pt x="8747" y="4354"/>
                    </a:lnTo>
                    <a:lnTo>
                      <a:pt x="9223" y="4299"/>
                    </a:lnTo>
                    <a:lnTo>
                      <a:pt x="9686" y="4218"/>
                    </a:lnTo>
                    <a:lnTo>
                      <a:pt x="10148" y="4109"/>
                    </a:lnTo>
                    <a:lnTo>
                      <a:pt x="10611" y="3986"/>
                    </a:lnTo>
                    <a:lnTo>
                      <a:pt x="11060" y="3837"/>
                    </a:lnTo>
                    <a:lnTo>
                      <a:pt x="11495" y="3660"/>
                    </a:lnTo>
                    <a:lnTo>
                      <a:pt x="11930" y="3470"/>
                    </a:lnTo>
                    <a:lnTo>
                      <a:pt x="12352" y="3266"/>
                    </a:lnTo>
                    <a:lnTo>
                      <a:pt x="12760" y="3034"/>
                    </a:lnTo>
                    <a:lnTo>
                      <a:pt x="13168" y="2776"/>
                    </a:lnTo>
                    <a:lnTo>
                      <a:pt x="13549" y="2504"/>
                    </a:lnTo>
                    <a:lnTo>
                      <a:pt x="13930" y="2205"/>
                    </a:lnTo>
                    <a:lnTo>
                      <a:pt x="14283" y="1905"/>
                    </a:lnTo>
                    <a:lnTo>
                      <a:pt x="14637" y="1565"/>
                    </a:lnTo>
                    <a:lnTo>
                      <a:pt x="1621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24"/>
              <p:cNvSpPr/>
              <p:nvPr/>
            </p:nvSpPr>
            <p:spPr>
              <a:xfrm>
                <a:off x="-3597456" y="1659815"/>
                <a:ext cx="235593" cy="133665"/>
              </a:xfrm>
              <a:custGeom>
                <a:rect b="b" l="l" r="r" t="t"/>
                <a:pathLst>
                  <a:path extrusionOk="0" h="3782" w="6666">
                    <a:moveTo>
                      <a:pt x="55" y="0"/>
                    </a:moveTo>
                    <a:lnTo>
                      <a:pt x="14" y="558"/>
                    </a:lnTo>
                    <a:lnTo>
                      <a:pt x="1" y="1129"/>
                    </a:lnTo>
                    <a:lnTo>
                      <a:pt x="2884" y="1129"/>
                    </a:lnTo>
                    <a:lnTo>
                      <a:pt x="3156" y="1143"/>
                    </a:lnTo>
                    <a:lnTo>
                      <a:pt x="3415" y="1184"/>
                    </a:lnTo>
                    <a:lnTo>
                      <a:pt x="3673" y="1252"/>
                    </a:lnTo>
                    <a:lnTo>
                      <a:pt x="3918" y="1347"/>
                    </a:lnTo>
                    <a:lnTo>
                      <a:pt x="4149" y="1456"/>
                    </a:lnTo>
                    <a:lnTo>
                      <a:pt x="4367" y="1592"/>
                    </a:lnTo>
                    <a:lnTo>
                      <a:pt x="4571" y="1742"/>
                    </a:lnTo>
                    <a:lnTo>
                      <a:pt x="4762" y="1905"/>
                    </a:lnTo>
                    <a:lnTo>
                      <a:pt x="4925" y="2095"/>
                    </a:lnTo>
                    <a:lnTo>
                      <a:pt x="5074" y="2299"/>
                    </a:lnTo>
                    <a:lnTo>
                      <a:pt x="5210" y="2517"/>
                    </a:lnTo>
                    <a:lnTo>
                      <a:pt x="5319" y="2748"/>
                    </a:lnTo>
                    <a:lnTo>
                      <a:pt x="5414" y="2993"/>
                    </a:lnTo>
                    <a:lnTo>
                      <a:pt x="5482" y="3251"/>
                    </a:lnTo>
                    <a:lnTo>
                      <a:pt x="5523" y="3510"/>
                    </a:lnTo>
                    <a:lnTo>
                      <a:pt x="5537" y="3782"/>
                    </a:lnTo>
                    <a:lnTo>
                      <a:pt x="6666" y="3782"/>
                    </a:lnTo>
                    <a:lnTo>
                      <a:pt x="6666" y="3591"/>
                    </a:lnTo>
                    <a:lnTo>
                      <a:pt x="6652" y="3387"/>
                    </a:lnTo>
                    <a:lnTo>
                      <a:pt x="6625" y="3211"/>
                    </a:lnTo>
                    <a:lnTo>
                      <a:pt x="6598" y="3020"/>
                    </a:lnTo>
                    <a:lnTo>
                      <a:pt x="6543" y="2830"/>
                    </a:lnTo>
                    <a:lnTo>
                      <a:pt x="6503" y="2653"/>
                    </a:lnTo>
                    <a:lnTo>
                      <a:pt x="6435" y="2476"/>
                    </a:lnTo>
                    <a:lnTo>
                      <a:pt x="6367" y="2313"/>
                    </a:lnTo>
                    <a:lnTo>
                      <a:pt x="6299" y="2136"/>
                    </a:lnTo>
                    <a:lnTo>
                      <a:pt x="6217" y="1973"/>
                    </a:lnTo>
                    <a:lnTo>
                      <a:pt x="6122" y="1823"/>
                    </a:lnTo>
                    <a:lnTo>
                      <a:pt x="6027" y="1660"/>
                    </a:lnTo>
                    <a:lnTo>
                      <a:pt x="5918" y="1524"/>
                    </a:lnTo>
                    <a:lnTo>
                      <a:pt x="5809" y="1374"/>
                    </a:lnTo>
                    <a:lnTo>
                      <a:pt x="5686" y="1238"/>
                    </a:lnTo>
                    <a:lnTo>
                      <a:pt x="5564" y="1102"/>
                    </a:lnTo>
                    <a:lnTo>
                      <a:pt x="5428" y="980"/>
                    </a:lnTo>
                    <a:lnTo>
                      <a:pt x="5292" y="857"/>
                    </a:lnTo>
                    <a:lnTo>
                      <a:pt x="5142" y="749"/>
                    </a:lnTo>
                    <a:lnTo>
                      <a:pt x="4993" y="640"/>
                    </a:lnTo>
                    <a:lnTo>
                      <a:pt x="4843" y="545"/>
                    </a:lnTo>
                    <a:lnTo>
                      <a:pt x="4694" y="449"/>
                    </a:lnTo>
                    <a:lnTo>
                      <a:pt x="4530" y="368"/>
                    </a:lnTo>
                    <a:lnTo>
                      <a:pt x="4353" y="300"/>
                    </a:lnTo>
                    <a:lnTo>
                      <a:pt x="4190" y="232"/>
                    </a:lnTo>
                    <a:lnTo>
                      <a:pt x="4013" y="164"/>
                    </a:lnTo>
                    <a:lnTo>
                      <a:pt x="3823" y="109"/>
                    </a:lnTo>
                    <a:lnTo>
                      <a:pt x="3646" y="68"/>
                    </a:lnTo>
                    <a:lnTo>
                      <a:pt x="3456" y="41"/>
                    </a:lnTo>
                    <a:lnTo>
                      <a:pt x="3265" y="14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24"/>
              <p:cNvSpPr/>
              <p:nvPr/>
            </p:nvSpPr>
            <p:spPr>
              <a:xfrm>
                <a:off x="-3586393" y="1355018"/>
                <a:ext cx="411069" cy="230787"/>
              </a:xfrm>
              <a:custGeom>
                <a:rect b="b" l="l" r="r" t="t"/>
                <a:pathLst>
                  <a:path extrusionOk="0" h="6530" w="11631">
                    <a:moveTo>
                      <a:pt x="10502" y="0"/>
                    </a:moveTo>
                    <a:lnTo>
                      <a:pt x="10488" y="272"/>
                    </a:lnTo>
                    <a:lnTo>
                      <a:pt x="10474" y="558"/>
                    </a:lnTo>
                    <a:lnTo>
                      <a:pt x="10434" y="817"/>
                    </a:lnTo>
                    <a:lnTo>
                      <a:pt x="10393" y="1089"/>
                    </a:lnTo>
                    <a:lnTo>
                      <a:pt x="10325" y="1347"/>
                    </a:lnTo>
                    <a:lnTo>
                      <a:pt x="10257" y="1606"/>
                    </a:lnTo>
                    <a:lnTo>
                      <a:pt x="10175" y="1850"/>
                    </a:lnTo>
                    <a:lnTo>
                      <a:pt x="10080" y="2095"/>
                    </a:lnTo>
                    <a:lnTo>
                      <a:pt x="9971" y="2340"/>
                    </a:lnTo>
                    <a:lnTo>
                      <a:pt x="9849" y="2571"/>
                    </a:lnTo>
                    <a:lnTo>
                      <a:pt x="9713" y="2803"/>
                    </a:lnTo>
                    <a:lnTo>
                      <a:pt x="9577" y="3020"/>
                    </a:lnTo>
                    <a:lnTo>
                      <a:pt x="9427" y="3224"/>
                    </a:lnTo>
                    <a:lnTo>
                      <a:pt x="9264" y="3428"/>
                    </a:lnTo>
                    <a:lnTo>
                      <a:pt x="9101" y="3632"/>
                    </a:lnTo>
                    <a:lnTo>
                      <a:pt x="8910" y="3823"/>
                    </a:lnTo>
                    <a:lnTo>
                      <a:pt x="8733" y="4000"/>
                    </a:lnTo>
                    <a:lnTo>
                      <a:pt x="8529" y="4163"/>
                    </a:lnTo>
                    <a:lnTo>
                      <a:pt x="8325" y="4326"/>
                    </a:lnTo>
                    <a:lnTo>
                      <a:pt x="8121" y="4476"/>
                    </a:lnTo>
                    <a:lnTo>
                      <a:pt x="7904" y="4612"/>
                    </a:lnTo>
                    <a:lnTo>
                      <a:pt x="7672" y="4748"/>
                    </a:lnTo>
                    <a:lnTo>
                      <a:pt x="7441" y="4870"/>
                    </a:lnTo>
                    <a:lnTo>
                      <a:pt x="7196" y="4979"/>
                    </a:lnTo>
                    <a:lnTo>
                      <a:pt x="6951" y="5074"/>
                    </a:lnTo>
                    <a:lnTo>
                      <a:pt x="6707" y="5156"/>
                    </a:lnTo>
                    <a:lnTo>
                      <a:pt x="6448" y="5224"/>
                    </a:lnTo>
                    <a:lnTo>
                      <a:pt x="6190" y="5292"/>
                    </a:lnTo>
                    <a:lnTo>
                      <a:pt x="5918" y="5333"/>
                    </a:lnTo>
                    <a:lnTo>
                      <a:pt x="5646" y="5373"/>
                    </a:lnTo>
                    <a:lnTo>
                      <a:pt x="5373" y="5387"/>
                    </a:lnTo>
                    <a:lnTo>
                      <a:pt x="5101" y="5401"/>
                    </a:lnTo>
                    <a:lnTo>
                      <a:pt x="245" y="5401"/>
                    </a:lnTo>
                    <a:lnTo>
                      <a:pt x="109" y="5958"/>
                    </a:lnTo>
                    <a:lnTo>
                      <a:pt x="0" y="6530"/>
                    </a:lnTo>
                    <a:lnTo>
                      <a:pt x="5101" y="6530"/>
                    </a:lnTo>
                    <a:lnTo>
                      <a:pt x="5523" y="6516"/>
                    </a:lnTo>
                    <a:lnTo>
                      <a:pt x="5945" y="6475"/>
                    </a:lnTo>
                    <a:lnTo>
                      <a:pt x="6353" y="6407"/>
                    </a:lnTo>
                    <a:lnTo>
                      <a:pt x="6761" y="6326"/>
                    </a:lnTo>
                    <a:lnTo>
                      <a:pt x="7155" y="6203"/>
                    </a:lnTo>
                    <a:lnTo>
                      <a:pt x="7536" y="6067"/>
                    </a:lnTo>
                    <a:lnTo>
                      <a:pt x="7904" y="5904"/>
                    </a:lnTo>
                    <a:lnTo>
                      <a:pt x="8271" y="5713"/>
                    </a:lnTo>
                    <a:lnTo>
                      <a:pt x="8611" y="5509"/>
                    </a:lnTo>
                    <a:lnTo>
                      <a:pt x="8937" y="5278"/>
                    </a:lnTo>
                    <a:lnTo>
                      <a:pt x="9250" y="5033"/>
                    </a:lnTo>
                    <a:lnTo>
                      <a:pt x="9549" y="4775"/>
                    </a:lnTo>
                    <a:lnTo>
                      <a:pt x="9835" y="4489"/>
                    </a:lnTo>
                    <a:lnTo>
                      <a:pt x="10107" y="4190"/>
                    </a:lnTo>
                    <a:lnTo>
                      <a:pt x="10352" y="3877"/>
                    </a:lnTo>
                    <a:lnTo>
                      <a:pt x="10583" y="3551"/>
                    </a:lnTo>
                    <a:lnTo>
                      <a:pt x="10747" y="3279"/>
                    </a:lnTo>
                    <a:lnTo>
                      <a:pt x="10910" y="2993"/>
                    </a:lnTo>
                    <a:lnTo>
                      <a:pt x="11046" y="2707"/>
                    </a:lnTo>
                    <a:lnTo>
                      <a:pt x="11168" y="2422"/>
                    </a:lnTo>
                    <a:lnTo>
                      <a:pt x="11277" y="2136"/>
                    </a:lnTo>
                    <a:lnTo>
                      <a:pt x="11372" y="1850"/>
                    </a:lnTo>
                    <a:lnTo>
                      <a:pt x="11454" y="1551"/>
                    </a:lnTo>
                    <a:lnTo>
                      <a:pt x="11508" y="1252"/>
                    </a:lnTo>
                    <a:lnTo>
                      <a:pt x="11563" y="939"/>
                    </a:lnTo>
                    <a:lnTo>
                      <a:pt x="11603" y="640"/>
                    </a:lnTo>
                    <a:lnTo>
                      <a:pt x="11631" y="313"/>
                    </a:lnTo>
                    <a:lnTo>
                      <a:pt x="1163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4"/>
              <p:cNvSpPr/>
              <p:nvPr/>
            </p:nvSpPr>
            <p:spPr>
              <a:xfrm>
                <a:off x="-2484966" y="1641048"/>
                <a:ext cx="439908" cy="172648"/>
              </a:xfrm>
              <a:custGeom>
                <a:rect b="b" l="l" r="r" t="t"/>
                <a:pathLst>
                  <a:path extrusionOk="0" h="4885" w="12447">
                    <a:moveTo>
                      <a:pt x="0" y="1"/>
                    </a:moveTo>
                    <a:lnTo>
                      <a:pt x="14" y="246"/>
                    </a:lnTo>
                    <a:lnTo>
                      <a:pt x="27" y="491"/>
                    </a:lnTo>
                    <a:lnTo>
                      <a:pt x="54" y="735"/>
                    </a:lnTo>
                    <a:lnTo>
                      <a:pt x="109" y="980"/>
                    </a:lnTo>
                    <a:lnTo>
                      <a:pt x="150" y="1212"/>
                    </a:lnTo>
                    <a:lnTo>
                      <a:pt x="218" y="1443"/>
                    </a:lnTo>
                    <a:lnTo>
                      <a:pt x="299" y="1660"/>
                    </a:lnTo>
                    <a:lnTo>
                      <a:pt x="381" y="1878"/>
                    </a:lnTo>
                    <a:lnTo>
                      <a:pt x="476" y="2096"/>
                    </a:lnTo>
                    <a:lnTo>
                      <a:pt x="585" y="2300"/>
                    </a:lnTo>
                    <a:lnTo>
                      <a:pt x="694" y="2504"/>
                    </a:lnTo>
                    <a:lnTo>
                      <a:pt x="816" y="2708"/>
                    </a:lnTo>
                    <a:lnTo>
                      <a:pt x="952" y="2898"/>
                    </a:lnTo>
                    <a:lnTo>
                      <a:pt x="1102" y="3075"/>
                    </a:lnTo>
                    <a:lnTo>
                      <a:pt x="1251" y="3252"/>
                    </a:lnTo>
                    <a:lnTo>
                      <a:pt x="1401" y="3415"/>
                    </a:lnTo>
                    <a:lnTo>
                      <a:pt x="1564" y="3578"/>
                    </a:lnTo>
                    <a:lnTo>
                      <a:pt x="1741" y="3728"/>
                    </a:lnTo>
                    <a:lnTo>
                      <a:pt x="1918" y="3878"/>
                    </a:lnTo>
                    <a:lnTo>
                      <a:pt x="2108" y="4014"/>
                    </a:lnTo>
                    <a:lnTo>
                      <a:pt x="2312" y="4150"/>
                    </a:lnTo>
                    <a:lnTo>
                      <a:pt x="2503" y="4258"/>
                    </a:lnTo>
                    <a:lnTo>
                      <a:pt x="2707" y="4367"/>
                    </a:lnTo>
                    <a:lnTo>
                      <a:pt x="2925" y="4476"/>
                    </a:lnTo>
                    <a:lnTo>
                      <a:pt x="3142" y="4558"/>
                    </a:lnTo>
                    <a:lnTo>
                      <a:pt x="3360" y="4639"/>
                    </a:lnTo>
                    <a:lnTo>
                      <a:pt x="3591" y="4707"/>
                    </a:lnTo>
                    <a:lnTo>
                      <a:pt x="3822" y="4762"/>
                    </a:lnTo>
                    <a:lnTo>
                      <a:pt x="4054" y="4816"/>
                    </a:lnTo>
                    <a:lnTo>
                      <a:pt x="4298" y="4843"/>
                    </a:lnTo>
                    <a:lnTo>
                      <a:pt x="4543" y="4871"/>
                    </a:lnTo>
                    <a:lnTo>
                      <a:pt x="4788" y="4884"/>
                    </a:lnTo>
                    <a:lnTo>
                      <a:pt x="12446" y="4884"/>
                    </a:lnTo>
                    <a:lnTo>
                      <a:pt x="12446" y="3742"/>
                    </a:lnTo>
                    <a:lnTo>
                      <a:pt x="4693" y="3742"/>
                    </a:lnTo>
                    <a:lnTo>
                      <a:pt x="4503" y="3728"/>
                    </a:lnTo>
                    <a:lnTo>
                      <a:pt x="4312" y="3701"/>
                    </a:lnTo>
                    <a:lnTo>
                      <a:pt x="4122" y="3674"/>
                    </a:lnTo>
                    <a:lnTo>
                      <a:pt x="3945" y="3619"/>
                    </a:lnTo>
                    <a:lnTo>
                      <a:pt x="3768" y="3578"/>
                    </a:lnTo>
                    <a:lnTo>
                      <a:pt x="3591" y="3510"/>
                    </a:lnTo>
                    <a:lnTo>
                      <a:pt x="3428" y="3442"/>
                    </a:lnTo>
                    <a:lnTo>
                      <a:pt x="3265" y="3374"/>
                    </a:lnTo>
                    <a:lnTo>
                      <a:pt x="3101" y="3293"/>
                    </a:lnTo>
                    <a:lnTo>
                      <a:pt x="2938" y="3197"/>
                    </a:lnTo>
                    <a:lnTo>
                      <a:pt x="2789" y="3102"/>
                    </a:lnTo>
                    <a:lnTo>
                      <a:pt x="2639" y="2993"/>
                    </a:lnTo>
                    <a:lnTo>
                      <a:pt x="2503" y="2885"/>
                    </a:lnTo>
                    <a:lnTo>
                      <a:pt x="2367" y="2776"/>
                    </a:lnTo>
                    <a:lnTo>
                      <a:pt x="2231" y="2653"/>
                    </a:lnTo>
                    <a:lnTo>
                      <a:pt x="2108" y="2517"/>
                    </a:lnTo>
                    <a:lnTo>
                      <a:pt x="2000" y="2381"/>
                    </a:lnTo>
                    <a:lnTo>
                      <a:pt x="1891" y="2245"/>
                    </a:lnTo>
                    <a:lnTo>
                      <a:pt x="1782" y="2096"/>
                    </a:lnTo>
                    <a:lnTo>
                      <a:pt x="1687" y="1946"/>
                    </a:lnTo>
                    <a:lnTo>
                      <a:pt x="1592" y="1783"/>
                    </a:lnTo>
                    <a:lnTo>
                      <a:pt x="1510" y="1620"/>
                    </a:lnTo>
                    <a:lnTo>
                      <a:pt x="1442" y="1456"/>
                    </a:lnTo>
                    <a:lnTo>
                      <a:pt x="1374" y="1293"/>
                    </a:lnTo>
                    <a:lnTo>
                      <a:pt x="1306" y="1116"/>
                    </a:lnTo>
                    <a:lnTo>
                      <a:pt x="1265" y="939"/>
                    </a:lnTo>
                    <a:lnTo>
                      <a:pt x="1224" y="763"/>
                    </a:lnTo>
                    <a:lnTo>
                      <a:pt x="1183" y="572"/>
                    </a:lnTo>
                    <a:lnTo>
                      <a:pt x="1156" y="382"/>
                    </a:lnTo>
                    <a:lnTo>
                      <a:pt x="1143" y="191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4"/>
              <p:cNvSpPr/>
              <p:nvPr/>
            </p:nvSpPr>
            <p:spPr>
              <a:xfrm>
                <a:off x="-3538786" y="1388664"/>
                <a:ext cx="189931" cy="39937"/>
              </a:xfrm>
              <a:custGeom>
                <a:rect b="b" l="l" r="r" t="t"/>
                <a:pathLst>
                  <a:path extrusionOk="0" h="1130" w="5374">
                    <a:moveTo>
                      <a:pt x="544" y="1"/>
                    </a:moveTo>
                    <a:lnTo>
                      <a:pt x="259" y="558"/>
                    </a:lnTo>
                    <a:lnTo>
                      <a:pt x="0" y="1130"/>
                    </a:lnTo>
                    <a:lnTo>
                      <a:pt x="5373" y="1130"/>
                    </a:lnTo>
                    <a:lnTo>
                      <a:pt x="537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4"/>
              <p:cNvSpPr/>
              <p:nvPr/>
            </p:nvSpPr>
            <p:spPr>
              <a:xfrm>
                <a:off x="-2663342" y="1212232"/>
                <a:ext cx="479350" cy="223117"/>
              </a:xfrm>
              <a:custGeom>
                <a:rect b="b" l="l" r="r" t="t"/>
                <a:pathLst>
                  <a:path extrusionOk="0" h="6313" w="13563">
                    <a:moveTo>
                      <a:pt x="5972" y="0"/>
                    </a:moveTo>
                    <a:lnTo>
                      <a:pt x="5618" y="41"/>
                    </a:lnTo>
                    <a:lnTo>
                      <a:pt x="5265" y="82"/>
                    </a:lnTo>
                    <a:lnTo>
                      <a:pt x="4925" y="150"/>
                    </a:lnTo>
                    <a:lnTo>
                      <a:pt x="4598" y="232"/>
                    </a:lnTo>
                    <a:lnTo>
                      <a:pt x="4272" y="341"/>
                    </a:lnTo>
                    <a:lnTo>
                      <a:pt x="3945" y="463"/>
                    </a:lnTo>
                    <a:lnTo>
                      <a:pt x="3632" y="599"/>
                    </a:lnTo>
                    <a:lnTo>
                      <a:pt x="3333" y="749"/>
                    </a:lnTo>
                    <a:lnTo>
                      <a:pt x="3047" y="925"/>
                    </a:lnTo>
                    <a:lnTo>
                      <a:pt x="2762" y="1102"/>
                    </a:lnTo>
                    <a:lnTo>
                      <a:pt x="2490" y="1293"/>
                    </a:lnTo>
                    <a:lnTo>
                      <a:pt x="2231" y="1510"/>
                    </a:lnTo>
                    <a:lnTo>
                      <a:pt x="1986" y="1742"/>
                    </a:lnTo>
                    <a:lnTo>
                      <a:pt x="1742" y="1973"/>
                    </a:lnTo>
                    <a:lnTo>
                      <a:pt x="1524" y="2218"/>
                    </a:lnTo>
                    <a:lnTo>
                      <a:pt x="1320" y="2463"/>
                    </a:lnTo>
                    <a:lnTo>
                      <a:pt x="1129" y="2721"/>
                    </a:lnTo>
                    <a:lnTo>
                      <a:pt x="966" y="2979"/>
                    </a:lnTo>
                    <a:lnTo>
                      <a:pt x="803" y="3251"/>
                    </a:lnTo>
                    <a:lnTo>
                      <a:pt x="626" y="3605"/>
                    </a:lnTo>
                    <a:lnTo>
                      <a:pt x="463" y="3959"/>
                    </a:lnTo>
                    <a:lnTo>
                      <a:pt x="327" y="4326"/>
                    </a:lnTo>
                    <a:lnTo>
                      <a:pt x="218" y="4707"/>
                    </a:lnTo>
                    <a:lnTo>
                      <a:pt x="123" y="5101"/>
                    </a:lnTo>
                    <a:lnTo>
                      <a:pt x="55" y="5496"/>
                    </a:lnTo>
                    <a:lnTo>
                      <a:pt x="14" y="5904"/>
                    </a:lnTo>
                    <a:lnTo>
                      <a:pt x="0" y="6312"/>
                    </a:lnTo>
                    <a:lnTo>
                      <a:pt x="1143" y="6312"/>
                    </a:lnTo>
                    <a:lnTo>
                      <a:pt x="1157" y="6054"/>
                    </a:lnTo>
                    <a:lnTo>
                      <a:pt x="1170" y="5782"/>
                    </a:lnTo>
                    <a:lnTo>
                      <a:pt x="1198" y="5523"/>
                    </a:lnTo>
                    <a:lnTo>
                      <a:pt x="1252" y="5265"/>
                    </a:lnTo>
                    <a:lnTo>
                      <a:pt x="1306" y="5020"/>
                    </a:lnTo>
                    <a:lnTo>
                      <a:pt x="1374" y="4775"/>
                    </a:lnTo>
                    <a:lnTo>
                      <a:pt x="1456" y="4530"/>
                    </a:lnTo>
                    <a:lnTo>
                      <a:pt x="1551" y="4299"/>
                    </a:lnTo>
                    <a:lnTo>
                      <a:pt x="1660" y="4068"/>
                    </a:lnTo>
                    <a:lnTo>
                      <a:pt x="1769" y="3850"/>
                    </a:lnTo>
                    <a:lnTo>
                      <a:pt x="1891" y="3632"/>
                    </a:lnTo>
                    <a:lnTo>
                      <a:pt x="2027" y="3415"/>
                    </a:lnTo>
                    <a:lnTo>
                      <a:pt x="2177" y="3211"/>
                    </a:lnTo>
                    <a:lnTo>
                      <a:pt x="2327" y="3020"/>
                    </a:lnTo>
                    <a:lnTo>
                      <a:pt x="2490" y="2830"/>
                    </a:lnTo>
                    <a:lnTo>
                      <a:pt x="2667" y="2653"/>
                    </a:lnTo>
                    <a:lnTo>
                      <a:pt x="2843" y="2476"/>
                    </a:lnTo>
                    <a:lnTo>
                      <a:pt x="3034" y="2313"/>
                    </a:lnTo>
                    <a:lnTo>
                      <a:pt x="3224" y="2163"/>
                    </a:lnTo>
                    <a:lnTo>
                      <a:pt x="3428" y="2014"/>
                    </a:lnTo>
                    <a:lnTo>
                      <a:pt x="3646" y="1878"/>
                    </a:lnTo>
                    <a:lnTo>
                      <a:pt x="3864" y="1755"/>
                    </a:lnTo>
                    <a:lnTo>
                      <a:pt x="4081" y="1646"/>
                    </a:lnTo>
                    <a:lnTo>
                      <a:pt x="4313" y="1538"/>
                    </a:lnTo>
                    <a:lnTo>
                      <a:pt x="4544" y="1442"/>
                    </a:lnTo>
                    <a:lnTo>
                      <a:pt x="4789" y="1361"/>
                    </a:lnTo>
                    <a:lnTo>
                      <a:pt x="5033" y="1293"/>
                    </a:lnTo>
                    <a:lnTo>
                      <a:pt x="5292" y="1238"/>
                    </a:lnTo>
                    <a:lnTo>
                      <a:pt x="5537" y="1197"/>
                    </a:lnTo>
                    <a:lnTo>
                      <a:pt x="5795" y="1157"/>
                    </a:lnTo>
                    <a:lnTo>
                      <a:pt x="6067" y="1143"/>
                    </a:lnTo>
                    <a:lnTo>
                      <a:pt x="6326" y="1129"/>
                    </a:lnTo>
                    <a:lnTo>
                      <a:pt x="13562" y="1129"/>
                    </a:lnTo>
                    <a:lnTo>
                      <a:pt x="13331" y="844"/>
                    </a:lnTo>
                    <a:lnTo>
                      <a:pt x="13086" y="558"/>
                    </a:lnTo>
                    <a:lnTo>
                      <a:pt x="12855" y="273"/>
                    </a:lnTo>
                    <a:lnTo>
                      <a:pt x="12596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4"/>
              <p:cNvSpPr/>
              <p:nvPr/>
            </p:nvSpPr>
            <p:spPr>
              <a:xfrm>
                <a:off x="-2390742" y="1355018"/>
                <a:ext cx="291364" cy="40432"/>
              </a:xfrm>
              <a:custGeom>
                <a:rect b="b" l="l" r="r" t="t"/>
                <a:pathLst>
                  <a:path extrusionOk="0" h="1144" w="8244">
                    <a:moveTo>
                      <a:pt x="0" y="0"/>
                    </a:moveTo>
                    <a:lnTo>
                      <a:pt x="0" y="1143"/>
                    </a:lnTo>
                    <a:lnTo>
                      <a:pt x="8243" y="1143"/>
                    </a:lnTo>
                    <a:lnTo>
                      <a:pt x="7985" y="558"/>
                    </a:lnTo>
                    <a:lnTo>
                      <a:pt x="769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4"/>
              <p:cNvSpPr/>
              <p:nvPr/>
            </p:nvSpPr>
            <p:spPr>
              <a:xfrm>
                <a:off x="-3103715" y="1620867"/>
                <a:ext cx="144728" cy="297124"/>
              </a:xfrm>
              <a:custGeom>
                <a:rect b="b" l="l" r="r" t="t"/>
                <a:pathLst>
                  <a:path extrusionOk="0" h="8407" w="4095">
                    <a:moveTo>
                      <a:pt x="4095" y="1"/>
                    </a:moveTo>
                    <a:lnTo>
                      <a:pt x="3755" y="28"/>
                    </a:lnTo>
                    <a:lnTo>
                      <a:pt x="3428" y="69"/>
                    </a:lnTo>
                    <a:lnTo>
                      <a:pt x="3102" y="123"/>
                    </a:lnTo>
                    <a:lnTo>
                      <a:pt x="2789" y="218"/>
                    </a:lnTo>
                    <a:lnTo>
                      <a:pt x="2490" y="341"/>
                    </a:lnTo>
                    <a:lnTo>
                      <a:pt x="2204" y="477"/>
                    </a:lnTo>
                    <a:lnTo>
                      <a:pt x="1932" y="626"/>
                    </a:lnTo>
                    <a:lnTo>
                      <a:pt x="1660" y="817"/>
                    </a:lnTo>
                    <a:lnTo>
                      <a:pt x="1415" y="1007"/>
                    </a:lnTo>
                    <a:lnTo>
                      <a:pt x="1184" y="1225"/>
                    </a:lnTo>
                    <a:lnTo>
                      <a:pt x="966" y="1470"/>
                    </a:lnTo>
                    <a:lnTo>
                      <a:pt x="776" y="1715"/>
                    </a:lnTo>
                    <a:lnTo>
                      <a:pt x="599" y="1973"/>
                    </a:lnTo>
                    <a:lnTo>
                      <a:pt x="449" y="2259"/>
                    </a:lnTo>
                    <a:lnTo>
                      <a:pt x="313" y="2544"/>
                    </a:lnTo>
                    <a:lnTo>
                      <a:pt x="205" y="2857"/>
                    </a:lnTo>
                    <a:lnTo>
                      <a:pt x="123" y="3116"/>
                    </a:lnTo>
                    <a:lnTo>
                      <a:pt x="68" y="3401"/>
                    </a:lnTo>
                    <a:lnTo>
                      <a:pt x="28" y="3687"/>
                    </a:lnTo>
                    <a:lnTo>
                      <a:pt x="14" y="3973"/>
                    </a:lnTo>
                    <a:lnTo>
                      <a:pt x="0" y="4095"/>
                    </a:lnTo>
                    <a:lnTo>
                      <a:pt x="0" y="8407"/>
                    </a:lnTo>
                    <a:lnTo>
                      <a:pt x="1143" y="8407"/>
                    </a:lnTo>
                    <a:lnTo>
                      <a:pt x="1143" y="4095"/>
                    </a:lnTo>
                    <a:lnTo>
                      <a:pt x="1157" y="3796"/>
                    </a:lnTo>
                    <a:lnTo>
                      <a:pt x="1198" y="3496"/>
                    </a:lnTo>
                    <a:lnTo>
                      <a:pt x="1279" y="3224"/>
                    </a:lnTo>
                    <a:lnTo>
                      <a:pt x="1374" y="2952"/>
                    </a:lnTo>
                    <a:lnTo>
                      <a:pt x="1497" y="2694"/>
                    </a:lnTo>
                    <a:lnTo>
                      <a:pt x="1646" y="2449"/>
                    </a:lnTo>
                    <a:lnTo>
                      <a:pt x="1823" y="2218"/>
                    </a:lnTo>
                    <a:lnTo>
                      <a:pt x="2014" y="2014"/>
                    </a:lnTo>
                    <a:lnTo>
                      <a:pt x="2218" y="1823"/>
                    </a:lnTo>
                    <a:lnTo>
                      <a:pt x="2449" y="1647"/>
                    </a:lnTo>
                    <a:lnTo>
                      <a:pt x="2694" y="1497"/>
                    </a:lnTo>
                    <a:lnTo>
                      <a:pt x="2952" y="1374"/>
                    </a:lnTo>
                    <a:lnTo>
                      <a:pt x="3224" y="1279"/>
                    </a:lnTo>
                    <a:lnTo>
                      <a:pt x="3496" y="1198"/>
                    </a:lnTo>
                    <a:lnTo>
                      <a:pt x="3796" y="1157"/>
                    </a:lnTo>
                    <a:lnTo>
                      <a:pt x="4095" y="1143"/>
                    </a:lnTo>
                    <a:lnTo>
                      <a:pt x="409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4"/>
              <p:cNvSpPr/>
              <p:nvPr/>
            </p:nvSpPr>
            <p:spPr>
              <a:xfrm>
                <a:off x="-2999383" y="999750"/>
                <a:ext cx="163000" cy="267331"/>
              </a:xfrm>
              <a:custGeom>
                <a:rect b="b" l="l" r="r" t="t"/>
                <a:pathLst>
                  <a:path extrusionOk="0" h="7564" w="4612">
                    <a:moveTo>
                      <a:pt x="1143" y="0"/>
                    </a:moveTo>
                    <a:lnTo>
                      <a:pt x="572" y="68"/>
                    </a:lnTo>
                    <a:lnTo>
                      <a:pt x="0" y="150"/>
                    </a:lnTo>
                    <a:lnTo>
                      <a:pt x="0" y="2952"/>
                    </a:lnTo>
                    <a:lnTo>
                      <a:pt x="14" y="3183"/>
                    </a:lnTo>
                    <a:lnTo>
                      <a:pt x="27" y="3428"/>
                    </a:lnTo>
                    <a:lnTo>
                      <a:pt x="55" y="3659"/>
                    </a:lnTo>
                    <a:lnTo>
                      <a:pt x="95" y="3877"/>
                    </a:lnTo>
                    <a:lnTo>
                      <a:pt x="150" y="4108"/>
                    </a:lnTo>
                    <a:lnTo>
                      <a:pt x="204" y="4326"/>
                    </a:lnTo>
                    <a:lnTo>
                      <a:pt x="286" y="4530"/>
                    </a:lnTo>
                    <a:lnTo>
                      <a:pt x="368" y="4747"/>
                    </a:lnTo>
                    <a:lnTo>
                      <a:pt x="463" y="4951"/>
                    </a:lnTo>
                    <a:lnTo>
                      <a:pt x="558" y="5142"/>
                    </a:lnTo>
                    <a:lnTo>
                      <a:pt x="667" y="5346"/>
                    </a:lnTo>
                    <a:lnTo>
                      <a:pt x="789" y="5523"/>
                    </a:lnTo>
                    <a:lnTo>
                      <a:pt x="925" y="5713"/>
                    </a:lnTo>
                    <a:lnTo>
                      <a:pt x="1061" y="5890"/>
                    </a:lnTo>
                    <a:lnTo>
                      <a:pt x="1197" y="6053"/>
                    </a:lnTo>
                    <a:lnTo>
                      <a:pt x="1361" y="6216"/>
                    </a:lnTo>
                    <a:lnTo>
                      <a:pt x="1510" y="6366"/>
                    </a:lnTo>
                    <a:lnTo>
                      <a:pt x="1687" y="6516"/>
                    </a:lnTo>
                    <a:lnTo>
                      <a:pt x="1864" y="6652"/>
                    </a:lnTo>
                    <a:lnTo>
                      <a:pt x="2041" y="6774"/>
                    </a:lnTo>
                    <a:lnTo>
                      <a:pt x="2231" y="6897"/>
                    </a:lnTo>
                    <a:lnTo>
                      <a:pt x="2422" y="7005"/>
                    </a:lnTo>
                    <a:lnTo>
                      <a:pt x="2612" y="7114"/>
                    </a:lnTo>
                    <a:lnTo>
                      <a:pt x="2816" y="7196"/>
                    </a:lnTo>
                    <a:lnTo>
                      <a:pt x="3034" y="7277"/>
                    </a:lnTo>
                    <a:lnTo>
                      <a:pt x="3251" y="7359"/>
                    </a:lnTo>
                    <a:lnTo>
                      <a:pt x="3469" y="7414"/>
                    </a:lnTo>
                    <a:lnTo>
                      <a:pt x="3687" y="7468"/>
                    </a:lnTo>
                    <a:lnTo>
                      <a:pt x="3918" y="7509"/>
                    </a:lnTo>
                    <a:lnTo>
                      <a:pt x="4149" y="7536"/>
                    </a:lnTo>
                    <a:lnTo>
                      <a:pt x="4380" y="7563"/>
                    </a:lnTo>
                    <a:lnTo>
                      <a:pt x="4612" y="7563"/>
                    </a:lnTo>
                    <a:lnTo>
                      <a:pt x="4612" y="6434"/>
                    </a:lnTo>
                    <a:lnTo>
                      <a:pt x="4435" y="6421"/>
                    </a:lnTo>
                    <a:lnTo>
                      <a:pt x="4258" y="6407"/>
                    </a:lnTo>
                    <a:lnTo>
                      <a:pt x="4081" y="6393"/>
                    </a:lnTo>
                    <a:lnTo>
                      <a:pt x="3918" y="6353"/>
                    </a:lnTo>
                    <a:lnTo>
                      <a:pt x="3755" y="6312"/>
                    </a:lnTo>
                    <a:lnTo>
                      <a:pt x="3578" y="6271"/>
                    </a:lnTo>
                    <a:lnTo>
                      <a:pt x="3428" y="6216"/>
                    </a:lnTo>
                    <a:lnTo>
                      <a:pt x="3265" y="6148"/>
                    </a:lnTo>
                    <a:lnTo>
                      <a:pt x="3115" y="6080"/>
                    </a:lnTo>
                    <a:lnTo>
                      <a:pt x="2966" y="6012"/>
                    </a:lnTo>
                    <a:lnTo>
                      <a:pt x="2666" y="5836"/>
                    </a:lnTo>
                    <a:lnTo>
                      <a:pt x="2408" y="5632"/>
                    </a:lnTo>
                    <a:lnTo>
                      <a:pt x="2163" y="5414"/>
                    </a:lnTo>
                    <a:lnTo>
                      <a:pt x="1932" y="5169"/>
                    </a:lnTo>
                    <a:lnTo>
                      <a:pt x="1728" y="4897"/>
                    </a:lnTo>
                    <a:lnTo>
                      <a:pt x="1565" y="4611"/>
                    </a:lnTo>
                    <a:lnTo>
                      <a:pt x="1483" y="4462"/>
                    </a:lnTo>
                    <a:lnTo>
                      <a:pt x="1415" y="4299"/>
                    </a:lnTo>
                    <a:lnTo>
                      <a:pt x="1347" y="4149"/>
                    </a:lnTo>
                    <a:lnTo>
                      <a:pt x="1293" y="3986"/>
                    </a:lnTo>
                    <a:lnTo>
                      <a:pt x="1252" y="3822"/>
                    </a:lnTo>
                    <a:lnTo>
                      <a:pt x="1211" y="3646"/>
                    </a:lnTo>
                    <a:lnTo>
                      <a:pt x="1184" y="3482"/>
                    </a:lnTo>
                    <a:lnTo>
                      <a:pt x="1156" y="3306"/>
                    </a:lnTo>
                    <a:lnTo>
                      <a:pt x="1143" y="3129"/>
                    </a:lnTo>
                    <a:lnTo>
                      <a:pt x="1143" y="295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4"/>
              <p:cNvSpPr/>
              <p:nvPr/>
            </p:nvSpPr>
            <p:spPr>
              <a:xfrm>
                <a:off x="-2773435" y="997807"/>
                <a:ext cx="162045" cy="151973"/>
              </a:xfrm>
              <a:custGeom>
                <a:rect b="b" l="l" r="r" t="t"/>
                <a:pathLst>
                  <a:path extrusionOk="0" h="4300" w="4585">
                    <a:moveTo>
                      <a:pt x="3456" y="1"/>
                    </a:moveTo>
                    <a:lnTo>
                      <a:pt x="3415" y="327"/>
                    </a:lnTo>
                    <a:lnTo>
                      <a:pt x="3333" y="640"/>
                    </a:lnTo>
                    <a:lnTo>
                      <a:pt x="3238" y="953"/>
                    </a:lnTo>
                    <a:lnTo>
                      <a:pt x="3102" y="1239"/>
                    </a:lnTo>
                    <a:lnTo>
                      <a:pt x="2952" y="1511"/>
                    </a:lnTo>
                    <a:lnTo>
                      <a:pt x="2775" y="1783"/>
                    </a:lnTo>
                    <a:lnTo>
                      <a:pt x="2571" y="2014"/>
                    </a:lnTo>
                    <a:lnTo>
                      <a:pt x="2340" y="2245"/>
                    </a:lnTo>
                    <a:lnTo>
                      <a:pt x="2109" y="2449"/>
                    </a:lnTo>
                    <a:lnTo>
                      <a:pt x="1850" y="2626"/>
                    </a:lnTo>
                    <a:lnTo>
                      <a:pt x="1565" y="2776"/>
                    </a:lnTo>
                    <a:lnTo>
                      <a:pt x="1279" y="2912"/>
                    </a:lnTo>
                    <a:lnTo>
                      <a:pt x="980" y="3020"/>
                    </a:lnTo>
                    <a:lnTo>
                      <a:pt x="653" y="3102"/>
                    </a:lnTo>
                    <a:lnTo>
                      <a:pt x="327" y="3143"/>
                    </a:lnTo>
                    <a:lnTo>
                      <a:pt x="0" y="3157"/>
                    </a:lnTo>
                    <a:lnTo>
                      <a:pt x="0" y="4299"/>
                    </a:lnTo>
                    <a:lnTo>
                      <a:pt x="218" y="4286"/>
                    </a:lnTo>
                    <a:lnTo>
                      <a:pt x="436" y="4272"/>
                    </a:lnTo>
                    <a:lnTo>
                      <a:pt x="653" y="4245"/>
                    </a:lnTo>
                    <a:lnTo>
                      <a:pt x="871" y="4218"/>
                    </a:lnTo>
                    <a:lnTo>
                      <a:pt x="1089" y="4163"/>
                    </a:lnTo>
                    <a:lnTo>
                      <a:pt x="1293" y="4109"/>
                    </a:lnTo>
                    <a:lnTo>
                      <a:pt x="1497" y="4041"/>
                    </a:lnTo>
                    <a:lnTo>
                      <a:pt x="1701" y="3973"/>
                    </a:lnTo>
                    <a:lnTo>
                      <a:pt x="1891" y="3891"/>
                    </a:lnTo>
                    <a:lnTo>
                      <a:pt x="2082" y="3796"/>
                    </a:lnTo>
                    <a:lnTo>
                      <a:pt x="2259" y="3701"/>
                    </a:lnTo>
                    <a:lnTo>
                      <a:pt x="2449" y="3592"/>
                    </a:lnTo>
                    <a:lnTo>
                      <a:pt x="2626" y="3483"/>
                    </a:lnTo>
                    <a:lnTo>
                      <a:pt x="2789" y="3347"/>
                    </a:lnTo>
                    <a:lnTo>
                      <a:pt x="2952" y="3225"/>
                    </a:lnTo>
                    <a:lnTo>
                      <a:pt x="3102" y="3089"/>
                    </a:lnTo>
                    <a:lnTo>
                      <a:pt x="3265" y="2939"/>
                    </a:lnTo>
                    <a:lnTo>
                      <a:pt x="3401" y="2789"/>
                    </a:lnTo>
                    <a:lnTo>
                      <a:pt x="3537" y="2640"/>
                    </a:lnTo>
                    <a:lnTo>
                      <a:pt x="3673" y="2476"/>
                    </a:lnTo>
                    <a:lnTo>
                      <a:pt x="3796" y="2300"/>
                    </a:lnTo>
                    <a:lnTo>
                      <a:pt x="3904" y="2123"/>
                    </a:lnTo>
                    <a:lnTo>
                      <a:pt x="4013" y="1946"/>
                    </a:lnTo>
                    <a:lnTo>
                      <a:pt x="4108" y="1755"/>
                    </a:lnTo>
                    <a:lnTo>
                      <a:pt x="4204" y="1565"/>
                    </a:lnTo>
                    <a:lnTo>
                      <a:pt x="4285" y="1375"/>
                    </a:lnTo>
                    <a:lnTo>
                      <a:pt x="4367" y="1184"/>
                    </a:lnTo>
                    <a:lnTo>
                      <a:pt x="4421" y="980"/>
                    </a:lnTo>
                    <a:lnTo>
                      <a:pt x="4476" y="762"/>
                    </a:lnTo>
                    <a:lnTo>
                      <a:pt x="4530" y="558"/>
                    </a:lnTo>
                    <a:lnTo>
                      <a:pt x="4557" y="341"/>
                    </a:lnTo>
                    <a:lnTo>
                      <a:pt x="4585" y="123"/>
                    </a:lnTo>
                    <a:lnTo>
                      <a:pt x="4027" y="55"/>
                    </a:lnTo>
                    <a:lnTo>
                      <a:pt x="345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4"/>
              <p:cNvSpPr/>
              <p:nvPr/>
            </p:nvSpPr>
            <p:spPr>
              <a:xfrm>
                <a:off x="-3429683" y="1212232"/>
                <a:ext cx="410114" cy="177914"/>
              </a:xfrm>
              <a:custGeom>
                <a:rect b="b" l="l" r="r" t="t"/>
                <a:pathLst>
                  <a:path extrusionOk="0" h="5034" w="11604">
                    <a:moveTo>
                      <a:pt x="1035" y="0"/>
                    </a:moveTo>
                    <a:lnTo>
                      <a:pt x="763" y="273"/>
                    </a:lnTo>
                    <a:lnTo>
                      <a:pt x="504" y="558"/>
                    </a:lnTo>
                    <a:lnTo>
                      <a:pt x="1" y="1129"/>
                    </a:lnTo>
                    <a:lnTo>
                      <a:pt x="6571" y="1129"/>
                    </a:lnTo>
                    <a:lnTo>
                      <a:pt x="6761" y="1143"/>
                    </a:lnTo>
                    <a:lnTo>
                      <a:pt x="6965" y="1157"/>
                    </a:lnTo>
                    <a:lnTo>
                      <a:pt x="7156" y="1170"/>
                    </a:lnTo>
                    <a:lnTo>
                      <a:pt x="7346" y="1211"/>
                    </a:lnTo>
                    <a:lnTo>
                      <a:pt x="7537" y="1252"/>
                    </a:lnTo>
                    <a:lnTo>
                      <a:pt x="7727" y="1306"/>
                    </a:lnTo>
                    <a:lnTo>
                      <a:pt x="7904" y="1374"/>
                    </a:lnTo>
                    <a:lnTo>
                      <a:pt x="8081" y="1442"/>
                    </a:lnTo>
                    <a:lnTo>
                      <a:pt x="8258" y="1510"/>
                    </a:lnTo>
                    <a:lnTo>
                      <a:pt x="8421" y="1606"/>
                    </a:lnTo>
                    <a:lnTo>
                      <a:pt x="8584" y="1701"/>
                    </a:lnTo>
                    <a:lnTo>
                      <a:pt x="8747" y="1796"/>
                    </a:lnTo>
                    <a:lnTo>
                      <a:pt x="8897" y="1905"/>
                    </a:lnTo>
                    <a:lnTo>
                      <a:pt x="9047" y="2027"/>
                    </a:lnTo>
                    <a:lnTo>
                      <a:pt x="9196" y="2150"/>
                    </a:lnTo>
                    <a:lnTo>
                      <a:pt x="9332" y="2272"/>
                    </a:lnTo>
                    <a:lnTo>
                      <a:pt x="9455" y="2408"/>
                    </a:lnTo>
                    <a:lnTo>
                      <a:pt x="9577" y="2558"/>
                    </a:lnTo>
                    <a:lnTo>
                      <a:pt x="9700" y="2707"/>
                    </a:lnTo>
                    <a:lnTo>
                      <a:pt x="9808" y="2857"/>
                    </a:lnTo>
                    <a:lnTo>
                      <a:pt x="9904" y="3007"/>
                    </a:lnTo>
                    <a:lnTo>
                      <a:pt x="9999" y="3170"/>
                    </a:lnTo>
                    <a:lnTo>
                      <a:pt x="10094" y="3347"/>
                    </a:lnTo>
                    <a:lnTo>
                      <a:pt x="10162" y="3524"/>
                    </a:lnTo>
                    <a:lnTo>
                      <a:pt x="10230" y="3700"/>
                    </a:lnTo>
                    <a:lnTo>
                      <a:pt x="10298" y="3877"/>
                    </a:lnTo>
                    <a:lnTo>
                      <a:pt x="10353" y="4054"/>
                    </a:lnTo>
                    <a:lnTo>
                      <a:pt x="10393" y="4244"/>
                    </a:lnTo>
                    <a:lnTo>
                      <a:pt x="10434" y="4435"/>
                    </a:lnTo>
                    <a:lnTo>
                      <a:pt x="10448" y="4639"/>
                    </a:lnTo>
                    <a:lnTo>
                      <a:pt x="10475" y="4829"/>
                    </a:lnTo>
                    <a:lnTo>
                      <a:pt x="10475" y="5033"/>
                    </a:lnTo>
                    <a:lnTo>
                      <a:pt x="11604" y="5033"/>
                    </a:lnTo>
                    <a:lnTo>
                      <a:pt x="11604" y="4775"/>
                    </a:lnTo>
                    <a:lnTo>
                      <a:pt x="11590" y="4516"/>
                    </a:lnTo>
                    <a:lnTo>
                      <a:pt x="11550" y="4272"/>
                    </a:lnTo>
                    <a:lnTo>
                      <a:pt x="11509" y="4027"/>
                    </a:lnTo>
                    <a:lnTo>
                      <a:pt x="11454" y="3782"/>
                    </a:lnTo>
                    <a:lnTo>
                      <a:pt x="11386" y="3537"/>
                    </a:lnTo>
                    <a:lnTo>
                      <a:pt x="11305" y="3306"/>
                    </a:lnTo>
                    <a:lnTo>
                      <a:pt x="11209" y="3075"/>
                    </a:lnTo>
                    <a:lnTo>
                      <a:pt x="11114" y="2857"/>
                    </a:lnTo>
                    <a:lnTo>
                      <a:pt x="11005" y="2639"/>
                    </a:lnTo>
                    <a:lnTo>
                      <a:pt x="10883" y="2422"/>
                    </a:lnTo>
                    <a:lnTo>
                      <a:pt x="10747" y="2218"/>
                    </a:lnTo>
                    <a:lnTo>
                      <a:pt x="10611" y="2027"/>
                    </a:lnTo>
                    <a:lnTo>
                      <a:pt x="10461" y="1837"/>
                    </a:lnTo>
                    <a:lnTo>
                      <a:pt x="10298" y="1646"/>
                    </a:lnTo>
                    <a:lnTo>
                      <a:pt x="10135" y="1470"/>
                    </a:lnTo>
                    <a:lnTo>
                      <a:pt x="9958" y="1306"/>
                    </a:lnTo>
                    <a:lnTo>
                      <a:pt x="9768" y="1143"/>
                    </a:lnTo>
                    <a:lnTo>
                      <a:pt x="9577" y="993"/>
                    </a:lnTo>
                    <a:lnTo>
                      <a:pt x="9387" y="857"/>
                    </a:lnTo>
                    <a:lnTo>
                      <a:pt x="9183" y="721"/>
                    </a:lnTo>
                    <a:lnTo>
                      <a:pt x="8965" y="599"/>
                    </a:lnTo>
                    <a:lnTo>
                      <a:pt x="8747" y="490"/>
                    </a:lnTo>
                    <a:lnTo>
                      <a:pt x="8530" y="395"/>
                    </a:lnTo>
                    <a:lnTo>
                      <a:pt x="8299" y="300"/>
                    </a:lnTo>
                    <a:lnTo>
                      <a:pt x="8067" y="218"/>
                    </a:lnTo>
                    <a:lnTo>
                      <a:pt x="7822" y="150"/>
                    </a:lnTo>
                    <a:lnTo>
                      <a:pt x="7578" y="96"/>
                    </a:lnTo>
                    <a:lnTo>
                      <a:pt x="7333" y="55"/>
                    </a:lnTo>
                    <a:lnTo>
                      <a:pt x="7074" y="28"/>
                    </a:lnTo>
                    <a:lnTo>
                      <a:pt x="682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4"/>
              <p:cNvSpPr/>
              <p:nvPr/>
            </p:nvSpPr>
            <p:spPr>
              <a:xfrm>
                <a:off x="-2735936" y="1199261"/>
                <a:ext cx="135609" cy="131757"/>
              </a:xfrm>
              <a:custGeom>
                <a:rect b="b" l="l" r="r" t="t"/>
                <a:pathLst>
                  <a:path extrusionOk="0" h="3728" w="3837">
                    <a:moveTo>
                      <a:pt x="0" y="0"/>
                    </a:moveTo>
                    <a:lnTo>
                      <a:pt x="14" y="191"/>
                    </a:lnTo>
                    <a:lnTo>
                      <a:pt x="28" y="381"/>
                    </a:lnTo>
                    <a:lnTo>
                      <a:pt x="41" y="571"/>
                    </a:lnTo>
                    <a:lnTo>
                      <a:pt x="82" y="748"/>
                    </a:lnTo>
                    <a:lnTo>
                      <a:pt x="123" y="939"/>
                    </a:lnTo>
                    <a:lnTo>
                      <a:pt x="177" y="1116"/>
                    </a:lnTo>
                    <a:lnTo>
                      <a:pt x="232" y="1279"/>
                    </a:lnTo>
                    <a:lnTo>
                      <a:pt x="300" y="1456"/>
                    </a:lnTo>
                    <a:lnTo>
                      <a:pt x="368" y="1619"/>
                    </a:lnTo>
                    <a:lnTo>
                      <a:pt x="449" y="1782"/>
                    </a:lnTo>
                    <a:lnTo>
                      <a:pt x="545" y="1932"/>
                    </a:lnTo>
                    <a:lnTo>
                      <a:pt x="640" y="2081"/>
                    </a:lnTo>
                    <a:lnTo>
                      <a:pt x="749" y="2231"/>
                    </a:lnTo>
                    <a:lnTo>
                      <a:pt x="857" y="2381"/>
                    </a:lnTo>
                    <a:lnTo>
                      <a:pt x="980" y="2517"/>
                    </a:lnTo>
                    <a:lnTo>
                      <a:pt x="1102" y="2639"/>
                    </a:lnTo>
                    <a:lnTo>
                      <a:pt x="1225" y="2761"/>
                    </a:lnTo>
                    <a:lnTo>
                      <a:pt x="1361" y="2884"/>
                    </a:lnTo>
                    <a:lnTo>
                      <a:pt x="1497" y="2993"/>
                    </a:lnTo>
                    <a:lnTo>
                      <a:pt x="1646" y="3102"/>
                    </a:lnTo>
                    <a:lnTo>
                      <a:pt x="1796" y="3197"/>
                    </a:lnTo>
                    <a:lnTo>
                      <a:pt x="1959" y="3278"/>
                    </a:lnTo>
                    <a:lnTo>
                      <a:pt x="2122" y="3360"/>
                    </a:lnTo>
                    <a:lnTo>
                      <a:pt x="2286" y="3442"/>
                    </a:lnTo>
                    <a:lnTo>
                      <a:pt x="2449" y="3510"/>
                    </a:lnTo>
                    <a:lnTo>
                      <a:pt x="2626" y="3564"/>
                    </a:lnTo>
                    <a:lnTo>
                      <a:pt x="2803" y="3618"/>
                    </a:lnTo>
                    <a:lnTo>
                      <a:pt x="2979" y="3659"/>
                    </a:lnTo>
                    <a:lnTo>
                      <a:pt x="3170" y="3686"/>
                    </a:lnTo>
                    <a:lnTo>
                      <a:pt x="3347" y="3714"/>
                    </a:lnTo>
                    <a:lnTo>
                      <a:pt x="3537" y="3727"/>
                    </a:lnTo>
                    <a:lnTo>
                      <a:pt x="3836" y="3727"/>
                    </a:lnTo>
                    <a:lnTo>
                      <a:pt x="3836" y="2598"/>
                    </a:lnTo>
                    <a:lnTo>
                      <a:pt x="3728" y="2598"/>
                    </a:lnTo>
                    <a:lnTo>
                      <a:pt x="3469" y="2585"/>
                    </a:lnTo>
                    <a:lnTo>
                      <a:pt x="3211" y="2544"/>
                    </a:lnTo>
                    <a:lnTo>
                      <a:pt x="2966" y="2476"/>
                    </a:lnTo>
                    <a:lnTo>
                      <a:pt x="2721" y="2394"/>
                    </a:lnTo>
                    <a:lnTo>
                      <a:pt x="2503" y="2285"/>
                    </a:lnTo>
                    <a:lnTo>
                      <a:pt x="2286" y="2149"/>
                    </a:lnTo>
                    <a:lnTo>
                      <a:pt x="2082" y="2000"/>
                    </a:lnTo>
                    <a:lnTo>
                      <a:pt x="1905" y="1837"/>
                    </a:lnTo>
                    <a:lnTo>
                      <a:pt x="1728" y="1646"/>
                    </a:lnTo>
                    <a:lnTo>
                      <a:pt x="1578" y="1456"/>
                    </a:lnTo>
                    <a:lnTo>
                      <a:pt x="1456" y="1238"/>
                    </a:lnTo>
                    <a:lnTo>
                      <a:pt x="1347" y="1007"/>
                    </a:lnTo>
                    <a:lnTo>
                      <a:pt x="1252" y="776"/>
                    </a:lnTo>
                    <a:lnTo>
                      <a:pt x="1198" y="531"/>
                    </a:lnTo>
                    <a:lnTo>
                      <a:pt x="1157" y="27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4"/>
              <p:cNvSpPr/>
              <p:nvPr/>
            </p:nvSpPr>
            <p:spPr>
              <a:xfrm>
                <a:off x="-3195076" y="1579056"/>
                <a:ext cx="113980" cy="184134"/>
              </a:xfrm>
              <a:custGeom>
                <a:rect b="b" l="l" r="r" t="t"/>
                <a:pathLst>
                  <a:path extrusionOk="0" h="5210" w="3225">
                    <a:moveTo>
                      <a:pt x="1" y="0"/>
                    </a:moveTo>
                    <a:lnTo>
                      <a:pt x="1" y="2000"/>
                    </a:lnTo>
                    <a:lnTo>
                      <a:pt x="15" y="2163"/>
                    </a:lnTo>
                    <a:lnTo>
                      <a:pt x="28" y="2326"/>
                    </a:lnTo>
                    <a:lnTo>
                      <a:pt x="42" y="2489"/>
                    </a:lnTo>
                    <a:lnTo>
                      <a:pt x="69" y="2653"/>
                    </a:lnTo>
                    <a:lnTo>
                      <a:pt x="151" y="2952"/>
                    </a:lnTo>
                    <a:lnTo>
                      <a:pt x="259" y="3251"/>
                    </a:lnTo>
                    <a:lnTo>
                      <a:pt x="395" y="3537"/>
                    </a:lnTo>
                    <a:lnTo>
                      <a:pt x="559" y="3795"/>
                    </a:lnTo>
                    <a:lnTo>
                      <a:pt x="736" y="4040"/>
                    </a:lnTo>
                    <a:lnTo>
                      <a:pt x="953" y="4271"/>
                    </a:lnTo>
                    <a:lnTo>
                      <a:pt x="1171" y="4475"/>
                    </a:lnTo>
                    <a:lnTo>
                      <a:pt x="1429" y="4666"/>
                    </a:lnTo>
                    <a:lnTo>
                      <a:pt x="1688" y="4829"/>
                    </a:lnTo>
                    <a:lnTo>
                      <a:pt x="1973" y="4965"/>
                    </a:lnTo>
                    <a:lnTo>
                      <a:pt x="2259" y="5074"/>
                    </a:lnTo>
                    <a:lnTo>
                      <a:pt x="2572" y="5142"/>
                    </a:lnTo>
                    <a:lnTo>
                      <a:pt x="2735" y="5183"/>
                    </a:lnTo>
                    <a:lnTo>
                      <a:pt x="2885" y="5196"/>
                    </a:lnTo>
                    <a:lnTo>
                      <a:pt x="3048" y="5210"/>
                    </a:lnTo>
                    <a:lnTo>
                      <a:pt x="3225" y="5210"/>
                    </a:lnTo>
                    <a:lnTo>
                      <a:pt x="3225" y="4081"/>
                    </a:lnTo>
                    <a:lnTo>
                      <a:pt x="3007" y="4067"/>
                    </a:lnTo>
                    <a:lnTo>
                      <a:pt x="2803" y="4040"/>
                    </a:lnTo>
                    <a:lnTo>
                      <a:pt x="2599" y="3986"/>
                    </a:lnTo>
                    <a:lnTo>
                      <a:pt x="2409" y="3918"/>
                    </a:lnTo>
                    <a:lnTo>
                      <a:pt x="2232" y="3822"/>
                    </a:lnTo>
                    <a:lnTo>
                      <a:pt x="2055" y="3727"/>
                    </a:lnTo>
                    <a:lnTo>
                      <a:pt x="1892" y="3605"/>
                    </a:lnTo>
                    <a:lnTo>
                      <a:pt x="1756" y="3469"/>
                    </a:lnTo>
                    <a:lnTo>
                      <a:pt x="1620" y="3319"/>
                    </a:lnTo>
                    <a:lnTo>
                      <a:pt x="1497" y="3156"/>
                    </a:lnTo>
                    <a:lnTo>
                      <a:pt x="1388" y="2993"/>
                    </a:lnTo>
                    <a:lnTo>
                      <a:pt x="1307" y="2802"/>
                    </a:lnTo>
                    <a:lnTo>
                      <a:pt x="1239" y="2612"/>
                    </a:lnTo>
                    <a:lnTo>
                      <a:pt x="1184" y="2421"/>
                    </a:lnTo>
                    <a:lnTo>
                      <a:pt x="1157" y="2217"/>
                    </a:lnTo>
                    <a:lnTo>
                      <a:pt x="1144" y="2000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4"/>
              <p:cNvSpPr/>
              <p:nvPr/>
            </p:nvSpPr>
            <p:spPr>
              <a:xfrm>
                <a:off x="-2841223" y="1661264"/>
                <a:ext cx="185619" cy="441817"/>
              </a:xfrm>
              <a:custGeom>
                <a:rect b="b" l="l" r="r" t="t"/>
                <a:pathLst>
                  <a:path extrusionOk="0" h="12501" w="5252">
                    <a:moveTo>
                      <a:pt x="1" y="0"/>
                    </a:moveTo>
                    <a:lnTo>
                      <a:pt x="1" y="2245"/>
                    </a:lnTo>
                    <a:lnTo>
                      <a:pt x="14" y="2517"/>
                    </a:lnTo>
                    <a:lnTo>
                      <a:pt x="55" y="2775"/>
                    </a:lnTo>
                    <a:lnTo>
                      <a:pt x="109" y="3034"/>
                    </a:lnTo>
                    <a:lnTo>
                      <a:pt x="205" y="3265"/>
                    </a:lnTo>
                    <a:lnTo>
                      <a:pt x="313" y="3496"/>
                    </a:lnTo>
                    <a:lnTo>
                      <a:pt x="449" y="3714"/>
                    </a:lnTo>
                    <a:lnTo>
                      <a:pt x="599" y="3918"/>
                    </a:lnTo>
                    <a:lnTo>
                      <a:pt x="762" y="4108"/>
                    </a:lnTo>
                    <a:lnTo>
                      <a:pt x="953" y="4271"/>
                    </a:lnTo>
                    <a:lnTo>
                      <a:pt x="1157" y="4435"/>
                    </a:lnTo>
                    <a:lnTo>
                      <a:pt x="1374" y="4557"/>
                    </a:lnTo>
                    <a:lnTo>
                      <a:pt x="1606" y="4666"/>
                    </a:lnTo>
                    <a:lnTo>
                      <a:pt x="1850" y="4761"/>
                    </a:lnTo>
                    <a:lnTo>
                      <a:pt x="2095" y="4829"/>
                    </a:lnTo>
                    <a:lnTo>
                      <a:pt x="2354" y="4870"/>
                    </a:lnTo>
                    <a:lnTo>
                      <a:pt x="2626" y="4884"/>
                    </a:lnTo>
                    <a:lnTo>
                      <a:pt x="2775" y="4884"/>
                    </a:lnTo>
                    <a:lnTo>
                      <a:pt x="2925" y="4911"/>
                    </a:lnTo>
                    <a:lnTo>
                      <a:pt x="3075" y="4952"/>
                    </a:lnTo>
                    <a:lnTo>
                      <a:pt x="3211" y="4992"/>
                    </a:lnTo>
                    <a:lnTo>
                      <a:pt x="3333" y="5060"/>
                    </a:lnTo>
                    <a:lnTo>
                      <a:pt x="3456" y="5128"/>
                    </a:lnTo>
                    <a:lnTo>
                      <a:pt x="3578" y="5224"/>
                    </a:lnTo>
                    <a:lnTo>
                      <a:pt x="3687" y="5319"/>
                    </a:lnTo>
                    <a:lnTo>
                      <a:pt x="3782" y="5428"/>
                    </a:lnTo>
                    <a:lnTo>
                      <a:pt x="3864" y="5536"/>
                    </a:lnTo>
                    <a:lnTo>
                      <a:pt x="3945" y="5659"/>
                    </a:lnTo>
                    <a:lnTo>
                      <a:pt x="4000" y="5795"/>
                    </a:lnTo>
                    <a:lnTo>
                      <a:pt x="4054" y="5931"/>
                    </a:lnTo>
                    <a:lnTo>
                      <a:pt x="4095" y="6067"/>
                    </a:lnTo>
                    <a:lnTo>
                      <a:pt x="4109" y="6217"/>
                    </a:lnTo>
                    <a:lnTo>
                      <a:pt x="4122" y="6366"/>
                    </a:lnTo>
                    <a:lnTo>
                      <a:pt x="4122" y="12501"/>
                    </a:lnTo>
                    <a:lnTo>
                      <a:pt x="5251" y="12501"/>
                    </a:lnTo>
                    <a:lnTo>
                      <a:pt x="5251" y="6366"/>
                    </a:lnTo>
                    <a:lnTo>
                      <a:pt x="5238" y="6108"/>
                    </a:lnTo>
                    <a:lnTo>
                      <a:pt x="5197" y="5836"/>
                    </a:lnTo>
                    <a:lnTo>
                      <a:pt x="5142" y="5591"/>
                    </a:lnTo>
                    <a:lnTo>
                      <a:pt x="5047" y="5346"/>
                    </a:lnTo>
                    <a:lnTo>
                      <a:pt x="4938" y="5115"/>
                    </a:lnTo>
                    <a:lnTo>
                      <a:pt x="4802" y="4897"/>
                    </a:lnTo>
                    <a:lnTo>
                      <a:pt x="4653" y="4693"/>
                    </a:lnTo>
                    <a:lnTo>
                      <a:pt x="4489" y="4516"/>
                    </a:lnTo>
                    <a:lnTo>
                      <a:pt x="4299" y="4339"/>
                    </a:lnTo>
                    <a:lnTo>
                      <a:pt x="4095" y="4190"/>
                    </a:lnTo>
                    <a:lnTo>
                      <a:pt x="3877" y="4054"/>
                    </a:lnTo>
                    <a:lnTo>
                      <a:pt x="3646" y="3945"/>
                    </a:lnTo>
                    <a:lnTo>
                      <a:pt x="3401" y="3863"/>
                    </a:lnTo>
                    <a:lnTo>
                      <a:pt x="3156" y="3795"/>
                    </a:lnTo>
                    <a:lnTo>
                      <a:pt x="2898" y="3755"/>
                    </a:lnTo>
                    <a:lnTo>
                      <a:pt x="2626" y="3741"/>
                    </a:lnTo>
                    <a:lnTo>
                      <a:pt x="2476" y="3727"/>
                    </a:lnTo>
                    <a:lnTo>
                      <a:pt x="2327" y="3714"/>
                    </a:lnTo>
                    <a:lnTo>
                      <a:pt x="2177" y="3673"/>
                    </a:lnTo>
                    <a:lnTo>
                      <a:pt x="2041" y="3618"/>
                    </a:lnTo>
                    <a:lnTo>
                      <a:pt x="1918" y="3564"/>
                    </a:lnTo>
                    <a:lnTo>
                      <a:pt x="1796" y="3482"/>
                    </a:lnTo>
                    <a:lnTo>
                      <a:pt x="1674" y="3401"/>
                    </a:lnTo>
                    <a:lnTo>
                      <a:pt x="1565" y="3306"/>
                    </a:lnTo>
                    <a:lnTo>
                      <a:pt x="1470" y="3197"/>
                    </a:lnTo>
                    <a:lnTo>
                      <a:pt x="1388" y="3088"/>
                    </a:lnTo>
                    <a:lnTo>
                      <a:pt x="1306" y="2966"/>
                    </a:lnTo>
                    <a:lnTo>
                      <a:pt x="1252" y="2830"/>
                    </a:lnTo>
                    <a:lnTo>
                      <a:pt x="1198" y="2694"/>
                    </a:lnTo>
                    <a:lnTo>
                      <a:pt x="1157" y="2544"/>
                    </a:lnTo>
                    <a:lnTo>
                      <a:pt x="1143" y="2394"/>
                    </a:lnTo>
                    <a:lnTo>
                      <a:pt x="1130" y="2245"/>
                    </a:lnTo>
                    <a:lnTo>
                      <a:pt x="113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4"/>
              <p:cNvSpPr/>
              <p:nvPr/>
            </p:nvSpPr>
            <p:spPr>
              <a:xfrm>
                <a:off x="-2675359" y="1846814"/>
                <a:ext cx="133665" cy="155790"/>
              </a:xfrm>
              <a:custGeom>
                <a:rect b="b" l="l" r="r" t="t"/>
                <a:pathLst>
                  <a:path extrusionOk="0" h="4408" w="3782">
                    <a:moveTo>
                      <a:pt x="2639" y="1"/>
                    </a:moveTo>
                    <a:lnTo>
                      <a:pt x="2639" y="627"/>
                    </a:lnTo>
                    <a:lnTo>
                      <a:pt x="2626" y="899"/>
                    </a:lnTo>
                    <a:lnTo>
                      <a:pt x="2599" y="1157"/>
                    </a:lnTo>
                    <a:lnTo>
                      <a:pt x="2530" y="1415"/>
                    </a:lnTo>
                    <a:lnTo>
                      <a:pt x="2435" y="1647"/>
                    </a:lnTo>
                    <a:lnTo>
                      <a:pt x="2326" y="1892"/>
                    </a:lnTo>
                    <a:lnTo>
                      <a:pt x="2190" y="2109"/>
                    </a:lnTo>
                    <a:lnTo>
                      <a:pt x="2041" y="2313"/>
                    </a:lnTo>
                    <a:lnTo>
                      <a:pt x="1864" y="2490"/>
                    </a:lnTo>
                    <a:lnTo>
                      <a:pt x="1674" y="2667"/>
                    </a:lnTo>
                    <a:lnTo>
                      <a:pt x="1469" y="2817"/>
                    </a:lnTo>
                    <a:lnTo>
                      <a:pt x="1252" y="2953"/>
                    </a:lnTo>
                    <a:lnTo>
                      <a:pt x="1021" y="3061"/>
                    </a:lnTo>
                    <a:lnTo>
                      <a:pt x="776" y="3157"/>
                    </a:lnTo>
                    <a:lnTo>
                      <a:pt x="531" y="3225"/>
                    </a:lnTo>
                    <a:lnTo>
                      <a:pt x="259" y="3265"/>
                    </a:lnTo>
                    <a:lnTo>
                      <a:pt x="0" y="3279"/>
                    </a:lnTo>
                    <a:lnTo>
                      <a:pt x="0" y="4408"/>
                    </a:lnTo>
                    <a:lnTo>
                      <a:pt x="191" y="4408"/>
                    </a:lnTo>
                    <a:lnTo>
                      <a:pt x="381" y="4394"/>
                    </a:lnTo>
                    <a:lnTo>
                      <a:pt x="572" y="4367"/>
                    </a:lnTo>
                    <a:lnTo>
                      <a:pt x="762" y="4326"/>
                    </a:lnTo>
                    <a:lnTo>
                      <a:pt x="939" y="4286"/>
                    </a:lnTo>
                    <a:lnTo>
                      <a:pt x="1116" y="4245"/>
                    </a:lnTo>
                    <a:lnTo>
                      <a:pt x="1293" y="4177"/>
                    </a:lnTo>
                    <a:lnTo>
                      <a:pt x="1469" y="4109"/>
                    </a:lnTo>
                    <a:lnTo>
                      <a:pt x="1633" y="4041"/>
                    </a:lnTo>
                    <a:lnTo>
                      <a:pt x="1796" y="3946"/>
                    </a:lnTo>
                    <a:lnTo>
                      <a:pt x="1959" y="3864"/>
                    </a:lnTo>
                    <a:lnTo>
                      <a:pt x="2109" y="3769"/>
                    </a:lnTo>
                    <a:lnTo>
                      <a:pt x="2258" y="3660"/>
                    </a:lnTo>
                    <a:lnTo>
                      <a:pt x="2408" y="3537"/>
                    </a:lnTo>
                    <a:lnTo>
                      <a:pt x="2544" y="3429"/>
                    </a:lnTo>
                    <a:lnTo>
                      <a:pt x="2667" y="3293"/>
                    </a:lnTo>
                    <a:lnTo>
                      <a:pt x="2803" y="3170"/>
                    </a:lnTo>
                    <a:lnTo>
                      <a:pt x="2911" y="3034"/>
                    </a:lnTo>
                    <a:lnTo>
                      <a:pt x="3034" y="2885"/>
                    </a:lnTo>
                    <a:lnTo>
                      <a:pt x="3129" y="2735"/>
                    </a:lnTo>
                    <a:lnTo>
                      <a:pt x="3238" y="2585"/>
                    </a:lnTo>
                    <a:lnTo>
                      <a:pt x="3319" y="2422"/>
                    </a:lnTo>
                    <a:lnTo>
                      <a:pt x="3415" y="2259"/>
                    </a:lnTo>
                    <a:lnTo>
                      <a:pt x="3483" y="2096"/>
                    </a:lnTo>
                    <a:lnTo>
                      <a:pt x="3551" y="1919"/>
                    </a:lnTo>
                    <a:lnTo>
                      <a:pt x="3605" y="1742"/>
                    </a:lnTo>
                    <a:lnTo>
                      <a:pt x="3660" y="1565"/>
                    </a:lnTo>
                    <a:lnTo>
                      <a:pt x="3700" y="1388"/>
                    </a:lnTo>
                    <a:lnTo>
                      <a:pt x="3741" y="1198"/>
                    </a:lnTo>
                    <a:lnTo>
                      <a:pt x="3768" y="1007"/>
                    </a:lnTo>
                    <a:lnTo>
                      <a:pt x="3782" y="817"/>
                    </a:lnTo>
                    <a:lnTo>
                      <a:pt x="3782" y="627"/>
                    </a:lnTo>
                    <a:lnTo>
                      <a:pt x="378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4"/>
              <p:cNvSpPr/>
              <p:nvPr/>
            </p:nvSpPr>
            <p:spPr>
              <a:xfrm>
                <a:off x="-3223421" y="1440583"/>
                <a:ext cx="503383" cy="187068"/>
              </a:xfrm>
              <a:custGeom>
                <a:rect b="b" l="l" r="r" t="t"/>
                <a:pathLst>
                  <a:path extrusionOk="0" h="5293" w="14243">
                    <a:moveTo>
                      <a:pt x="0" y="1"/>
                    </a:moveTo>
                    <a:lnTo>
                      <a:pt x="0" y="1130"/>
                    </a:lnTo>
                    <a:lnTo>
                      <a:pt x="8937" y="1130"/>
                    </a:lnTo>
                    <a:lnTo>
                      <a:pt x="9155" y="1143"/>
                    </a:lnTo>
                    <a:lnTo>
                      <a:pt x="9373" y="1157"/>
                    </a:lnTo>
                    <a:lnTo>
                      <a:pt x="9577" y="1184"/>
                    </a:lnTo>
                    <a:lnTo>
                      <a:pt x="9781" y="1211"/>
                    </a:lnTo>
                    <a:lnTo>
                      <a:pt x="9985" y="1266"/>
                    </a:lnTo>
                    <a:lnTo>
                      <a:pt x="10175" y="1320"/>
                    </a:lnTo>
                    <a:lnTo>
                      <a:pt x="10379" y="1388"/>
                    </a:lnTo>
                    <a:lnTo>
                      <a:pt x="10570" y="1456"/>
                    </a:lnTo>
                    <a:lnTo>
                      <a:pt x="10746" y="1538"/>
                    </a:lnTo>
                    <a:lnTo>
                      <a:pt x="10923" y="1633"/>
                    </a:lnTo>
                    <a:lnTo>
                      <a:pt x="11100" y="1742"/>
                    </a:lnTo>
                    <a:lnTo>
                      <a:pt x="11277" y="1837"/>
                    </a:lnTo>
                    <a:lnTo>
                      <a:pt x="11440" y="1959"/>
                    </a:lnTo>
                    <a:lnTo>
                      <a:pt x="11590" y="2082"/>
                    </a:lnTo>
                    <a:lnTo>
                      <a:pt x="11739" y="2218"/>
                    </a:lnTo>
                    <a:lnTo>
                      <a:pt x="11889" y="2354"/>
                    </a:lnTo>
                    <a:lnTo>
                      <a:pt x="12025" y="2504"/>
                    </a:lnTo>
                    <a:lnTo>
                      <a:pt x="12161" y="2653"/>
                    </a:lnTo>
                    <a:lnTo>
                      <a:pt x="12284" y="2803"/>
                    </a:lnTo>
                    <a:lnTo>
                      <a:pt x="12392" y="2966"/>
                    </a:lnTo>
                    <a:lnTo>
                      <a:pt x="12501" y="3143"/>
                    </a:lnTo>
                    <a:lnTo>
                      <a:pt x="12610" y="3320"/>
                    </a:lnTo>
                    <a:lnTo>
                      <a:pt x="12705" y="3497"/>
                    </a:lnTo>
                    <a:lnTo>
                      <a:pt x="12787" y="3673"/>
                    </a:lnTo>
                    <a:lnTo>
                      <a:pt x="12855" y="3864"/>
                    </a:lnTo>
                    <a:lnTo>
                      <a:pt x="12923" y="4054"/>
                    </a:lnTo>
                    <a:lnTo>
                      <a:pt x="12977" y="4258"/>
                    </a:lnTo>
                    <a:lnTo>
                      <a:pt x="13032" y="4462"/>
                    </a:lnTo>
                    <a:lnTo>
                      <a:pt x="13059" y="4666"/>
                    </a:lnTo>
                    <a:lnTo>
                      <a:pt x="13086" y="4870"/>
                    </a:lnTo>
                    <a:lnTo>
                      <a:pt x="13100" y="5088"/>
                    </a:lnTo>
                    <a:lnTo>
                      <a:pt x="13113" y="5292"/>
                    </a:lnTo>
                    <a:lnTo>
                      <a:pt x="14242" y="5292"/>
                    </a:lnTo>
                    <a:lnTo>
                      <a:pt x="14242" y="5020"/>
                    </a:lnTo>
                    <a:lnTo>
                      <a:pt x="14215" y="4762"/>
                    </a:lnTo>
                    <a:lnTo>
                      <a:pt x="14188" y="4489"/>
                    </a:lnTo>
                    <a:lnTo>
                      <a:pt x="14134" y="4231"/>
                    </a:lnTo>
                    <a:lnTo>
                      <a:pt x="14079" y="3973"/>
                    </a:lnTo>
                    <a:lnTo>
                      <a:pt x="14011" y="3728"/>
                    </a:lnTo>
                    <a:lnTo>
                      <a:pt x="13930" y="3483"/>
                    </a:lnTo>
                    <a:lnTo>
                      <a:pt x="13834" y="3238"/>
                    </a:lnTo>
                    <a:lnTo>
                      <a:pt x="13725" y="3007"/>
                    </a:lnTo>
                    <a:lnTo>
                      <a:pt x="13603" y="2776"/>
                    </a:lnTo>
                    <a:lnTo>
                      <a:pt x="13481" y="2544"/>
                    </a:lnTo>
                    <a:lnTo>
                      <a:pt x="13345" y="2340"/>
                    </a:lnTo>
                    <a:lnTo>
                      <a:pt x="13195" y="2123"/>
                    </a:lnTo>
                    <a:lnTo>
                      <a:pt x="13032" y="1932"/>
                    </a:lnTo>
                    <a:lnTo>
                      <a:pt x="12869" y="1728"/>
                    </a:lnTo>
                    <a:lnTo>
                      <a:pt x="12692" y="1551"/>
                    </a:lnTo>
                    <a:lnTo>
                      <a:pt x="12501" y="1375"/>
                    </a:lnTo>
                    <a:lnTo>
                      <a:pt x="12311" y="1211"/>
                    </a:lnTo>
                    <a:lnTo>
                      <a:pt x="12120" y="1048"/>
                    </a:lnTo>
                    <a:lnTo>
                      <a:pt x="11903" y="898"/>
                    </a:lnTo>
                    <a:lnTo>
                      <a:pt x="11685" y="762"/>
                    </a:lnTo>
                    <a:lnTo>
                      <a:pt x="11467" y="640"/>
                    </a:lnTo>
                    <a:lnTo>
                      <a:pt x="11236" y="518"/>
                    </a:lnTo>
                    <a:lnTo>
                      <a:pt x="11005" y="409"/>
                    </a:lnTo>
                    <a:lnTo>
                      <a:pt x="10760" y="314"/>
                    </a:lnTo>
                    <a:lnTo>
                      <a:pt x="10515" y="232"/>
                    </a:lnTo>
                    <a:lnTo>
                      <a:pt x="10270" y="164"/>
                    </a:lnTo>
                    <a:lnTo>
                      <a:pt x="10012" y="96"/>
                    </a:lnTo>
                    <a:lnTo>
                      <a:pt x="9754" y="55"/>
                    </a:lnTo>
                    <a:lnTo>
                      <a:pt x="9481" y="28"/>
                    </a:lnTo>
                    <a:lnTo>
                      <a:pt x="920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4"/>
              <p:cNvSpPr/>
              <p:nvPr/>
            </p:nvSpPr>
            <p:spPr>
              <a:xfrm>
                <a:off x="-2773435" y="1400221"/>
                <a:ext cx="298573" cy="147131"/>
              </a:xfrm>
              <a:custGeom>
                <a:rect b="b" l="l" r="r" t="t"/>
                <a:pathLst>
                  <a:path extrusionOk="0" h="4163" w="8448">
                    <a:moveTo>
                      <a:pt x="7319" y="0"/>
                    </a:moveTo>
                    <a:lnTo>
                      <a:pt x="7305" y="313"/>
                    </a:lnTo>
                    <a:lnTo>
                      <a:pt x="7251" y="612"/>
                    </a:lnTo>
                    <a:lnTo>
                      <a:pt x="7183" y="898"/>
                    </a:lnTo>
                    <a:lnTo>
                      <a:pt x="7074" y="1183"/>
                    </a:lnTo>
                    <a:lnTo>
                      <a:pt x="6951" y="1442"/>
                    </a:lnTo>
                    <a:lnTo>
                      <a:pt x="6802" y="1687"/>
                    </a:lnTo>
                    <a:lnTo>
                      <a:pt x="6625" y="1932"/>
                    </a:lnTo>
                    <a:lnTo>
                      <a:pt x="6421" y="2136"/>
                    </a:lnTo>
                    <a:lnTo>
                      <a:pt x="6217" y="2340"/>
                    </a:lnTo>
                    <a:lnTo>
                      <a:pt x="5986" y="2517"/>
                    </a:lnTo>
                    <a:lnTo>
                      <a:pt x="5727" y="2666"/>
                    </a:lnTo>
                    <a:lnTo>
                      <a:pt x="5469" y="2789"/>
                    </a:lnTo>
                    <a:lnTo>
                      <a:pt x="5183" y="2897"/>
                    </a:lnTo>
                    <a:lnTo>
                      <a:pt x="4897" y="2965"/>
                    </a:lnTo>
                    <a:lnTo>
                      <a:pt x="4598" y="3006"/>
                    </a:lnTo>
                    <a:lnTo>
                      <a:pt x="4285" y="3033"/>
                    </a:lnTo>
                    <a:lnTo>
                      <a:pt x="0" y="3033"/>
                    </a:lnTo>
                    <a:lnTo>
                      <a:pt x="0" y="4162"/>
                    </a:lnTo>
                    <a:lnTo>
                      <a:pt x="4503" y="4162"/>
                    </a:lnTo>
                    <a:lnTo>
                      <a:pt x="4707" y="4149"/>
                    </a:lnTo>
                    <a:lnTo>
                      <a:pt x="4925" y="4122"/>
                    </a:lnTo>
                    <a:lnTo>
                      <a:pt x="5129" y="4081"/>
                    </a:lnTo>
                    <a:lnTo>
                      <a:pt x="5333" y="4026"/>
                    </a:lnTo>
                    <a:lnTo>
                      <a:pt x="5523" y="3972"/>
                    </a:lnTo>
                    <a:lnTo>
                      <a:pt x="5714" y="3918"/>
                    </a:lnTo>
                    <a:lnTo>
                      <a:pt x="5904" y="3836"/>
                    </a:lnTo>
                    <a:lnTo>
                      <a:pt x="6094" y="3754"/>
                    </a:lnTo>
                    <a:lnTo>
                      <a:pt x="6271" y="3659"/>
                    </a:lnTo>
                    <a:lnTo>
                      <a:pt x="6448" y="3564"/>
                    </a:lnTo>
                    <a:lnTo>
                      <a:pt x="6611" y="3455"/>
                    </a:lnTo>
                    <a:lnTo>
                      <a:pt x="6775" y="3333"/>
                    </a:lnTo>
                    <a:lnTo>
                      <a:pt x="6938" y="3210"/>
                    </a:lnTo>
                    <a:lnTo>
                      <a:pt x="7087" y="3088"/>
                    </a:lnTo>
                    <a:lnTo>
                      <a:pt x="7237" y="2938"/>
                    </a:lnTo>
                    <a:lnTo>
                      <a:pt x="7373" y="2802"/>
                    </a:lnTo>
                    <a:lnTo>
                      <a:pt x="7496" y="2653"/>
                    </a:lnTo>
                    <a:lnTo>
                      <a:pt x="7618" y="2489"/>
                    </a:lnTo>
                    <a:lnTo>
                      <a:pt x="7740" y="2326"/>
                    </a:lnTo>
                    <a:lnTo>
                      <a:pt x="7849" y="2163"/>
                    </a:lnTo>
                    <a:lnTo>
                      <a:pt x="7944" y="1986"/>
                    </a:lnTo>
                    <a:lnTo>
                      <a:pt x="8040" y="1809"/>
                    </a:lnTo>
                    <a:lnTo>
                      <a:pt x="8121" y="1619"/>
                    </a:lnTo>
                    <a:lnTo>
                      <a:pt x="8203" y="1428"/>
                    </a:lnTo>
                    <a:lnTo>
                      <a:pt x="8257" y="1238"/>
                    </a:lnTo>
                    <a:lnTo>
                      <a:pt x="8325" y="1034"/>
                    </a:lnTo>
                    <a:lnTo>
                      <a:pt x="8366" y="843"/>
                    </a:lnTo>
                    <a:lnTo>
                      <a:pt x="8407" y="639"/>
                    </a:lnTo>
                    <a:lnTo>
                      <a:pt x="8434" y="422"/>
                    </a:lnTo>
                    <a:lnTo>
                      <a:pt x="8448" y="218"/>
                    </a:lnTo>
                    <a:lnTo>
                      <a:pt x="844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4"/>
              <p:cNvSpPr/>
              <p:nvPr/>
            </p:nvSpPr>
            <p:spPr>
              <a:xfrm>
                <a:off x="-2315744" y="1793447"/>
                <a:ext cx="140416" cy="163989"/>
              </a:xfrm>
              <a:custGeom>
                <a:rect b="b" l="l" r="r" t="t"/>
                <a:pathLst>
                  <a:path extrusionOk="0" h="4640" w="3973">
                    <a:moveTo>
                      <a:pt x="0" y="1"/>
                    </a:moveTo>
                    <a:lnTo>
                      <a:pt x="0" y="667"/>
                    </a:lnTo>
                    <a:lnTo>
                      <a:pt x="0" y="871"/>
                    </a:lnTo>
                    <a:lnTo>
                      <a:pt x="14" y="1076"/>
                    </a:lnTo>
                    <a:lnTo>
                      <a:pt x="41" y="1266"/>
                    </a:lnTo>
                    <a:lnTo>
                      <a:pt x="82" y="1470"/>
                    </a:lnTo>
                    <a:lnTo>
                      <a:pt x="123" y="1660"/>
                    </a:lnTo>
                    <a:lnTo>
                      <a:pt x="177" y="1851"/>
                    </a:lnTo>
                    <a:lnTo>
                      <a:pt x="245" y="2028"/>
                    </a:lnTo>
                    <a:lnTo>
                      <a:pt x="313" y="2205"/>
                    </a:lnTo>
                    <a:lnTo>
                      <a:pt x="395" y="2381"/>
                    </a:lnTo>
                    <a:lnTo>
                      <a:pt x="476" y="2558"/>
                    </a:lnTo>
                    <a:lnTo>
                      <a:pt x="571" y="2721"/>
                    </a:lnTo>
                    <a:lnTo>
                      <a:pt x="680" y="2885"/>
                    </a:lnTo>
                    <a:lnTo>
                      <a:pt x="789" y="3048"/>
                    </a:lnTo>
                    <a:lnTo>
                      <a:pt x="912" y="3197"/>
                    </a:lnTo>
                    <a:lnTo>
                      <a:pt x="1034" y="3334"/>
                    </a:lnTo>
                    <a:lnTo>
                      <a:pt x="1170" y="3470"/>
                    </a:lnTo>
                    <a:lnTo>
                      <a:pt x="1306" y="3606"/>
                    </a:lnTo>
                    <a:lnTo>
                      <a:pt x="1442" y="3728"/>
                    </a:lnTo>
                    <a:lnTo>
                      <a:pt x="1605" y="3850"/>
                    </a:lnTo>
                    <a:lnTo>
                      <a:pt x="1755" y="3959"/>
                    </a:lnTo>
                    <a:lnTo>
                      <a:pt x="1918" y="4068"/>
                    </a:lnTo>
                    <a:lnTo>
                      <a:pt x="2081" y="4163"/>
                    </a:lnTo>
                    <a:lnTo>
                      <a:pt x="2258" y="4245"/>
                    </a:lnTo>
                    <a:lnTo>
                      <a:pt x="2435" y="4327"/>
                    </a:lnTo>
                    <a:lnTo>
                      <a:pt x="2612" y="4395"/>
                    </a:lnTo>
                    <a:lnTo>
                      <a:pt x="2789" y="4463"/>
                    </a:lnTo>
                    <a:lnTo>
                      <a:pt x="2979" y="4517"/>
                    </a:lnTo>
                    <a:lnTo>
                      <a:pt x="3170" y="4558"/>
                    </a:lnTo>
                    <a:lnTo>
                      <a:pt x="3374" y="4599"/>
                    </a:lnTo>
                    <a:lnTo>
                      <a:pt x="3564" y="4626"/>
                    </a:lnTo>
                    <a:lnTo>
                      <a:pt x="3768" y="4639"/>
                    </a:lnTo>
                    <a:lnTo>
                      <a:pt x="3972" y="4639"/>
                    </a:lnTo>
                    <a:lnTo>
                      <a:pt x="3972" y="3510"/>
                    </a:lnTo>
                    <a:lnTo>
                      <a:pt x="3686" y="3497"/>
                    </a:lnTo>
                    <a:lnTo>
                      <a:pt x="3401" y="3442"/>
                    </a:lnTo>
                    <a:lnTo>
                      <a:pt x="3129" y="3374"/>
                    </a:lnTo>
                    <a:lnTo>
                      <a:pt x="2870" y="3279"/>
                    </a:lnTo>
                    <a:lnTo>
                      <a:pt x="2625" y="3157"/>
                    </a:lnTo>
                    <a:lnTo>
                      <a:pt x="2394" y="3021"/>
                    </a:lnTo>
                    <a:lnTo>
                      <a:pt x="2177" y="2857"/>
                    </a:lnTo>
                    <a:lnTo>
                      <a:pt x="1973" y="2667"/>
                    </a:lnTo>
                    <a:lnTo>
                      <a:pt x="1782" y="2477"/>
                    </a:lnTo>
                    <a:lnTo>
                      <a:pt x="1619" y="2245"/>
                    </a:lnTo>
                    <a:lnTo>
                      <a:pt x="1483" y="2014"/>
                    </a:lnTo>
                    <a:lnTo>
                      <a:pt x="1360" y="1769"/>
                    </a:lnTo>
                    <a:lnTo>
                      <a:pt x="1265" y="1511"/>
                    </a:lnTo>
                    <a:lnTo>
                      <a:pt x="1197" y="1239"/>
                    </a:lnTo>
                    <a:lnTo>
                      <a:pt x="1156" y="953"/>
                    </a:lnTo>
                    <a:lnTo>
                      <a:pt x="1129" y="667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4"/>
              <p:cNvSpPr/>
              <p:nvPr/>
            </p:nvSpPr>
            <p:spPr>
              <a:xfrm>
                <a:off x="-2357590" y="1375198"/>
                <a:ext cx="175511" cy="140416"/>
              </a:xfrm>
              <a:custGeom>
                <a:rect b="b" l="l" r="r" t="t"/>
                <a:pathLst>
                  <a:path extrusionOk="0" h="3973" w="4966">
                    <a:moveTo>
                      <a:pt x="3837" y="1"/>
                    </a:moveTo>
                    <a:lnTo>
                      <a:pt x="3823" y="286"/>
                    </a:lnTo>
                    <a:lnTo>
                      <a:pt x="3782" y="572"/>
                    </a:lnTo>
                    <a:lnTo>
                      <a:pt x="3701" y="844"/>
                    </a:lnTo>
                    <a:lnTo>
                      <a:pt x="3605" y="1103"/>
                    </a:lnTo>
                    <a:lnTo>
                      <a:pt x="3497" y="1347"/>
                    </a:lnTo>
                    <a:lnTo>
                      <a:pt x="3347" y="1579"/>
                    </a:lnTo>
                    <a:lnTo>
                      <a:pt x="3184" y="1810"/>
                    </a:lnTo>
                    <a:lnTo>
                      <a:pt x="3007" y="2000"/>
                    </a:lnTo>
                    <a:lnTo>
                      <a:pt x="2803" y="2191"/>
                    </a:lnTo>
                    <a:lnTo>
                      <a:pt x="2585" y="2354"/>
                    </a:lnTo>
                    <a:lnTo>
                      <a:pt x="2340" y="2490"/>
                    </a:lnTo>
                    <a:lnTo>
                      <a:pt x="2096" y="2612"/>
                    </a:lnTo>
                    <a:lnTo>
                      <a:pt x="1837" y="2708"/>
                    </a:lnTo>
                    <a:lnTo>
                      <a:pt x="1565" y="2776"/>
                    </a:lnTo>
                    <a:lnTo>
                      <a:pt x="1279" y="2830"/>
                    </a:lnTo>
                    <a:lnTo>
                      <a:pt x="994" y="2844"/>
                    </a:lnTo>
                    <a:lnTo>
                      <a:pt x="1" y="2844"/>
                    </a:lnTo>
                    <a:lnTo>
                      <a:pt x="1" y="3973"/>
                    </a:lnTo>
                    <a:lnTo>
                      <a:pt x="1198" y="3973"/>
                    </a:lnTo>
                    <a:lnTo>
                      <a:pt x="1402" y="3959"/>
                    </a:lnTo>
                    <a:lnTo>
                      <a:pt x="1606" y="3932"/>
                    </a:lnTo>
                    <a:lnTo>
                      <a:pt x="1796" y="3891"/>
                    </a:lnTo>
                    <a:lnTo>
                      <a:pt x="1987" y="3850"/>
                    </a:lnTo>
                    <a:lnTo>
                      <a:pt x="2177" y="3796"/>
                    </a:lnTo>
                    <a:lnTo>
                      <a:pt x="2354" y="3728"/>
                    </a:lnTo>
                    <a:lnTo>
                      <a:pt x="2544" y="3660"/>
                    </a:lnTo>
                    <a:lnTo>
                      <a:pt x="2721" y="3578"/>
                    </a:lnTo>
                    <a:lnTo>
                      <a:pt x="2884" y="3497"/>
                    </a:lnTo>
                    <a:lnTo>
                      <a:pt x="3061" y="3401"/>
                    </a:lnTo>
                    <a:lnTo>
                      <a:pt x="3211" y="3293"/>
                    </a:lnTo>
                    <a:lnTo>
                      <a:pt x="3374" y="3184"/>
                    </a:lnTo>
                    <a:lnTo>
                      <a:pt x="3524" y="3061"/>
                    </a:lnTo>
                    <a:lnTo>
                      <a:pt x="3673" y="2939"/>
                    </a:lnTo>
                    <a:lnTo>
                      <a:pt x="3809" y="2803"/>
                    </a:lnTo>
                    <a:lnTo>
                      <a:pt x="3932" y="2667"/>
                    </a:lnTo>
                    <a:lnTo>
                      <a:pt x="4068" y="2531"/>
                    </a:lnTo>
                    <a:lnTo>
                      <a:pt x="4177" y="2381"/>
                    </a:lnTo>
                    <a:lnTo>
                      <a:pt x="4286" y="2218"/>
                    </a:lnTo>
                    <a:lnTo>
                      <a:pt x="4394" y="2055"/>
                    </a:lnTo>
                    <a:lnTo>
                      <a:pt x="4490" y="1891"/>
                    </a:lnTo>
                    <a:lnTo>
                      <a:pt x="4585" y="1715"/>
                    </a:lnTo>
                    <a:lnTo>
                      <a:pt x="4653" y="1551"/>
                    </a:lnTo>
                    <a:lnTo>
                      <a:pt x="4734" y="1361"/>
                    </a:lnTo>
                    <a:lnTo>
                      <a:pt x="4789" y="1184"/>
                    </a:lnTo>
                    <a:lnTo>
                      <a:pt x="4843" y="994"/>
                    </a:lnTo>
                    <a:lnTo>
                      <a:pt x="4884" y="803"/>
                    </a:lnTo>
                    <a:lnTo>
                      <a:pt x="4925" y="599"/>
                    </a:lnTo>
                    <a:lnTo>
                      <a:pt x="4952" y="409"/>
                    </a:lnTo>
                    <a:lnTo>
                      <a:pt x="4966" y="205"/>
                    </a:lnTo>
                    <a:lnTo>
                      <a:pt x="496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4"/>
              <p:cNvSpPr/>
              <p:nvPr/>
            </p:nvSpPr>
            <p:spPr>
              <a:xfrm>
                <a:off x="-2248946" y="1607896"/>
                <a:ext cx="203891" cy="39937"/>
              </a:xfrm>
              <a:custGeom>
                <a:rect b="b" l="l" r="r" t="t"/>
                <a:pathLst>
                  <a:path extrusionOk="0" h="1130" w="5769">
                    <a:moveTo>
                      <a:pt x="1" y="0"/>
                    </a:moveTo>
                    <a:lnTo>
                      <a:pt x="1" y="1129"/>
                    </a:lnTo>
                    <a:lnTo>
                      <a:pt x="5768" y="1129"/>
                    </a:lnTo>
                    <a:lnTo>
                      <a:pt x="5741" y="558"/>
                    </a:lnTo>
                    <a:lnTo>
                      <a:pt x="571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4"/>
              <p:cNvSpPr/>
              <p:nvPr/>
            </p:nvSpPr>
            <p:spPr>
              <a:xfrm>
                <a:off x="-3264773" y="1067043"/>
                <a:ext cx="197140" cy="102423"/>
              </a:xfrm>
              <a:custGeom>
                <a:rect b="b" l="l" r="r" t="t"/>
                <a:pathLst>
                  <a:path extrusionOk="0" h="2898" w="5578">
                    <a:moveTo>
                      <a:pt x="2041" y="0"/>
                    </a:moveTo>
                    <a:lnTo>
                      <a:pt x="1511" y="273"/>
                    </a:lnTo>
                    <a:lnTo>
                      <a:pt x="1007" y="545"/>
                    </a:lnTo>
                    <a:lnTo>
                      <a:pt x="504" y="844"/>
                    </a:lnTo>
                    <a:lnTo>
                      <a:pt x="1" y="1143"/>
                    </a:lnTo>
                    <a:lnTo>
                      <a:pt x="2694" y="1143"/>
                    </a:lnTo>
                    <a:lnTo>
                      <a:pt x="2871" y="1157"/>
                    </a:lnTo>
                    <a:lnTo>
                      <a:pt x="3048" y="1184"/>
                    </a:lnTo>
                    <a:lnTo>
                      <a:pt x="3211" y="1225"/>
                    </a:lnTo>
                    <a:lnTo>
                      <a:pt x="3374" y="1279"/>
                    </a:lnTo>
                    <a:lnTo>
                      <a:pt x="3524" y="1361"/>
                    </a:lnTo>
                    <a:lnTo>
                      <a:pt x="3673" y="1442"/>
                    </a:lnTo>
                    <a:lnTo>
                      <a:pt x="3796" y="1538"/>
                    </a:lnTo>
                    <a:lnTo>
                      <a:pt x="3932" y="1660"/>
                    </a:lnTo>
                    <a:lnTo>
                      <a:pt x="4041" y="1782"/>
                    </a:lnTo>
                    <a:lnTo>
                      <a:pt x="4136" y="1918"/>
                    </a:lnTo>
                    <a:lnTo>
                      <a:pt x="4231" y="2054"/>
                    </a:lnTo>
                    <a:lnTo>
                      <a:pt x="4299" y="2218"/>
                    </a:lnTo>
                    <a:lnTo>
                      <a:pt x="4353" y="2367"/>
                    </a:lnTo>
                    <a:lnTo>
                      <a:pt x="4408" y="2544"/>
                    </a:lnTo>
                    <a:lnTo>
                      <a:pt x="4435" y="2721"/>
                    </a:lnTo>
                    <a:lnTo>
                      <a:pt x="4435" y="2898"/>
                    </a:lnTo>
                    <a:lnTo>
                      <a:pt x="5578" y="2898"/>
                    </a:lnTo>
                    <a:lnTo>
                      <a:pt x="5564" y="2599"/>
                    </a:lnTo>
                    <a:lnTo>
                      <a:pt x="5510" y="2313"/>
                    </a:lnTo>
                    <a:lnTo>
                      <a:pt x="5442" y="2041"/>
                    </a:lnTo>
                    <a:lnTo>
                      <a:pt x="5346" y="1769"/>
                    </a:lnTo>
                    <a:lnTo>
                      <a:pt x="5224" y="1524"/>
                    </a:lnTo>
                    <a:lnTo>
                      <a:pt x="5074" y="1279"/>
                    </a:lnTo>
                    <a:lnTo>
                      <a:pt x="4911" y="1061"/>
                    </a:lnTo>
                    <a:lnTo>
                      <a:pt x="4734" y="857"/>
                    </a:lnTo>
                    <a:lnTo>
                      <a:pt x="4517" y="667"/>
                    </a:lnTo>
                    <a:lnTo>
                      <a:pt x="4299" y="504"/>
                    </a:lnTo>
                    <a:lnTo>
                      <a:pt x="4068" y="354"/>
                    </a:lnTo>
                    <a:lnTo>
                      <a:pt x="3809" y="232"/>
                    </a:lnTo>
                    <a:lnTo>
                      <a:pt x="3551" y="137"/>
                    </a:lnTo>
                    <a:lnTo>
                      <a:pt x="3265" y="69"/>
                    </a:lnTo>
                    <a:lnTo>
                      <a:pt x="2980" y="28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4"/>
              <p:cNvSpPr/>
              <p:nvPr/>
            </p:nvSpPr>
            <p:spPr>
              <a:xfrm>
                <a:off x="-3479658" y="1917960"/>
                <a:ext cx="40396" cy="136599"/>
              </a:xfrm>
              <a:custGeom>
                <a:rect b="b" l="l" r="r" t="t"/>
                <a:pathLst>
                  <a:path extrusionOk="0" h="3865" w="1143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6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6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29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4"/>
              <p:cNvSpPr/>
              <p:nvPr/>
            </p:nvSpPr>
            <p:spPr>
              <a:xfrm>
                <a:off x="-3402751" y="1917960"/>
                <a:ext cx="40432" cy="136599"/>
              </a:xfrm>
              <a:custGeom>
                <a:rect b="b" l="l" r="r" t="t"/>
                <a:pathLst>
                  <a:path extrusionOk="0" h="3865" w="1144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7" y="3850"/>
                    </a:lnTo>
                    <a:lnTo>
                      <a:pt x="586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7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4"/>
              <p:cNvSpPr/>
              <p:nvPr/>
            </p:nvSpPr>
            <p:spPr>
              <a:xfrm>
                <a:off x="-3325350" y="1917960"/>
                <a:ext cx="39937" cy="136599"/>
              </a:xfrm>
              <a:custGeom>
                <a:rect b="b" l="l" r="r" t="t"/>
                <a:pathLst>
                  <a:path extrusionOk="0" h="3865" w="1130">
                    <a:moveTo>
                      <a:pt x="1" y="1"/>
                    </a:moveTo>
                    <a:lnTo>
                      <a:pt x="1" y="3306"/>
                    </a:lnTo>
                    <a:lnTo>
                      <a:pt x="1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64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6" y="3864"/>
                    </a:lnTo>
                    <a:lnTo>
                      <a:pt x="694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34" y="3606"/>
                    </a:lnTo>
                    <a:lnTo>
                      <a:pt x="1089" y="3510"/>
                    </a:lnTo>
                    <a:lnTo>
                      <a:pt x="1116" y="3415"/>
                    </a:lnTo>
                    <a:lnTo>
                      <a:pt x="1130" y="3306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4"/>
              <p:cNvSpPr/>
              <p:nvPr/>
            </p:nvSpPr>
            <p:spPr>
              <a:xfrm>
                <a:off x="-3248409" y="1917960"/>
                <a:ext cx="39937" cy="136599"/>
              </a:xfrm>
              <a:custGeom>
                <a:rect b="b" l="l" r="r" t="t"/>
                <a:pathLst>
                  <a:path extrusionOk="0" h="3865" w="113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5" y="3619"/>
                    </a:lnTo>
                    <a:lnTo>
                      <a:pt x="163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7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79" y="3687"/>
                    </a:lnTo>
                    <a:lnTo>
                      <a:pt x="1048" y="3606"/>
                    </a:lnTo>
                    <a:lnTo>
                      <a:pt x="1088" y="3510"/>
                    </a:lnTo>
                    <a:lnTo>
                      <a:pt x="1129" y="3415"/>
                    </a:lnTo>
                    <a:lnTo>
                      <a:pt x="1129" y="3306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4"/>
              <p:cNvSpPr/>
              <p:nvPr/>
            </p:nvSpPr>
            <p:spPr>
              <a:xfrm>
                <a:off x="-3171503" y="1917960"/>
                <a:ext cx="40432" cy="136599"/>
              </a:xfrm>
              <a:custGeom>
                <a:rect b="b" l="l" r="r" t="t"/>
                <a:pathLst>
                  <a:path extrusionOk="0" h="3865" w="1144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089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1" name="Google Shape;871;p24"/>
            <p:cNvSpPr/>
            <p:nvPr/>
          </p:nvSpPr>
          <p:spPr>
            <a:xfrm>
              <a:off x="-1893024" y="2339485"/>
              <a:ext cx="772528" cy="47490"/>
            </a:xfrm>
            <a:custGeom>
              <a:rect b="b" l="l" r="r" t="t"/>
              <a:pathLst>
                <a:path extrusionOk="0" h="1689" w="27475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3"/>
                  </a:lnTo>
                  <a:lnTo>
                    <a:pt x="1" y="852"/>
                  </a:lnTo>
                  <a:lnTo>
                    <a:pt x="30" y="1016"/>
                  </a:lnTo>
                  <a:lnTo>
                    <a:pt x="75" y="1181"/>
                  </a:lnTo>
                  <a:lnTo>
                    <a:pt x="150" y="1315"/>
                  </a:lnTo>
                  <a:lnTo>
                    <a:pt x="255" y="1450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689"/>
                  </a:lnTo>
                  <a:lnTo>
                    <a:pt x="26623" y="1689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50"/>
                  </a:lnTo>
                  <a:lnTo>
                    <a:pt x="27325" y="1315"/>
                  </a:lnTo>
                  <a:lnTo>
                    <a:pt x="27400" y="1181"/>
                  </a:lnTo>
                  <a:lnTo>
                    <a:pt x="27460" y="1016"/>
                  </a:lnTo>
                  <a:lnTo>
                    <a:pt x="27475" y="852"/>
                  </a:lnTo>
                  <a:lnTo>
                    <a:pt x="27460" y="673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-1893024" y="2490701"/>
              <a:ext cx="772528" cy="47912"/>
            </a:xfrm>
            <a:custGeom>
              <a:rect b="b" l="l" r="r" t="t"/>
              <a:pathLst>
                <a:path extrusionOk="0" h="1704" w="27475">
                  <a:moveTo>
                    <a:pt x="852" y="1"/>
                  </a:moveTo>
                  <a:lnTo>
                    <a:pt x="688" y="31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89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65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65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89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31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-1893024" y="2642339"/>
              <a:ext cx="772528" cy="47912"/>
            </a:xfrm>
            <a:custGeom>
              <a:rect b="b" l="l" r="r" t="t"/>
              <a:pathLst>
                <a:path extrusionOk="0" h="1704" w="27475">
                  <a:moveTo>
                    <a:pt x="852" y="1"/>
                  </a:moveTo>
                  <a:lnTo>
                    <a:pt x="688" y="16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2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2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-1893024" y="2793977"/>
              <a:ext cx="772528" cy="47940"/>
            </a:xfrm>
            <a:custGeom>
              <a:rect b="b" l="l" r="r" t="t"/>
              <a:pathLst>
                <a:path extrusionOk="0" h="1705" w="27475">
                  <a:moveTo>
                    <a:pt x="852" y="1"/>
                  </a:moveTo>
                  <a:lnTo>
                    <a:pt x="688" y="16"/>
                  </a:lnTo>
                  <a:lnTo>
                    <a:pt x="523" y="61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73"/>
                  </a:lnTo>
                  <a:lnTo>
                    <a:pt x="1" y="853"/>
                  </a:lnTo>
                  <a:lnTo>
                    <a:pt x="30" y="1017"/>
                  </a:lnTo>
                  <a:lnTo>
                    <a:pt x="75" y="1181"/>
                  </a:lnTo>
                  <a:lnTo>
                    <a:pt x="150" y="1331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1"/>
                  </a:lnTo>
                  <a:lnTo>
                    <a:pt x="27400" y="1181"/>
                  </a:lnTo>
                  <a:lnTo>
                    <a:pt x="27460" y="1017"/>
                  </a:lnTo>
                  <a:lnTo>
                    <a:pt x="27475" y="853"/>
                  </a:lnTo>
                  <a:lnTo>
                    <a:pt x="27460" y="673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61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-1893024" y="2945643"/>
              <a:ext cx="772528" cy="47490"/>
            </a:xfrm>
            <a:custGeom>
              <a:rect b="b" l="l" r="r" t="t"/>
              <a:pathLst>
                <a:path extrusionOk="0" h="1689" w="27475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2"/>
                  </a:lnTo>
                  <a:lnTo>
                    <a:pt x="1" y="837"/>
                  </a:lnTo>
                  <a:lnTo>
                    <a:pt x="30" y="1016"/>
                  </a:lnTo>
                  <a:lnTo>
                    <a:pt x="75" y="1180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3"/>
                  </a:lnTo>
                  <a:lnTo>
                    <a:pt x="852" y="1688"/>
                  </a:lnTo>
                  <a:lnTo>
                    <a:pt x="26623" y="1688"/>
                  </a:lnTo>
                  <a:lnTo>
                    <a:pt x="26787" y="1673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15"/>
                  </a:lnTo>
                  <a:lnTo>
                    <a:pt x="27400" y="1180"/>
                  </a:lnTo>
                  <a:lnTo>
                    <a:pt x="27460" y="1016"/>
                  </a:lnTo>
                  <a:lnTo>
                    <a:pt x="27475" y="837"/>
                  </a:lnTo>
                  <a:lnTo>
                    <a:pt x="27460" y="672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-1893024" y="3096859"/>
              <a:ext cx="772528" cy="47912"/>
            </a:xfrm>
            <a:custGeom>
              <a:rect b="b" l="l" r="r" t="t"/>
              <a:pathLst>
                <a:path extrusionOk="0" h="1704" w="27475">
                  <a:moveTo>
                    <a:pt x="852" y="0"/>
                  </a:moveTo>
                  <a:lnTo>
                    <a:pt x="688" y="15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4"/>
                  </a:lnTo>
                  <a:lnTo>
                    <a:pt x="150" y="374"/>
                  </a:lnTo>
                  <a:lnTo>
                    <a:pt x="75" y="523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3"/>
                  </a:lnTo>
                  <a:lnTo>
                    <a:pt x="26623" y="1703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3"/>
                  </a:lnTo>
                  <a:lnTo>
                    <a:pt x="27325" y="374"/>
                  </a:lnTo>
                  <a:lnTo>
                    <a:pt x="27221" y="254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7" name="Google Shape;877;p24"/>
          <p:cNvGrpSpPr/>
          <p:nvPr/>
        </p:nvGrpSpPr>
        <p:grpSpPr>
          <a:xfrm>
            <a:off x="457228" y="2075312"/>
            <a:ext cx="2588083" cy="2656316"/>
            <a:chOff x="-2362222" y="2639837"/>
            <a:chExt cx="2038181" cy="2091917"/>
          </a:xfrm>
        </p:grpSpPr>
        <p:sp>
          <p:nvSpPr>
            <p:cNvPr id="878" name="Google Shape;878;p24"/>
            <p:cNvSpPr/>
            <p:nvPr/>
          </p:nvSpPr>
          <p:spPr>
            <a:xfrm>
              <a:off x="-2362222" y="4609077"/>
              <a:ext cx="2038181" cy="122677"/>
            </a:xfrm>
            <a:custGeom>
              <a:rect b="b" l="l" r="r" t="t"/>
              <a:pathLst>
                <a:path extrusionOk="0" h="4363" w="72488">
                  <a:moveTo>
                    <a:pt x="36244" y="1"/>
                  </a:moveTo>
                  <a:lnTo>
                    <a:pt x="32538" y="16"/>
                  </a:lnTo>
                  <a:lnTo>
                    <a:pt x="28938" y="45"/>
                  </a:lnTo>
                  <a:lnTo>
                    <a:pt x="25472" y="105"/>
                  </a:lnTo>
                  <a:lnTo>
                    <a:pt x="22141" y="180"/>
                  </a:lnTo>
                  <a:lnTo>
                    <a:pt x="18973" y="270"/>
                  </a:lnTo>
                  <a:lnTo>
                    <a:pt x="15985" y="374"/>
                  </a:lnTo>
                  <a:lnTo>
                    <a:pt x="13192" y="509"/>
                  </a:lnTo>
                  <a:lnTo>
                    <a:pt x="10622" y="643"/>
                  </a:lnTo>
                  <a:lnTo>
                    <a:pt x="8277" y="792"/>
                  </a:lnTo>
                  <a:lnTo>
                    <a:pt x="6185" y="972"/>
                  </a:lnTo>
                  <a:lnTo>
                    <a:pt x="5244" y="1061"/>
                  </a:lnTo>
                  <a:lnTo>
                    <a:pt x="4377" y="1151"/>
                  </a:lnTo>
                  <a:lnTo>
                    <a:pt x="3571" y="1241"/>
                  </a:lnTo>
                  <a:lnTo>
                    <a:pt x="2853" y="1330"/>
                  </a:lnTo>
                  <a:lnTo>
                    <a:pt x="2196" y="1435"/>
                  </a:lnTo>
                  <a:lnTo>
                    <a:pt x="1628" y="1539"/>
                  </a:lnTo>
                  <a:lnTo>
                    <a:pt x="1150" y="1644"/>
                  </a:lnTo>
                  <a:lnTo>
                    <a:pt x="732" y="1749"/>
                  </a:lnTo>
                  <a:lnTo>
                    <a:pt x="418" y="1853"/>
                  </a:lnTo>
                  <a:lnTo>
                    <a:pt x="299" y="1913"/>
                  </a:lnTo>
                  <a:lnTo>
                    <a:pt x="194" y="1958"/>
                  </a:lnTo>
                  <a:lnTo>
                    <a:pt x="105" y="2018"/>
                  </a:lnTo>
                  <a:lnTo>
                    <a:pt x="45" y="2077"/>
                  </a:lnTo>
                  <a:lnTo>
                    <a:pt x="15" y="2122"/>
                  </a:lnTo>
                  <a:lnTo>
                    <a:pt x="0" y="2182"/>
                  </a:lnTo>
                  <a:lnTo>
                    <a:pt x="15" y="2242"/>
                  </a:lnTo>
                  <a:lnTo>
                    <a:pt x="45" y="2301"/>
                  </a:lnTo>
                  <a:lnTo>
                    <a:pt x="105" y="2346"/>
                  </a:lnTo>
                  <a:lnTo>
                    <a:pt x="194" y="2406"/>
                  </a:lnTo>
                  <a:lnTo>
                    <a:pt x="299" y="2466"/>
                  </a:lnTo>
                  <a:lnTo>
                    <a:pt x="418" y="2511"/>
                  </a:lnTo>
                  <a:lnTo>
                    <a:pt x="732" y="2630"/>
                  </a:lnTo>
                  <a:lnTo>
                    <a:pt x="1150" y="2735"/>
                  </a:lnTo>
                  <a:lnTo>
                    <a:pt x="1628" y="2839"/>
                  </a:lnTo>
                  <a:lnTo>
                    <a:pt x="2196" y="2929"/>
                  </a:lnTo>
                  <a:lnTo>
                    <a:pt x="2853" y="3033"/>
                  </a:lnTo>
                  <a:lnTo>
                    <a:pt x="3571" y="3123"/>
                  </a:lnTo>
                  <a:lnTo>
                    <a:pt x="4377" y="3228"/>
                  </a:lnTo>
                  <a:lnTo>
                    <a:pt x="5244" y="3317"/>
                  </a:lnTo>
                  <a:lnTo>
                    <a:pt x="6185" y="3407"/>
                  </a:lnTo>
                  <a:lnTo>
                    <a:pt x="8277" y="3571"/>
                  </a:lnTo>
                  <a:lnTo>
                    <a:pt x="10622" y="3721"/>
                  </a:lnTo>
                  <a:lnTo>
                    <a:pt x="13192" y="3870"/>
                  </a:lnTo>
                  <a:lnTo>
                    <a:pt x="15985" y="3990"/>
                  </a:lnTo>
                  <a:lnTo>
                    <a:pt x="18973" y="4094"/>
                  </a:lnTo>
                  <a:lnTo>
                    <a:pt x="22141" y="4184"/>
                  </a:lnTo>
                  <a:lnTo>
                    <a:pt x="25472" y="4258"/>
                  </a:lnTo>
                  <a:lnTo>
                    <a:pt x="28938" y="4318"/>
                  </a:lnTo>
                  <a:lnTo>
                    <a:pt x="32538" y="4348"/>
                  </a:lnTo>
                  <a:lnTo>
                    <a:pt x="36244" y="4363"/>
                  </a:lnTo>
                  <a:lnTo>
                    <a:pt x="39949" y="4348"/>
                  </a:lnTo>
                  <a:lnTo>
                    <a:pt x="43549" y="4318"/>
                  </a:lnTo>
                  <a:lnTo>
                    <a:pt x="47015" y="4258"/>
                  </a:lnTo>
                  <a:lnTo>
                    <a:pt x="50347" y="4184"/>
                  </a:lnTo>
                  <a:lnTo>
                    <a:pt x="53514" y="4094"/>
                  </a:lnTo>
                  <a:lnTo>
                    <a:pt x="56502" y="3990"/>
                  </a:lnTo>
                  <a:lnTo>
                    <a:pt x="59295" y="3870"/>
                  </a:lnTo>
                  <a:lnTo>
                    <a:pt x="61865" y="3721"/>
                  </a:lnTo>
                  <a:lnTo>
                    <a:pt x="64210" y="3571"/>
                  </a:lnTo>
                  <a:lnTo>
                    <a:pt x="66302" y="3407"/>
                  </a:lnTo>
                  <a:lnTo>
                    <a:pt x="67243" y="3317"/>
                  </a:lnTo>
                  <a:lnTo>
                    <a:pt x="68110" y="3228"/>
                  </a:lnTo>
                  <a:lnTo>
                    <a:pt x="68916" y="3123"/>
                  </a:lnTo>
                  <a:lnTo>
                    <a:pt x="69634" y="3033"/>
                  </a:lnTo>
                  <a:lnTo>
                    <a:pt x="70291" y="2929"/>
                  </a:lnTo>
                  <a:lnTo>
                    <a:pt x="70859" y="2839"/>
                  </a:lnTo>
                  <a:lnTo>
                    <a:pt x="71352" y="2735"/>
                  </a:lnTo>
                  <a:lnTo>
                    <a:pt x="71755" y="2630"/>
                  </a:lnTo>
                  <a:lnTo>
                    <a:pt x="72069" y="2511"/>
                  </a:lnTo>
                  <a:lnTo>
                    <a:pt x="72188" y="2466"/>
                  </a:lnTo>
                  <a:lnTo>
                    <a:pt x="72293" y="2406"/>
                  </a:lnTo>
                  <a:lnTo>
                    <a:pt x="72382" y="2346"/>
                  </a:lnTo>
                  <a:lnTo>
                    <a:pt x="72442" y="2301"/>
                  </a:lnTo>
                  <a:lnTo>
                    <a:pt x="72472" y="2242"/>
                  </a:lnTo>
                  <a:lnTo>
                    <a:pt x="72487" y="2182"/>
                  </a:lnTo>
                  <a:lnTo>
                    <a:pt x="72472" y="2122"/>
                  </a:lnTo>
                  <a:lnTo>
                    <a:pt x="72442" y="2077"/>
                  </a:lnTo>
                  <a:lnTo>
                    <a:pt x="72382" y="2018"/>
                  </a:lnTo>
                  <a:lnTo>
                    <a:pt x="72293" y="1958"/>
                  </a:lnTo>
                  <a:lnTo>
                    <a:pt x="72188" y="1913"/>
                  </a:lnTo>
                  <a:lnTo>
                    <a:pt x="72069" y="1853"/>
                  </a:lnTo>
                  <a:lnTo>
                    <a:pt x="71755" y="1749"/>
                  </a:lnTo>
                  <a:lnTo>
                    <a:pt x="71352" y="1644"/>
                  </a:lnTo>
                  <a:lnTo>
                    <a:pt x="70859" y="1539"/>
                  </a:lnTo>
                  <a:lnTo>
                    <a:pt x="70291" y="1435"/>
                  </a:lnTo>
                  <a:lnTo>
                    <a:pt x="69634" y="1330"/>
                  </a:lnTo>
                  <a:lnTo>
                    <a:pt x="68916" y="1241"/>
                  </a:lnTo>
                  <a:lnTo>
                    <a:pt x="68110" y="1151"/>
                  </a:lnTo>
                  <a:lnTo>
                    <a:pt x="67243" y="1061"/>
                  </a:lnTo>
                  <a:lnTo>
                    <a:pt x="66302" y="972"/>
                  </a:lnTo>
                  <a:lnTo>
                    <a:pt x="64210" y="792"/>
                  </a:lnTo>
                  <a:lnTo>
                    <a:pt x="61865" y="643"/>
                  </a:lnTo>
                  <a:lnTo>
                    <a:pt x="59295" y="509"/>
                  </a:lnTo>
                  <a:lnTo>
                    <a:pt x="56502" y="374"/>
                  </a:lnTo>
                  <a:lnTo>
                    <a:pt x="53514" y="270"/>
                  </a:lnTo>
                  <a:lnTo>
                    <a:pt x="50347" y="180"/>
                  </a:lnTo>
                  <a:lnTo>
                    <a:pt x="47015" y="105"/>
                  </a:lnTo>
                  <a:lnTo>
                    <a:pt x="43549" y="45"/>
                  </a:lnTo>
                  <a:lnTo>
                    <a:pt x="39949" y="16"/>
                  </a:lnTo>
                  <a:lnTo>
                    <a:pt x="362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-1460771" y="3049397"/>
              <a:ext cx="729255" cy="492759"/>
            </a:xfrm>
            <a:custGeom>
              <a:rect b="b" l="l" r="r" t="t"/>
              <a:pathLst>
                <a:path extrusionOk="0" h="17525" w="25936">
                  <a:moveTo>
                    <a:pt x="3735" y="0"/>
                  </a:moveTo>
                  <a:lnTo>
                    <a:pt x="3377" y="30"/>
                  </a:lnTo>
                  <a:lnTo>
                    <a:pt x="3018" y="75"/>
                  </a:lnTo>
                  <a:lnTo>
                    <a:pt x="2660" y="165"/>
                  </a:lnTo>
                  <a:lnTo>
                    <a:pt x="2480" y="224"/>
                  </a:lnTo>
                  <a:lnTo>
                    <a:pt x="2316" y="299"/>
                  </a:lnTo>
                  <a:lnTo>
                    <a:pt x="2152" y="374"/>
                  </a:lnTo>
                  <a:lnTo>
                    <a:pt x="1972" y="448"/>
                  </a:lnTo>
                  <a:lnTo>
                    <a:pt x="1808" y="538"/>
                  </a:lnTo>
                  <a:lnTo>
                    <a:pt x="1659" y="643"/>
                  </a:lnTo>
                  <a:lnTo>
                    <a:pt x="1494" y="762"/>
                  </a:lnTo>
                  <a:lnTo>
                    <a:pt x="1345" y="882"/>
                  </a:lnTo>
                  <a:lnTo>
                    <a:pt x="1196" y="1001"/>
                  </a:lnTo>
                  <a:lnTo>
                    <a:pt x="1061" y="1136"/>
                  </a:lnTo>
                  <a:lnTo>
                    <a:pt x="942" y="1285"/>
                  </a:lnTo>
                  <a:lnTo>
                    <a:pt x="807" y="1419"/>
                  </a:lnTo>
                  <a:lnTo>
                    <a:pt x="703" y="1569"/>
                  </a:lnTo>
                  <a:lnTo>
                    <a:pt x="598" y="1733"/>
                  </a:lnTo>
                  <a:lnTo>
                    <a:pt x="493" y="1883"/>
                  </a:lnTo>
                  <a:lnTo>
                    <a:pt x="404" y="2047"/>
                  </a:lnTo>
                  <a:lnTo>
                    <a:pt x="254" y="2376"/>
                  </a:lnTo>
                  <a:lnTo>
                    <a:pt x="135" y="2719"/>
                  </a:lnTo>
                  <a:lnTo>
                    <a:pt x="60" y="3078"/>
                  </a:lnTo>
                  <a:lnTo>
                    <a:pt x="15" y="3436"/>
                  </a:lnTo>
                  <a:lnTo>
                    <a:pt x="0" y="3795"/>
                  </a:lnTo>
                  <a:lnTo>
                    <a:pt x="15" y="4153"/>
                  </a:lnTo>
                  <a:lnTo>
                    <a:pt x="60" y="4512"/>
                  </a:lnTo>
                  <a:lnTo>
                    <a:pt x="150" y="4870"/>
                  </a:lnTo>
                  <a:lnTo>
                    <a:pt x="210" y="5035"/>
                  </a:lnTo>
                  <a:lnTo>
                    <a:pt x="284" y="5214"/>
                  </a:lnTo>
                  <a:lnTo>
                    <a:pt x="359" y="5378"/>
                  </a:lnTo>
                  <a:lnTo>
                    <a:pt x="434" y="5558"/>
                  </a:lnTo>
                  <a:lnTo>
                    <a:pt x="538" y="5707"/>
                  </a:lnTo>
                  <a:lnTo>
                    <a:pt x="628" y="5871"/>
                  </a:lnTo>
                  <a:lnTo>
                    <a:pt x="747" y="6036"/>
                  </a:lnTo>
                  <a:lnTo>
                    <a:pt x="867" y="6185"/>
                  </a:lnTo>
                  <a:lnTo>
                    <a:pt x="9323" y="16314"/>
                  </a:lnTo>
                  <a:lnTo>
                    <a:pt x="9547" y="16583"/>
                  </a:lnTo>
                  <a:lnTo>
                    <a:pt x="9651" y="16718"/>
                  </a:lnTo>
                  <a:lnTo>
                    <a:pt x="9771" y="16837"/>
                  </a:lnTo>
                  <a:lnTo>
                    <a:pt x="9905" y="16942"/>
                  </a:lnTo>
                  <a:lnTo>
                    <a:pt x="10040" y="17046"/>
                  </a:lnTo>
                  <a:lnTo>
                    <a:pt x="10189" y="17136"/>
                  </a:lnTo>
                  <a:lnTo>
                    <a:pt x="10339" y="17225"/>
                  </a:lnTo>
                  <a:lnTo>
                    <a:pt x="10488" y="17300"/>
                  </a:lnTo>
                  <a:lnTo>
                    <a:pt x="10652" y="17360"/>
                  </a:lnTo>
                  <a:lnTo>
                    <a:pt x="10802" y="17420"/>
                  </a:lnTo>
                  <a:lnTo>
                    <a:pt x="10981" y="17465"/>
                  </a:lnTo>
                  <a:lnTo>
                    <a:pt x="11145" y="17494"/>
                  </a:lnTo>
                  <a:lnTo>
                    <a:pt x="11325" y="17524"/>
                  </a:lnTo>
                  <a:lnTo>
                    <a:pt x="11668" y="17524"/>
                  </a:lnTo>
                  <a:lnTo>
                    <a:pt x="11848" y="17509"/>
                  </a:lnTo>
                  <a:lnTo>
                    <a:pt x="12027" y="17494"/>
                  </a:lnTo>
                  <a:lnTo>
                    <a:pt x="12908" y="17315"/>
                  </a:lnTo>
                  <a:lnTo>
                    <a:pt x="13790" y="17121"/>
                  </a:lnTo>
                  <a:lnTo>
                    <a:pt x="14656" y="16912"/>
                  </a:lnTo>
                  <a:lnTo>
                    <a:pt x="15523" y="16658"/>
                  </a:lnTo>
                  <a:lnTo>
                    <a:pt x="16374" y="16404"/>
                  </a:lnTo>
                  <a:lnTo>
                    <a:pt x="17211" y="16105"/>
                  </a:lnTo>
                  <a:lnTo>
                    <a:pt x="18047" y="15791"/>
                  </a:lnTo>
                  <a:lnTo>
                    <a:pt x="18869" y="15463"/>
                  </a:lnTo>
                  <a:lnTo>
                    <a:pt x="19676" y="15104"/>
                  </a:lnTo>
                  <a:lnTo>
                    <a:pt x="20468" y="14731"/>
                  </a:lnTo>
                  <a:lnTo>
                    <a:pt x="21259" y="14342"/>
                  </a:lnTo>
                  <a:lnTo>
                    <a:pt x="22021" y="13924"/>
                  </a:lnTo>
                  <a:lnTo>
                    <a:pt x="22783" y="13506"/>
                  </a:lnTo>
                  <a:lnTo>
                    <a:pt x="23530" y="13057"/>
                  </a:lnTo>
                  <a:lnTo>
                    <a:pt x="24262" y="12594"/>
                  </a:lnTo>
                  <a:lnTo>
                    <a:pt x="24979" y="12131"/>
                  </a:lnTo>
                  <a:lnTo>
                    <a:pt x="25144" y="12012"/>
                  </a:lnTo>
                  <a:lnTo>
                    <a:pt x="25293" y="11877"/>
                  </a:lnTo>
                  <a:lnTo>
                    <a:pt x="25428" y="11728"/>
                  </a:lnTo>
                  <a:lnTo>
                    <a:pt x="25547" y="11578"/>
                  </a:lnTo>
                  <a:lnTo>
                    <a:pt x="25652" y="11414"/>
                  </a:lnTo>
                  <a:lnTo>
                    <a:pt x="25741" y="11250"/>
                  </a:lnTo>
                  <a:lnTo>
                    <a:pt x="25816" y="11070"/>
                  </a:lnTo>
                  <a:lnTo>
                    <a:pt x="25861" y="10876"/>
                  </a:lnTo>
                  <a:lnTo>
                    <a:pt x="25906" y="10697"/>
                  </a:lnTo>
                  <a:lnTo>
                    <a:pt x="25936" y="10503"/>
                  </a:lnTo>
                  <a:lnTo>
                    <a:pt x="25936" y="10308"/>
                  </a:lnTo>
                  <a:lnTo>
                    <a:pt x="25921" y="10114"/>
                  </a:lnTo>
                  <a:lnTo>
                    <a:pt x="25906" y="9920"/>
                  </a:lnTo>
                  <a:lnTo>
                    <a:pt x="25846" y="9726"/>
                  </a:lnTo>
                  <a:lnTo>
                    <a:pt x="25786" y="9532"/>
                  </a:lnTo>
                  <a:lnTo>
                    <a:pt x="25697" y="9352"/>
                  </a:lnTo>
                  <a:lnTo>
                    <a:pt x="25592" y="9158"/>
                  </a:lnTo>
                  <a:lnTo>
                    <a:pt x="25458" y="8979"/>
                  </a:lnTo>
                  <a:lnTo>
                    <a:pt x="25323" y="8815"/>
                  </a:lnTo>
                  <a:lnTo>
                    <a:pt x="25159" y="8680"/>
                  </a:lnTo>
                  <a:lnTo>
                    <a:pt x="24994" y="8546"/>
                  </a:lnTo>
                  <a:lnTo>
                    <a:pt x="24815" y="8441"/>
                  </a:lnTo>
                  <a:lnTo>
                    <a:pt x="24636" y="8351"/>
                  </a:lnTo>
                  <a:lnTo>
                    <a:pt x="24442" y="8277"/>
                  </a:lnTo>
                  <a:lnTo>
                    <a:pt x="24247" y="8232"/>
                  </a:lnTo>
                  <a:lnTo>
                    <a:pt x="24038" y="8187"/>
                  </a:lnTo>
                  <a:lnTo>
                    <a:pt x="23829" y="8172"/>
                  </a:lnTo>
                  <a:lnTo>
                    <a:pt x="23620" y="8187"/>
                  </a:lnTo>
                  <a:lnTo>
                    <a:pt x="23411" y="8202"/>
                  </a:lnTo>
                  <a:lnTo>
                    <a:pt x="23202" y="8247"/>
                  </a:lnTo>
                  <a:lnTo>
                    <a:pt x="22992" y="8322"/>
                  </a:lnTo>
                  <a:lnTo>
                    <a:pt x="22798" y="8411"/>
                  </a:lnTo>
                  <a:lnTo>
                    <a:pt x="22783" y="8411"/>
                  </a:lnTo>
                  <a:lnTo>
                    <a:pt x="22096" y="8770"/>
                  </a:lnTo>
                  <a:lnTo>
                    <a:pt x="21394" y="9098"/>
                  </a:lnTo>
                  <a:lnTo>
                    <a:pt x="20692" y="9412"/>
                  </a:lnTo>
                  <a:lnTo>
                    <a:pt x="19990" y="9696"/>
                  </a:lnTo>
                  <a:lnTo>
                    <a:pt x="19287" y="9980"/>
                  </a:lnTo>
                  <a:lnTo>
                    <a:pt x="18570" y="10234"/>
                  </a:lnTo>
                  <a:lnTo>
                    <a:pt x="17868" y="10473"/>
                  </a:lnTo>
                  <a:lnTo>
                    <a:pt x="17151" y="10682"/>
                  </a:lnTo>
                  <a:lnTo>
                    <a:pt x="16658" y="10831"/>
                  </a:lnTo>
                  <a:lnTo>
                    <a:pt x="16165" y="10951"/>
                  </a:lnTo>
                  <a:lnTo>
                    <a:pt x="15657" y="11070"/>
                  </a:lnTo>
                  <a:lnTo>
                    <a:pt x="15164" y="11175"/>
                  </a:lnTo>
                  <a:lnTo>
                    <a:pt x="14671" y="11280"/>
                  </a:lnTo>
                  <a:lnTo>
                    <a:pt x="14178" y="11369"/>
                  </a:lnTo>
                  <a:lnTo>
                    <a:pt x="13670" y="11444"/>
                  </a:lnTo>
                  <a:lnTo>
                    <a:pt x="13177" y="11519"/>
                  </a:lnTo>
                  <a:lnTo>
                    <a:pt x="6932" y="1748"/>
                  </a:lnTo>
                  <a:lnTo>
                    <a:pt x="6798" y="1554"/>
                  </a:lnTo>
                  <a:lnTo>
                    <a:pt x="6649" y="1360"/>
                  </a:lnTo>
                  <a:lnTo>
                    <a:pt x="6529" y="1210"/>
                  </a:lnTo>
                  <a:lnTo>
                    <a:pt x="6395" y="1076"/>
                  </a:lnTo>
                  <a:lnTo>
                    <a:pt x="6245" y="941"/>
                  </a:lnTo>
                  <a:lnTo>
                    <a:pt x="6111" y="822"/>
                  </a:lnTo>
                  <a:lnTo>
                    <a:pt x="5961" y="717"/>
                  </a:lnTo>
                  <a:lnTo>
                    <a:pt x="5797" y="613"/>
                  </a:lnTo>
                  <a:lnTo>
                    <a:pt x="5648" y="508"/>
                  </a:lnTo>
                  <a:lnTo>
                    <a:pt x="5483" y="419"/>
                  </a:lnTo>
                  <a:lnTo>
                    <a:pt x="5155" y="269"/>
                  </a:lnTo>
                  <a:lnTo>
                    <a:pt x="4811" y="150"/>
                  </a:lnTo>
                  <a:lnTo>
                    <a:pt x="4452" y="75"/>
                  </a:lnTo>
                  <a:lnTo>
                    <a:pt x="4094" y="15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-1796411" y="2946065"/>
              <a:ext cx="561647" cy="1207703"/>
            </a:xfrm>
            <a:custGeom>
              <a:rect b="b" l="l" r="r" t="t"/>
              <a:pathLst>
                <a:path extrusionOk="0" h="42952" w="19975">
                  <a:moveTo>
                    <a:pt x="10160" y="0"/>
                  </a:moveTo>
                  <a:lnTo>
                    <a:pt x="9801" y="164"/>
                  </a:lnTo>
                  <a:lnTo>
                    <a:pt x="9383" y="344"/>
                  </a:lnTo>
                  <a:lnTo>
                    <a:pt x="8860" y="598"/>
                  </a:lnTo>
                  <a:lnTo>
                    <a:pt x="8217" y="896"/>
                  </a:lnTo>
                  <a:lnTo>
                    <a:pt x="7515" y="1255"/>
                  </a:lnTo>
                  <a:lnTo>
                    <a:pt x="6753" y="1673"/>
                  </a:lnTo>
                  <a:lnTo>
                    <a:pt x="5962" y="2136"/>
                  </a:lnTo>
                  <a:lnTo>
                    <a:pt x="5155" y="2629"/>
                  </a:lnTo>
                  <a:lnTo>
                    <a:pt x="4766" y="2883"/>
                  </a:lnTo>
                  <a:lnTo>
                    <a:pt x="4378" y="3152"/>
                  </a:lnTo>
                  <a:lnTo>
                    <a:pt x="4004" y="3436"/>
                  </a:lnTo>
                  <a:lnTo>
                    <a:pt x="3631" y="3720"/>
                  </a:lnTo>
                  <a:lnTo>
                    <a:pt x="3287" y="4019"/>
                  </a:lnTo>
                  <a:lnTo>
                    <a:pt x="2959" y="4303"/>
                  </a:lnTo>
                  <a:lnTo>
                    <a:pt x="2645" y="4616"/>
                  </a:lnTo>
                  <a:lnTo>
                    <a:pt x="2361" y="4915"/>
                  </a:lnTo>
                  <a:lnTo>
                    <a:pt x="2107" y="5229"/>
                  </a:lnTo>
                  <a:lnTo>
                    <a:pt x="1883" y="5543"/>
                  </a:lnTo>
                  <a:lnTo>
                    <a:pt x="1689" y="5856"/>
                  </a:lnTo>
                  <a:lnTo>
                    <a:pt x="1525" y="6170"/>
                  </a:lnTo>
                  <a:lnTo>
                    <a:pt x="1465" y="6334"/>
                  </a:lnTo>
                  <a:lnTo>
                    <a:pt x="1405" y="6499"/>
                  </a:lnTo>
                  <a:lnTo>
                    <a:pt x="1360" y="6648"/>
                  </a:lnTo>
                  <a:lnTo>
                    <a:pt x="1330" y="6812"/>
                  </a:lnTo>
                  <a:lnTo>
                    <a:pt x="1256" y="7320"/>
                  </a:lnTo>
                  <a:lnTo>
                    <a:pt x="1166" y="8052"/>
                  </a:lnTo>
                  <a:lnTo>
                    <a:pt x="1076" y="8994"/>
                  </a:lnTo>
                  <a:lnTo>
                    <a:pt x="972" y="10099"/>
                  </a:lnTo>
                  <a:lnTo>
                    <a:pt x="867" y="11384"/>
                  </a:lnTo>
                  <a:lnTo>
                    <a:pt x="763" y="12818"/>
                  </a:lnTo>
                  <a:lnTo>
                    <a:pt x="643" y="14372"/>
                  </a:lnTo>
                  <a:lnTo>
                    <a:pt x="538" y="16030"/>
                  </a:lnTo>
                  <a:lnTo>
                    <a:pt x="524" y="16299"/>
                  </a:lnTo>
                  <a:lnTo>
                    <a:pt x="479" y="17091"/>
                  </a:lnTo>
                  <a:lnTo>
                    <a:pt x="449" y="17405"/>
                  </a:lnTo>
                  <a:lnTo>
                    <a:pt x="434" y="17748"/>
                  </a:lnTo>
                  <a:lnTo>
                    <a:pt x="404" y="18181"/>
                  </a:lnTo>
                  <a:lnTo>
                    <a:pt x="389" y="18525"/>
                  </a:lnTo>
                  <a:lnTo>
                    <a:pt x="374" y="18839"/>
                  </a:lnTo>
                  <a:lnTo>
                    <a:pt x="344" y="19571"/>
                  </a:lnTo>
                  <a:lnTo>
                    <a:pt x="329" y="19840"/>
                  </a:lnTo>
                  <a:lnTo>
                    <a:pt x="180" y="22962"/>
                  </a:lnTo>
                  <a:lnTo>
                    <a:pt x="165" y="23575"/>
                  </a:lnTo>
                  <a:lnTo>
                    <a:pt x="75" y="26040"/>
                  </a:lnTo>
                  <a:lnTo>
                    <a:pt x="45" y="27399"/>
                  </a:lnTo>
                  <a:lnTo>
                    <a:pt x="45" y="27489"/>
                  </a:lnTo>
                  <a:lnTo>
                    <a:pt x="45" y="27713"/>
                  </a:lnTo>
                  <a:lnTo>
                    <a:pt x="16" y="28908"/>
                  </a:lnTo>
                  <a:lnTo>
                    <a:pt x="16" y="29864"/>
                  </a:lnTo>
                  <a:lnTo>
                    <a:pt x="1" y="31015"/>
                  </a:lnTo>
                  <a:lnTo>
                    <a:pt x="1" y="31283"/>
                  </a:lnTo>
                  <a:lnTo>
                    <a:pt x="16" y="32553"/>
                  </a:lnTo>
                  <a:lnTo>
                    <a:pt x="31" y="33793"/>
                  </a:lnTo>
                  <a:lnTo>
                    <a:pt x="45" y="34391"/>
                  </a:lnTo>
                  <a:lnTo>
                    <a:pt x="105" y="35974"/>
                  </a:lnTo>
                  <a:lnTo>
                    <a:pt x="150" y="36736"/>
                  </a:lnTo>
                  <a:lnTo>
                    <a:pt x="195" y="37453"/>
                  </a:lnTo>
                  <a:lnTo>
                    <a:pt x="255" y="38126"/>
                  </a:lnTo>
                  <a:lnTo>
                    <a:pt x="314" y="38768"/>
                  </a:lnTo>
                  <a:lnTo>
                    <a:pt x="389" y="39381"/>
                  </a:lnTo>
                  <a:lnTo>
                    <a:pt x="479" y="39933"/>
                  </a:lnTo>
                  <a:lnTo>
                    <a:pt x="568" y="40441"/>
                  </a:lnTo>
                  <a:lnTo>
                    <a:pt x="658" y="40905"/>
                  </a:lnTo>
                  <a:lnTo>
                    <a:pt x="778" y="41323"/>
                  </a:lnTo>
                  <a:lnTo>
                    <a:pt x="897" y="41696"/>
                  </a:lnTo>
                  <a:lnTo>
                    <a:pt x="1017" y="41995"/>
                  </a:lnTo>
                  <a:lnTo>
                    <a:pt x="1091" y="42130"/>
                  </a:lnTo>
                  <a:lnTo>
                    <a:pt x="1166" y="42249"/>
                  </a:lnTo>
                  <a:lnTo>
                    <a:pt x="1241" y="42354"/>
                  </a:lnTo>
                  <a:lnTo>
                    <a:pt x="1315" y="42443"/>
                  </a:lnTo>
                  <a:lnTo>
                    <a:pt x="1390" y="42503"/>
                  </a:lnTo>
                  <a:lnTo>
                    <a:pt x="1480" y="42563"/>
                  </a:lnTo>
                  <a:lnTo>
                    <a:pt x="1614" y="42637"/>
                  </a:lnTo>
                  <a:lnTo>
                    <a:pt x="1764" y="42697"/>
                  </a:lnTo>
                  <a:lnTo>
                    <a:pt x="1943" y="42757"/>
                  </a:lnTo>
                  <a:lnTo>
                    <a:pt x="2122" y="42802"/>
                  </a:lnTo>
                  <a:lnTo>
                    <a:pt x="2316" y="42847"/>
                  </a:lnTo>
                  <a:lnTo>
                    <a:pt x="2525" y="42877"/>
                  </a:lnTo>
                  <a:lnTo>
                    <a:pt x="2989" y="42921"/>
                  </a:lnTo>
                  <a:lnTo>
                    <a:pt x="3482" y="42951"/>
                  </a:lnTo>
                  <a:lnTo>
                    <a:pt x="4019" y="42936"/>
                  </a:lnTo>
                  <a:lnTo>
                    <a:pt x="4587" y="42906"/>
                  </a:lnTo>
                  <a:lnTo>
                    <a:pt x="5185" y="42862"/>
                  </a:lnTo>
                  <a:lnTo>
                    <a:pt x="5827" y="42787"/>
                  </a:lnTo>
                  <a:lnTo>
                    <a:pt x="6484" y="42682"/>
                  </a:lnTo>
                  <a:lnTo>
                    <a:pt x="7157" y="42578"/>
                  </a:lnTo>
                  <a:lnTo>
                    <a:pt x="7844" y="42443"/>
                  </a:lnTo>
                  <a:lnTo>
                    <a:pt x="8561" y="42309"/>
                  </a:lnTo>
                  <a:lnTo>
                    <a:pt x="9263" y="42159"/>
                  </a:lnTo>
                  <a:lnTo>
                    <a:pt x="9995" y="41995"/>
                  </a:lnTo>
                  <a:lnTo>
                    <a:pt x="10712" y="41816"/>
                  </a:lnTo>
                  <a:lnTo>
                    <a:pt x="12147" y="41442"/>
                  </a:lnTo>
                  <a:lnTo>
                    <a:pt x="13536" y="41054"/>
                  </a:lnTo>
                  <a:lnTo>
                    <a:pt x="14851" y="40665"/>
                  </a:lnTo>
                  <a:lnTo>
                    <a:pt x="16061" y="40277"/>
                  </a:lnTo>
                  <a:lnTo>
                    <a:pt x="17136" y="39918"/>
                  </a:lnTo>
                  <a:lnTo>
                    <a:pt x="18048" y="39575"/>
                  </a:lnTo>
                  <a:lnTo>
                    <a:pt x="18765" y="39291"/>
                  </a:lnTo>
                  <a:lnTo>
                    <a:pt x="19034" y="39172"/>
                  </a:lnTo>
                  <a:lnTo>
                    <a:pt x="19258" y="39067"/>
                  </a:lnTo>
                  <a:lnTo>
                    <a:pt x="19452" y="38947"/>
                  </a:lnTo>
                  <a:lnTo>
                    <a:pt x="19631" y="38828"/>
                  </a:lnTo>
                  <a:lnTo>
                    <a:pt x="19751" y="38693"/>
                  </a:lnTo>
                  <a:lnTo>
                    <a:pt x="19811" y="38619"/>
                  </a:lnTo>
                  <a:lnTo>
                    <a:pt x="19855" y="38544"/>
                  </a:lnTo>
                  <a:lnTo>
                    <a:pt x="19885" y="38454"/>
                  </a:lnTo>
                  <a:lnTo>
                    <a:pt x="19915" y="38365"/>
                  </a:lnTo>
                  <a:lnTo>
                    <a:pt x="19960" y="38156"/>
                  </a:lnTo>
                  <a:lnTo>
                    <a:pt x="19975" y="37902"/>
                  </a:lnTo>
                  <a:lnTo>
                    <a:pt x="19960" y="37618"/>
                  </a:lnTo>
                  <a:lnTo>
                    <a:pt x="19930" y="37274"/>
                  </a:lnTo>
                  <a:lnTo>
                    <a:pt x="19885" y="36871"/>
                  </a:lnTo>
                  <a:lnTo>
                    <a:pt x="19766" y="35855"/>
                  </a:lnTo>
                  <a:lnTo>
                    <a:pt x="19601" y="34540"/>
                  </a:lnTo>
                  <a:lnTo>
                    <a:pt x="19512" y="33748"/>
                  </a:lnTo>
                  <a:lnTo>
                    <a:pt x="19407" y="32852"/>
                  </a:lnTo>
                  <a:lnTo>
                    <a:pt x="19318" y="31776"/>
                  </a:lnTo>
                  <a:lnTo>
                    <a:pt x="19273" y="31388"/>
                  </a:lnTo>
                  <a:lnTo>
                    <a:pt x="19258" y="31239"/>
                  </a:lnTo>
                  <a:lnTo>
                    <a:pt x="19198" y="30581"/>
                  </a:lnTo>
                  <a:lnTo>
                    <a:pt x="19183" y="30312"/>
                  </a:lnTo>
                  <a:lnTo>
                    <a:pt x="19123" y="29700"/>
                  </a:lnTo>
                  <a:lnTo>
                    <a:pt x="19093" y="29371"/>
                  </a:lnTo>
                  <a:lnTo>
                    <a:pt x="19004" y="28101"/>
                  </a:lnTo>
                  <a:lnTo>
                    <a:pt x="18974" y="27773"/>
                  </a:lnTo>
                  <a:lnTo>
                    <a:pt x="18959" y="27459"/>
                  </a:lnTo>
                  <a:lnTo>
                    <a:pt x="18944" y="27130"/>
                  </a:lnTo>
                  <a:lnTo>
                    <a:pt x="18929" y="27100"/>
                  </a:lnTo>
                  <a:lnTo>
                    <a:pt x="18914" y="26548"/>
                  </a:lnTo>
                  <a:lnTo>
                    <a:pt x="18884" y="25636"/>
                  </a:lnTo>
                  <a:lnTo>
                    <a:pt x="18869" y="24785"/>
                  </a:lnTo>
                  <a:lnTo>
                    <a:pt x="18884" y="24262"/>
                  </a:lnTo>
                  <a:lnTo>
                    <a:pt x="18884" y="24098"/>
                  </a:lnTo>
                  <a:lnTo>
                    <a:pt x="18899" y="23231"/>
                  </a:lnTo>
                  <a:lnTo>
                    <a:pt x="18884" y="22275"/>
                  </a:lnTo>
                  <a:lnTo>
                    <a:pt x="18869" y="21886"/>
                  </a:lnTo>
                  <a:lnTo>
                    <a:pt x="18854" y="21513"/>
                  </a:lnTo>
                  <a:lnTo>
                    <a:pt x="18854" y="21095"/>
                  </a:lnTo>
                  <a:lnTo>
                    <a:pt x="18795" y="19646"/>
                  </a:lnTo>
                  <a:lnTo>
                    <a:pt x="18780" y="19317"/>
                  </a:lnTo>
                  <a:lnTo>
                    <a:pt x="18750" y="18450"/>
                  </a:lnTo>
                  <a:lnTo>
                    <a:pt x="18735" y="18137"/>
                  </a:lnTo>
                  <a:lnTo>
                    <a:pt x="18690" y="17061"/>
                  </a:lnTo>
                  <a:lnTo>
                    <a:pt x="18675" y="16717"/>
                  </a:lnTo>
                  <a:lnTo>
                    <a:pt x="18660" y="16404"/>
                  </a:lnTo>
                  <a:lnTo>
                    <a:pt x="18660" y="16060"/>
                  </a:lnTo>
                  <a:lnTo>
                    <a:pt x="18645" y="16030"/>
                  </a:lnTo>
                  <a:lnTo>
                    <a:pt x="18630" y="15343"/>
                  </a:lnTo>
                  <a:lnTo>
                    <a:pt x="18615" y="14357"/>
                  </a:lnTo>
                  <a:lnTo>
                    <a:pt x="18600" y="13356"/>
                  </a:lnTo>
                  <a:lnTo>
                    <a:pt x="18600" y="12669"/>
                  </a:lnTo>
                  <a:lnTo>
                    <a:pt x="18615" y="11653"/>
                  </a:lnTo>
                  <a:lnTo>
                    <a:pt x="18645" y="10652"/>
                  </a:lnTo>
                  <a:lnTo>
                    <a:pt x="18705" y="9681"/>
                  </a:lnTo>
                  <a:lnTo>
                    <a:pt x="18780" y="8755"/>
                  </a:lnTo>
                  <a:lnTo>
                    <a:pt x="18810" y="8441"/>
                  </a:lnTo>
                  <a:lnTo>
                    <a:pt x="18825" y="8127"/>
                  </a:lnTo>
                  <a:lnTo>
                    <a:pt x="18825" y="7813"/>
                  </a:lnTo>
                  <a:lnTo>
                    <a:pt x="18810" y="7515"/>
                  </a:lnTo>
                  <a:lnTo>
                    <a:pt x="18780" y="7201"/>
                  </a:lnTo>
                  <a:lnTo>
                    <a:pt x="18735" y="6902"/>
                  </a:lnTo>
                  <a:lnTo>
                    <a:pt x="18690" y="6603"/>
                  </a:lnTo>
                  <a:lnTo>
                    <a:pt x="18615" y="6305"/>
                  </a:lnTo>
                  <a:lnTo>
                    <a:pt x="18541" y="6021"/>
                  </a:lnTo>
                  <a:lnTo>
                    <a:pt x="18451" y="5722"/>
                  </a:lnTo>
                  <a:lnTo>
                    <a:pt x="18347" y="5453"/>
                  </a:lnTo>
                  <a:lnTo>
                    <a:pt x="18242" y="5169"/>
                  </a:lnTo>
                  <a:lnTo>
                    <a:pt x="18107" y="4900"/>
                  </a:lnTo>
                  <a:lnTo>
                    <a:pt x="17973" y="4631"/>
                  </a:lnTo>
                  <a:lnTo>
                    <a:pt x="17824" y="4377"/>
                  </a:lnTo>
                  <a:lnTo>
                    <a:pt x="17674" y="4123"/>
                  </a:lnTo>
                  <a:lnTo>
                    <a:pt x="17510" y="3869"/>
                  </a:lnTo>
                  <a:lnTo>
                    <a:pt x="17331" y="3630"/>
                  </a:lnTo>
                  <a:lnTo>
                    <a:pt x="17136" y="3406"/>
                  </a:lnTo>
                  <a:lnTo>
                    <a:pt x="16942" y="3167"/>
                  </a:lnTo>
                  <a:lnTo>
                    <a:pt x="16733" y="2958"/>
                  </a:lnTo>
                  <a:lnTo>
                    <a:pt x="16509" y="2749"/>
                  </a:lnTo>
                  <a:lnTo>
                    <a:pt x="16285" y="2555"/>
                  </a:lnTo>
                  <a:lnTo>
                    <a:pt x="16061" y="2361"/>
                  </a:lnTo>
                  <a:lnTo>
                    <a:pt x="15807" y="2181"/>
                  </a:lnTo>
                  <a:lnTo>
                    <a:pt x="15553" y="2017"/>
                  </a:lnTo>
                  <a:lnTo>
                    <a:pt x="15299" y="1853"/>
                  </a:lnTo>
                  <a:lnTo>
                    <a:pt x="15030" y="1703"/>
                  </a:lnTo>
                  <a:lnTo>
                    <a:pt x="14761" y="1569"/>
                  </a:lnTo>
                  <a:lnTo>
                    <a:pt x="14477" y="1434"/>
                  </a:lnTo>
                  <a:lnTo>
                    <a:pt x="14178" y="1315"/>
                  </a:lnTo>
                  <a:lnTo>
                    <a:pt x="13880" y="12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-1507812" y="2639837"/>
              <a:ext cx="362547" cy="154168"/>
            </a:xfrm>
            <a:custGeom>
              <a:rect b="b" l="l" r="r" t="t"/>
              <a:pathLst>
                <a:path extrusionOk="0" h="5483" w="12894">
                  <a:moveTo>
                    <a:pt x="4766" y="0"/>
                  </a:moveTo>
                  <a:lnTo>
                    <a:pt x="4258" y="15"/>
                  </a:lnTo>
                  <a:lnTo>
                    <a:pt x="3765" y="60"/>
                  </a:lnTo>
                  <a:lnTo>
                    <a:pt x="3287" y="135"/>
                  </a:lnTo>
                  <a:lnTo>
                    <a:pt x="3063" y="194"/>
                  </a:lnTo>
                  <a:lnTo>
                    <a:pt x="2839" y="254"/>
                  </a:lnTo>
                  <a:lnTo>
                    <a:pt x="2615" y="314"/>
                  </a:lnTo>
                  <a:lnTo>
                    <a:pt x="2405" y="404"/>
                  </a:lnTo>
                  <a:lnTo>
                    <a:pt x="2196" y="478"/>
                  </a:lnTo>
                  <a:lnTo>
                    <a:pt x="1987" y="583"/>
                  </a:lnTo>
                  <a:lnTo>
                    <a:pt x="1808" y="687"/>
                  </a:lnTo>
                  <a:lnTo>
                    <a:pt x="1614" y="807"/>
                  </a:lnTo>
                  <a:lnTo>
                    <a:pt x="1449" y="941"/>
                  </a:lnTo>
                  <a:lnTo>
                    <a:pt x="1285" y="1076"/>
                  </a:lnTo>
                  <a:lnTo>
                    <a:pt x="1136" y="1225"/>
                  </a:lnTo>
                  <a:lnTo>
                    <a:pt x="1001" y="1390"/>
                  </a:lnTo>
                  <a:lnTo>
                    <a:pt x="867" y="1569"/>
                  </a:lnTo>
                  <a:lnTo>
                    <a:pt x="747" y="1733"/>
                  </a:lnTo>
                  <a:lnTo>
                    <a:pt x="643" y="1912"/>
                  </a:lnTo>
                  <a:lnTo>
                    <a:pt x="538" y="2092"/>
                  </a:lnTo>
                  <a:lnTo>
                    <a:pt x="374" y="2435"/>
                  </a:lnTo>
                  <a:lnTo>
                    <a:pt x="254" y="2794"/>
                  </a:lnTo>
                  <a:lnTo>
                    <a:pt x="150" y="3137"/>
                  </a:lnTo>
                  <a:lnTo>
                    <a:pt x="75" y="3481"/>
                  </a:lnTo>
                  <a:lnTo>
                    <a:pt x="30" y="3810"/>
                  </a:lnTo>
                  <a:lnTo>
                    <a:pt x="0" y="4109"/>
                  </a:lnTo>
                  <a:lnTo>
                    <a:pt x="0" y="4407"/>
                  </a:lnTo>
                  <a:lnTo>
                    <a:pt x="0" y="4661"/>
                  </a:lnTo>
                  <a:lnTo>
                    <a:pt x="15" y="4900"/>
                  </a:lnTo>
                  <a:lnTo>
                    <a:pt x="30" y="5095"/>
                  </a:lnTo>
                  <a:lnTo>
                    <a:pt x="75" y="5378"/>
                  </a:lnTo>
                  <a:lnTo>
                    <a:pt x="90" y="5483"/>
                  </a:lnTo>
                  <a:lnTo>
                    <a:pt x="10323" y="4168"/>
                  </a:lnTo>
                  <a:lnTo>
                    <a:pt x="10383" y="4168"/>
                  </a:lnTo>
                  <a:lnTo>
                    <a:pt x="10548" y="4138"/>
                  </a:lnTo>
                  <a:lnTo>
                    <a:pt x="10667" y="4109"/>
                  </a:lnTo>
                  <a:lnTo>
                    <a:pt x="10802" y="4079"/>
                  </a:lnTo>
                  <a:lnTo>
                    <a:pt x="10951" y="4004"/>
                  </a:lnTo>
                  <a:lnTo>
                    <a:pt x="11115" y="3929"/>
                  </a:lnTo>
                  <a:lnTo>
                    <a:pt x="11295" y="3810"/>
                  </a:lnTo>
                  <a:lnTo>
                    <a:pt x="11474" y="3675"/>
                  </a:lnTo>
                  <a:lnTo>
                    <a:pt x="11668" y="3496"/>
                  </a:lnTo>
                  <a:lnTo>
                    <a:pt x="11862" y="3287"/>
                  </a:lnTo>
                  <a:lnTo>
                    <a:pt x="12071" y="3033"/>
                  </a:lnTo>
                  <a:lnTo>
                    <a:pt x="12266" y="2734"/>
                  </a:lnTo>
                  <a:lnTo>
                    <a:pt x="12460" y="2376"/>
                  </a:lnTo>
                  <a:lnTo>
                    <a:pt x="12654" y="1987"/>
                  </a:lnTo>
                  <a:lnTo>
                    <a:pt x="12744" y="1748"/>
                  </a:lnTo>
                  <a:lnTo>
                    <a:pt x="12818" y="1524"/>
                  </a:lnTo>
                  <a:lnTo>
                    <a:pt x="12863" y="1330"/>
                  </a:lnTo>
                  <a:lnTo>
                    <a:pt x="12893" y="1165"/>
                  </a:lnTo>
                  <a:lnTo>
                    <a:pt x="12893" y="1016"/>
                  </a:lnTo>
                  <a:lnTo>
                    <a:pt x="12878" y="897"/>
                  </a:lnTo>
                  <a:lnTo>
                    <a:pt x="12833" y="777"/>
                  </a:lnTo>
                  <a:lnTo>
                    <a:pt x="12774" y="687"/>
                  </a:lnTo>
                  <a:lnTo>
                    <a:pt x="12699" y="613"/>
                  </a:lnTo>
                  <a:lnTo>
                    <a:pt x="12594" y="553"/>
                  </a:lnTo>
                  <a:lnTo>
                    <a:pt x="12490" y="493"/>
                  </a:lnTo>
                  <a:lnTo>
                    <a:pt x="12355" y="463"/>
                  </a:lnTo>
                  <a:lnTo>
                    <a:pt x="12221" y="433"/>
                  </a:lnTo>
                  <a:lnTo>
                    <a:pt x="12056" y="418"/>
                  </a:lnTo>
                  <a:lnTo>
                    <a:pt x="11713" y="418"/>
                  </a:lnTo>
                  <a:lnTo>
                    <a:pt x="11324" y="433"/>
                  </a:lnTo>
                  <a:lnTo>
                    <a:pt x="10906" y="463"/>
                  </a:lnTo>
                  <a:lnTo>
                    <a:pt x="10473" y="508"/>
                  </a:lnTo>
                  <a:lnTo>
                    <a:pt x="10010" y="538"/>
                  </a:lnTo>
                  <a:lnTo>
                    <a:pt x="9547" y="553"/>
                  </a:lnTo>
                  <a:lnTo>
                    <a:pt x="9069" y="553"/>
                  </a:lnTo>
                  <a:lnTo>
                    <a:pt x="8844" y="538"/>
                  </a:lnTo>
                  <a:lnTo>
                    <a:pt x="8620" y="508"/>
                  </a:lnTo>
                  <a:lnTo>
                    <a:pt x="8396" y="478"/>
                  </a:lnTo>
                  <a:lnTo>
                    <a:pt x="8172" y="433"/>
                  </a:lnTo>
                  <a:lnTo>
                    <a:pt x="7739" y="329"/>
                  </a:lnTo>
                  <a:lnTo>
                    <a:pt x="7261" y="224"/>
                  </a:lnTo>
                  <a:lnTo>
                    <a:pt x="6783" y="150"/>
                  </a:lnTo>
                  <a:lnTo>
                    <a:pt x="6290" y="75"/>
                  </a:lnTo>
                  <a:lnTo>
                    <a:pt x="5782" y="30"/>
                  </a:lnTo>
                  <a:lnTo>
                    <a:pt x="52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-1527157" y="2833060"/>
              <a:ext cx="200843" cy="225587"/>
            </a:xfrm>
            <a:custGeom>
              <a:rect b="b" l="l" r="r" t="t"/>
              <a:pathLst>
                <a:path extrusionOk="0" h="8023" w="7143">
                  <a:moveTo>
                    <a:pt x="2810" y="0"/>
                  </a:moveTo>
                  <a:lnTo>
                    <a:pt x="2720" y="359"/>
                  </a:lnTo>
                  <a:lnTo>
                    <a:pt x="2600" y="702"/>
                  </a:lnTo>
                  <a:lnTo>
                    <a:pt x="2466" y="1046"/>
                  </a:lnTo>
                  <a:lnTo>
                    <a:pt x="2302" y="1375"/>
                  </a:lnTo>
                  <a:lnTo>
                    <a:pt x="2137" y="1703"/>
                  </a:lnTo>
                  <a:lnTo>
                    <a:pt x="1943" y="2017"/>
                  </a:lnTo>
                  <a:lnTo>
                    <a:pt x="1749" y="2316"/>
                  </a:lnTo>
                  <a:lnTo>
                    <a:pt x="1555" y="2615"/>
                  </a:lnTo>
                  <a:lnTo>
                    <a:pt x="1346" y="2899"/>
                  </a:lnTo>
                  <a:lnTo>
                    <a:pt x="1136" y="3168"/>
                  </a:lnTo>
                  <a:lnTo>
                    <a:pt x="718" y="3646"/>
                  </a:lnTo>
                  <a:lnTo>
                    <a:pt x="330" y="4049"/>
                  </a:lnTo>
                  <a:lnTo>
                    <a:pt x="1" y="4393"/>
                  </a:lnTo>
                  <a:lnTo>
                    <a:pt x="240" y="4691"/>
                  </a:lnTo>
                  <a:lnTo>
                    <a:pt x="494" y="5020"/>
                  </a:lnTo>
                  <a:lnTo>
                    <a:pt x="808" y="5394"/>
                  </a:lnTo>
                  <a:lnTo>
                    <a:pt x="1106" y="5722"/>
                  </a:lnTo>
                  <a:lnTo>
                    <a:pt x="1450" y="6066"/>
                  </a:lnTo>
                  <a:lnTo>
                    <a:pt x="1853" y="6469"/>
                  </a:lnTo>
                  <a:lnTo>
                    <a:pt x="2317" y="6917"/>
                  </a:lnTo>
                  <a:lnTo>
                    <a:pt x="2810" y="7351"/>
                  </a:lnTo>
                  <a:lnTo>
                    <a:pt x="3273" y="7724"/>
                  </a:lnTo>
                  <a:lnTo>
                    <a:pt x="3482" y="7888"/>
                  </a:lnTo>
                  <a:lnTo>
                    <a:pt x="3676" y="8023"/>
                  </a:lnTo>
                  <a:lnTo>
                    <a:pt x="4124" y="7620"/>
                  </a:lnTo>
                  <a:lnTo>
                    <a:pt x="4543" y="7201"/>
                  </a:lnTo>
                  <a:lnTo>
                    <a:pt x="4961" y="6783"/>
                  </a:lnTo>
                  <a:lnTo>
                    <a:pt x="5349" y="6350"/>
                  </a:lnTo>
                  <a:lnTo>
                    <a:pt x="5648" y="6006"/>
                  </a:lnTo>
                  <a:lnTo>
                    <a:pt x="5962" y="5647"/>
                  </a:lnTo>
                  <a:lnTo>
                    <a:pt x="6350" y="5184"/>
                  </a:lnTo>
                  <a:lnTo>
                    <a:pt x="6664" y="4781"/>
                  </a:lnTo>
                  <a:lnTo>
                    <a:pt x="6679" y="4766"/>
                  </a:lnTo>
                  <a:lnTo>
                    <a:pt x="6724" y="4706"/>
                  </a:lnTo>
                  <a:lnTo>
                    <a:pt x="7142" y="4154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-1383054" y="2933018"/>
              <a:ext cx="44960" cy="78588"/>
            </a:xfrm>
            <a:custGeom>
              <a:rect b="b" l="l" r="r" t="t"/>
              <a:pathLst>
                <a:path extrusionOk="0" h="2795" w="1599">
                  <a:moveTo>
                    <a:pt x="30" y="1"/>
                  </a:moveTo>
                  <a:lnTo>
                    <a:pt x="15" y="300"/>
                  </a:lnTo>
                  <a:lnTo>
                    <a:pt x="0" y="613"/>
                  </a:lnTo>
                  <a:lnTo>
                    <a:pt x="0" y="1002"/>
                  </a:lnTo>
                  <a:lnTo>
                    <a:pt x="15" y="1435"/>
                  </a:lnTo>
                  <a:lnTo>
                    <a:pt x="45" y="1898"/>
                  </a:lnTo>
                  <a:lnTo>
                    <a:pt x="75" y="2122"/>
                  </a:lnTo>
                  <a:lnTo>
                    <a:pt x="120" y="2361"/>
                  </a:lnTo>
                  <a:lnTo>
                    <a:pt x="165" y="2585"/>
                  </a:lnTo>
                  <a:lnTo>
                    <a:pt x="224" y="2795"/>
                  </a:lnTo>
                  <a:lnTo>
                    <a:pt x="523" y="2451"/>
                  </a:lnTo>
                  <a:lnTo>
                    <a:pt x="837" y="2092"/>
                  </a:lnTo>
                  <a:lnTo>
                    <a:pt x="1225" y="1629"/>
                  </a:lnTo>
                  <a:lnTo>
                    <a:pt x="1539" y="1226"/>
                  </a:lnTo>
                  <a:lnTo>
                    <a:pt x="1554" y="1211"/>
                  </a:lnTo>
                  <a:lnTo>
                    <a:pt x="1599" y="1151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-1506575" y="2672172"/>
              <a:ext cx="314663" cy="342387"/>
            </a:xfrm>
            <a:custGeom>
              <a:rect b="b" l="l" r="r" t="t"/>
              <a:pathLst>
                <a:path extrusionOk="0" h="12177" w="11191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556" y="7874"/>
                  </a:lnTo>
                  <a:lnTo>
                    <a:pt x="2959" y="8262"/>
                  </a:lnTo>
                  <a:lnTo>
                    <a:pt x="3362" y="8665"/>
                  </a:lnTo>
                  <a:lnTo>
                    <a:pt x="3796" y="9054"/>
                  </a:lnTo>
                  <a:lnTo>
                    <a:pt x="4632" y="9801"/>
                  </a:lnTo>
                  <a:lnTo>
                    <a:pt x="5469" y="10488"/>
                  </a:lnTo>
                  <a:lnTo>
                    <a:pt x="6231" y="11086"/>
                  </a:lnTo>
                  <a:lnTo>
                    <a:pt x="6589" y="11340"/>
                  </a:lnTo>
                  <a:lnTo>
                    <a:pt x="6918" y="11579"/>
                  </a:lnTo>
                  <a:lnTo>
                    <a:pt x="7217" y="11773"/>
                  </a:lnTo>
                  <a:lnTo>
                    <a:pt x="7486" y="11922"/>
                  </a:lnTo>
                  <a:lnTo>
                    <a:pt x="7710" y="12042"/>
                  </a:lnTo>
                  <a:lnTo>
                    <a:pt x="7904" y="12116"/>
                  </a:lnTo>
                  <a:lnTo>
                    <a:pt x="8024" y="12146"/>
                  </a:lnTo>
                  <a:lnTo>
                    <a:pt x="8143" y="12176"/>
                  </a:lnTo>
                  <a:lnTo>
                    <a:pt x="8367" y="12176"/>
                  </a:lnTo>
                  <a:lnTo>
                    <a:pt x="8472" y="12146"/>
                  </a:lnTo>
                  <a:lnTo>
                    <a:pt x="8576" y="12116"/>
                  </a:lnTo>
                  <a:lnTo>
                    <a:pt x="8681" y="12072"/>
                  </a:lnTo>
                  <a:lnTo>
                    <a:pt x="8785" y="11997"/>
                  </a:lnTo>
                  <a:lnTo>
                    <a:pt x="8890" y="11922"/>
                  </a:lnTo>
                  <a:lnTo>
                    <a:pt x="8980" y="11833"/>
                  </a:lnTo>
                  <a:lnTo>
                    <a:pt x="9084" y="11713"/>
                  </a:lnTo>
                  <a:lnTo>
                    <a:pt x="9174" y="11594"/>
                  </a:lnTo>
                  <a:lnTo>
                    <a:pt x="9264" y="11444"/>
                  </a:lnTo>
                  <a:lnTo>
                    <a:pt x="9353" y="11280"/>
                  </a:lnTo>
                  <a:lnTo>
                    <a:pt x="9443" y="11101"/>
                  </a:lnTo>
                  <a:lnTo>
                    <a:pt x="9532" y="10906"/>
                  </a:lnTo>
                  <a:lnTo>
                    <a:pt x="9727" y="10369"/>
                  </a:lnTo>
                  <a:lnTo>
                    <a:pt x="10100" y="9218"/>
                  </a:lnTo>
                  <a:lnTo>
                    <a:pt x="10205" y="8800"/>
                  </a:lnTo>
                  <a:lnTo>
                    <a:pt x="10518" y="8800"/>
                  </a:lnTo>
                  <a:lnTo>
                    <a:pt x="10683" y="8785"/>
                  </a:lnTo>
                  <a:lnTo>
                    <a:pt x="10847" y="8755"/>
                  </a:lnTo>
                  <a:lnTo>
                    <a:pt x="10997" y="8725"/>
                  </a:lnTo>
                  <a:lnTo>
                    <a:pt x="11116" y="8680"/>
                  </a:lnTo>
                  <a:lnTo>
                    <a:pt x="11161" y="8665"/>
                  </a:lnTo>
                  <a:lnTo>
                    <a:pt x="11176" y="8636"/>
                  </a:lnTo>
                  <a:lnTo>
                    <a:pt x="11191" y="8591"/>
                  </a:lnTo>
                  <a:lnTo>
                    <a:pt x="11191" y="8561"/>
                  </a:lnTo>
                  <a:lnTo>
                    <a:pt x="10608" y="6888"/>
                  </a:lnTo>
                  <a:lnTo>
                    <a:pt x="10698" y="6215"/>
                  </a:lnTo>
                  <a:lnTo>
                    <a:pt x="10743" y="5558"/>
                  </a:lnTo>
                  <a:lnTo>
                    <a:pt x="10758" y="5229"/>
                  </a:lnTo>
                  <a:lnTo>
                    <a:pt x="10772" y="4916"/>
                  </a:lnTo>
                  <a:lnTo>
                    <a:pt x="10772" y="4617"/>
                  </a:lnTo>
                  <a:lnTo>
                    <a:pt x="10758" y="4318"/>
                  </a:lnTo>
                  <a:lnTo>
                    <a:pt x="10743" y="4124"/>
                  </a:lnTo>
                  <a:lnTo>
                    <a:pt x="10698" y="3915"/>
                  </a:lnTo>
                  <a:lnTo>
                    <a:pt x="10653" y="3735"/>
                  </a:lnTo>
                  <a:lnTo>
                    <a:pt x="10578" y="3541"/>
                  </a:lnTo>
                  <a:lnTo>
                    <a:pt x="10489" y="3362"/>
                  </a:lnTo>
                  <a:lnTo>
                    <a:pt x="10384" y="3168"/>
                  </a:lnTo>
                  <a:lnTo>
                    <a:pt x="10279" y="3003"/>
                  </a:lnTo>
                  <a:lnTo>
                    <a:pt x="10145" y="2839"/>
                  </a:lnTo>
                  <a:lnTo>
                    <a:pt x="9996" y="2690"/>
                  </a:lnTo>
                  <a:lnTo>
                    <a:pt x="9846" y="2555"/>
                  </a:lnTo>
                  <a:lnTo>
                    <a:pt x="9667" y="242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-1271737" y="2927142"/>
              <a:ext cx="31098" cy="27752"/>
            </a:xfrm>
            <a:custGeom>
              <a:rect b="b" l="l" r="r" t="t"/>
              <a:pathLst>
                <a:path extrusionOk="0" h="987" w="1106">
                  <a:moveTo>
                    <a:pt x="90" y="1"/>
                  </a:moveTo>
                  <a:lnTo>
                    <a:pt x="45" y="31"/>
                  </a:lnTo>
                  <a:lnTo>
                    <a:pt x="15" y="61"/>
                  </a:lnTo>
                  <a:lnTo>
                    <a:pt x="0" y="105"/>
                  </a:lnTo>
                  <a:lnTo>
                    <a:pt x="0" y="165"/>
                  </a:lnTo>
                  <a:lnTo>
                    <a:pt x="60" y="285"/>
                  </a:lnTo>
                  <a:lnTo>
                    <a:pt x="120" y="404"/>
                  </a:lnTo>
                  <a:lnTo>
                    <a:pt x="209" y="539"/>
                  </a:lnTo>
                  <a:lnTo>
                    <a:pt x="329" y="673"/>
                  </a:lnTo>
                  <a:lnTo>
                    <a:pt x="404" y="733"/>
                  </a:lnTo>
                  <a:lnTo>
                    <a:pt x="478" y="793"/>
                  </a:lnTo>
                  <a:lnTo>
                    <a:pt x="568" y="852"/>
                  </a:lnTo>
                  <a:lnTo>
                    <a:pt x="673" y="912"/>
                  </a:lnTo>
                  <a:lnTo>
                    <a:pt x="777" y="942"/>
                  </a:lnTo>
                  <a:lnTo>
                    <a:pt x="897" y="972"/>
                  </a:lnTo>
                  <a:lnTo>
                    <a:pt x="971" y="987"/>
                  </a:lnTo>
                  <a:lnTo>
                    <a:pt x="1016" y="987"/>
                  </a:lnTo>
                  <a:lnTo>
                    <a:pt x="1061" y="957"/>
                  </a:lnTo>
                  <a:lnTo>
                    <a:pt x="1091" y="927"/>
                  </a:lnTo>
                  <a:lnTo>
                    <a:pt x="1106" y="867"/>
                  </a:lnTo>
                  <a:lnTo>
                    <a:pt x="1106" y="822"/>
                  </a:lnTo>
                  <a:lnTo>
                    <a:pt x="1091" y="778"/>
                  </a:lnTo>
                  <a:lnTo>
                    <a:pt x="1046" y="748"/>
                  </a:lnTo>
                  <a:lnTo>
                    <a:pt x="1001" y="733"/>
                  </a:lnTo>
                  <a:lnTo>
                    <a:pt x="897" y="718"/>
                  </a:lnTo>
                  <a:lnTo>
                    <a:pt x="807" y="688"/>
                  </a:lnTo>
                  <a:lnTo>
                    <a:pt x="717" y="658"/>
                  </a:lnTo>
                  <a:lnTo>
                    <a:pt x="643" y="613"/>
                  </a:lnTo>
                  <a:lnTo>
                    <a:pt x="508" y="494"/>
                  </a:lnTo>
                  <a:lnTo>
                    <a:pt x="419" y="389"/>
                  </a:lnTo>
                  <a:lnTo>
                    <a:pt x="344" y="270"/>
                  </a:lnTo>
                  <a:lnTo>
                    <a:pt x="284" y="180"/>
                  </a:lnTo>
                  <a:lnTo>
                    <a:pt x="254" y="75"/>
                  </a:lnTo>
                  <a:lnTo>
                    <a:pt x="224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-1314166" y="2856567"/>
              <a:ext cx="53789" cy="35316"/>
            </a:xfrm>
            <a:custGeom>
              <a:rect b="b" l="l" r="r" t="t"/>
              <a:pathLst>
                <a:path extrusionOk="0" h="1256" w="1913">
                  <a:moveTo>
                    <a:pt x="434" y="1"/>
                  </a:moveTo>
                  <a:lnTo>
                    <a:pt x="299" y="31"/>
                  </a:lnTo>
                  <a:lnTo>
                    <a:pt x="165" y="76"/>
                  </a:lnTo>
                  <a:lnTo>
                    <a:pt x="120" y="106"/>
                  </a:lnTo>
                  <a:lnTo>
                    <a:pt x="75" y="135"/>
                  </a:lnTo>
                  <a:lnTo>
                    <a:pt x="45" y="180"/>
                  </a:lnTo>
                  <a:lnTo>
                    <a:pt x="15" y="225"/>
                  </a:lnTo>
                  <a:lnTo>
                    <a:pt x="0" y="270"/>
                  </a:lnTo>
                  <a:lnTo>
                    <a:pt x="0" y="330"/>
                  </a:lnTo>
                  <a:lnTo>
                    <a:pt x="0" y="389"/>
                  </a:lnTo>
                  <a:lnTo>
                    <a:pt x="15" y="449"/>
                  </a:lnTo>
                  <a:lnTo>
                    <a:pt x="60" y="569"/>
                  </a:lnTo>
                  <a:lnTo>
                    <a:pt x="150" y="688"/>
                  </a:lnTo>
                  <a:lnTo>
                    <a:pt x="254" y="808"/>
                  </a:lnTo>
                  <a:lnTo>
                    <a:pt x="404" y="912"/>
                  </a:lnTo>
                  <a:lnTo>
                    <a:pt x="568" y="1017"/>
                  </a:lnTo>
                  <a:lnTo>
                    <a:pt x="747" y="1106"/>
                  </a:lnTo>
                  <a:lnTo>
                    <a:pt x="942" y="1181"/>
                  </a:lnTo>
                  <a:lnTo>
                    <a:pt x="1136" y="1226"/>
                  </a:lnTo>
                  <a:lnTo>
                    <a:pt x="1315" y="1256"/>
                  </a:lnTo>
                  <a:lnTo>
                    <a:pt x="1479" y="1256"/>
                  </a:lnTo>
                  <a:lnTo>
                    <a:pt x="1614" y="1226"/>
                  </a:lnTo>
                  <a:lnTo>
                    <a:pt x="1733" y="1181"/>
                  </a:lnTo>
                  <a:lnTo>
                    <a:pt x="1793" y="1151"/>
                  </a:lnTo>
                  <a:lnTo>
                    <a:pt x="1838" y="1121"/>
                  </a:lnTo>
                  <a:lnTo>
                    <a:pt x="1868" y="1077"/>
                  </a:lnTo>
                  <a:lnTo>
                    <a:pt x="1898" y="1032"/>
                  </a:lnTo>
                  <a:lnTo>
                    <a:pt x="1913" y="987"/>
                  </a:lnTo>
                  <a:lnTo>
                    <a:pt x="1913" y="927"/>
                  </a:lnTo>
                  <a:lnTo>
                    <a:pt x="1913" y="867"/>
                  </a:lnTo>
                  <a:lnTo>
                    <a:pt x="1898" y="808"/>
                  </a:lnTo>
                  <a:lnTo>
                    <a:pt x="1853" y="703"/>
                  </a:lnTo>
                  <a:lnTo>
                    <a:pt x="1763" y="569"/>
                  </a:lnTo>
                  <a:lnTo>
                    <a:pt x="1659" y="464"/>
                  </a:lnTo>
                  <a:lnTo>
                    <a:pt x="1509" y="345"/>
                  </a:lnTo>
                  <a:lnTo>
                    <a:pt x="1345" y="240"/>
                  </a:lnTo>
                  <a:lnTo>
                    <a:pt x="1166" y="150"/>
                  </a:lnTo>
                  <a:lnTo>
                    <a:pt x="971" y="76"/>
                  </a:lnTo>
                  <a:lnTo>
                    <a:pt x="777" y="31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-1239401" y="2838937"/>
              <a:ext cx="13047" cy="23562"/>
            </a:xfrm>
            <a:custGeom>
              <a:rect b="b" l="l" r="r" t="t"/>
              <a:pathLst>
                <a:path extrusionOk="0" h="838" w="464">
                  <a:moveTo>
                    <a:pt x="210" y="0"/>
                  </a:moveTo>
                  <a:lnTo>
                    <a:pt x="165" y="15"/>
                  </a:lnTo>
                  <a:lnTo>
                    <a:pt x="120" y="60"/>
                  </a:lnTo>
                  <a:lnTo>
                    <a:pt x="90" y="105"/>
                  </a:lnTo>
                  <a:lnTo>
                    <a:pt x="45" y="165"/>
                  </a:lnTo>
                  <a:lnTo>
                    <a:pt x="30" y="240"/>
                  </a:lnTo>
                  <a:lnTo>
                    <a:pt x="1" y="314"/>
                  </a:lnTo>
                  <a:lnTo>
                    <a:pt x="1" y="404"/>
                  </a:lnTo>
                  <a:lnTo>
                    <a:pt x="1" y="479"/>
                  </a:lnTo>
                  <a:lnTo>
                    <a:pt x="1" y="568"/>
                  </a:lnTo>
                  <a:lnTo>
                    <a:pt x="16" y="643"/>
                  </a:lnTo>
                  <a:lnTo>
                    <a:pt x="45" y="703"/>
                  </a:lnTo>
                  <a:lnTo>
                    <a:pt x="75" y="747"/>
                  </a:lnTo>
                  <a:lnTo>
                    <a:pt x="105" y="792"/>
                  </a:lnTo>
                  <a:lnTo>
                    <a:pt x="150" y="822"/>
                  </a:lnTo>
                  <a:lnTo>
                    <a:pt x="195" y="837"/>
                  </a:lnTo>
                  <a:lnTo>
                    <a:pt x="255" y="837"/>
                  </a:lnTo>
                  <a:lnTo>
                    <a:pt x="299" y="807"/>
                  </a:lnTo>
                  <a:lnTo>
                    <a:pt x="329" y="777"/>
                  </a:lnTo>
                  <a:lnTo>
                    <a:pt x="374" y="718"/>
                  </a:lnTo>
                  <a:lnTo>
                    <a:pt x="404" y="658"/>
                  </a:lnTo>
                  <a:lnTo>
                    <a:pt x="434" y="598"/>
                  </a:lnTo>
                  <a:lnTo>
                    <a:pt x="449" y="508"/>
                  </a:lnTo>
                  <a:lnTo>
                    <a:pt x="464" y="434"/>
                  </a:lnTo>
                  <a:lnTo>
                    <a:pt x="464" y="344"/>
                  </a:lnTo>
                  <a:lnTo>
                    <a:pt x="449" y="269"/>
                  </a:lnTo>
                  <a:lnTo>
                    <a:pt x="434" y="195"/>
                  </a:lnTo>
                  <a:lnTo>
                    <a:pt x="419" y="135"/>
                  </a:lnTo>
                  <a:lnTo>
                    <a:pt x="389" y="75"/>
                  </a:lnTo>
                  <a:lnTo>
                    <a:pt x="344" y="3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-1264595" y="2809104"/>
              <a:ext cx="51680" cy="24828"/>
            </a:xfrm>
            <a:custGeom>
              <a:rect b="b" l="l" r="r" t="t"/>
              <a:pathLst>
                <a:path extrusionOk="0" h="883" w="1838">
                  <a:moveTo>
                    <a:pt x="1046" y="1"/>
                  </a:moveTo>
                  <a:lnTo>
                    <a:pt x="912" y="31"/>
                  </a:lnTo>
                  <a:lnTo>
                    <a:pt x="792" y="46"/>
                  </a:lnTo>
                  <a:lnTo>
                    <a:pt x="687" y="90"/>
                  </a:lnTo>
                  <a:lnTo>
                    <a:pt x="583" y="135"/>
                  </a:lnTo>
                  <a:lnTo>
                    <a:pt x="478" y="195"/>
                  </a:lnTo>
                  <a:lnTo>
                    <a:pt x="299" y="300"/>
                  </a:lnTo>
                  <a:lnTo>
                    <a:pt x="150" y="434"/>
                  </a:lnTo>
                  <a:lnTo>
                    <a:pt x="45" y="554"/>
                  </a:lnTo>
                  <a:lnTo>
                    <a:pt x="0" y="628"/>
                  </a:lnTo>
                  <a:lnTo>
                    <a:pt x="0" y="703"/>
                  </a:lnTo>
                  <a:lnTo>
                    <a:pt x="30" y="778"/>
                  </a:lnTo>
                  <a:lnTo>
                    <a:pt x="75" y="837"/>
                  </a:lnTo>
                  <a:lnTo>
                    <a:pt x="120" y="852"/>
                  </a:lnTo>
                  <a:lnTo>
                    <a:pt x="165" y="867"/>
                  </a:lnTo>
                  <a:lnTo>
                    <a:pt x="209" y="882"/>
                  </a:lnTo>
                  <a:lnTo>
                    <a:pt x="269" y="867"/>
                  </a:lnTo>
                  <a:lnTo>
                    <a:pt x="314" y="837"/>
                  </a:lnTo>
                  <a:lnTo>
                    <a:pt x="359" y="808"/>
                  </a:lnTo>
                  <a:lnTo>
                    <a:pt x="463" y="703"/>
                  </a:lnTo>
                  <a:lnTo>
                    <a:pt x="568" y="613"/>
                  </a:lnTo>
                  <a:lnTo>
                    <a:pt x="702" y="524"/>
                  </a:lnTo>
                  <a:lnTo>
                    <a:pt x="792" y="479"/>
                  </a:lnTo>
                  <a:lnTo>
                    <a:pt x="882" y="449"/>
                  </a:lnTo>
                  <a:lnTo>
                    <a:pt x="971" y="419"/>
                  </a:lnTo>
                  <a:lnTo>
                    <a:pt x="1076" y="404"/>
                  </a:lnTo>
                  <a:lnTo>
                    <a:pt x="1195" y="404"/>
                  </a:lnTo>
                  <a:lnTo>
                    <a:pt x="1300" y="419"/>
                  </a:lnTo>
                  <a:lnTo>
                    <a:pt x="1419" y="449"/>
                  </a:lnTo>
                  <a:lnTo>
                    <a:pt x="1554" y="494"/>
                  </a:lnTo>
                  <a:lnTo>
                    <a:pt x="1629" y="524"/>
                  </a:lnTo>
                  <a:lnTo>
                    <a:pt x="1703" y="509"/>
                  </a:lnTo>
                  <a:lnTo>
                    <a:pt x="1778" y="464"/>
                  </a:lnTo>
                  <a:lnTo>
                    <a:pt x="1823" y="404"/>
                  </a:lnTo>
                  <a:lnTo>
                    <a:pt x="1838" y="329"/>
                  </a:lnTo>
                  <a:lnTo>
                    <a:pt x="1823" y="255"/>
                  </a:lnTo>
                  <a:lnTo>
                    <a:pt x="1793" y="180"/>
                  </a:lnTo>
                  <a:lnTo>
                    <a:pt x="1718" y="135"/>
                  </a:lnTo>
                  <a:lnTo>
                    <a:pt x="1584" y="75"/>
                  </a:lnTo>
                  <a:lnTo>
                    <a:pt x="1434" y="31"/>
                  </a:lnTo>
                  <a:lnTo>
                    <a:pt x="1300" y="16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-1374647" y="2801119"/>
              <a:ext cx="25221" cy="55082"/>
            </a:xfrm>
            <a:custGeom>
              <a:rect b="b" l="l" r="r" t="t"/>
              <a:pathLst>
                <a:path extrusionOk="0" h="1959" w="897">
                  <a:moveTo>
                    <a:pt x="149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5" y="91"/>
                  </a:lnTo>
                  <a:lnTo>
                    <a:pt x="0" y="135"/>
                  </a:lnTo>
                  <a:lnTo>
                    <a:pt x="15" y="195"/>
                  </a:lnTo>
                  <a:lnTo>
                    <a:pt x="45" y="240"/>
                  </a:lnTo>
                  <a:lnTo>
                    <a:pt x="134" y="359"/>
                  </a:lnTo>
                  <a:lnTo>
                    <a:pt x="239" y="494"/>
                  </a:lnTo>
                  <a:lnTo>
                    <a:pt x="344" y="673"/>
                  </a:lnTo>
                  <a:lnTo>
                    <a:pt x="448" y="897"/>
                  </a:lnTo>
                  <a:lnTo>
                    <a:pt x="493" y="1032"/>
                  </a:lnTo>
                  <a:lnTo>
                    <a:pt x="538" y="1166"/>
                  </a:lnTo>
                  <a:lnTo>
                    <a:pt x="568" y="1316"/>
                  </a:lnTo>
                  <a:lnTo>
                    <a:pt x="598" y="1480"/>
                  </a:lnTo>
                  <a:lnTo>
                    <a:pt x="613" y="1644"/>
                  </a:lnTo>
                  <a:lnTo>
                    <a:pt x="613" y="1824"/>
                  </a:lnTo>
                  <a:lnTo>
                    <a:pt x="627" y="1868"/>
                  </a:lnTo>
                  <a:lnTo>
                    <a:pt x="642" y="1913"/>
                  </a:lnTo>
                  <a:lnTo>
                    <a:pt x="672" y="1943"/>
                  </a:lnTo>
                  <a:lnTo>
                    <a:pt x="717" y="1958"/>
                  </a:lnTo>
                  <a:lnTo>
                    <a:pt x="807" y="1958"/>
                  </a:lnTo>
                  <a:lnTo>
                    <a:pt x="852" y="1928"/>
                  </a:lnTo>
                  <a:lnTo>
                    <a:pt x="881" y="1883"/>
                  </a:lnTo>
                  <a:lnTo>
                    <a:pt x="896" y="1824"/>
                  </a:lnTo>
                  <a:lnTo>
                    <a:pt x="896" y="1629"/>
                  </a:lnTo>
                  <a:lnTo>
                    <a:pt x="881" y="1435"/>
                  </a:lnTo>
                  <a:lnTo>
                    <a:pt x="852" y="1271"/>
                  </a:lnTo>
                  <a:lnTo>
                    <a:pt x="807" y="1106"/>
                  </a:lnTo>
                  <a:lnTo>
                    <a:pt x="762" y="942"/>
                  </a:lnTo>
                  <a:lnTo>
                    <a:pt x="717" y="793"/>
                  </a:lnTo>
                  <a:lnTo>
                    <a:pt x="598" y="539"/>
                  </a:lnTo>
                  <a:lnTo>
                    <a:pt x="463" y="330"/>
                  </a:lnTo>
                  <a:lnTo>
                    <a:pt x="359" y="180"/>
                  </a:lnTo>
                  <a:lnTo>
                    <a:pt x="239" y="46"/>
                  </a:lnTo>
                  <a:lnTo>
                    <a:pt x="194" y="16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1383054" y="2821701"/>
              <a:ext cx="29439" cy="9701"/>
            </a:xfrm>
            <a:custGeom>
              <a:rect b="b" l="l" r="r" t="t"/>
              <a:pathLst>
                <a:path extrusionOk="0" h="345" w="1047">
                  <a:moveTo>
                    <a:pt x="538" y="1"/>
                  </a:moveTo>
                  <a:lnTo>
                    <a:pt x="404" y="16"/>
                  </a:lnTo>
                  <a:lnTo>
                    <a:pt x="194" y="46"/>
                  </a:lnTo>
                  <a:lnTo>
                    <a:pt x="105" y="61"/>
                  </a:lnTo>
                  <a:lnTo>
                    <a:pt x="45" y="91"/>
                  </a:lnTo>
                  <a:lnTo>
                    <a:pt x="15" y="135"/>
                  </a:lnTo>
                  <a:lnTo>
                    <a:pt x="0" y="180"/>
                  </a:lnTo>
                  <a:lnTo>
                    <a:pt x="0" y="240"/>
                  </a:lnTo>
                  <a:lnTo>
                    <a:pt x="15" y="270"/>
                  </a:lnTo>
                  <a:lnTo>
                    <a:pt x="45" y="300"/>
                  </a:lnTo>
                  <a:lnTo>
                    <a:pt x="75" y="330"/>
                  </a:lnTo>
                  <a:lnTo>
                    <a:pt x="105" y="330"/>
                  </a:lnTo>
                  <a:lnTo>
                    <a:pt x="135" y="345"/>
                  </a:lnTo>
                  <a:lnTo>
                    <a:pt x="180" y="330"/>
                  </a:lnTo>
                  <a:lnTo>
                    <a:pt x="299" y="300"/>
                  </a:lnTo>
                  <a:lnTo>
                    <a:pt x="478" y="285"/>
                  </a:lnTo>
                  <a:lnTo>
                    <a:pt x="673" y="285"/>
                  </a:lnTo>
                  <a:lnTo>
                    <a:pt x="762" y="300"/>
                  </a:lnTo>
                  <a:lnTo>
                    <a:pt x="852" y="330"/>
                  </a:lnTo>
                  <a:lnTo>
                    <a:pt x="956" y="330"/>
                  </a:lnTo>
                  <a:lnTo>
                    <a:pt x="1001" y="300"/>
                  </a:lnTo>
                  <a:lnTo>
                    <a:pt x="1031" y="255"/>
                  </a:lnTo>
                  <a:lnTo>
                    <a:pt x="1046" y="195"/>
                  </a:lnTo>
                  <a:lnTo>
                    <a:pt x="1031" y="135"/>
                  </a:lnTo>
                  <a:lnTo>
                    <a:pt x="1001" y="91"/>
                  </a:lnTo>
                  <a:lnTo>
                    <a:pt x="956" y="61"/>
                  </a:lnTo>
                  <a:lnTo>
                    <a:pt x="822" y="16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1506575" y="2672172"/>
              <a:ext cx="289048" cy="210488"/>
            </a:xfrm>
            <a:custGeom>
              <a:rect b="b" l="l" r="r" t="t"/>
              <a:pathLst>
                <a:path extrusionOk="0" h="7486" w="1028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257" y="7485"/>
                  </a:lnTo>
                  <a:lnTo>
                    <a:pt x="2361" y="7485"/>
                  </a:lnTo>
                  <a:lnTo>
                    <a:pt x="2466" y="7470"/>
                  </a:lnTo>
                  <a:lnTo>
                    <a:pt x="2571" y="7455"/>
                  </a:lnTo>
                  <a:lnTo>
                    <a:pt x="2675" y="7425"/>
                  </a:lnTo>
                  <a:lnTo>
                    <a:pt x="2795" y="7381"/>
                  </a:lnTo>
                  <a:lnTo>
                    <a:pt x="2899" y="7321"/>
                  </a:lnTo>
                  <a:lnTo>
                    <a:pt x="3019" y="7261"/>
                  </a:lnTo>
                  <a:lnTo>
                    <a:pt x="3123" y="7186"/>
                  </a:lnTo>
                  <a:lnTo>
                    <a:pt x="3228" y="7097"/>
                  </a:lnTo>
                  <a:lnTo>
                    <a:pt x="3333" y="6992"/>
                  </a:lnTo>
                  <a:lnTo>
                    <a:pt x="3437" y="6888"/>
                  </a:lnTo>
                  <a:lnTo>
                    <a:pt x="3542" y="6768"/>
                  </a:lnTo>
                  <a:lnTo>
                    <a:pt x="3631" y="6634"/>
                  </a:lnTo>
                  <a:lnTo>
                    <a:pt x="3721" y="6499"/>
                  </a:lnTo>
                  <a:lnTo>
                    <a:pt x="3811" y="6350"/>
                  </a:lnTo>
                  <a:lnTo>
                    <a:pt x="3721" y="6185"/>
                  </a:lnTo>
                  <a:lnTo>
                    <a:pt x="3646" y="6006"/>
                  </a:lnTo>
                  <a:lnTo>
                    <a:pt x="3587" y="5827"/>
                  </a:lnTo>
                  <a:lnTo>
                    <a:pt x="3542" y="5663"/>
                  </a:lnTo>
                  <a:lnTo>
                    <a:pt x="3497" y="5483"/>
                  </a:lnTo>
                  <a:lnTo>
                    <a:pt x="3467" y="5304"/>
                  </a:lnTo>
                  <a:lnTo>
                    <a:pt x="3467" y="5125"/>
                  </a:lnTo>
                  <a:lnTo>
                    <a:pt x="3467" y="4960"/>
                  </a:lnTo>
                  <a:lnTo>
                    <a:pt x="3497" y="4796"/>
                  </a:lnTo>
                  <a:lnTo>
                    <a:pt x="3542" y="4632"/>
                  </a:lnTo>
                  <a:lnTo>
                    <a:pt x="3587" y="4482"/>
                  </a:lnTo>
                  <a:lnTo>
                    <a:pt x="3676" y="4333"/>
                  </a:lnTo>
                  <a:lnTo>
                    <a:pt x="3766" y="4199"/>
                  </a:lnTo>
                  <a:lnTo>
                    <a:pt x="3885" y="4079"/>
                  </a:lnTo>
                  <a:lnTo>
                    <a:pt x="4020" y="3974"/>
                  </a:lnTo>
                  <a:lnTo>
                    <a:pt x="4184" y="3870"/>
                  </a:lnTo>
                  <a:lnTo>
                    <a:pt x="4319" y="3795"/>
                  </a:lnTo>
                  <a:lnTo>
                    <a:pt x="4468" y="3750"/>
                  </a:lnTo>
                  <a:lnTo>
                    <a:pt x="4602" y="3706"/>
                  </a:lnTo>
                  <a:lnTo>
                    <a:pt x="4737" y="3676"/>
                  </a:lnTo>
                  <a:lnTo>
                    <a:pt x="4856" y="3661"/>
                  </a:lnTo>
                  <a:lnTo>
                    <a:pt x="4976" y="3661"/>
                  </a:lnTo>
                  <a:lnTo>
                    <a:pt x="5095" y="3676"/>
                  </a:lnTo>
                  <a:lnTo>
                    <a:pt x="5215" y="3691"/>
                  </a:lnTo>
                  <a:lnTo>
                    <a:pt x="5319" y="3720"/>
                  </a:lnTo>
                  <a:lnTo>
                    <a:pt x="5424" y="3750"/>
                  </a:lnTo>
                  <a:lnTo>
                    <a:pt x="5618" y="3855"/>
                  </a:lnTo>
                  <a:lnTo>
                    <a:pt x="5783" y="3959"/>
                  </a:lnTo>
                  <a:lnTo>
                    <a:pt x="5947" y="4094"/>
                  </a:lnTo>
                  <a:lnTo>
                    <a:pt x="6081" y="4243"/>
                  </a:lnTo>
                  <a:lnTo>
                    <a:pt x="6201" y="4393"/>
                  </a:lnTo>
                  <a:lnTo>
                    <a:pt x="6291" y="4527"/>
                  </a:lnTo>
                  <a:lnTo>
                    <a:pt x="6380" y="4662"/>
                  </a:lnTo>
                  <a:lnTo>
                    <a:pt x="6485" y="4871"/>
                  </a:lnTo>
                  <a:lnTo>
                    <a:pt x="6515" y="4945"/>
                  </a:lnTo>
                  <a:lnTo>
                    <a:pt x="6739" y="4975"/>
                  </a:lnTo>
                  <a:lnTo>
                    <a:pt x="6963" y="4990"/>
                  </a:lnTo>
                  <a:lnTo>
                    <a:pt x="7067" y="4527"/>
                  </a:lnTo>
                  <a:lnTo>
                    <a:pt x="7172" y="4079"/>
                  </a:lnTo>
                  <a:lnTo>
                    <a:pt x="7277" y="3646"/>
                  </a:lnTo>
                  <a:lnTo>
                    <a:pt x="7366" y="3198"/>
                  </a:lnTo>
                  <a:lnTo>
                    <a:pt x="7546" y="3198"/>
                  </a:lnTo>
                  <a:lnTo>
                    <a:pt x="7740" y="3168"/>
                  </a:lnTo>
                  <a:lnTo>
                    <a:pt x="7934" y="3108"/>
                  </a:lnTo>
                  <a:lnTo>
                    <a:pt x="8128" y="3018"/>
                  </a:lnTo>
                  <a:lnTo>
                    <a:pt x="8322" y="2899"/>
                  </a:lnTo>
                  <a:lnTo>
                    <a:pt x="8502" y="2764"/>
                  </a:lnTo>
                  <a:lnTo>
                    <a:pt x="8681" y="2615"/>
                  </a:lnTo>
                  <a:lnTo>
                    <a:pt x="8845" y="2451"/>
                  </a:lnTo>
                  <a:lnTo>
                    <a:pt x="9547" y="2764"/>
                  </a:lnTo>
                  <a:lnTo>
                    <a:pt x="9906" y="2914"/>
                  </a:lnTo>
                  <a:lnTo>
                    <a:pt x="10100" y="2973"/>
                  </a:lnTo>
                  <a:lnTo>
                    <a:pt x="10279" y="3018"/>
                  </a:lnTo>
                  <a:lnTo>
                    <a:pt x="10115" y="2809"/>
                  </a:lnTo>
                  <a:lnTo>
                    <a:pt x="9921" y="2615"/>
                  </a:lnTo>
                  <a:lnTo>
                    <a:pt x="9712" y="245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1254950" y="2797773"/>
              <a:ext cx="50865" cy="99592"/>
            </a:xfrm>
            <a:custGeom>
              <a:rect b="b" l="l" r="r" t="t"/>
              <a:pathLst>
                <a:path extrusionOk="0" h="3542" w="1809">
                  <a:moveTo>
                    <a:pt x="1301" y="180"/>
                  </a:moveTo>
                  <a:lnTo>
                    <a:pt x="1360" y="210"/>
                  </a:lnTo>
                  <a:lnTo>
                    <a:pt x="1405" y="239"/>
                  </a:lnTo>
                  <a:lnTo>
                    <a:pt x="1450" y="284"/>
                  </a:lnTo>
                  <a:lnTo>
                    <a:pt x="1495" y="344"/>
                  </a:lnTo>
                  <a:lnTo>
                    <a:pt x="1540" y="419"/>
                  </a:lnTo>
                  <a:lnTo>
                    <a:pt x="1569" y="508"/>
                  </a:lnTo>
                  <a:lnTo>
                    <a:pt x="1614" y="718"/>
                  </a:lnTo>
                  <a:lnTo>
                    <a:pt x="1644" y="957"/>
                  </a:lnTo>
                  <a:lnTo>
                    <a:pt x="1629" y="1240"/>
                  </a:lnTo>
                  <a:lnTo>
                    <a:pt x="1599" y="1554"/>
                  </a:lnTo>
                  <a:lnTo>
                    <a:pt x="1540" y="1883"/>
                  </a:lnTo>
                  <a:lnTo>
                    <a:pt x="1525" y="1928"/>
                  </a:lnTo>
                  <a:lnTo>
                    <a:pt x="1480" y="2092"/>
                  </a:lnTo>
                  <a:lnTo>
                    <a:pt x="1375" y="2391"/>
                  </a:lnTo>
                  <a:lnTo>
                    <a:pt x="1271" y="2660"/>
                  </a:lnTo>
                  <a:lnTo>
                    <a:pt x="1136" y="2884"/>
                  </a:lnTo>
                  <a:lnTo>
                    <a:pt x="1002" y="3078"/>
                  </a:lnTo>
                  <a:lnTo>
                    <a:pt x="882" y="3212"/>
                  </a:lnTo>
                  <a:lnTo>
                    <a:pt x="748" y="3317"/>
                  </a:lnTo>
                  <a:lnTo>
                    <a:pt x="688" y="3347"/>
                  </a:lnTo>
                  <a:lnTo>
                    <a:pt x="628" y="3362"/>
                  </a:lnTo>
                  <a:lnTo>
                    <a:pt x="569" y="3377"/>
                  </a:lnTo>
                  <a:lnTo>
                    <a:pt x="509" y="3362"/>
                  </a:lnTo>
                  <a:lnTo>
                    <a:pt x="464" y="3347"/>
                  </a:lnTo>
                  <a:lnTo>
                    <a:pt x="404" y="3302"/>
                  </a:lnTo>
                  <a:lnTo>
                    <a:pt x="359" y="3257"/>
                  </a:lnTo>
                  <a:lnTo>
                    <a:pt x="315" y="3197"/>
                  </a:lnTo>
                  <a:lnTo>
                    <a:pt x="285" y="3123"/>
                  </a:lnTo>
                  <a:lnTo>
                    <a:pt x="255" y="3033"/>
                  </a:lnTo>
                  <a:lnTo>
                    <a:pt x="195" y="2824"/>
                  </a:lnTo>
                  <a:lnTo>
                    <a:pt x="180" y="2570"/>
                  </a:lnTo>
                  <a:lnTo>
                    <a:pt x="180" y="2271"/>
                  </a:lnTo>
                  <a:lnTo>
                    <a:pt x="225" y="1957"/>
                  </a:lnTo>
                  <a:lnTo>
                    <a:pt x="285" y="1614"/>
                  </a:lnTo>
                  <a:lnTo>
                    <a:pt x="389" y="1285"/>
                  </a:lnTo>
                  <a:lnTo>
                    <a:pt x="509" y="986"/>
                  </a:lnTo>
                  <a:lnTo>
                    <a:pt x="628" y="732"/>
                  </a:lnTo>
                  <a:lnTo>
                    <a:pt x="778" y="523"/>
                  </a:lnTo>
                  <a:lnTo>
                    <a:pt x="912" y="359"/>
                  </a:lnTo>
                  <a:lnTo>
                    <a:pt x="987" y="299"/>
                  </a:lnTo>
                  <a:lnTo>
                    <a:pt x="1047" y="239"/>
                  </a:lnTo>
                  <a:lnTo>
                    <a:pt x="1121" y="210"/>
                  </a:lnTo>
                  <a:lnTo>
                    <a:pt x="1181" y="180"/>
                  </a:lnTo>
                  <a:close/>
                  <a:moveTo>
                    <a:pt x="1256" y="0"/>
                  </a:moveTo>
                  <a:lnTo>
                    <a:pt x="1181" y="15"/>
                  </a:lnTo>
                  <a:lnTo>
                    <a:pt x="1091" y="30"/>
                  </a:lnTo>
                  <a:lnTo>
                    <a:pt x="1002" y="75"/>
                  </a:lnTo>
                  <a:lnTo>
                    <a:pt x="912" y="135"/>
                  </a:lnTo>
                  <a:lnTo>
                    <a:pt x="823" y="195"/>
                  </a:lnTo>
                  <a:lnTo>
                    <a:pt x="748" y="284"/>
                  </a:lnTo>
                  <a:lnTo>
                    <a:pt x="658" y="389"/>
                  </a:lnTo>
                  <a:lnTo>
                    <a:pt x="583" y="493"/>
                  </a:lnTo>
                  <a:lnTo>
                    <a:pt x="494" y="628"/>
                  </a:lnTo>
                  <a:lnTo>
                    <a:pt x="359" y="897"/>
                  </a:lnTo>
                  <a:lnTo>
                    <a:pt x="225" y="1225"/>
                  </a:lnTo>
                  <a:lnTo>
                    <a:pt x="120" y="1584"/>
                  </a:lnTo>
                  <a:lnTo>
                    <a:pt x="46" y="1943"/>
                  </a:lnTo>
                  <a:lnTo>
                    <a:pt x="1" y="2286"/>
                  </a:lnTo>
                  <a:lnTo>
                    <a:pt x="1" y="2600"/>
                  </a:lnTo>
                  <a:lnTo>
                    <a:pt x="16" y="2749"/>
                  </a:lnTo>
                  <a:lnTo>
                    <a:pt x="31" y="2884"/>
                  </a:lnTo>
                  <a:lnTo>
                    <a:pt x="61" y="3018"/>
                  </a:lnTo>
                  <a:lnTo>
                    <a:pt x="105" y="3123"/>
                  </a:lnTo>
                  <a:lnTo>
                    <a:pt x="135" y="3227"/>
                  </a:lnTo>
                  <a:lnTo>
                    <a:pt x="195" y="3317"/>
                  </a:lnTo>
                  <a:lnTo>
                    <a:pt x="255" y="3392"/>
                  </a:lnTo>
                  <a:lnTo>
                    <a:pt x="315" y="3451"/>
                  </a:lnTo>
                  <a:lnTo>
                    <a:pt x="389" y="3511"/>
                  </a:lnTo>
                  <a:lnTo>
                    <a:pt x="464" y="3526"/>
                  </a:lnTo>
                  <a:lnTo>
                    <a:pt x="554" y="3541"/>
                  </a:lnTo>
                  <a:lnTo>
                    <a:pt x="628" y="3541"/>
                  </a:lnTo>
                  <a:lnTo>
                    <a:pt x="718" y="3511"/>
                  </a:lnTo>
                  <a:lnTo>
                    <a:pt x="808" y="3481"/>
                  </a:lnTo>
                  <a:lnTo>
                    <a:pt x="882" y="3422"/>
                  </a:lnTo>
                  <a:lnTo>
                    <a:pt x="972" y="3362"/>
                  </a:lnTo>
                  <a:lnTo>
                    <a:pt x="1047" y="3287"/>
                  </a:lnTo>
                  <a:lnTo>
                    <a:pt x="1136" y="3183"/>
                  </a:lnTo>
                  <a:lnTo>
                    <a:pt x="1286" y="2973"/>
                  </a:lnTo>
                  <a:lnTo>
                    <a:pt x="1435" y="2704"/>
                  </a:lnTo>
                  <a:lnTo>
                    <a:pt x="1569" y="2406"/>
                  </a:lnTo>
                  <a:lnTo>
                    <a:pt x="1674" y="2062"/>
                  </a:lnTo>
                  <a:lnTo>
                    <a:pt x="1689" y="1972"/>
                  </a:lnTo>
                  <a:lnTo>
                    <a:pt x="1719" y="1898"/>
                  </a:lnTo>
                  <a:lnTo>
                    <a:pt x="1779" y="1539"/>
                  </a:lnTo>
                  <a:lnTo>
                    <a:pt x="1809" y="1211"/>
                  </a:lnTo>
                  <a:lnTo>
                    <a:pt x="1809" y="912"/>
                  </a:lnTo>
                  <a:lnTo>
                    <a:pt x="1779" y="643"/>
                  </a:lnTo>
                  <a:lnTo>
                    <a:pt x="1749" y="508"/>
                  </a:lnTo>
                  <a:lnTo>
                    <a:pt x="1704" y="404"/>
                  </a:lnTo>
                  <a:lnTo>
                    <a:pt x="1659" y="299"/>
                  </a:lnTo>
                  <a:lnTo>
                    <a:pt x="1614" y="225"/>
                  </a:lnTo>
                  <a:lnTo>
                    <a:pt x="1555" y="150"/>
                  </a:lnTo>
                  <a:lnTo>
                    <a:pt x="1495" y="90"/>
                  </a:lnTo>
                  <a:lnTo>
                    <a:pt x="1420" y="45"/>
                  </a:lnTo>
                  <a:lnTo>
                    <a:pt x="1345" y="15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-1213364" y="2850268"/>
              <a:ext cx="11388" cy="8435"/>
            </a:xfrm>
            <a:custGeom>
              <a:rect b="b" l="l" r="r" t="t"/>
              <a:pathLst>
                <a:path extrusionOk="0" h="300" w="405">
                  <a:moveTo>
                    <a:pt x="120" y="1"/>
                  </a:moveTo>
                  <a:lnTo>
                    <a:pt x="61" y="16"/>
                  </a:lnTo>
                  <a:lnTo>
                    <a:pt x="46" y="61"/>
                  </a:lnTo>
                  <a:lnTo>
                    <a:pt x="1" y="225"/>
                  </a:lnTo>
                  <a:lnTo>
                    <a:pt x="31" y="225"/>
                  </a:lnTo>
                  <a:lnTo>
                    <a:pt x="61" y="210"/>
                  </a:lnTo>
                  <a:lnTo>
                    <a:pt x="90" y="195"/>
                  </a:lnTo>
                  <a:lnTo>
                    <a:pt x="135" y="180"/>
                  </a:lnTo>
                  <a:lnTo>
                    <a:pt x="165" y="180"/>
                  </a:lnTo>
                  <a:lnTo>
                    <a:pt x="195" y="195"/>
                  </a:lnTo>
                  <a:lnTo>
                    <a:pt x="210" y="225"/>
                  </a:lnTo>
                  <a:lnTo>
                    <a:pt x="240" y="255"/>
                  </a:lnTo>
                  <a:lnTo>
                    <a:pt x="255" y="285"/>
                  </a:lnTo>
                  <a:lnTo>
                    <a:pt x="285" y="300"/>
                  </a:lnTo>
                  <a:lnTo>
                    <a:pt x="359" y="300"/>
                  </a:lnTo>
                  <a:lnTo>
                    <a:pt x="389" y="270"/>
                  </a:lnTo>
                  <a:lnTo>
                    <a:pt x="404" y="240"/>
                  </a:lnTo>
                  <a:lnTo>
                    <a:pt x="404" y="210"/>
                  </a:lnTo>
                  <a:lnTo>
                    <a:pt x="389" y="180"/>
                  </a:lnTo>
                  <a:lnTo>
                    <a:pt x="359" y="120"/>
                  </a:lnTo>
                  <a:lnTo>
                    <a:pt x="315" y="76"/>
                  </a:lnTo>
                  <a:lnTo>
                    <a:pt x="270" y="46"/>
                  </a:lnTo>
                  <a:lnTo>
                    <a:pt x="240" y="31"/>
                  </a:lnTo>
                  <a:lnTo>
                    <a:pt x="210" y="1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-1310820" y="2817933"/>
              <a:ext cx="65148" cy="22297"/>
            </a:xfrm>
            <a:custGeom>
              <a:rect b="b" l="l" r="r" t="t"/>
              <a:pathLst>
                <a:path extrusionOk="0" h="793" w="2317">
                  <a:moveTo>
                    <a:pt x="1" y="1"/>
                  </a:moveTo>
                  <a:lnTo>
                    <a:pt x="1" y="180"/>
                  </a:lnTo>
                  <a:lnTo>
                    <a:pt x="2212" y="792"/>
                  </a:lnTo>
                  <a:lnTo>
                    <a:pt x="2257" y="792"/>
                  </a:lnTo>
                  <a:lnTo>
                    <a:pt x="2287" y="777"/>
                  </a:lnTo>
                  <a:lnTo>
                    <a:pt x="2302" y="762"/>
                  </a:lnTo>
                  <a:lnTo>
                    <a:pt x="2316" y="733"/>
                  </a:lnTo>
                  <a:lnTo>
                    <a:pt x="2316" y="703"/>
                  </a:lnTo>
                  <a:lnTo>
                    <a:pt x="2316" y="673"/>
                  </a:lnTo>
                  <a:lnTo>
                    <a:pt x="2287" y="643"/>
                  </a:lnTo>
                  <a:lnTo>
                    <a:pt x="2257" y="6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1845561" y="4073494"/>
              <a:ext cx="930464" cy="580148"/>
            </a:xfrm>
            <a:custGeom>
              <a:rect b="b" l="l" r="r" t="t"/>
              <a:pathLst>
                <a:path extrusionOk="0" h="20633" w="33092">
                  <a:moveTo>
                    <a:pt x="18317" y="1"/>
                  </a:moveTo>
                  <a:lnTo>
                    <a:pt x="7441" y="4781"/>
                  </a:lnTo>
                  <a:lnTo>
                    <a:pt x="7560" y="5020"/>
                  </a:lnTo>
                  <a:lnTo>
                    <a:pt x="7725" y="5289"/>
                  </a:lnTo>
                  <a:lnTo>
                    <a:pt x="7964" y="5663"/>
                  </a:lnTo>
                  <a:lnTo>
                    <a:pt x="8277" y="6111"/>
                  </a:lnTo>
                  <a:lnTo>
                    <a:pt x="8471" y="6365"/>
                  </a:lnTo>
                  <a:lnTo>
                    <a:pt x="8696" y="6634"/>
                  </a:lnTo>
                  <a:lnTo>
                    <a:pt x="8935" y="6918"/>
                  </a:lnTo>
                  <a:lnTo>
                    <a:pt x="9189" y="7217"/>
                  </a:lnTo>
                  <a:lnTo>
                    <a:pt x="9487" y="7530"/>
                  </a:lnTo>
                  <a:lnTo>
                    <a:pt x="9801" y="7844"/>
                  </a:lnTo>
                  <a:lnTo>
                    <a:pt x="10160" y="8173"/>
                  </a:lnTo>
                  <a:lnTo>
                    <a:pt x="10533" y="8501"/>
                  </a:lnTo>
                  <a:lnTo>
                    <a:pt x="10937" y="8845"/>
                  </a:lnTo>
                  <a:lnTo>
                    <a:pt x="11370" y="9189"/>
                  </a:lnTo>
                  <a:lnTo>
                    <a:pt x="11848" y="9532"/>
                  </a:lnTo>
                  <a:lnTo>
                    <a:pt x="12341" y="9876"/>
                  </a:lnTo>
                  <a:lnTo>
                    <a:pt x="12879" y="10234"/>
                  </a:lnTo>
                  <a:lnTo>
                    <a:pt x="13446" y="10578"/>
                  </a:lnTo>
                  <a:lnTo>
                    <a:pt x="14059" y="10922"/>
                  </a:lnTo>
                  <a:lnTo>
                    <a:pt x="14686" y="11265"/>
                  </a:lnTo>
                  <a:lnTo>
                    <a:pt x="15374" y="11594"/>
                  </a:lnTo>
                  <a:lnTo>
                    <a:pt x="16091" y="11923"/>
                  </a:lnTo>
                  <a:lnTo>
                    <a:pt x="16838" y="12236"/>
                  </a:lnTo>
                  <a:lnTo>
                    <a:pt x="17629" y="12550"/>
                  </a:lnTo>
                  <a:lnTo>
                    <a:pt x="18466" y="12849"/>
                  </a:lnTo>
                  <a:lnTo>
                    <a:pt x="19333" y="13133"/>
                  </a:lnTo>
                  <a:lnTo>
                    <a:pt x="19228" y="13103"/>
                  </a:lnTo>
                  <a:lnTo>
                    <a:pt x="18899" y="12998"/>
                  </a:lnTo>
                  <a:lnTo>
                    <a:pt x="18660" y="12938"/>
                  </a:lnTo>
                  <a:lnTo>
                    <a:pt x="18362" y="12879"/>
                  </a:lnTo>
                  <a:lnTo>
                    <a:pt x="18003" y="12819"/>
                  </a:lnTo>
                  <a:lnTo>
                    <a:pt x="17585" y="12759"/>
                  </a:lnTo>
                  <a:lnTo>
                    <a:pt x="17122" y="12714"/>
                  </a:lnTo>
                  <a:lnTo>
                    <a:pt x="16599" y="12684"/>
                  </a:lnTo>
                  <a:lnTo>
                    <a:pt x="16016" y="12655"/>
                  </a:lnTo>
                  <a:lnTo>
                    <a:pt x="15374" y="12655"/>
                  </a:lnTo>
                  <a:lnTo>
                    <a:pt x="14671" y="12684"/>
                  </a:lnTo>
                  <a:lnTo>
                    <a:pt x="13924" y="12729"/>
                  </a:lnTo>
                  <a:lnTo>
                    <a:pt x="13103" y="12804"/>
                  </a:lnTo>
                  <a:lnTo>
                    <a:pt x="12236" y="12923"/>
                  </a:lnTo>
                  <a:lnTo>
                    <a:pt x="11310" y="13073"/>
                  </a:lnTo>
                  <a:lnTo>
                    <a:pt x="10339" y="13267"/>
                  </a:lnTo>
                  <a:lnTo>
                    <a:pt x="9323" y="13491"/>
                  </a:lnTo>
                  <a:lnTo>
                    <a:pt x="8307" y="13745"/>
                  </a:lnTo>
                  <a:lnTo>
                    <a:pt x="7276" y="14014"/>
                  </a:lnTo>
                  <a:lnTo>
                    <a:pt x="6260" y="14298"/>
                  </a:lnTo>
                  <a:lnTo>
                    <a:pt x="5274" y="14582"/>
                  </a:lnTo>
                  <a:lnTo>
                    <a:pt x="4318" y="14866"/>
                  </a:lnTo>
                  <a:lnTo>
                    <a:pt x="2600" y="15403"/>
                  </a:lnTo>
                  <a:lnTo>
                    <a:pt x="1241" y="15852"/>
                  </a:lnTo>
                  <a:lnTo>
                    <a:pt x="1" y="16285"/>
                  </a:lnTo>
                  <a:lnTo>
                    <a:pt x="105" y="19796"/>
                  </a:lnTo>
                  <a:lnTo>
                    <a:pt x="29880" y="20632"/>
                  </a:lnTo>
                  <a:lnTo>
                    <a:pt x="30104" y="20617"/>
                  </a:lnTo>
                  <a:lnTo>
                    <a:pt x="30313" y="20602"/>
                  </a:lnTo>
                  <a:lnTo>
                    <a:pt x="30522" y="20572"/>
                  </a:lnTo>
                  <a:lnTo>
                    <a:pt x="30717" y="20528"/>
                  </a:lnTo>
                  <a:lnTo>
                    <a:pt x="30926" y="20468"/>
                  </a:lnTo>
                  <a:lnTo>
                    <a:pt x="31105" y="20408"/>
                  </a:lnTo>
                  <a:lnTo>
                    <a:pt x="31299" y="20319"/>
                  </a:lnTo>
                  <a:lnTo>
                    <a:pt x="31478" y="20229"/>
                  </a:lnTo>
                  <a:lnTo>
                    <a:pt x="31643" y="20124"/>
                  </a:lnTo>
                  <a:lnTo>
                    <a:pt x="31807" y="20020"/>
                  </a:lnTo>
                  <a:lnTo>
                    <a:pt x="31957" y="19885"/>
                  </a:lnTo>
                  <a:lnTo>
                    <a:pt x="32106" y="19766"/>
                  </a:lnTo>
                  <a:lnTo>
                    <a:pt x="32240" y="19616"/>
                  </a:lnTo>
                  <a:lnTo>
                    <a:pt x="32375" y="19467"/>
                  </a:lnTo>
                  <a:lnTo>
                    <a:pt x="32479" y="19318"/>
                  </a:lnTo>
                  <a:lnTo>
                    <a:pt x="32599" y="19153"/>
                  </a:lnTo>
                  <a:lnTo>
                    <a:pt x="32689" y="18989"/>
                  </a:lnTo>
                  <a:lnTo>
                    <a:pt x="32778" y="18825"/>
                  </a:lnTo>
                  <a:lnTo>
                    <a:pt x="32868" y="18645"/>
                  </a:lnTo>
                  <a:lnTo>
                    <a:pt x="32928" y="18451"/>
                  </a:lnTo>
                  <a:lnTo>
                    <a:pt x="32987" y="18272"/>
                  </a:lnTo>
                  <a:lnTo>
                    <a:pt x="33032" y="18078"/>
                  </a:lnTo>
                  <a:lnTo>
                    <a:pt x="33062" y="17883"/>
                  </a:lnTo>
                  <a:lnTo>
                    <a:pt x="33092" y="17689"/>
                  </a:lnTo>
                  <a:lnTo>
                    <a:pt x="33092" y="17495"/>
                  </a:lnTo>
                  <a:lnTo>
                    <a:pt x="33092" y="17286"/>
                  </a:lnTo>
                  <a:lnTo>
                    <a:pt x="33077" y="17092"/>
                  </a:lnTo>
                  <a:lnTo>
                    <a:pt x="33047" y="16882"/>
                  </a:lnTo>
                  <a:lnTo>
                    <a:pt x="33002" y="16673"/>
                  </a:lnTo>
                  <a:lnTo>
                    <a:pt x="32943" y="16479"/>
                  </a:lnTo>
                  <a:lnTo>
                    <a:pt x="32868" y="16270"/>
                  </a:lnTo>
                  <a:lnTo>
                    <a:pt x="32778" y="16076"/>
                  </a:lnTo>
                  <a:lnTo>
                    <a:pt x="32524" y="15568"/>
                  </a:lnTo>
                  <a:lnTo>
                    <a:pt x="32225" y="15045"/>
                  </a:lnTo>
                  <a:lnTo>
                    <a:pt x="31912" y="14507"/>
                  </a:lnTo>
                  <a:lnTo>
                    <a:pt x="31553" y="13969"/>
                  </a:lnTo>
                  <a:lnTo>
                    <a:pt x="31180" y="13416"/>
                  </a:lnTo>
                  <a:lnTo>
                    <a:pt x="30791" y="12849"/>
                  </a:lnTo>
                  <a:lnTo>
                    <a:pt x="30373" y="12281"/>
                  </a:lnTo>
                  <a:lnTo>
                    <a:pt x="29925" y="11698"/>
                  </a:lnTo>
                  <a:lnTo>
                    <a:pt x="29462" y="11116"/>
                  </a:lnTo>
                  <a:lnTo>
                    <a:pt x="28984" y="10533"/>
                  </a:lnTo>
                  <a:lnTo>
                    <a:pt x="28506" y="9950"/>
                  </a:lnTo>
                  <a:lnTo>
                    <a:pt x="27998" y="9368"/>
                  </a:lnTo>
                  <a:lnTo>
                    <a:pt x="26967" y="8203"/>
                  </a:lnTo>
                  <a:lnTo>
                    <a:pt x="25891" y="7052"/>
                  </a:lnTo>
                  <a:lnTo>
                    <a:pt x="24830" y="5947"/>
                  </a:lnTo>
                  <a:lnTo>
                    <a:pt x="23755" y="4871"/>
                  </a:lnTo>
                  <a:lnTo>
                    <a:pt x="22709" y="3855"/>
                  </a:lnTo>
                  <a:lnTo>
                    <a:pt x="21693" y="2914"/>
                  </a:lnTo>
                  <a:lnTo>
                    <a:pt x="20737" y="2033"/>
                  </a:lnTo>
                  <a:lnTo>
                    <a:pt x="19841" y="1256"/>
                  </a:lnTo>
                  <a:lnTo>
                    <a:pt x="19034" y="583"/>
                  </a:lnTo>
                  <a:lnTo>
                    <a:pt x="18317" y="1"/>
                  </a:lnTo>
                  <a:close/>
                </a:path>
              </a:pathLst>
            </a:custGeom>
            <a:solidFill>
              <a:srgbClr val="6C1B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1989636" y="4530938"/>
              <a:ext cx="144102" cy="100436"/>
            </a:xfrm>
            <a:custGeom>
              <a:rect b="b" l="l" r="r" t="t"/>
              <a:pathLst>
                <a:path extrusionOk="0" h="3572" w="5125">
                  <a:moveTo>
                    <a:pt x="5125" y="1"/>
                  </a:moveTo>
                  <a:lnTo>
                    <a:pt x="2480" y="464"/>
                  </a:lnTo>
                  <a:lnTo>
                    <a:pt x="2271" y="748"/>
                  </a:lnTo>
                  <a:lnTo>
                    <a:pt x="1718" y="1480"/>
                  </a:lnTo>
                  <a:lnTo>
                    <a:pt x="1345" y="1958"/>
                  </a:lnTo>
                  <a:lnTo>
                    <a:pt x="927" y="2481"/>
                  </a:lnTo>
                  <a:lnTo>
                    <a:pt x="479" y="3034"/>
                  </a:lnTo>
                  <a:lnTo>
                    <a:pt x="0" y="3571"/>
                  </a:lnTo>
                  <a:lnTo>
                    <a:pt x="4916" y="2989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1876209" y="4511622"/>
              <a:ext cx="67229" cy="128581"/>
            </a:xfrm>
            <a:custGeom>
              <a:rect b="b" l="l" r="r" t="t"/>
              <a:pathLst>
                <a:path extrusionOk="0" h="4573" w="2391">
                  <a:moveTo>
                    <a:pt x="1330" y="1"/>
                  </a:moveTo>
                  <a:lnTo>
                    <a:pt x="1061" y="16"/>
                  </a:lnTo>
                  <a:lnTo>
                    <a:pt x="777" y="31"/>
                  </a:lnTo>
                  <a:lnTo>
                    <a:pt x="508" y="90"/>
                  </a:lnTo>
                  <a:lnTo>
                    <a:pt x="209" y="150"/>
                  </a:lnTo>
                  <a:lnTo>
                    <a:pt x="0" y="4393"/>
                  </a:lnTo>
                  <a:lnTo>
                    <a:pt x="269" y="4483"/>
                  </a:lnTo>
                  <a:lnTo>
                    <a:pt x="538" y="4542"/>
                  </a:lnTo>
                  <a:lnTo>
                    <a:pt x="792" y="4572"/>
                  </a:lnTo>
                  <a:lnTo>
                    <a:pt x="1061" y="4572"/>
                  </a:lnTo>
                  <a:lnTo>
                    <a:pt x="1315" y="4557"/>
                  </a:lnTo>
                  <a:lnTo>
                    <a:pt x="1584" y="4527"/>
                  </a:lnTo>
                  <a:lnTo>
                    <a:pt x="1868" y="4468"/>
                  </a:lnTo>
                  <a:lnTo>
                    <a:pt x="2151" y="4393"/>
                  </a:lnTo>
                  <a:lnTo>
                    <a:pt x="2390" y="105"/>
                  </a:lnTo>
                  <a:lnTo>
                    <a:pt x="2122" y="60"/>
                  </a:lnTo>
                  <a:lnTo>
                    <a:pt x="1853" y="3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4C0C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2237465" y="4441890"/>
              <a:ext cx="346576" cy="242401"/>
            </a:xfrm>
            <a:custGeom>
              <a:rect b="b" l="l" r="r" t="t"/>
              <a:pathLst>
                <a:path extrusionOk="0" h="8621" w="12326">
                  <a:moveTo>
                    <a:pt x="9502" y="1"/>
                  </a:moveTo>
                  <a:lnTo>
                    <a:pt x="7993" y="1076"/>
                  </a:lnTo>
                  <a:lnTo>
                    <a:pt x="6454" y="2197"/>
                  </a:lnTo>
                  <a:lnTo>
                    <a:pt x="4691" y="3482"/>
                  </a:lnTo>
                  <a:lnTo>
                    <a:pt x="3810" y="4154"/>
                  </a:lnTo>
                  <a:lnTo>
                    <a:pt x="2943" y="4811"/>
                  </a:lnTo>
                  <a:lnTo>
                    <a:pt x="2136" y="5439"/>
                  </a:lnTo>
                  <a:lnTo>
                    <a:pt x="1419" y="6006"/>
                  </a:lnTo>
                  <a:lnTo>
                    <a:pt x="822" y="6514"/>
                  </a:lnTo>
                  <a:lnTo>
                    <a:pt x="374" y="6933"/>
                  </a:lnTo>
                  <a:lnTo>
                    <a:pt x="209" y="7112"/>
                  </a:lnTo>
                  <a:lnTo>
                    <a:pt x="90" y="7246"/>
                  </a:lnTo>
                  <a:lnTo>
                    <a:pt x="15" y="7351"/>
                  </a:lnTo>
                  <a:lnTo>
                    <a:pt x="0" y="7396"/>
                  </a:lnTo>
                  <a:lnTo>
                    <a:pt x="0" y="7426"/>
                  </a:lnTo>
                  <a:lnTo>
                    <a:pt x="75" y="7680"/>
                  </a:lnTo>
                  <a:lnTo>
                    <a:pt x="120" y="7814"/>
                  </a:lnTo>
                  <a:lnTo>
                    <a:pt x="179" y="7934"/>
                  </a:lnTo>
                  <a:lnTo>
                    <a:pt x="254" y="8068"/>
                  </a:lnTo>
                  <a:lnTo>
                    <a:pt x="329" y="8188"/>
                  </a:lnTo>
                  <a:lnTo>
                    <a:pt x="433" y="8307"/>
                  </a:lnTo>
                  <a:lnTo>
                    <a:pt x="538" y="8397"/>
                  </a:lnTo>
                  <a:lnTo>
                    <a:pt x="657" y="8486"/>
                  </a:lnTo>
                  <a:lnTo>
                    <a:pt x="792" y="8561"/>
                  </a:lnTo>
                  <a:lnTo>
                    <a:pt x="941" y="8591"/>
                  </a:lnTo>
                  <a:lnTo>
                    <a:pt x="1121" y="8621"/>
                  </a:lnTo>
                  <a:lnTo>
                    <a:pt x="1300" y="8606"/>
                  </a:lnTo>
                  <a:lnTo>
                    <a:pt x="1509" y="8561"/>
                  </a:lnTo>
                  <a:lnTo>
                    <a:pt x="1733" y="8486"/>
                  </a:lnTo>
                  <a:lnTo>
                    <a:pt x="1972" y="8367"/>
                  </a:lnTo>
                  <a:lnTo>
                    <a:pt x="2196" y="8277"/>
                  </a:lnTo>
                  <a:lnTo>
                    <a:pt x="2465" y="8188"/>
                  </a:lnTo>
                  <a:lnTo>
                    <a:pt x="2764" y="8098"/>
                  </a:lnTo>
                  <a:lnTo>
                    <a:pt x="3122" y="8023"/>
                  </a:lnTo>
                  <a:lnTo>
                    <a:pt x="3511" y="7964"/>
                  </a:lnTo>
                  <a:lnTo>
                    <a:pt x="3914" y="7889"/>
                  </a:lnTo>
                  <a:lnTo>
                    <a:pt x="4796" y="7784"/>
                  </a:lnTo>
                  <a:lnTo>
                    <a:pt x="5408" y="7724"/>
                  </a:lnTo>
                  <a:lnTo>
                    <a:pt x="5662" y="7695"/>
                  </a:lnTo>
                  <a:lnTo>
                    <a:pt x="6320" y="7635"/>
                  </a:lnTo>
                  <a:lnTo>
                    <a:pt x="6723" y="7605"/>
                  </a:lnTo>
                  <a:lnTo>
                    <a:pt x="7276" y="7560"/>
                  </a:lnTo>
                  <a:lnTo>
                    <a:pt x="8053" y="7485"/>
                  </a:lnTo>
                  <a:lnTo>
                    <a:pt x="8710" y="7411"/>
                  </a:lnTo>
                  <a:lnTo>
                    <a:pt x="8964" y="7381"/>
                  </a:lnTo>
                  <a:lnTo>
                    <a:pt x="9173" y="7336"/>
                  </a:lnTo>
                  <a:lnTo>
                    <a:pt x="9337" y="7306"/>
                  </a:lnTo>
                  <a:lnTo>
                    <a:pt x="9427" y="7261"/>
                  </a:lnTo>
                  <a:lnTo>
                    <a:pt x="9517" y="7187"/>
                  </a:lnTo>
                  <a:lnTo>
                    <a:pt x="9591" y="7097"/>
                  </a:lnTo>
                  <a:lnTo>
                    <a:pt x="9651" y="6992"/>
                  </a:lnTo>
                  <a:lnTo>
                    <a:pt x="9696" y="6873"/>
                  </a:lnTo>
                  <a:lnTo>
                    <a:pt x="9741" y="6753"/>
                  </a:lnTo>
                  <a:lnTo>
                    <a:pt x="9771" y="6634"/>
                  </a:lnTo>
                  <a:lnTo>
                    <a:pt x="9815" y="6365"/>
                  </a:lnTo>
                  <a:lnTo>
                    <a:pt x="9845" y="6126"/>
                  </a:lnTo>
                  <a:lnTo>
                    <a:pt x="9845" y="5917"/>
                  </a:lnTo>
                  <a:lnTo>
                    <a:pt x="9845" y="5723"/>
                  </a:lnTo>
                  <a:lnTo>
                    <a:pt x="10069" y="5364"/>
                  </a:lnTo>
                  <a:lnTo>
                    <a:pt x="10308" y="5050"/>
                  </a:lnTo>
                  <a:lnTo>
                    <a:pt x="10547" y="4781"/>
                  </a:lnTo>
                  <a:lnTo>
                    <a:pt x="10772" y="4542"/>
                  </a:lnTo>
                  <a:lnTo>
                    <a:pt x="11011" y="4333"/>
                  </a:lnTo>
                  <a:lnTo>
                    <a:pt x="11235" y="4154"/>
                  </a:lnTo>
                  <a:lnTo>
                    <a:pt x="11444" y="4005"/>
                  </a:lnTo>
                  <a:lnTo>
                    <a:pt x="11638" y="3885"/>
                  </a:lnTo>
                  <a:lnTo>
                    <a:pt x="11967" y="3676"/>
                  </a:lnTo>
                  <a:lnTo>
                    <a:pt x="12101" y="3586"/>
                  </a:lnTo>
                  <a:lnTo>
                    <a:pt x="12206" y="3512"/>
                  </a:lnTo>
                  <a:lnTo>
                    <a:pt x="12280" y="3437"/>
                  </a:lnTo>
                  <a:lnTo>
                    <a:pt x="12310" y="3392"/>
                  </a:lnTo>
                  <a:lnTo>
                    <a:pt x="12310" y="3347"/>
                  </a:lnTo>
                  <a:lnTo>
                    <a:pt x="12325" y="3302"/>
                  </a:lnTo>
                  <a:lnTo>
                    <a:pt x="12310" y="3258"/>
                  </a:lnTo>
                  <a:lnTo>
                    <a:pt x="12265" y="3168"/>
                  </a:lnTo>
                  <a:lnTo>
                    <a:pt x="12131" y="2974"/>
                  </a:lnTo>
                  <a:lnTo>
                    <a:pt x="11967" y="2765"/>
                  </a:lnTo>
                  <a:lnTo>
                    <a:pt x="11563" y="2272"/>
                  </a:lnTo>
                  <a:lnTo>
                    <a:pt x="11115" y="1749"/>
                  </a:lnTo>
                  <a:lnTo>
                    <a:pt x="10637" y="1226"/>
                  </a:lnTo>
                  <a:lnTo>
                    <a:pt x="9845" y="359"/>
                  </a:lnTo>
                  <a:lnTo>
                    <a:pt x="95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2078263" y="4599826"/>
              <a:ext cx="27752" cy="61802"/>
            </a:xfrm>
            <a:custGeom>
              <a:rect b="b" l="l" r="r" t="t"/>
              <a:pathLst>
                <a:path extrusionOk="0" h="2198" w="987">
                  <a:moveTo>
                    <a:pt x="702" y="1"/>
                  </a:moveTo>
                  <a:lnTo>
                    <a:pt x="613" y="31"/>
                  </a:lnTo>
                  <a:lnTo>
                    <a:pt x="553" y="91"/>
                  </a:lnTo>
                  <a:lnTo>
                    <a:pt x="523" y="165"/>
                  </a:lnTo>
                  <a:lnTo>
                    <a:pt x="523" y="240"/>
                  </a:lnTo>
                  <a:lnTo>
                    <a:pt x="538" y="374"/>
                  </a:lnTo>
                  <a:lnTo>
                    <a:pt x="553" y="539"/>
                  </a:lnTo>
                  <a:lnTo>
                    <a:pt x="553" y="718"/>
                  </a:lnTo>
                  <a:lnTo>
                    <a:pt x="553" y="927"/>
                  </a:lnTo>
                  <a:lnTo>
                    <a:pt x="538" y="1151"/>
                  </a:lnTo>
                  <a:lnTo>
                    <a:pt x="493" y="1375"/>
                  </a:lnTo>
                  <a:lnTo>
                    <a:pt x="463" y="1480"/>
                  </a:lnTo>
                  <a:lnTo>
                    <a:pt x="418" y="1585"/>
                  </a:lnTo>
                  <a:lnTo>
                    <a:pt x="329" y="1749"/>
                  </a:lnTo>
                  <a:lnTo>
                    <a:pt x="224" y="1898"/>
                  </a:lnTo>
                  <a:lnTo>
                    <a:pt x="105" y="2003"/>
                  </a:lnTo>
                  <a:lnTo>
                    <a:pt x="0" y="2078"/>
                  </a:lnTo>
                  <a:lnTo>
                    <a:pt x="60" y="2152"/>
                  </a:lnTo>
                  <a:lnTo>
                    <a:pt x="135" y="2182"/>
                  </a:lnTo>
                  <a:lnTo>
                    <a:pt x="209" y="2197"/>
                  </a:lnTo>
                  <a:lnTo>
                    <a:pt x="284" y="2197"/>
                  </a:lnTo>
                  <a:lnTo>
                    <a:pt x="374" y="2167"/>
                  </a:lnTo>
                  <a:lnTo>
                    <a:pt x="463" y="2137"/>
                  </a:lnTo>
                  <a:lnTo>
                    <a:pt x="658" y="2018"/>
                  </a:lnTo>
                  <a:lnTo>
                    <a:pt x="732" y="1898"/>
                  </a:lnTo>
                  <a:lnTo>
                    <a:pt x="807" y="1749"/>
                  </a:lnTo>
                  <a:lnTo>
                    <a:pt x="852" y="1629"/>
                  </a:lnTo>
                  <a:lnTo>
                    <a:pt x="897" y="1510"/>
                  </a:lnTo>
                  <a:lnTo>
                    <a:pt x="956" y="1241"/>
                  </a:lnTo>
                  <a:lnTo>
                    <a:pt x="971" y="987"/>
                  </a:lnTo>
                  <a:lnTo>
                    <a:pt x="986" y="733"/>
                  </a:lnTo>
                  <a:lnTo>
                    <a:pt x="971" y="524"/>
                  </a:lnTo>
                  <a:lnTo>
                    <a:pt x="956" y="345"/>
                  </a:lnTo>
                  <a:lnTo>
                    <a:pt x="941" y="165"/>
                  </a:lnTo>
                  <a:lnTo>
                    <a:pt x="911" y="91"/>
                  </a:lnTo>
                  <a:lnTo>
                    <a:pt x="852" y="31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2048458" y="4601513"/>
              <a:ext cx="22297" cy="57163"/>
            </a:xfrm>
            <a:custGeom>
              <a:rect b="b" l="l" r="r" t="t"/>
              <a:pathLst>
                <a:path extrusionOk="0" h="2033" w="793">
                  <a:moveTo>
                    <a:pt x="509" y="1"/>
                  </a:moveTo>
                  <a:lnTo>
                    <a:pt x="464" y="16"/>
                  </a:lnTo>
                  <a:lnTo>
                    <a:pt x="419" y="31"/>
                  </a:lnTo>
                  <a:lnTo>
                    <a:pt x="359" y="90"/>
                  </a:lnTo>
                  <a:lnTo>
                    <a:pt x="330" y="165"/>
                  </a:lnTo>
                  <a:lnTo>
                    <a:pt x="330" y="240"/>
                  </a:lnTo>
                  <a:lnTo>
                    <a:pt x="345" y="389"/>
                  </a:lnTo>
                  <a:lnTo>
                    <a:pt x="359" y="539"/>
                  </a:lnTo>
                  <a:lnTo>
                    <a:pt x="359" y="718"/>
                  </a:lnTo>
                  <a:lnTo>
                    <a:pt x="359" y="942"/>
                  </a:lnTo>
                  <a:lnTo>
                    <a:pt x="345" y="1166"/>
                  </a:lnTo>
                  <a:lnTo>
                    <a:pt x="300" y="1375"/>
                  </a:lnTo>
                  <a:lnTo>
                    <a:pt x="270" y="1495"/>
                  </a:lnTo>
                  <a:lnTo>
                    <a:pt x="225" y="1584"/>
                  </a:lnTo>
                  <a:lnTo>
                    <a:pt x="180" y="1689"/>
                  </a:lnTo>
                  <a:lnTo>
                    <a:pt x="120" y="1779"/>
                  </a:lnTo>
                  <a:lnTo>
                    <a:pt x="61" y="1853"/>
                  </a:lnTo>
                  <a:lnTo>
                    <a:pt x="1" y="1928"/>
                  </a:lnTo>
                  <a:lnTo>
                    <a:pt x="76" y="1988"/>
                  </a:lnTo>
                  <a:lnTo>
                    <a:pt x="150" y="2018"/>
                  </a:lnTo>
                  <a:lnTo>
                    <a:pt x="225" y="2033"/>
                  </a:lnTo>
                  <a:lnTo>
                    <a:pt x="300" y="2018"/>
                  </a:lnTo>
                  <a:lnTo>
                    <a:pt x="359" y="2003"/>
                  </a:lnTo>
                  <a:lnTo>
                    <a:pt x="434" y="1958"/>
                  </a:lnTo>
                  <a:lnTo>
                    <a:pt x="554" y="1883"/>
                  </a:lnTo>
                  <a:lnTo>
                    <a:pt x="613" y="1764"/>
                  </a:lnTo>
                  <a:lnTo>
                    <a:pt x="658" y="1644"/>
                  </a:lnTo>
                  <a:lnTo>
                    <a:pt x="703" y="1510"/>
                  </a:lnTo>
                  <a:lnTo>
                    <a:pt x="748" y="1256"/>
                  </a:lnTo>
                  <a:lnTo>
                    <a:pt x="778" y="987"/>
                  </a:lnTo>
                  <a:lnTo>
                    <a:pt x="793" y="748"/>
                  </a:lnTo>
                  <a:lnTo>
                    <a:pt x="778" y="524"/>
                  </a:lnTo>
                  <a:lnTo>
                    <a:pt x="763" y="344"/>
                  </a:lnTo>
                  <a:lnTo>
                    <a:pt x="748" y="180"/>
                  </a:lnTo>
                  <a:lnTo>
                    <a:pt x="718" y="90"/>
                  </a:lnTo>
                  <a:lnTo>
                    <a:pt x="658" y="3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2102640" y="4604466"/>
              <a:ext cx="24828" cy="60509"/>
            </a:xfrm>
            <a:custGeom>
              <a:rect b="b" l="l" r="r" t="t"/>
              <a:pathLst>
                <a:path extrusionOk="0" h="2152" w="883">
                  <a:moveTo>
                    <a:pt x="553" y="0"/>
                  </a:moveTo>
                  <a:lnTo>
                    <a:pt x="509" y="30"/>
                  </a:lnTo>
                  <a:lnTo>
                    <a:pt x="449" y="90"/>
                  </a:lnTo>
                  <a:lnTo>
                    <a:pt x="419" y="150"/>
                  </a:lnTo>
                  <a:lnTo>
                    <a:pt x="419" y="239"/>
                  </a:lnTo>
                  <a:lnTo>
                    <a:pt x="434" y="374"/>
                  </a:lnTo>
                  <a:lnTo>
                    <a:pt x="449" y="523"/>
                  </a:lnTo>
                  <a:lnTo>
                    <a:pt x="464" y="717"/>
                  </a:lnTo>
                  <a:lnTo>
                    <a:pt x="449" y="927"/>
                  </a:lnTo>
                  <a:lnTo>
                    <a:pt x="434" y="1151"/>
                  </a:lnTo>
                  <a:lnTo>
                    <a:pt x="389" y="1375"/>
                  </a:lnTo>
                  <a:lnTo>
                    <a:pt x="359" y="1479"/>
                  </a:lnTo>
                  <a:lnTo>
                    <a:pt x="314" y="1584"/>
                  </a:lnTo>
                  <a:lnTo>
                    <a:pt x="255" y="1718"/>
                  </a:lnTo>
                  <a:lnTo>
                    <a:pt x="165" y="1823"/>
                  </a:lnTo>
                  <a:lnTo>
                    <a:pt x="90" y="1928"/>
                  </a:lnTo>
                  <a:lnTo>
                    <a:pt x="1" y="2002"/>
                  </a:lnTo>
                  <a:lnTo>
                    <a:pt x="60" y="2077"/>
                  </a:lnTo>
                  <a:lnTo>
                    <a:pt x="120" y="2122"/>
                  </a:lnTo>
                  <a:lnTo>
                    <a:pt x="195" y="2152"/>
                  </a:lnTo>
                  <a:lnTo>
                    <a:pt x="270" y="2152"/>
                  </a:lnTo>
                  <a:lnTo>
                    <a:pt x="344" y="2122"/>
                  </a:lnTo>
                  <a:lnTo>
                    <a:pt x="434" y="2077"/>
                  </a:lnTo>
                  <a:lnTo>
                    <a:pt x="524" y="2017"/>
                  </a:lnTo>
                  <a:lnTo>
                    <a:pt x="613" y="1942"/>
                  </a:lnTo>
                  <a:lnTo>
                    <a:pt x="703" y="1748"/>
                  </a:lnTo>
                  <a:lnTo>
                    <a:pt x="748" y="1629"/>
                  </a:lnTo>
                  <a:lnTo>
                    <a:pt x="792" y="1509"/>
                  </a:lnTo>
                  <a:lnTo>
                    <a:pt x="852" y="1240"/>
                  </a:lnTo>
                  <a:lnTo>
                    <a:pt x="882" y="986"/>
                  </a:lnTo>
                  <a:lnTo>
                    <a:pt x="882" y="732"/>
                  </a:lnTo>
                  <a:lnTo>
                    <a:pt x="867" y="523"/>
                  </a:lnTo>
                  <a:lnTo>
                    <a:pt x="867" y="344"/>
                  </a:lnTo>
                  <a:lnTo>
                    <a:pt x="837" y="165"/>
                  </a:lnTo>
                  <a:lnTo>
                    <a:pt x="807" y="90"/>
                  </a:lnTo>
                  <a:lnTo>
                    <a:pt x="748" y="30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1755669" y="3757621"/>
              <a:ext cx="969548" cy="699845"/>
            </a:xfrm>
            <a:custGeom>
              <a:rect b="b" l="l" r="r" t="t"/>
              <a:pathLst>
                <a:path extrusionOk="0" h="24890" w="34482">
                  <a:moveTo>
                    <a:pt x="25383" y="0"/>
                  </a:moveTo>
                  <a:lnTo>
                    <a:pt x="25069" y="15"/>
                  </a:lnTo>
                  <a:lnTo>
                    <a:pt x="24741" y="60"/>
                  </a:lnTo>
                  <a:lnTo>
                    <a:pt x="24397" y="105"/>
                  </a:lnTo>
                  <a:lnTo>
                    <a:pt x="24039" y="180"/>
                  </a:lnTo>
                  <a:lnTo>
                    <a:pt x="23665" y="254"/>
                  </a:lnTo>
                  <a:lnTo>
                    <a:pt x="23292" y="359"/>
                  </a:lnTo>
                  <a:lnTo>
                    <a:pt x="22903" y="478"/>
                  </a:lnTo>
                  <a:lnTo>
                    <a:pt x="22500" y="598"/>
                  </a:lnTo>
                  <a:lnTo>
                    <a:pt x="21663" y="882"/>
                  </a:lnTo>
                  <a:lnTo>
                    <a:pt x="20797" y="1225"/>
                  </a:lnTo>
                  <a:lnTo>
                    <a:pt x="19915" y="1599"/>
                  </a:lnTo>
                  <a:lnTo>
                    <a:pt x="19004" y="2017"/>
                  </a:lnTo>
                  <a:lnTo>
                    <a:pt x="18078" y="2465"/>
                  </a:lnTo>
                  <a:lnTo>
                    <a:pt x="17151" y="2928"/>
                  </a:lnTo>
                  <a:lnTo>
                    <a:pt x="16225" y="3421"/>
                  </a:lnTo>
                  <a:lnTo>
                    <a:pt x="15299" y="3914"/>
                  </a:lnTo>
                  <a:lnTo>
                    <a:pt x="14373" y="4437"/>
                  </a:lnTo>
                  <a:lnTo>
                    <a:pt x="13476" y="4945"/>
                  </a:lnTo>
                  <a:lnTo>
                    <a:pt x="12595" y="5468"/>
                  </a:lnTo>
                  <a:lnTo>
                    <a:pt x="11743" y="5976"/>
                  </a:lnTo>
                  <a:lnTo>
                    <a:pt x="10160" y="6962"/>
                  </a:lnTo>
                  <a:lnTo>
                    <a:pt x="8740" y="7858"/>
                  </a:lnTo>
                  <a:lnTo>
                    <a:pt x="7560" y="8620"/>
                  </a:lnTo>
                  <a:lnTo>
                    <a:pt x="6664" y="9233"/>
                  </a:lnTo>
                  <a:lnTo>
                    <a:pt x="5887" y="9756"/>
                  </a:lnTo>
                  <a:lnTo>
                    <a:pt x="16" y="13700"/>
                  </a:lnTo>
                  <a:lnTo>
                    <a:pt x="16" y="13864"/>
                  </a:lnTo>
                  <a:lnTo>
                    <a:pt x="1" y="14058"/>
                  </a:lnTo>
                  <a:lnTo>
                    <a:pt x="1" y="14312"/>
                  </a:lnTo>
                  <a:lnTo>
                    <a:pt x="16" y="14626"/>
                  </a:lnTo>
                  <a:lnTo>
                    <a:pt x="61" y="14970"/>
                  </a:lnTo>
                  <a:lnTo>
                    <a:pt x="120" y="15373"/>
                  </a:lnTo>
                  <a:lnTo>
                    <a:pt x="210" y="15791"/>
                  </a:lnTo>
                  <a:lnTo>
                    <a:pt x="329" y="16240"/>
                  </a:lnTo>
                  <a:lnTo>
                    <a:pt x="404" y="16464"/>
                  </a:lnTo>
                  <a:lnTo>
                    <a:pt x="494" y="16688"/>
                  </a:lnTo>
                  <a:lnTo>
                    <a:pt x="598" y="16912"/>
                  </a:lnTo>
                  <a:lnTo>
                    <a:pt x="718" y="17151"/>
                  </a:lnTo>
                  <a:lnTo>
                    <a:pt x="837" y="17375"/>
                  </a:lnTo>
                  <a:lnTo>
                    <a:pt x="987" y="17599"/>
                  </a:lnTo>
                  <a:lnTo>
                    <a:pt x="1151" y="17823"/>
                  </a:lnTo>
                  <a:lnTo>
                    <a:pt x="1315" y="18047"/>
                  </a:lnTo>
                  <a:lnTo>
                    <a:pt x="1510" y="18256"/>
                  </a:lnTo>
                  <a:lnTo>
                    <a:pt x="1719" y="18466"/>
                  </a:lnTo>
                  <a:lnTo>
                    <a:pt x="1943" y="18660"/>
                  </a:lnTo>
                  <a:lnTo>
                    <a:pt x="2182" y="18854"/>
                  </a:lnTo>
                  <a:lnTo>
                    <a:pt x="2451" y="19033"/>
                  </a:lnTo>
                  <a:lnTo>
                    <a:pt x="2735" y="19212"/>
                  </a:lnTo>
                  <a:lnTo>
                    <a:pt x="3004" y="19362"/>
                  </a:lnTo>
                  <a:lnTo>
                    <a:pt x="3302" y="19496"/>
                  </a:lnTo>
                  <a:lnTo>
                    <a:pt x="3631" y="19631"/>
                  </a:lnTo>
                  <a:lnTo>
                    <a:pt x="3990" y="19750"/>
                  </a:lnTo>
                  <a:lnTo>
                    <a:pt x="4363" y="19855"/>
                  </a:lnTo>
                  <a:lnTo>
                    <a:pt x="4767" y="19945"/>
                  </a:lnTo>
                  <a:lnTo>
                    <a:pt x="5155" y="20019"/>
                  </a:lnTo>
                  <a:lnTo>
                    <a:pt x="5558" y="20064"/>
                  </a:lnTo>
                  <a:lnTo>
                    <a:pt x="5962" y="20094"/>
                  </a:lnTo>
                  <a:lnTo>
                    <a:pt x="6365" y="20109"/>
                  </a:lnTo>
                  <a:lnTo>
                    <a:pt x="6768" y="20109"/>
                  </a:lnTo>
                  <a:lnTo>
                    <a:pt x="7172" y="20094"/>
                  </a:lnTo>
                  <a:lnTo>
                    <a:pt x="7575" y="20049"/>
                  </a:lnTo>
                  <a:lnTo>
                    <a:pt x="7964" y="20004"/>
                  </a:lnTo>
                  <a:lnTo>
                    <a:pt x="8367" y="19930"/>
                  </a:lnTo>
                  <a:lnTo>
                    <a:pt x="8770" y="19855"/>
                  </a:lnTo>
                  <a:lnTo>
                    <a:pt x="9174" y="19750"/>
                  </a:lnTo>
                  <a:lnTo>
                    <a:pt x="9577" y="19646"/>
                  </a:lnTo>
                  <a:lnTo>
                    <a:pt x="9980" y="19526"/>
                  </a:lnTo>
                  <a:lnTo>
                    <a:pt x="10369" y="19392"/>
                  </a:lnTo>
                  <a:lnTo>
                    <a:pt x="10772" y="19242"/>
                  </a:lnTo>
                  <a:lnTo>
                    <a:pt x="11161" y="19093"/>
                  </a:lnTo>
                  <a:lnTo>
                    <a:pt x="11549" y="18929"/>
                  </a:lnTo>
                  <a:lnTo>
                    <a:pt x="11938" y="18749"/>
                  </a:lnTo>
                  <a:lnTo>
                    <a:pt x="12326" y="18570"/>
                  </a:lnTo>
                  <a:lnTo>
                    <a:pt x="12714" y="18376"/>
                  </a:lnTo>
                  <a:lnTo>
                    <a:pt x="13476" y="17958"/>
                  </a:lnTo>
                  <a:lnTo>
                    <a:pt x="14208" y="17524"/>
                  </a:lnTo>
                  <a:lnTo>
                    <a:pt x="14940" y="17061"/>
                  </a:lnTo>
                  <a:lnTo>
                    <a:pt x="15643" y="16583"/>
                  </a:lnTo>
                  <a:lnTo>
                    <a:pt x="16330" y="16075"/>
                  </a:lnTo>
                  <a:lnTo>
                    <a:pt x="16987" y="15582"/>
                  </a:lnTo>
                  <a:lnTo>
                    <a:pt x="17630" y="15059"/>
                  </a:lnTo>
                  <a:lnTo>
                    <a:pt x="18242" y="14551"/>
                  </a:lnTo>
                  <a:lnTo>
                    <a:pt x="18825" y="14043"/>
                  </a:lnTo>
                  <a:lnTo>
                    <a:pt x="19377" y="13550"/>
                  </a:lnTo>
                  <a:lnTo>
                    <a:pt x="19900" y="13072"/>
                  </a:lnTo>
                  <a:lnTo>
                    <a:pt x="20378" y="12594"/>
                  </a:lnTo>
                  <a:lnTo>
                    <a:pt x="21230" y="11743"/>
                  </a:lnTo>
                  <a:lnTo>
                    <a:pt x="21932" y="11011"/>
                  </a:lnTo>
                  <a:lnTo>
                    <a:pt x="22440" y="10443"/>
                  </a:lnTo>
                  <a:lnTo>
                    <a:pt x="22873" y="9950"/>
                  </a:lnTo>
                  <a:lnTo>
                    <a:pt x="22903" y="10264"/>
                  </a:lnTo>
                  <a:lnTo>
                    <a:pt x="22963" y="10622"/>
                  </a:lnTo>
                  <a:lnTo>
                    <a:pt x="23053" y="10996"/>
                  </a:lnTo>
                  <a:lnTo>
                    <a:pt x="23172" y="11384"/>
                  </a:lnTo>
                  <a:lnTo>
                    <a:pt x="23322" y="11788"/>
                  </a:lnTo>
                  <a:lnTo>
                    <a:pt x="23486" y="12221"/>
                  </a:lnTo>
                  <a:lnTo>
                    <a:pt x="23680" y="12654"/>
                  </a:lnTo>
                  <a:lnTo>
                    <a:pt x="23904" y="13117"/>
                  </a:lnTo>
                  <a:lnTo>
                    <a:pt x="24143" y="13580"/>
                  </a:lnTo>
                  <a:lnTo>
                    <a:pt x="24397" y="14073"/>
                  </a:lnTo>
                  <a:lnTo>
                    <a:pt x="24950" y="15059"/>
                  </a:lnTo>
                  <a:lnTo>
                    <a:pt x="25548" y="16075"/>
                  </a:lnTo>
                  <a:lnTo>
                    <a:pt x="26190" y="17121"/>
                  </a:lnTo>
                  <a:lnTo>
                    <a:pt x="27505" y="19227"/>
                  </a:lnTo>
                  <a:lnTo>
                    <a:pt x="28147" y="20258"/>
                  </a:lnTo>
                  <a:lnTo>
                    <a:pt x="28775" y="21274"/>
                  </a:lnTo>
                  <a:lnTo>
                    <a:pt x="29342" y="22260"/>
                  </a:lnTo>
                  <a:lnTo>
                    <a:pt x="29865" y="23201"/>
                  </a:lnTo>
                  <a:lnTo>
                    <a:pt x="30104" y="23650"/>
                  </a:lnTo>
                  <a:lnTo>
                    <a:pt x="30328" y="24083"/>
                  </a:lnTo>
                  <a:lnTo>
                    <a:pt x="30522" y="24501"/>
                  </a:lnTo>
                  <a:lnTo>
                    <a:pt x="30687" y="24889"/>
                  </a:lnTo>
                  <a:lnTo>
                    <a:pt x="31643" y="24845"/>
                  </a:lnTo>
                  <a:lnTo>
                    <a:pt x="32016" y="24830"/>
                  </a:lnTo>
                  <a:lnTo>
                    <a:pt x="34481" y="24695"/>
                  </a:lnTo>
                  <a:lnTo>
                    <a:pt x="34466" y="24486"/>
                  </a:lnTo>
                  <a:lnTo>
                    <a:pt x="34437" y="24172"/>
                  </a:lnTo>
                  <a:lnTo>
                    <a:pt x="34392" y="23784"/>
                  </a:lnTo>
                  <a:lnTo>
                    <a:pt x="34317" y="23291"/>
                  </a:lnTo>
                  <a:lnTo>
                    <a:pt x="34093" y="22081"/>
                  </a:lnTo>
                  <a:lnTo>
                    <a:pt x="33809" y="20617"/>
                  </a:lnTo>
                  <a:lnTo>
                    <a:pt x="33451" y="18929"/>
                  </a:lnTo>
                  <a:lnTo>
                    <a:pt x="33032" y="17076"/>
                  </a:lnTo>
                  <a:lnTo>
                    <a:pt x="32569" y="15104"/>
                  </a:lnTo>
                  <a:lnTo>
                    <a:pt x="32061" y="13072"/>
                  </a:lnTo>
                  <a:lnTo>
                    <a:pt x="31508" y="11026"/>
                  </a:lnTo>
                  <a:lnTo>
                    <a:pt x="31225" y="10010"/>
                  </a:lnTo>
                  <a:lnTo>
                    <a:pt x="30926" y="9009"/>
                  </a:lnTo>
                  <a:lnTo>
                    <a:pt x="30642" y="8038"/>
                  </a:lnTo>
                  <a:lnTo>
                    <a:pt x="30328" y="7097"/>
                  </a:lnTo>
                  <a:lnTo>
                    <a:pt x="30029" y="6185"/>
                  </a:lnTo>
                  <a:lnTo>
                    <a:pt x="29716" y="5304"/>
                  </a:lnTo>
                  <a:lnTo>
                    <a:pt x="29417" y="4482"/>
                  </a:lnTo>
                  <a:lnTo>
                    <a:pt x="29103" y="3705"/>
                  </a:lnTo>
                  <a:lnTo>
                    <a:pt x="28804" y="3003"/>
                  </a:lnTo>
                  <a:lnTo>
                    <a:pt x="28491" y="2346"/>
                  </a:lnTo>
                  <a:lnTo>
                    <a:pt x="28192" y="1778"/>
                  </a:lnTo>
                  <a:lnTo>
                    <a:pt x="28042" y="1524"/>
                  </a:lnTo>
                  <a:lnTo>
                    <a:pt x="27893" y="1285"/>
                  </a:lnTo>
                  <a:lnTo>
                    <a:pt x="27744" y="1061"/>
                  </a:lnTo>
                  <a:lnTo>
                    <a:pt x="27594" y="867"/>
                  </a:lnTo>
                  <a:lnTo>
                    <a:pt x="27445" y="702"/>
                  </a:lnTo>
                  <a:lnTo>
                    <a:pt x="27310" y="553"/>
                  </a:lnTo>
                  <a:lnTo>
                    <a:pt x="27131" y="404"/>
                  </a:lnTo>
                  <a:lnTo>
                    <a:pt x="26937" y="284"/>
                  </a:lnTo>
                  <a:lnTo>
                    <a:pt x="26728" y="194"/>
                  </a:lnTo>
                  <a:lnTo>
                    <a:pt x="26489" y="105"/>
                  </a:lnTo>
                  <a:lnTo>
                    <a:pt x="26250" y="60"/>
                  </a:lnTo>
                  <a:lnTo>
                    <a:pt x="25981" y="15"/>
                  </a:lnTo>
                  <a:lnTo>
                    <a:pt x="25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884023" y="4442734"/>
              <a:ext cx="123520" cy="121861"/>
            </a:xfrm>
            <a:custGeom>
              <a:rect b="b" l="l" r="r" t="t"/>
              <a:pathLst>
                <a:path extrusionOk="0" h="4334" w="4393">
                  <a:moveTo>
                    <a:pt x="3198" y="1"/>
                  </a:moveTo>
                  <a:lnTo>
                    <a:pt x="1" y="255"/>
                  </a:lnTo>
                  <a:lnTo>
                    <a:pt x="957" y="4124"/>
                  </a:lnTo>
                  <a:lnTo>
                    <a:pt x="1211" y="4184"/>
                  </a:lnTo>
                  <a:lnTo>
                    <a:pt x="1509" y="4243"/>
                  </a:lnTo>
                  <a:lnTo>
                    <a:pt x="1913" y="4288"/>
                  </a:lnTo>
                  <a:lnTo>
                    <a:pt x="2421" y="4318"/>
                  </a:lnTo>
                  <a:lnTo>
                    <a:pt x="2705" y="4333"/>
                  </a:lnTo>
                  <a:lnTo>
                    <a:pt x="3003" y="4318"/>
                  </a:lnTo>
                  <a:lnTo>
                    <a:pt x="3332" y="4303"/>
                  </a:lnTo>
                  <a:lnTo>
                    <a:pt x="3661" y="4288"/>
                  </a:lnTo>
                  <a:lnTo>
                    <a:pt x="4019" y="4243"/>
                  </a:lnTo>
                  <a:lnTo>
                    <a:pt x="4393" y="4184"/>
                  </a:lnTo>
                  <a:lnTo>
                    <a:pt x="3198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918467" y="4407868"/>
              <a:ext cx="163841" cy="97905"/>
            </a:xfrm>
            <a:custGeom>
              <a:rect b="b" l="l" r="r" t="t"/>
              <a:pathLst>
                <a:path extrusionOk="0" h="3482" w="5827">
                  <a:moveTo>
                    <a:pt x="5349" y="1"/>
                  </a:moveTo>
                  <a:lnTo>
                    <a:pt x="0" y="1256"/>
                  </a:lnTo>
                  <a:lnTo>
                    <a:pt x="45" y="1539"/>
                  </a:lnTo>
                  <a:lnTo>
                    <a:pt x="90" y="1838"/>
                  </a:lnTo>
                  <a:lnTo>
                    <a:pt x="150" y="2122"/>
                  </a:lnTo>
                  <a:lnTo>
                    <a:pt x="225" y="2391"/>
                  </a:lnTo>
                  <a:lnTo>
                    <a:pt x="314" y="2675"/>
                  </a:lnTo>
                  <a:lnTo>
                    <a:pt x="419" y="2944"/>
                  </a:lnTo>
                  <a:lnTo>
                    <a:pt x="523" y="3213"/>
                  </a:lnTo>
                  <a:lnTo>
                    <a:pt x="658" y="3482"/>
                  </a:lnTo>
                  <a:lnTo>
                    <a:pt x="5812" y="2316"/>
                  </a:lnTo>
                  <a:lnTo>
                    <a:pt x="5827" y="2017"/>
                  </a:lnTo>
                  <a:lnTo>
                    <a:pt x="5827" y="1719"/>
                  </a:lnTo>
                  <a:lnTo>
                    <a:pt x="5797" y="1420"/>
                  </a:lnTo>
                  <a:lnTo>
                    <a:pt x="5767" y="1121"/>
                  </a:lnTo>
                  <a:lnTo>
                    <a:pt x="5707" y="837"/>
                  </a:lnTo>
                  <a:lnTo>
                    <a:pt x="5618" y="553"/>
                  </a:lnTo>
                  <a:lnTo>
                    <a:pt x="5498" y="270"/>
                  </a:lnTo>
                  <a:lnTo>
                    <a:pt x="5349" y="1"/>
                  </a:lnTo>
                  <a:close/>
                </a:path>
              </a:pathLst>
            </a:custGeom>
            <a:solidFill>
              <a:srgbClr val="4C0C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905870" y="4511622"/>
              <a:ext cx="371376" cy="177731"/>
            </a:xfrm>
            <a:custGeom>
              <a:rect b="b" l="l" r="r" t="t"/>
              <a:pathLst>
                <a:path extrusionOk="0" h="6321" w="13208">
                  <a:moveTo>
                    <a:pt x="4886" y="1"/>
                  </a:moveTo>
                  <a:lnTo>
                    <a:pt x="4766" y="31"/>
                  </a:lnTo>
                  <a:lnTo>
                    <a:pt x="4647" y="75"/>
                  </a:lnTo>
                  <a:lnTo>
                    <a:pt x="4527" y="135"/>
                  </a:lnTo>
                  <a:lnTo>
                    <a:pt x="4408" y="210"/>
                  </a:lnTo>
                  <a:lnTo>
                    <a:pt x="4303" y="299"/>
                  </a:lnTo>
                  <a:lnTo>
                    <a:pt x="4094" y="494"/>
                  </a:lnTo>
                  <a:lnTo>
                    <a:pt x="3915" y="673"/>
                  </a:lnTo>
                  <a:lnTo>
                    <a:pt x="3765" y="837"/>
                  </a:lnTo>
                  <a:lnTo>
                    <a:pt x="3646" y="1002"/>
                  </a:lnTo>
                  <a:lnTo>
                    <a:pt x="3526" y="1032"/>
                  </a:lnTo>
                  <a:lnTo>
                    <a:pt x="3407" y="1046"/>
                  </a:lnTo>
                  <a:lnTo>
                    <a:pt x="3153" y="1046"/>
                  </a:lnTo>
                  <a:lnTo>
                    <a:pt x="2884" y="1032"/>
                  </a:lnTo>
                  <a:lnTo>
                    <a:pt x="2630" y="987"/>
                  </a:lnTo>
                  <a:lnTo>
                    <a:pt x="2361" y="942"/>
                  </a:lnTo>
                  <a:lnTo>
                    <a:pt x="2092" y="867"/>
                  </a:lnTo>
                  <a:lnTo>
                    <a:pt x="1584" y="763"/>
                  </a:lnTo>
                  <a:lnTo>
                    <a:pt x="1345" y="703"/>
                  </a:lnTo>
                  <a:lnTo>
                    <a:pt x="1106" y="673"/>
                  </a:lnTo>
                  <a:lnTo>
                    <a:pt x="897" y="673"/>
                  </a:lnTo>
                  <a:lnTo>
                    <a:pt x="703" y="688"/>
                  </a:lnTo>
                  <a:lnTo>
                    <a:pt x="613" y="703"/>
                  </a:lnTo>
                  <a:lnTo>
                    <a:pt x="524" y="733"/>
                  </a:lnTo>
                  <a:lnTo>
                    <a:pt x="449" y="778"/>
                  </a:lnTo>
                  <a:lnTo>
                    <a:pt x="374" y="822"/>
                  </a:lnTo>
                  <a:lnTo>
                    <a:pt x="314" y="882"/>
                  </a:lnTo>
                  <a:lnTo>
                    <a:pt x="255" y="957"/>
                  </a:lnTo>
                  <a:lnTo>
                    <a:pt x="210" y="1046"/>
                  </a:lnTo>
                  <a:lnTo>
                    <a:pt x="165" y="1151"/>
                  </a:lnTo>
                  <a:lnTo>
                    <a:pt x="105" y="1390"/>
                  </a:lnTo>
                  <a:lnTo>
                    <a:pt x="60" y="1689"/>
                  </a:lnTo>
                  <a:lnTo>
                    <a:pt x="31" y="2018"/>
                  </a:lnTo>
                  <a:lnTo>
                    <a:pt x="1" y="2391"/>
                  </a:lnTo>
                  <a:lnTo>
                    <a:pt x="1" y="2779"/>
                  </a:lnTo>
                  <a:lnTo>
                    <a:pt x="1" y="3198"/>
                  </a:lnTo>
                  <a:lnTo>
                    <a:pt x="31" y="4019"/>
                  </a:lnTo>
                  <a:lnTo>
                    <a:pt x="75" y="4781"/>
                  </a:lnTo>
                  <a:lnTo>
                    <a:pt x="120" y="5424"/>
                  </a:lnTo>
                  <a:lnTo>
                    <a:pt x="180" y="6021"/>
                  </a:lnTo>
                  <a:lnTo>
                    <a:pt x="2137" y="6111"/>
                  </a:lnTo>
                  <a:lnTo>
                    <a:pt x="4154" y="6186"/>
                  </a:lnTo>
                  <a:lnTo>
                    <a:pt x="6469" y="6260"/>
                  </a:lnTo>
                  <a:lnTo>
                    <a:pt x="7665" y="6290"/>
                  </a:lnTo>
                  <a:lnTo>
                    <a:pt x="8815" y="6320"/>
                  </a:lnTo>
                  <a:lnTo>
                    <a:pt x="9891" y="6320"/>
                  </a:lnTo>
                  <a:lnTo>
                    <a:pt x="10862" y="6305"/>
                  </a:lnTo>
                  <a:lnTo>
                    <a:pt x="11698" y="6275"/>
                  </a:lnTo>
                  <a:lnTo>
                    <a:pt x="12057" y="6260"/>
                  </a:lnTo>
                  <a:lnTo>
                    <a:pt x="12356" y="6230"/>
                  </a:lnTo>
                  <a:lnTo>
                    <a:pt x="12610" y="6201"/>
                  </a:lnTo>
                  <a:lnTo>
                    <a:pt x="12804" y="6156"/>
                  </a:lnTo>
                  <a:lnTo>
                    <a:pt x="12923" y="6111"/>
                  </a:lnTo>
                  <a:lnTo>
                    <a:pt x="12968" y="6081"/>
                  </a:lnTo>
                  <a:lnTo>
                    <a:pt x="12983" y="6066"/>
                  </a:lnTo>
                  <a:lnTo>
                    <a:pt x="13088" y="5812"/>
                  </a:lnTo>
                  <a:lnTo>
                    <a:pt x="13133" y="5663"/>
                  </a:lnTo>
                  <a:lnTo>
                    <a:pt x="13177" y="5513"/>
                  </a:lnTo>
                  <a:lnTo>
                    <a:pt x="13207" y="5364"/>
                  </a:lnTo>
                  <a:lnTo>
                    <a:pt x="13207" y="5215"/>
                  </a:lnTo>
                  <a:lnTo>
                    <a:pt x="13207" y="5050"/>
                  </a:lnTo>
                  <a:lnTo>
                    <a:pt x="13192" y="4901"/>
                  </a:lnTo>
                  <a:lnTo>
                    <a:pt x="13148" y="4751"/>
                  </a:lnTo>
                  <a:lnTo>
                    <a:pt x="13073" y="4602"/>
                  </a:lnTo>
                  <a:lnTo>
                    <a:pt x="12968" y="4468"/>
                  </a:lnTo>
                  <a:lnTo>
                    <a:pt x="12834" y="4333"/>
                  </a:lnTo>
                  <a:lnTo>
                    <a:pt x="12684" y="4229"/>
                  </a:lnTo>
                  <a:lnTo>
                    <a:pt x="12475" y="4124"/>
                  </a:lnTo>
                  <a:lnTo>
                    <a:pt x="12236" y="4049"/>
                  </a:lnTo>
                  <a:lnTo>
                    <a:pt x="11952" y="3975"/>
                  </a:lnTo>
                  <a:lnTo>
                    <a:pt x="11713" y="3915"/>
                  </a:lnTo>
                  <a:lnTo>
                    <a:pt x="11429" y="3810"/>
                  </a:lnTo>
                  <a:lnTo>
                    <a:pt x="11116" y="3676"/>
                  </a:lnTo>
                  <a:lnTo>
                    <a:pt x="10772" y="3511"/>
                  </a:lnTo>
                  <a:lnTo>
                    <a:pt x="10414" y="3317"/>
                  </a:lnTo>
                  <a:lnTo>
                    <a:pt x="10025" y="3093"/>
                  </a:lnTo>
                  <a:lnTo>
                    <a:pt x="9218" y="2615"/>
                  </a:lnTo>
                  <a:lnTo>
                    <a:pt x="8666" y="2257"/>
                  </a:lnTo>
                  <a:lnTo>
                    <a:pt x="8442" y="2122"/>
                  </a:lnTo>
                  <a:lnTo>
                    <a:pt x="7844" y="1734"/>
                  </a:lnTo>
                  <a:lnTo>
                    <a:pt x="7485" y="1495"/>
                  </a:lnTo>
                  <a:lnTo>
                    <a:pt x="6992" y="1166"/>
                  </a:lnTo>
                  <a:lnTo>
                    <a:pt x="6305" y="718"/>
                  </a:lnTo>
                  <a:lnTo>
                    <a:pt x="5708" y="344"/>
                  </a:lnTo>
                  <a:lnTo>
                    <a:pt x="5469" y="210"/>
                  </a:lnTo>
                  <a:lnTo>
                    <a:pt x="5274" y="90"/>
                  </a:lnTo>
                  <a:lnTo>
                    <a:pt x="5110" y="31"/>
                  </a:lnTo>
                  <a:lnTo>
                    <a:pt x="50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726929" y="4560349"/>
              <a:ext cx="58428" cy="47490"/>
            </a:xfrm>
            <a:custGeom>
              <a:rect b="b" l="l" r="r" t="t"/>
              <a:pathLst>
                <a:path extrusionOk="0" h="1689" w="2078">
                  <a:moveTo>
                    <a:pt x="1480" y="1"/>
                  </a:moveTo>
                  <a:lnTo>
                    <a:pt x="1345" y="45"/>
                  </a:lnTo>
                  <a:lnTo>
                    <a:pt x="1181" y="120"/>
                  </a:lnTo>
                  <a:lnTo>
                    <a:pt x="1062" y="195"/>
                  </a:lnTo>
                  <a:lnTo>
                    <a:pt x="942" y="270"/>
                  </a:lnTo>
                  <a:lnTo>
                    <a:pt x="733" y="449"/>
                  </a:lnTo>
                  <a:lnTo>
                    <a:pt x="539" y="658"/>
                  </a:lnTo>
                  <a:lnTo>
                    <a:pt x="374" y="852"/>
                  </a:lnTo>
                  <a:lnTo>
                    <a:pt x="240" y="1046"/>
                  </a:lnTo>
                  <a:lnTo>
                    <a:pt x="135" y="1196"/>
                  </a:lnTo>
                  <a:lnTo>
                    <a:pt x="31" y="1360"/>
                  </a:lnTo>
                  <a:lnTo>
                    <a:pt x="16" y="1405"/>
                  </a:lnTo>
                  <a:lnTo>
                    <a:pt x="1" y="1450"/>
                  </a:lnTo>
                  <a:lnTo>
                    <a:pt x="16" y="1525"/>
                  </a:lnTo>
                  <a:lnTo>
                    <a:pt x="46" y="1599"/>
                  </a:lnTo>
                  <a:lnTo>
                    <a:pt x="76" y="1644"/>
                  </a:lnTo>
                  <a:lnTo>
                    <a:pt x="120" y="1659"/>
                  </a:lnTo>
                  <a:lnTo>
                    <a:pt x="165" y="1689"/>
                  </a:lnTo>
                  <a:lnTo>
                    <a:pt x="255" y="1689"/>
                  </a:lnTo>
                  <a:lnTo>
                    <a:pt x="300" y="1674"/>
                  </a:lnTo>
                  <a:lnTo>
                    <a:pt x="374" y="1644"/>
                  </a:lnTo>
                  <a:lnTo>
                    <a:pt x="419" y="1569"/>
                  </a:lnTo>
                  <a:lnTo>
                    <a:pt x="509" y="1450"/>
                  </a:lnTo>
                  <a:lnTo>
                    <a:pt x="599" y="1315"/>
                  </a:lnTo>
                  <a:lnTo>
                    <a:pt x="718" y="1151"/>
                  </a:lnTo>
                  <a:lnTo>
                    <a:pt x="852" y="972"/>
                  </a:lnTo>
                  <a:lnTo>
                    <a:pt x="1017" y="807"/>
                  </a:lnTo>
                  <a:lnTo>
                    <a:pt x="1196" y="643"/>
                  </a:lnTo>
                  <a:lnTo>
                    <a:pt x="1301" y="583"/>
                  </a:lnTo>
                  <a:lnTo>
                    <a:pt x="1390" y="524"/>
                  </a:lnTo>
                  <a:lnTo>
                    <a:pt x="1585" y="434"/>
                  </a:lnTo>
                  <a:lnTo>
                    <a:pt x="1764" y="389"/>
                  </a:lnTo>
                  <a:lnTo>
                    <a:pt x="1928" y="374"/>
                  </a:lnTo>
                  <a:lnTo>
                    <a:pt x="2078" y="389"/>
                  </a:lnTo>
                  <a:lnTo>
                    <a:pt x="2078" y="285"/>
                  </a:lnTo>
                  <a:lnTo>
                    <a:pt x="2033" y="210"/>
                  </a:lnTo>
                  <a:lnTo>
                    <a:pt x="1988" y="150"/>
                  </a:lnTo>
                  <a:lnTo>
                    <a:pt x="1913" y="90"/>
                  </a:lnTo>
                  <a:lnTo>
                    <a:pt x="1824" y="60"/>
                  </a:lnTo>
                  <a:lnTo>
                    <a:pt x="1719" y="3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745824" y="4544379"/>
              <a:ext cx="50443" cy="45832"/>
            </a:xfrm>
            <a:custGeom>
              <a:rect b="b" l="l" r="r" t="t"/>
              <a:pathLst>
                <a:path extrusionOk="0" h="1630" w="1794">
                  <a:moveTo>
                    <a:pt x="1300" y="1"/>
                  </a:moveTo>
                  <a:lnTo>
                    <a:pt x="1181" y="61"/>
                  </a:lnTo>
                  <a:lnTo>
                    <a:pt x="1061" y="135"/>
                  </a:lnTo>
                  <a:lnTo>
                    <a:pt x="942" y="210"/>
                  </a:lnTo>
                  <a:lnTo>
                    <a:pt x="718" y="404"/>
                  </a:lnTo>
                  <a:lnTo>
                    <a:pt x="524" y="599"/>
                  </a:lnTo>
                  <a:lnTo>
                    <a:pt x="359" y="793"/>
                  </a:lnTo>
                  <a:lnTo>
                    <a:pt x="225" y="987"/>
                  </a:lnTo>
                  <a:lnTo>
                    <a:pt x="120" y="1136"/>
                  </a:lnTo>
                  <a:lnTo>
                    <a:pt x="31" y="1301"/>
                  </a:lnTo>
                  <a:lnTo>
                    <a:pt x="1" y="1346"/>
                  </a:lnTo>
                  <a:lnTo>
                    <a:pt x="1" y="1390"/>
                  </a:lnTo>
                  <a:lnTo>
                    <a:pt x="1" y="1480"/>
                  </a:lnTo>
                  <a:lnTo>
                    <a:pt x="45" y="1555"/>
                  </a:lnTo>
                  <a:lnTo>
                    <a:pt x="75" y="1585"/>
                  </a:lnTo>
                  <a:lnTo>
                    <a:pt x="120" y="1614"/>
                  </a:lnTo>
                  <a:lnTo>
                    <a:pt x="150" y="1629"/>
                  </a:lnTo>
                  <a:lnTo>
                    <a:pt x="284" y="1629"/>
                  </a:lnTo>
                  <a:lnTo>
                    <a:pt x="359" y="1585"/>
                  </a:lnTo>
                  <a:lnTo>
                    <a:pt x="419" y="1525"/>
                  </a:lnTo>
                  <a:lnTo>
                    <a:pt x="494" y="1390"/>
                  </a:lnTo>
                  <a:lnTo>
                    <a:pt x="583" y="1256"/>
                  </a:lnTo>
                  <a:lnTo>
                    <a:pt x="703" y="1092"/>
                  </a:lnTo>
                  <a:lnTo>
                    <a:pt x="852" y="912"/>
                  </a:lnTo>
                  <a:lnTo>
                    <a:pt x="1017" y="748"/>
                  </a:lnTo>
                  <a:lnTo>
                    <a:pt x="1196" y="584"/>
                  </a:lnTo>
                  <a:lnTo>
                    <a:pt x="1285" y="524"/>
                  </a:lnTo>
                  <a:lnTo>
                    <a:pt x="1390" y="464"/>
                  </a:lnTo>
                  <a:lnTo>
                    <a:pt x="1495" y="404"/>
                  </a:lnTo>
                  <a:lnTo>
                    <a:pt x="1599" y="374"/>
                  </a:lnTo>
                  <a:lnTo>
                    <a:pt x="1704" y="345"/>
                  </a:lnTo>
                  <a:lnTo>
                    <a:pt x="1793" y="330"/>
                  </a:lnTo>
                  <a:lnTo>
                    <a:pt x="1778" y="225"/>
                  </a:lnTo>
                  <a:lnTo>
                    <a:pt x="1734" y="150"/>
                  </a:lnTo>
                  <a:lnTo>
                    <a:pt x="1674" y="91"/>
                  </a:lnTo>
                  <a:lnTo>
                    <a:pt x="1614" y="61"/>
                  </a:lnTo>
                  <a:lnTo>
                    <a:pt x="1539" y="31"/>
                  </a:lnTo>
                  <a:lnTo>
                    <a:pt x="1465" y="16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700864" y="4575055"/>
              <a:ext cx="54211" cy="47069"/>
            </a:xfrm>
            <a:custGeom>
              <a:rect b="b" l="l" r="r" t="t"/>
              <a:pathLst>
                <a:path extrusionOk="0" h="1674" w="1928">
                  <a:moveTo>
                    <a:pt x="1375" y="1"/>
                  </a:moveTo>
                  <a:lnTo>
                    <a:pt x="1180" y="105"/>
                  </a:lnTo>
                  <a:lnTo>
                    <a:pt x="1061" y="165"/>
                  </a:lnTo>
                  <a:lnTo>
                    <a:pt x="941" y="255"/>
                  </a:lnTo>
                  <a:lnTo>
                    <a:pt x="717" y="434"/>
                  </a:lnTo>
                  <a:lnTo>
                    <a:pt x="523" y="628"/>
                  </a:lnTo>
                  <a:lnTo>
                    <a:pt x="359" y="837"/>
                  </a:lnTo>
                  <a:lnTo>
                    <a:pt x="224" y="1016"/>
                  </a:lnTo>
                  <a:lnTo>
                    <a:pt x="120" y="1181"/>
                  </a:lnTo>
                  <a:lnTo>
                    <a:pt x="15" y="1330"/>
                  </a:lnTo>
                  <a:lnTo>
                    <a:pt x="0" y="1375"/>
                  </a:lnTo>
                  <a:lnTo>
                    <a:pt x="0" y="1420"/>
                  </a:lnTo>
                  <a:lnTo>
                    <a:pt x="0" y="1509"/>
                  </a:lnTo>
                  <a:lnTo>
                    <a:pt x="45" y="1584"/>
                  </a:lnTo>
                  <a:lnTo>
                    <a:pt x="75" y="1614"/>
                  </a:lnTo>
                  <a:lnTo>
                    <a:pt x="105" y="1644"/>
                  </a:lnTo>
                  <a:lnTo>
                    <a:pt x="150" y="1659"/>
                  </a:lnTo>
                  <a:lnTo>
                    <a:pt x="194" y="1674"/>
                  </a:lnTo>
                  <a:lnTo>
                    <a:pt x="284" y="1659"/>
                  </a:lnTo>
                  <a:lnTo>
                    <a:pt x="359" y="1614"/>
                  </a:lnTo>
                  <a:lnTo>
                    <a:pt x="418" y="1554"/>
                  </a:lnTo>
                  <a:lnTo>
                    <a:pt x="493" y="1420"/>
                  </a:lnTo>
                  <a:lnTo>
                    <a:pt x="583" y="1285"/>
                  </a:lnTo>
                  <a:lnTo>
                    <a:pt x="702" y="1121"/>
                  </a:lnTo>
                  <a:lnTo>
                    <a:pt x="837" y="957"/>
                  </a:lnTo>
                  <a:lnTo>
                    <a:pt x="1001" y="777"/>
                  </a:lnTo>
                  <a:lnTo>
                    <a:pt x="1195" y="628"/>
                  </a:lnTo>
                  <a:lnTo>
                    <a:pt x="1285" y="553"/>
                  </a:lnTo>
                  <a:lnTo>
                    <a:pt x="1390" y="494"/>
                  </a:lnTo>
                  <a:lnTo>
                    <a:pt x="1524" y="434"/>
                  </a:lnTo>
                  <a:lnTo>
                    <a:pt x="1673" y="389"/>
                  </a:lnTo>
                  <a:lnTo>
                    <a:pt x="1808" y="359"/>
                  </a:lnTo>
                  <a:lnTo>
                    <a:pt x="1927" y="359"/>
                  </a:lnTo>
                  <a:lnTo>
                    <a:pt x="1927" y="255"/>
                  </a:lnTo>
                  <a:lnTo>
                    <a:pt x="1898" y="180"/>
                  </a:lnTo>
                  <a:lnTo>
                    <a:pt x="1853" y="105"/>
                  </a:lnTo>
                  <a:lnTo>
                    <a:pt x="1793" y="60"/>
                  </a:lnTo>
                  <a:lnTo>
                    <a:pt x="1718" y="30"/>
                  </a:lnTo>
                  <a:lnTo>
                    <a:pt x="1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765563" y="2987229"/>
              <a:ext cx="62618" cy="161732"/>
            </a:xfrm>
            <a:custGeom>
              <a:rect b="b" l="l" r="r" t="t"/>
              <a:pathLst>
                <a:path extrusionOk="0" h="5752" w="2227">
                  <a:moveTo>
                    <a:pt x="927" y="0"/>
                  </a:moveTo>
                  <a:lnTo>
                    <a:pt x="822" y="15"/>
                  </a:lnTo>
                  <a:lnTo>
                    <a:pt x="733" y="30"/>
                  </a:lnTo>
                  <a:lnTo>
                    <a:pt x="628" y="60"/>
                  </a:lnTo>
                  <a:lnTo>
                    <a:pt x="538" y="105"/>
                  </a:lnTo>
                  <a:lnTo>
                    <a:pt x="464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4" y="344"/>
                  </a:lnTo>
                  <a:lnTo>
                    <a:pt x="195" y="418"/>
                  </a:lnTo>
                  <a:lnTo>
                    <a:pt x="135" y="493"/>
                  </a:lnTo>
                  <a:lnTo>
                    <a:pt x="90" y="568"/>
                  </a:lnTo>
                  <a:lnTo>
                    <a:pt x="60" y="657"/>
                  </a:lnTo>
                  <a:lnTo>
                    <a:pt x="30" y="762"/>
                  </a:lnTo>
                  <a:lnTo>
                    <a:pt x="15" y="852"/>
                  </a:lnTo>
                  <a:lnTo>
                    <a:pt x="0" y="956"/>
                  </a:lnTo>
                  <a:lnTo>
                    <a:pt x="0" y="1046"/>
                  </a:lnTo>
                  <a:lnTo>
                    <a:pt x="269" y="4826"/>
                  </a:lnTo>
                  <a:lnTo>
                    <a:pt x="284" y="4930"/>
                  </a:lnTo>
                  <a:lnTo>
                    <a:pt x="299" y="5020"/>
                  </a:lnTo>
                  <a:lnTo>
                    <a:pt x="329" y="5124"/>
                  </a:lnTo>
                  <a:lnTo>
                    <a:pt x="374" y="5214"/>
                  </a:lnTo>
                  <a:lnTo>
                    <a:pt x="419" y="5289"/>
                  </a:lnTo>
                  <a:lnTo>
                    <a:pt x="464" y="5363"/>
                  </a:lnTo>
                  <a:lnTo>
                    <a:pt x="538" y="5438"/>
                  </a:lnTo>
                  <a:lnTo>
                    <a:pt x="598" y="5498"/>
                  </a:lnTo>
                  <a:lnTo>
                    <a:pt x="673" y="5558"/>
                  </a:lnTo>
                  <a:lnTo>
                    <a:pt x="747" y="5617"/>
                  </a:lnTo>
                  <a:lnTo>
                    <a:pt x="837" y="5662"/>
                  </a:lnTo>
                  <a:lnTo>
                    <a:pt x="927" y="5692"/>
                  </a:lnTo>
                  <a:lnTo>
                    <a:pt x="1016" y="5722"/>
                  </a:lnTo>
                  <a:lnTo>
                    <a:pt x="1121" y="5737"/>
                  </a:lnTo>
                  <a:lnTo>
                    <a:pt x="1211" y="5752"/>
                  </a:lnTo>
                  <a:lnTo>
                    <a:pt x="1315" y="5752"/>
                  </a:lnTo>
                  <a:lnTo>
                    <a:pt x="1420" y="5737"/>
                  </a:lnTo>
                  <a:lnTo>
                    <a:pt x="1509" y="5707"/>
                  </a:lnTo>
                  <a:lnTo>
                    <a:pt x="1599" y="5677"/>
                  </a:lnTo>
                  <a:lnTo>
                    <a:pt x="1689" y="5647"/>
                  </a:lnTo>
                  <a:lnTo>
                    <a:pt x="1778" y="5588"/>
                  </a:lnTo>
                  <a:lnTo>
                    <a:pt x="1853" y="5543"/>
                  </a:lnTo>
                  <a:lnTo>
                    <a:pt x="1928" y="5483"/>
                  </a:lnTo>
                  <a:lnTo>
                    <a:pt x="1987" y="5408"/>
                  </a:lnTo>
                  <a:lnTo>
                    <a:pt x="2047" y="5334"/>
                  </a:lnTo>
                  <a:lnTo>
                    <a:pt x="2092" y="5259"/>
                  </a:lnTo>
                  <a:lnTo>
                    <a:pt x="2137" y="5169"/>
                  </a:lnTo>
                  <a:lnTo>
                    <a:pt x="2182" y="5080"/>
                  </a:lnTo>
                  <a:lnTo>
                    <a:pt x="2197" y="4990"/>
                  </a:lnTo>
                  <a:lnTo>
                    <a:pt x="2226" y="4900"/>
                  </a:lnTo>
                  <a:lnTo>
                    <a:pt x="2226" y="4796"/>
                  </a:lnTo>
                  <a:lnTo>
                    <a:pt x="2226" y="4691"/>
                  </a:lnTo>
                  <a:lnTo>
                    <a:pt x="1973" y="911"/>
                  </a:lnTo>
                  <a:lnTo>
                    <a:pt x="1943" y="777"/>
                  </a:lnTo>
                  <a:lnTo>
                    <a:pt x="1913" y="643"/>
                  </a:lnTo>
                  <a:lnTo>
                    <a:pt x="1853" y="508"/>
                  </a:lnTo>
                  <a:lnTo>
                    <a:pt x="1778" y="404"/>
                  </a:lnTo>
                  <a:lnTo>
                    <a:pt x="1689" y="299"/>
                  </a:lnTo>
                  <a:lnTo>
                    <a:pt x="1599" y="209"/>
                  </a:lnTo>
                  <a:lnTo>
                    <a:pt x="1479" y="135"/>
                  </a:lnTo>
                  <a:lnTo>
                    <a:pt x="1360" y="75"/>
                  </a:lnTo>
                  <a:lnTo>
                    <a:pt x="1255" y="30"/>
                  </a:lnTo>
                  <a:lnTo>
                    <a:pt x="1151" y="15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711802" y="2966225"/>
              <a:ext cx="134880" cy="168874"/>
            </a:xfrm>
            <a:custGeom>
              <a:rect b="b" l="l" r="r" t="t"/>
              <a:pathLst>
                <a:path extrusionOk="0" h="6006" w="4797">
                  <a:moveTo>
                    <a:pt x="3855" y="0"/>
                  </a:moveTo>
                  <a:lnTo>
                    <a:pt x="3691" y="15"/>
                  </a:lnTo>
                  <a:lnTo>
                    <a:pt x="3526" y="45"/>
                  </a:lnTo>
                  <a:lnTo>
                    <a:pt x="3377" y="105"/>
                  </a:lnTo>
                  <a:lnTo>
                    <a:pt x="3243" y="179"/>
                  </a:lnTo>
                  <a:lnTo>
                    <a:pt x="3108" y="284"/>
                  </a:lnTo>
                  <a:lnTo>
                    <a:pt x="3004" y="418"/>
                  </a:lnTo>
                  <a:lnTo>
                    <a:pt x="180" y="4467"/>
                  </a:lnTo>
                  <a:lnTo>
                    <a:pt x="135" y="4557"/>
                  </a:lnTo>
                  <a:lnTo>
                    <a:pt x="90" y="4646"/>
                  </a:lnTo>
                  <a:lnTo>
                    <a:pt x="46" y="4736"/>
                  </a:lnTo>
                  <a:lnTo>
                    <a:pt x="31" y="4826"/>
                  </a:lnTo>
                  <a:lnTo>
                    <a:pt x="16" y="4915"/>
                  </a:lnTo>
                  <a:lnTo>
                    <a:pt x="1" y="5020"/>
                  </a:lnTo>
                  <a:lnTo>
                    <a:pt x="16" y="5109"/>
                  </a:lnTo>
                  <a:lnTo>
                    <a:pt x="16" y="5199"/>
                  </a:lnTo>
                  <a:lnTo>
                    <a:pt x="46" y="5289"/>
                  </a:lnTo>
                  <a:lnTo>
                    <a:pt x="75" y="5378"/>
                  </a:lnTo>
                  <a:lnTo>
                    <a:pt x="105" y="5468"/>
                  </a:lnTo>
                  <a:lnTo>
                    <a:pt x="150" y="5558"/>
                  </a:lnTo>
                  <a:lnTo>
                    <a:pt x="210" y="5632"/>
                  </a:lnTo>
                  <a:lnTo>
                    <a:pt x="270" y="5707"/>
                  </a:lnTo>
                  <a:lnTo>
                    <a:pt x="344" y="5767"/>
                  </a:lnTo>
                  <a:lnTo>
                    <a:pt x="434" y="5842"/>
                  </a:lnTo>
                  <a:lnTo>
                    <a:pt x="509" y="5886"/>
                  </a:lnTo>
                  <a:lnTo>
                    <a:pt x="598" y="5931"/>
                  </a:lnTo>
                  <a:lnTo>
                    <a:pt x="688" y="5961"/>
                  </a:lnTo>
                  <a:lnTo>
                    <a:pt x="793" y="5991"/>
                  </a:lnTo>
                  <a:lnTo>
                    <a:pt x="882" y="6006"/>
                  </a:lnTo>
                  <a:lnTo>
                    <a:pt x="1061" y="6006"/>
                  </a:lnTo>
                  <a:lnTo>
                    <a:pt x="1166" y="5991"/>
                  </a:lnTo>
                  <a:lnTo>
                    <a:pt x="1256" y="5976"/>
                  </a:lnTo>
                  <a:lnTo>
                    <a:pt x="1345" y="5946"/>
                  </a:lnTo>
                  <a:lnTo>
                    <a:pt x="1435" y="5901"/>
                  </a:lnTo>
                  <a:lnTo>
                    <a:pt x="1510" y="5856"/>
                  </a:lnTo>
                  <a:lnTo>
                    <a:pt x="1599" y="5812"/>
                  </a:lnTo>
                  <a:lnTo>
                    <a:pt x="1659" y="5737"/>
                  </a:lnTo>
                  <a:lnTo>
                    <a:pt x="1734" y="5677"/>
                  </a:lnTo>
                  <a:lnTo>
                    <a:pt x="1794" y="5588"/>
                  </a:lnTo>
                  <a:lnTo>
                    <a:pt x="4617" y="1554"/>
                  </a:lnTo>
                  <a:lnTo>
                    <a:pt x="4662" y="1464"/>
                  </a:lnTo>
                  <a:lnTo>
                    <a:pt x="4707" y="1375"/>
                  </a:lnTo>
                  <a:lnTo>
                    <a:pt x="4752" y="1285"/>
                  </a:lnTo>
                  <a:lnTo>
                    <a:pt x="4766" y="1195"/>
                  </a:lnTo>
                  <a:lnTo>
                    <a:pt x="4781" y="1091"/>
                  </a:lnTo>
                  <a:lnTo>
                    <a:pt x="4796" y="1001"/>
                  </a:lnTo>
                  <a:lnTo>
                    <a:pt x="4781" y="911"/>
                  </a:lnTo>
                  <a:lnTo>
                    <a:pt x="4781" y="807"/>
                  </a:lnTo>
                  <a:lnTo>
                    <a:pt x="4752" y="717"/>
                  </a:lnTo>
                  <a:lnTo>
                    <a:pt x="4722" y="628"/>
                  </a:lnTo>
                  <a:lnTo>
                    <a:pt x="4692" y="538"/>
                  </a:lnTo>
                  <a:lnTo>
                    <a:pt x="4647" y="463"/>
                  </a:lnTo>
                  <a:lnTo>
                    <a:pt x="4587" y="389"/>
                  </a:lnTo>
                  <a:lnTo>
                    <a:pt x="4527" y="314"/>
                  </a:lnTo>
                  <a:lnTo>
                    <a:pt x="4453" y="239"/>
                  </a:lnTo>
                  <a:lnTo>
                    <a:pt x="4363" y="179"/>
                  </a:lnTo>
                  <a:lnTo>
                    <a:pt x="4273" y="120"/>
                  </a:lnTo>
                  <a:lnTo>
                    <a:pt x="4184" y="75"/>
                  </a:lnTo>
                  <a:lnTo>
                    <a:pt x="4020" y="30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639118" y="2997295"/>
              <a:ext cx="137382" cy="166793"/>
            </a:xfrm>
            <a:custGeom>
              <a:rect b="b" l="l" r="r" t="t"/>
              <a:pathLst>
                <a:path extrusionOk="0" h="5932" w="4886">
                  <a:moveTo>
                    <a:pt x="3959" y="1"/>
                  </a:moveTo>
                  <a:lnTo>
                    <a:pt x="3795" y="16"/>
                  </a:lnTo>
                  <a:lnTo>
                    <a:pt x="3646" y="46"/>
                  </a:lnTo>
                  <a:lnTo>
                    <a:pt x="3496" y="90"/>
                  </a:lnTo>
                  <a:lnTo>
                    <a:pt x="3347" y="165"/>
                  </a:lnTo>
                  <a:lnTo>
                    <a:pt x="3227" y="270"/>
                  </a:lnTo>
                  <a:lnTo>
                    <a:pt x="3108" y="404"/>
                  </a:lnTo>
                  <a:lnTo>
                    <a:pt x="180" y="4363"/>
                  </a:lnTo>
                  <a:lnTo>
                    <a:pt x="135" y="4453"/>
                  </a:lnTo>
                  <a:lnTo>
                    <a:pt x="90" y="4542"/>
                  </a:lnTo>
                  <a:lnTo>
                    <a:pt x="45" y="4632"/>
                  </a:lnTo>
                  <a:lnTo>
                    <a:pt x="15" y="4722"/>
                  </a:lnTo>
                  <a:lnTo>
                    <a:pt x="0" y="4811"/>
                  </a:lnTo>
                  <a:lnTo>
                    <a:pt x="0" y="4901"/>
                  </a:lnTo>
                  <a:lnTo>
                    <a:pt x="0" y="5005"/>
                  </a:lnTo>
                  <a:lnTo>
                    <a:pt x="0" y="5095"/>
                  </a:lnTo>
                  <a:lnTo>
                    <a:pt x="15" y="5185"/>
                  </a:lnTo>
                  <a:lnTo>
                    <a:pt x="45" y="5274"/>
                  </a:lnTo>
                  <a:lnTo>
                    <a:pt x="90" y="5364"/>
                  </a:lnTo>
                  <a:lnTo>
                    <a:pt x="135" y="5454"/>
                  </a:lnTo>
                  <a:lnTo>
                    <a:pt x="180" y="5528"/>
                  </a:lnTo>
                  <a:lnTo>
                    <a:pt x="239" y="5603"/>
                  </a:lnTo>
                  <a:lnTo>
                    <a:pt x="314" y="5678"/>
                  </a:lnTo>
                  <a:lnTo>
                    <a:pt x="389" y="5737"/>
                  </a:lnTo>
                  <a:lnTo>
                    <a:pt x="478" y="5797"/>
                  </a:lnTo>
                  <a:lnTo>
                    <a:pt x="568" y="5842"/>
                  </a:lnTo>
                  <a:lnTo>
                    <a:pt x="658" y="5872"/>
                  </a:lnTo>
                  <a:lnTo>
                    <a:pt x="747" y="5902"/>
                  </a:lnTo>
                  <a:lnTo>
                    <a:pt x="837" y="5917"/>
                  </a:lnTo>
                  <a:lnTo>
                    <a:pt x="927" y="5932"/>
                  </a:lnTo>
                  <a:lnTo>
                    <a:pt x="1031" y="5932"/>
                  </a:lnTo>
                  <a:lnTo>
                    <a:pt x="1121" y="5917"/>
                  </a:lnTo>
                  <a:lnTo>
                    <a:pt x="1210" y="5902"/>
                  </a:lnTo>
                  <a:lnTo>
                    <a:pt x="1300" y="5872"/>
                  </a:lnTo>
                  <a:lnTo>
                    <a:pt x="1390" y="5842"/>
                  </a:lnTo>
                  <a:lnTo>
                    <a:pt x="1479" y="5797"/>
                  </a:lnTo>
                  <a:lnTo>
                    <a:pt x="1554" y="5737"/>
                  </a:lnTo>
                  <a:lnTo>
                    <a:pt x="1629" y="5678"/>
                  </a:lnTo>
                  <a:lnTo>
                    <a:pt x="1703" y="5618"/>
                  </a:lnTo>
                  <a:lnTo>
                    <a:pt x="1763" y="5528"/>
                  </a:lnTo>
                  <a:lnTo>
                    <a:pt x="4691" y="1569"/>
                  </a:lnTo>
                  <a:lnTo>
                    <a:pt x="4751" y="1480"/>
                  </a:lnTo>
                  <a:lnTo>
                    <a:pt x="4796" y="1405"/>
                  </a:lnTo>
                  <a:lnTo>
                    <a:pt x="4841" y="1315"/>
                  </a:lnTo>
                  <a:lnTo>
                    <a:pt x="4856" y="1211"/>
                  </a:lnTo>
                  <a:lnTo>
                    <a:pt x="4886" y="1121"/>
                  </a:lnTo>
                  <a:lnTo>
                    <a:pt x="4886" y="1032"/>
                  </a:lnTo>
                  <a:lnTo>
                    <a:pt x="4886" y="927"/>
                  </a:lnTo>
                  <a:lnTo>
                    <a:pt x="4871" y="837"/>
                  </a:lnTo>
                  <a:lnTo>
                    <a:pt x="4856" y="748"/>
                  </a:lnTo>
                  <a:lnTo>
                    <a:pt x="4826" y="658"/>
                  </a:lnTo>
                  <a:lnTo>
                    <a:pt x="4796" y="568"/>
                  </a:lnTo>
                  <a:lnTo>
                    <a:pt x="4751" y="479"/>
                  </a:lnTo>
                  <a:lnTo>
                    <a:pt x="4691" y="404"/>
                  </a:lnTo>
                  <a:lnTo>
                    <a:pt x="4632" y="329"/>
                  </a:lnTo>
                  <a:lnTo>
                    <a:pt x="4572" y="255"/>
                  </a:lnTo>
                  <a:lnTo>
                    <a:pt x="4482" y="195"/>
                  </a:lnTo>
                  <a:lnTo>
                    <a:pt x="4378" y="120"/>
                  </a:lnTo>
                  <a:lnTo>
                    <a:pt x="4273" y="75"/>
                  </a:lnTo>
                  <a:lnTo>
                    <a:pt x="4124" y="31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598797" y="3059885"/>
              <a:ext cx="141178" cy="164291"/>
            </a:xfrm>
            <a:custGeom>
              <a:rect b="b" l="l" r="r" t="t"/>
              <a:pathLst>
                <a:path extrusionOk="0" h="5843" w="5021">
                  <a:moveTo>
                    <a:pt x="3945" y="1"/>
                  </a:moveTo>
                  <a:lnTo>
                    <a:pt x="3780" y="31"/>
                  </a:lnTo>
                  <a:lnTo>
                    <a:pt x="3631" y="90"/>
                  </a:lnTo>
                  <a:lnTo>
                    <a:pt x="3496" y="165"/>
                  </a:lnTo>
                  <a:lnTo>
                    <a:pt x="3377" y="255"/>
                  </a:lnTo>
                  <a:lnTo>
                    <a:pt x="3257" y="374"/>
                  </a:lnTo>
                  <a:lnTo>
                    <a:pt x="210" y="4244"/>
                  </a:lnTo>
                  <a:lnTo>
                    <a:pt x="150" y="4333"/>
                  </a:lnTo>
                  <a:lnTo>
                    <a:pt x="105" y="4408"/>
                  </a:lnTo>
                  <a:lnTo>
                    <a:pt x="60" y="4497"/>
                  </a:lnTo>
                  <a:lnTo>
                    <a:pt x="30" y="4587"/>
                  </a:lnTo>
                  <a:lnTo>
                    <a:pt x="15" y="4692"/>
                  </a:lnTo>
                  <a:lnTo>
                    <a:pt x="1" y="4781"/>
                  </a:lnTo>
                  <a:lnTo>
                    <a:pt x="1" y="4871"/>
                  </a:lnTo>
                  <a:lnTo>
                    <a:pt x="1" y="4976"/>
                  </a:lnTo>
                  <a:lnTo>
                    <a:pt x="15" y="5065"/>
                  </a:lnTo>
                  <a:lnTo>
                    <a:pt x="45" y="5155"/>
                  </a:lnTo>
                  <a:lnTo>
                    <a:pt x="75" y="5244"/>
                  </a:lnTo>
                  <a:lnTo>
                    <a:pt x="120" y="5334"/>
                  </a:lnTo>
                  <a:lnTo>
                    <a:pt x="165" y="5409"/>
                  </a:lnTo>
                  <a:lnTo>
                    <a:pt x="225" y="5483"/>
                  </a:lnTo>
                  <a:lnTo>
                    <a:pt x="299" y="5558"/>
                  </a:lnTo>
                  <a:lnTo>
                    <a:pt x="374" y="5633"/>
                  </a:lnTo>
                  <a:lnTo>
                    <a:pt x="449" y="5693"/>
                  </a:lnTo>
                  <a:lnTo>
                    <a:pt x="538" y="5737"/>
                  </a:lnTo>
                  <a:lnTo>
                    <a:pt x="628" y="5767"/>
                  </a:lnTo>
                  <a:lnTo>
                    <a:pt x="718" y="5797"/>
                  </a:lnTo>
                  <a:lnTo>
                    <a:pt x="807" y="5827"/>
                  </a:lnTo>
                  <a:lnTo>
                    <a:pt x="897" y="5842"/>
                  </a:lnTo>
                  <a:lnTo>
                    <a:pt x="1001" y="5842"/>
                  </a:lnTo>
                  <a:lnTo>
                    <a:pt x="1091" y="5827"/>
                  </a:lnTo>
                  <a:lnTo>
                    <a:pt x="1181" y="5812"/>
                  </a:lnTo>
                  <a:lnTo>
                    <a:pt x="1270" y="5797"/>
                  </a:lnTo>
                  <a:lnTo>
                    <a:pt x="1360" y="5752"/>
                  </a:lnTo>
                  <a:lnTo>
                    <a:pt x="1450" y="5723"/>
                  </a:lnTo>
                  <a:lnTo>
                    <a:pt x="1539" y="5663"/>
                  </a:lnTo>
                  <a:lnTo>
                    <a:pt x="1614" y="5603"/>
                  </a:lnTo>
                  <a:lnTo>
                    <a:pt x="1689" y="5543"/>
                  </a:lnTo>
                  <a:lnTo>
                    <a:pt x="1748" y="5469"/>
                  </a:lnTo>
                  <a:lnTo>
                    <a:pt x="4796" y="1599"/>
                  </a:lnTo>
                  <a:lnTo>
                    <a:pt x="4856" y="1510"/>
                  </a:lnTo>
                  <a:lnTo>
                    <a:pt x="4916" y="1420"/>
                  </a:lnTo>
                  <a:lnTo>
                    <a:pt x="4946" y="1345"/>
                  </a:lnTo>
                  <a:lnTo>
                    <a:pt x="4975" y="1241"/>
                  </a:lnTo>
                  <a:lnTo>
                    <a:pt x="5005" y="1151"/>
                  </a:lnTo>
                  <a:lnTo>
                    <a:pt x="5005" y="1061"/>
                  </a:lnTo>
                  <a:lnTo>
                    <a:pt x="5020" y="972"/>
                  </a:lnTo>
                  <a:lnTo>
                    <a:pt x="5005" y="867"/>
                  </a:lnTo>
                  <a:lnTo>
                    <a:pt x="4990" y="778"/>
                  </a:lnTo>
                  <a:lnTo>
                    <a:pt x="4960" y="688"/>
                  </a:lnTo>
                  <a:lnTo>
                    <a:pt x="4931" y="598"/>
                  </a:lnTo>
                  <a:lnTo>
                    <a:pt x="4886" y="509"/>
                  </a:lnTo>
                  <a:lnTo>
                    <a:pt x="4841" y="434"/>
                  </a:lnTo>
                  <a:lnTo>
                    <a:pt x="4781" y="359"/>
                  </a:lnTo>
                  <a:lnTo>
                    <a:pt x="4721" y="285"/>
                  </a:lnTo>
                  <a:lnTo>
                    <a:pt x="4632" y="210"/>
                  </a:lnTo>
                  <a:lnTo>
                    <a:pt x="4527" y="135"/>
                  </a:lnTo>
                  <a:lnTo>
                    <a:pt x="4393" y="75"/>
                  </a:lnTo>
                  <a:lnTo>
                    <a:pt x="4243" y="31"/>
                  </a:lnTo>
                  <a:lnTo>
                    <a:pt x="409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-1202427" y="3395524"/>
              <a:ext cx="431013" cy="371770"/>
            </a:xfrm>
            <a:custGeom>
              <a:rect b="b" l="l" r="r" t="t"/>
              <a:pathLst>
                <a:path extrusionOk="0" h="13222" w="15329">
                  <a:moveTo>
                    <a:pt x="8949" y="0"/>
                  </a:moveTo>
                  <a:lnTo>
                    <a:pt x="8830" y="15"/>
                  </a:lnTo>
                  <a:lnTo>
                    <a:pt x="8725" y="45"/>
                  </a:lnTo>
                  <a:lnTo>
                    <a:pt x="8620" y="105"/>
                  </a:lnTo>
                  <a:lnTo>
                    <a:pt x="8516" y="165"/>
                  </a:lnTo>
                  <a:lnTo>
                    <a:pt x="8426" y="239"/>
                  </a:lnTo>
                  <a:lnTo>
                    <a:pt x="8337" y="344"/>
                  </a:lnTo>
                  <a:lnTo>
                    <a:pt x="5289" y="4437"/>
                  </a:lnTo>
                  <a:lnTo>
                    <a:pt x="4049" y="6096"/>
                  </a:lnTo>
                  <a:lnTo>
                    <a:pt x="0" y="11549"/>
                  </a:lnTo>
                  <a:lnTo>
                    <a:pt x="299" y="11773"/>
                  </a:lnTo>
                  <a:lnTo>
                    <a:pt x="628" y="11967"/>
                  </a:lnTo>
                  <a:lnTo>
                    <a:pt x="956" y="12161"/>
                  </a:lnTo>
                  <a:lnTo>
                    <a:pt x="1285" y="12340"/>
                  </a:lnTo>
                  <a:lnTo>
                    <a:pt x="1614" y="12490"/>
                  </a:lnTo>
                  <a:lnTo>
                    <a:pt x="1957" y="12639"/>
                  </a:lnTo>
                  <a:lnTo>
                    <a:pt x="2301" y="12759"/>
                  </a:lnTo>
                  <a:lnTo>
                    <a:pt x="2645" y="12878"/>
                  </a:lnTo>
                  <a:lnTo>
                    <a:pt x="3003" y="12968"/>
                  </a:lnTo>
                  <a:lnTo>
                    <a:pt x="3347" y="13058"/>
                  </a:lnTo>
                  <a:lnTo>
                    <a:pt x="3705" y="13117"/>
                  </a:lnTo>
                  <a:lnTo>
                    <a:pt x="4064" y="13162"/>
                  </a:lnTo>
                  <a:lnTo>
                    <a:pt x="4422" y="13207"/>
                  </a:lnTo>
                  <a:lnTo>
                    <a:pt x="4781" y="13222"/>
                  </a:lnTo>
                  <a:lnTo>
                    <a:pt x="5498" y="13222"/>
                  </a:lnTo>
                  <a:lnTo>
                    <a:pt x="5857" y="13192"/>
                  </a:lnTo>
                  <a:lnTo>
                    <a:pt x="6200" y="13147"/>
                  </a:lnTo>
                  <a:lnTo>
                    <a:pt x="6559" y="13087"/>
                  </a:lnTo>
                  <a:lnTo>
                    <a:pt x="6902" y="13028"/>
                  </a:lnTo>
                  <a:lnTo>
                    <a:pt x="7261" y="12938"/>
                  </a:lnTo>
                  <a:lnTo>
                    <a:pt x="7605" y="12833"/>
                  </a:lnTo>
                  <a:lnTo>
                    <a:pt x="7933" y="12729"/>
                  </a:lnTo>
                  <a:lnTo>
                    <a:pt x="8277" y="12594"/>
                  </a:lnTo>
                  <a:lnTo>
                    <a:pt x="8605" y="12460"/>
                  </a:lnTo>
                  <a:lnTo>
                    <a:pt x="8934" y="12296"/>
                  </a:lnTo>
                  <a:lnTo>
                    <a:pt x="9248" y="12131"/>
                  </a:lnTo>
                  <a:lnTo>
                    <a:pt x="9562" y="11937"/>
                  </a:lnTo>
                  <a:lnTo>
                    <a:pt x="9860" y="11743"/>
                  </a:lnTo>
                  <a:lnTo>
                    <a:pt x="10159" y="11534"/>
                  </a:lnTo>
                  <a:lnTo>
                    <a:pt x="10443" y="11310"/>
                  </a:lnTo>
                  <a:lnTo>
                    <a:pt x="10727" y="11071"/>
                  </a:lnTo>
                  <a:lnTo>
                    <a:pt x="11041" y="10772"/>
                  </a:lnTo>
                  <a:lnTo>
                    <a:pt x="11325" y="10473"/>
                  </a:lnTo>
                  <a:lnTo>
                    <a:pt x="11608" y="10144"/>
                  </a:lnTo>
                  <a:lnTo>
                    <a:pt x="11877" y="9801"/>
                  </a:lnTo>
                  <a:lnTo>
                    <a:pt x="12968" y="8337"/>
                  </a:lnTo>
                  <a:lnTo>
                    <a:pt x="15164" y="5394"/>
                  </a:lnTo>
                  <a:lnTo>
                    <a:pt x="15224" y="5289"/>
                  </a:lnTo>
                  <a:lnTo>
                    <a:pt x="15284" y="5169"/>
                  </a:lnTo>
                  <a:lnTo>
                    <a:pt x="15313" y="5065"/>
                  </a:lnTo>
                  <a:lnTo>
                    <a:pt x="15328" y="4945"/>
                  </a:lnTo>
                  <a:lnTo>
                    <a:pt x="15328" y="4826"/>
                  </a:lnTo>
                  <a:lnTo>
                    <a:pt x="15313" y="4721"/>
                  </a:lnTo>
                  <a:lnTo>
                    <a:pt x="15284" y="4602"/>
                  </a:lnTo>
                  <a:lnTo>
                    <a:pt x="15239" y="4497"/>
                  </a:lnTo>
                  <a:lnTo>
                    <a:pt x="15179" y="4408"/>
                  </a:lnTo>
                  <a:lnTo>
                    <a:pt x="15119" y="4318"/>
                  </a:lnTo>
                  <a:lnTo>
                    <a:pt x="15030" y="4228"/>
                  </a:lnTo>
                  <a:lnTo>
                    <a:pt x="14940" y="4154"/>
                  </a:lnTo>
                  <a:lnTo>
                    <a:pt x="14835" y="4109"/>
                  </a:lnTo>
                  <a:lnTo>
                    <a:pt x="14731" y="4064"/>
                  </a:lnTo>
                  <a:lnTo>
                    <a:pt x="14596" y="4034"/>
                  </a:lnTo>
                  <a:lnTo>
                    <a:pt x="14477" y="4019"/>
                  </a:lnTo>
                  <a:lnTo>
                    <a:pt x="14029" y="4004"/>
                  </a:lnTo>
                  <a:lnTo>
                    <a:pt x="13610" y="3959"/>
                  </a:lnTo>
                  <a:lnTo>
                    <a:pt x="13222" y="3885"/>
                  </a:lnTo>
                  <a:lnTo>
                    <a:pt x="12833" y="3795"/>
                  </a:lnTo>
                  <a:lnTo>
                    <a:pt x="12475" y="3661"/>
                  </a:lnTo>
                  <a:lnTo>
                    <a:pt x="12146" y="3511"/>
                  </a:lnTo>
                  <a:lnTo>
                    <a:pt x="11818" y="3347"/>
                  </a:lnTo>
                  <a:lnTo>
                    <a:pt x="11519" y="3138"/>
                  </a:lnTo>
                  <a:lnTo>
                    <a:pt x="11250" y="2914"/>
                  </a:lnTo>
                  <a:lnTo>
                    <a:pt x="10981" y="2660"/>
                  </a:lnTo>
                  <a:lnTo>
                    <a:pt x="10742" y="2376"/>
                  </a:lnTo>
                  <a:lnTo>
                    <a:pt x="10518" y="2077"/>
                  </a:lnTo>
                  <a:lnTo>
                    <a:pt x="10324" y="1748"/>
                  </a:lnTo>
                  <a:lnTo>
                    <a:pt x="10144" y="1390"/>
                  </a:lnTo>
                  <a:lnTo>
                    <a:pt x="9980" y="1001"/>
                  </a:lnTo>
                  <a:lnTo>
                    <a:pt x="9845" y="598"/>
                  </a:lnTo>
                  <a:lnTo>
                    <a:pt x="9801" y="478"/>
                  </a:lnTo>
                  <a:lnTo>
                    <a:pt x="9741" y="359"/>
                  </a:lnTo>
                  <a:lnTo>
                    <a:pt x="9666" y="269"/>
                  </a:lnTo>
                  <a:lnTo>
                    <a:pt x="9577" y="195"/>
                  </a:lnTo>
                  <a:lnTo>
                    <a:pt x="9487" y="120"/>
                  </a:lnTo>
                  <a:lnTo>
                    <a:pt x="9382" y="75"/>
                  </a:lnTo>
                  <a:lnTo>
                    <a:pt x="9278" y="30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-844545" y="3068292"/>
              <a:ext cx="304597" cy="316744"/>
            </a:xfrm>
            <a:custGeom>
              <a:rect b="b" l="l" r="r" t="t"/>
              <a:pathLst>
                <a:path extrusionOk="0" h="11265" w="10833">
                  <a:moveTo>
                    <a:pt x="6559" y="0"/>
                  </a:moveTo>
                  <a:lnTo>
                    <a:pt x="6365" y="15"/>
                  </a:lnTo>
                  <a:lnTo>
                    <a:pt x="6156" y="30"/>
                  </a:lnTo>
                  <a:lnTo>
                    <a:pt x="5947" y="45"/>
                  </a:lnTo>
                  <a:lnTo>
                    <a:pt x="5753" y="90"/>
                  </a:lnTo>
                  <a:lnTo>
                    <a:pt x="5543" y="135"/>
                  </a:lnTo>
                  <a:lnTo>
                    <a:pt x="5349" y="195"/>
                  </a:lnTo>
                  <a:lnTo>
                    <a:pt x="5155" y="254"/>
                  </a:lnTo>
                  <a:lnTo>
                    <a:pt x="4961" y="329"/>
                  </a:lnTo>
                  <a:lnTo>
                    <a:pt x="4767" y="404"/>
                  </a:lnTo>
                  <a:lnTo>
                    <a:pt x="4587" y="508"/>
                  </a:lnTo>
                  <a:lnTo>
                    <a:pt x="4408" y="598"/>
                  </a:lnTo>
                  <a:lnTo>
                    <a:pt x="4229" y="718"/>
                  </a:lnTo>
                  <a:lnTo>
                    <a:pt x="4064" y="837"/>
                  </a:lnTo>
                  <a:lnTo>
                    <a:pt x="3900" y="972"/>
                  </a:lnTo>
                  <a:lnTo>
                    <a:pt x="3736" y="1106"/>
                  </a:lnTo>
                  <a:lnTo>
                    <a:pt x="3571" y="1255"/>
                  </a:lnTo>
                  <a:lnTo>
                    <a:pt x="3437" y="1405"/>
                  </a:lnTo>
                  <a:lnTo>
                    <a:pt x="3288" y="1584"/>
                  </a:lnTo>
                  <a:lnTo>
                    <a:pt x="3153" y="1748"/>
                  </a:lnTo>
                  <a:lnTo>
                    <a:pt x="165" y="5872"/>
                  </a:lnTo>
                  <a:lnTo>
                    <a:pt x="90" y="5976"/>
                  </a:lnTo>
                  <a:lnTo>
                    <a:pt x="46" y="6081"/>
                  </a:lnTo>
                  <a:lnTo>
                    <a:pt x="16" y="6185"/>
                  </a:lnTo>
                  <a:lnTo>
                    <a:pt x="1" y="6290"/>
                  </a:lnTo>
                  <a:lnTo>
                    <a:pt x="1" y="6410"/>
                  </a:lnTo>
                  <a:lnTo>
                    <a:pt x="16" y="6514"/>
                  </a:lnTo>
                  <a:lnTo>
                    <a:pt x="46" y="6619"/>
                  </a:lnTo>
                  <a:lnTo>
                    <a:pt x="90" y="6708"/>
                  </a:lnTo>
                  <a:lnTo>
                    <a:pt x="150" y="6798"/>
                  </a:lnTo>
                  <a:lnTo>
                    <a:pt x="225" y="6888"/>
                  </a:lnTo>
                  <a:lnTo>
                    <a:pt x="300" y="6962"/>
                  </a:lnTo>
                  <a:lnTo>
                    <a:pt x="389" y="7022"/>
                  </a:lnTo>
                  <a:lnTo>
                    <a:pt x="494" y="7067"/>
                  </a:lnTo>
                  <a:lnTo>
                    <a:pt x="598" y="7112"/>
                  </a:lnTo>
                  <a:lnTo>
                    <a:pt x="703" y="7127"/>
                  </a:lnTo>
                  <a:lnTo>
                    <a:pt x="1301" y="7127"/>
                  </a:lnTo>
                  <a:lnTo>
                    <a:pt x="1734" y="7142"/>
                  </a:lnTo>
                  <a:lnTo>
                    <a:pt x="2152" y="7201"/>
                  </a:lnTo>
                  <a:lnTo>
                    <a:pt x="2556" y="7291"/>
                  </a:lnTo>
                  <a:lnTo>
                    <a:pt x="2929" y="7396"/>
                  </a:lnTo>
                  <a:lnTo>
                    <a:pt x="3108" y="7470"/>
                  </a:lnTo>
                  <a:lnTo>
                    <a:pt x="3273" y="7545"/>
                  </a:lnTo>
                  <a:lnTo>
                    <a:pt x="3452" y="7635"/>
                  </a:lnTo>
                  <a:lnTo>
                    <a:pt x="3601" y="7724"/>
                  </a:lnTo>
                  <a:lnTo>
                    <a:pt x="3766" y="7829"/>
                  </a:lnTo>
                  <a:lnTo>
                    <a:pt x="3915" y="7933"/>
                  </a:lnTo>
                  <a:lnTo>
                    <a:pt x="4064" y="8038"/>
                  </a:lnTo>
                  <a:lnTo>
                    <a:pt x="4199" y="8172"/>
                  </a:lnTo>
                  <a:lnTo>
                    <a:pt x="4333" y="8292"/>
                  </a:lnTo>
                  <a:lnTo>
                    <a:pt x="4453" y="8441"/>
                  </a:lnTo>
                  <a:lnTo>
                    <a:pt x="4587" y="8576"/>
                  </a:lnTo>
                  <a:lnTo>
                    <a:pt x="4692" y="8725"/>
                  </a:lnTo>
                  <a:lnTo>
                    <a:pt x="4916" y="9054"/>
                  </a:lnTo>
                  <a:lnTo>
                    <a:pt x="5110" y="9412"/>
                  </a:lnTo>
                  <a:lnTo>
                    <a:pt x="5275" y="9801"/>
                  </a:lnTo>
                  <a:lnTo>
                    <a:pt x="5424" y="10219"/>
                  </a:lnTo>
                  <a:lnTo>
                    <a:pt x="5558" y="10667"/>
                  </a:lnTo>
                  <a:lnTo>
                    <a:pt x="5603" y="10787"/>
                  </a:lnTo>
                  <a:lnTo>
                    <a:pt x="5648" y="10891"/>
                  </a:lnTo>
                  <a:lnTo>
                    <a:pt x="5708" y="10981"/>
                  </a:lnTo>
                  <a:lnTo>
                    <a:pt x="5782" y="11071"/>
                  </a:lnTo>
                  <a:lnTo>
                    <a:pt x="5872" y="11130"/>
                  </a:lnTo>
                  <a:lnTo>
                    <a:pt x="5962" y="11190"/>
                  </a:lnTo>
                  <a:lnTo>
                    <a:pt x="6066" y="11235"/>
                  </a:lnTo>
                  <a:lnTo>
                    <a:pt x="6171" y="11250"/>
                  </a:lnTo>
                  <a:lnTo>
                    <a:pt x="6275" y="11265"/>
                  </a:lnTo>
                  <a:lnTo>
                    <a:pt x="6380" y="11265"/>
                  </a:lnTo>
                  <a:lnTo>
                    <a:pt x="6485" y="11250"/>
                  </a:lnTo>
                  <a:lnTo>
                    <a:pt x="6589" y="11220"/>
                  </a:lnTo>
                  <a:lnTo>
                    <a:pt x="6694" y="11175"/>
                  </a:lnTo>
                  <a:lnTo>
                    <a:pt x="6798" y="11115"/>
                  </a:lnTo>
                  <a:lnTo>
                    <a:pt x="6888" y="11041"/>
                  </a:lnTo>
                  <a:lnTo>
                    <a:pt x="6963" y="10951"/>
                  </a:lnTo>
                  <a:lnTo>
                    <a:pt x="10025" y="6753"/>
                  </a:lnTo>
                  <a:lnTo>
                    <a:pt x="10145" y="6574"/>
                  </a:lnTo>
                  <a:lnTo>
                    <a:pt x="10249" y="6395"/>
                  </a:lnTo>
                  <a:lnTo>
                    <a:pt x="10354" y="6200"/>
                  </a:lnTo>
                  <a:lnTo>
                    <a:pt x="10459" y="6006"/>
                  </a:lnTo>
                  <a:lnTo>
                    <a:pt x="10533" y="5827"/>
                  </a:lnTo>
                  <a:lnTo>
                    <a:pt x="10608" y="5618"/>
                  </a:lnTo>
                  <a:lnTo>
                    <a:pt x="10668" y="5424"/>
                  </a:lnTo>
                  <a:lnTo>
                    <a:pt x="10727" y="5229"/>
                  </a:lnTo>
                  <a:lnTo>
                    <a:pt x="10757" y="5020"/>
                  </a:lnTo>
                  <a:lnTo>
                    <a:pt x="10802" y="4826"/>
                  </a:lnTo>
                  <a:lnTo>
                    <a:pt x="10817" y="4617"/>
                  </a:lnTo>
                  <a:lnTo>
                    <a:pt x="10832" y="4423"/>
                  </a:lnTo>
                  <a:lnTo>
                    <a:pt x="10832" y="4213"/>
                  </a:lnTo>
                  <a:lnTo>
                    <a:pt x="10832" y="4019"/>
                  </a:lnTo>
                  <a:lnTo>
                    <a:pt x="10817" y="3810"/>
                  </a:lnTo>
                  <a:lnTo>
                    <a:pt x="10787" y="3616"/>
                  </a:lnTo>
                  <a:lnTo>
                    <a:pt x="10757" y="3407"/>
                  </a:lnTo>
                  <a:lnTo>
                    <a:pt x="10713" y="3212"/>
                  </a:lnTo>
                  <a:lnTo>
                    <a:pt x="10653" y="3018"/>
                  </a:lnTo>
                  <a:lnTo>
                    <a:pt x="10593" y="2824"/>
                  </a:lnTo>
                  <a:lnTo>
                    <a:pt x="10518" y="2645"/>
                  </a:lnTo>
                  <a:lnTo>
                    <a:pt x="10429" y="2451"/>
                  </a:lnTo>
                  <a:lnTo>
                    <a:pt x="10339" y="2271"/>
                  </a:lnTo>
                  <a:lnTo>
                    <a:pt x="10249" y="2092"/>
                  </a:lnTo>
                  <a:lnTo>
                    <a:pt x="10130" y="1913"/>
                  </a:lnTo>
                  <a:lnTo>
                    <a:pt x="10010" y="1748"/>
                  </a:lnTo>
                  <a:lnTo>
                    <a:pt x="9891" y="1584"/>
                  </a:lnTo>
                  <a:lnTo>
                    <a:pt x="9756" y="1420"/>
                  </a:lnTo>
                  <a:lnTo>
                    <a:pt x="9607" y="1270"/>
                  </a:lnTo>
                  <a:lnTo>
                    <a:pt x="9458" y="1121"/>
                  </a:lnTo>
                  <a:lnTo>
                    <a:pt x="9293" y="972"/>
                  </a:lnTo>
                  <a:lnTo>
                    <a:pt x="9129" y="852"/>
                  </a:lnTo>
                  <a:lnTo>
                    <a:pt x="8950" y="718"/>
                  </a:lnTo>
                  <a:lnTo>
                    <a:pt x="8755" y="598"/>
                  </a:lnTo>
                  <a:lnTo>
                    <a:pt x="8576" y="493"/>
                  </a:lnTo>
                  <a:lnTo>
                    <a:pt x="8382" y="404"/>
                  </a:lnTo>
                  <a:lnTo>
                    <a:pt x="8188" y="314"/>
                  </a:lnTo>
                  <a:lnTo>
                    <a:pt x="7994" y="240"/>
                  </a:lnTo>
                  <a:lnTo>
                    <a:pt x="7784" y="180"/>
                  </a:lnTo>
                  <a:lnTo>
                    <a:pt x="7590" y="120"/>
                  </a:lnTo>
                  <a:lnTo>
                    <a:pt x="7381" y="75"/>
                  </a:lnTo>
                  <a:lnTo>
                    <a:pt x="7172" y="45"/>
                  </a:lnTo>
                  <a:lnTo>
                    <a:pt x="6978" y="15"/>
                  </a:lnTo>
                  <a:lnTo>
                    <a:pt x="67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-926874" y="3266970"/>
              <a:ext cx="240320" cy="240320"/>
            </a:xfrm>
            <a:custGeom>
              <a:rect b="b" l="l" r="r" t="t"/>
              <a:pathLst>
                <a:path extrusionOk="0" h="8547" w="8547">
                  <a:moveTo>
                    <a:pt x="4064" y="1"/>
                  </a:moveTo>
                  <a:lnTo>
                    <a:pt x="3855" y="16"/>
                  </a:lnTo>
                  <a:lnTo>
                    <a:pt x="3646" y="46"/>
                  </a:lnTo>
                  <a:lnTo>
                    <a:pt x="3452" y="76"/>
                  </a:lnTo>
                  <a:lnTo>
                    <a:pt x="3243" y="120"/>
                  </a:lnTo>
                  <a:lnTo>
                    <a:pt x="3048" y="180"/>
                  </a:lnTo>
                  <a:lnTo>
                    <a:pt x="2854" y="240"/>
                  </a:lnTo>
                  <a:lnTo>
                    <a:pt x="2660" y="315"/>
                  </a:lnTo>
                  <a:lnTo>
                    <a:pt x="2466" y="404"/>
                  </a:lnTo>
                  <a:lnTo>
                    <a:pt x="2286" y="494"/>
                  </a:lnTo>
                  <a:lnTo>
                    <a:pt x="2107" y="584"/>
                  </a:lnTo>
                  <a:lnTo>
                    <a:pt x="1928" y="703"/>
                  </a:lnTo>
                  <a:lnTo>
                    <a:pt x="1749" y="823"/>
                  </a:lnTo>
                  <a:lnTo>
                    <a:pt x="1584" y="942"/>
                  </a:lnTo>
                  <a:lnTo>
                    <a:pt x="1420" y="1091"/>
                  </a:lnTo>
                  <a:lnTo>
                    <a:pt x="1271" y="1226"/>
                  </a:lnTo>
                  <a:lnTo>
                    <a:pt x="1121" y="1390"/>
                  </a:lnTo>
                  <a:lnTo>
                    <a:pt x="972" y="1555"/>
                  </a:lnTo>
                  <a:lnTo>
                    <a:pt x="837" y="1719"/>
                  </a:lnTo>
                  <a:lnTo>
                    <a:pt x="718" y="1898"/>
                  </a:lnTo>
                  <a:lnTo>
                    <a:pt x="598" y="2092"/>
                  </a:lnTo>
                  <a:lnTo>
                    <a:pt x="494" y="2272"/>
                  </a:lnTo>
                  <a:lnTo>
                    <a:pt x="389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65" y="3063"/>
                  </a:lnTo>
                  <a:lnTo>
                    <a:pt x="120" y="3258"/>
                  </a:lnTo>
                  <a:lnTo>
                    <a:pt x="75" y="3467"/>
                  </a:lnTo>
                  <a:lnTo>
                    <a:pt x="31" y="3661"/>
                  </a:lnTo>
                  <a:lnTo>
                    <a:pt x="16" y="3870"/>
                  </a:lnTo>
                  <a:lnTo>
                    <a:pt x="1" y="4079"/>
                  </a:lnTo>
                  <a:lnTo>
                    <a:pt x="1" y="4289"/>
                  </a:lnTo>
                  <a:lnTo>
                    <a:pt x="1" y="4483"/>
                  </a:lnTo>
                  <a:lnTo>
                    <a:pt x="16" y="4692"/>
                  </a:lnTo>
                  <a:lnTo>
                    <a:pt x="45" y="4901"/>
                  </a:lnTo>
                  <a:lnTo>
                    <a:pt x="75" y="5095"/>
                  </a:lnTo>
                  <a:lnTo>
                    <a:pt x="120" y="5304"/>
                  </a:lnTo>
                  <a:lnTo>
                    <a:pt x="165" y="5499"/>
                  </a:lnTo>
                  <a:lnTo>
                    <a:pt x="240" y="5693"/>
                  </a:lnTo>
                  <a:lnTo>
                    <a:pt x="314" y="5887"/>
                  </a:lnTo>
                  <a:lnTo>
                    <a:pt x="389" y="6081"/>
                  </a:lnTo>
                  <a:lnTo>
                    <a:pt x="479" y="6261"/>
                  </a:lnTo>
                  <a:lnTo>
                    <a:pt x="583" y="6440"/>
                  </a:lnTo>
                  <a:lnTo>
                    <a:pt x="688" y="6619"/>
                  </a:lnTo>
                  <a:lnTo>
                    <a:pt x="807" y="6798"/>
                  </a:lnTo>
                  <a:lnTo>
                    <a:pt x="942" y="6963"/>
                  </a:lnTo>
                  <a:lnTo>
                    <a:pt x="1076" y="7127"/>
                  </a:lnTo>
                  <a:lnTo>
                    <a:pt x="1226" y="7276"/>
                  </a:lnTo>
                  <a:lnTo>
                    <a:pt x="1375" y="7426"/>
                  </a:lnTo>
                  <a:lnTo>
                    <a:pt x="1539" y="7575"/>
                  </a:lnTo>
                  <a:lnTo>
                    <a:pt x="1719" y="7710"/>
                  </a:lnTo>
                  <a:lnTo>
                    <a:pt x="1898" y="7829"/>
                  </a:lnTo>
                  <a:lnTo>
                    <a:pt x="2077" y="7949"/>
                  </a:lnTo>
                  <a:lnTo>
                    <a:pt x="2271" y="8053"/>
                  </a:lnTo>
                  <a:lnTo>
                    <a:pt x="2466" y="8158"/>
                  </a:lnTo>
                  <a:lnTo>
                    <a:pt x="2660" y="8233"/>
                  </a:lnTo>
                  <a:lnTo>
                    <a:pt x="2854" y="8307"/>
                  </a:lnTo>
                  <a:lnTo>
                    <a:pt x="3048" y="8382"/>
                  </a:lnTo>
                  <a:lnTo>
                    <a:pt x="3257" y="8427"/>
                  </a:lnTo>
                  <a:lnTo>
                    <a:pt x="3452" y="8472"/>
                  </a:lnTo>
                  <a:lnTo>
                    <a:pt x="3661" y="8516"/>
                  </a:lnTo>
                  <a:lnTo>
                    <a:pt x="3870" y="8531"/>
                  </a:lnTo>
                  <a:lnTo>
                    <a:pt x="4064" y="8546"/>
                  </a:lnTo>
                  <a:lnTo>
                    <a:pt x="4483" y="8546"/>
                  </a:lnTo>
                  <a:lnTo>
                    <a:pt x="4677" y="8531"/>
                  </a:lnTo>
                  <a:lnTo>
                    <a:pt x="4886" y="8501"/>
                  </a:lnTo>
                  <a:lnTo>
                    <a:pt x="5095" y="8472"/>
                  </a:lnTo>
                  <a:lnTo>
                    <a:pt x="5289" y="8427"/>
                  </a:lnTo>
                  <a:lnTo>
                    <a:pt x="5484" y="8382"/>
                  </a:lnTo>
                  <a:lnTo>
                    <a:pt x="5678" y="8307"/>
                  </a:lnTo>
                  <a:lnTo>
                    <a:pt x="5872" y="8233"/>
                  </a:lnTo>
                  <a:lnTo>
                    <a:pt x="6066" y="8158"/>
                  </a:lnTo>
                  <a:lnTo>
                    <a:pt x="6245" y="8068"/>
                  </a:lnTo>
                  <a:lnTo>
                    <a:pt x="6440" y="7964"/>
                  </a:lnTo>
                  <a:lnTo>
                    <a:pt x="6604" y="7859"/>
                  </a:lnTo>
                  <a:lnTo>
                    <a:pt x="6783" y="7740"/>
                  </a:lnTo>
                  <a:lnTo>
                    <a:pt x="6948" y="7605"/>
                  </a:lnTo>
                  <a:lnTo>
                    <a:pt x="7112" y="7471"/>
                  </a:lnTo>
                  <a:lnTo>
                    <a:pt x="7261" y="7321"/>
                  </a:lnTo>
                  <a:lnTo>
                    <a:pt x="7426" y="7172"/>
                  </a:lnTo>
                  <a:lnTo>
                    <a:pt x="7560" y="7008"/>
                  </a:lnTo>
                  <a:lnTo>
                    <a:pt x="7695" y="6828"/>
                  </a:lnTo>
                  <a:lnTo>
                    <a:pt x="7829" y="6649"/>
                  </a:lnTo>
                  <a:lnTo>
                    <a:pt x="7934" y="6470"/>
                  </a:lnTo>
                  <a:lnTo>
                    <a:pt x="8053" y="6275"/>
                  </a:lnTo>
                  <a:lnTo>
                    <a:pt x="8143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9"/>
                  </a:lnTo>
                  <a:lnTo>
                    <a:pt x="8427" y="5289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77"/>
                  </a:lnTo>
                  <a:lnTo>
                    <a:pt x="8546" y="4483"/>
                  </a:lnTo>
                  <a:lnTo>
                    <a:pt x="8546" y="4274"/>
                  </a:lnTo>
                  <a:lnTo>
                    <a:pt x="8531" y="4064"/>
                  </a:lnTo>
                  <a:lnTo>
                    <a:pt x="8516" y="3855"/>
                  </a:lnTo>
                  <a:lnTo>
                    <a:pt x="8501" y="3661"/>
                  </a:lnTo>
                  <a:lnTo>
                    <a:pt x="8456" y="3452"/>
                  </a:lnTo>
                  <a:lnTo>
                    <a:pt x="8427" y="3258"/>
                  </a:lnTo>
                  <a:lnTo>
                    <a:pt x="8367" y="3063"/>
                  </a:lnTo>
                  <a:lnTo>
                    <a:pt x="8307" y="2869"/>
                  </a:lnTo>
                  <a:lnTo>
                    <a:pt x="8232" y="2675"/>
                  </a:lnTo>
                  <a:lnTo>
                    <a:pt x="8143" y="2481"/>
                  </a:lnTo>
                  <a:lnTo>
                    <a:pt x="8053" y="2287"/>
                  </a:lnTo>
                  <a:lnTo>
                    <a:pt x="7949" y="2107"/>
                  </a:lnTo>
                  <a:lnTo>
                    <a:pt x="7844" y="1928"/>
                  </a:lnTo>
                  <a:lnTo>
                    <a:pt x="7724" y="1764"/>
                  </a:lnTo>
                  <a:lnTo>
                    <a:pt x="7605" y="1599"/>
                  </a:lnTo>
                  <a:lnTo>
                    <a:pt x="7456" y="1435"/>
                  </a:lnTo>
                  <a:lnTo>
                    <a:pt x="7321" y="1271"/>
                  </a:lnTo>
                  <a:lnTo>
                    <a:pt x="7157" y="1121"/>
                  </a:lnTo>
                  <a:lnTo>
                    <a:pt x="6992" y="987"/>
                  </a:lnTo>
                  <a:lnTo>
                    <a:pt x="6828" y="852"/>
                  </a:lnTo>
                  <a:lnTo>
                    <a:pt x="6649" y="718"/>
                  </a:lnTo>
                  <a:lnTo>
                    <a:pt x="6455" y="598"/>
                  </a:lnTo>
                  <a:lnTo>
                    <a:pt x="6275" y="494"/>
                  </a:lnTo>
                  <a:lnTo>
                    <a:pt x="6081" y="404"/>
                  </a:lnTo>
                  <a:lnTo>
                    <a:pt x="5887" y="315"/>
                  </a:lnTo>
                  <a:lnTo>
                    <a:pt x="5693" y="240"/>
                  </a:lnTo>
                  <a:lnTo>
                    <a:pt x="5484" y="180"/>
                  </a:lnTo>
                  <a:lnTo>
                    <a:pt x="5289" y="120"/>
                  </a:lnTo>
                  <a:lnTo>
                    <a:pt x="5080" y="76"/>
                  </a:lnTo>
                  <a:lnTo>
                    <a:pt x="4886" y="46"/>
                  </a:lnTo>
                  <a:lnTo>
                    <a:pt x="4677" y="16"/>
                  </a:lnTo>
                  <a:lnTo>
                    <a:pt x="446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-871848" y="3322418"/>
              <a:ext cx="129847" cy="129847"/>
            </a:xfrm>
            <a:custGeom>
              <a:rect b="b" l="l" r="r" t="t"/>
              <a:pathLst>
                <a:path extrusionOk="0" h="4618" w="4618">
                  <a:moveTo>
                    <a:pt x="2197" y="1"/>
                  </a:moveTo>
                  <a:lnTo>
                    <a:pt x="1973" y="16"/>
                  </a:lnTo>
                  <a:lnTo>
                    <a:pt x="1764" y="61"/>
                  </a:lnTo>
                  <a:lnTo>
                    <a:pt x="1554" y="135"/>
                  </a:lnTo>
                  <a:lnTo>
                    <a:pt x="1345" y="210"/>
                  </a:lnTo>
                  <a:lnTo>
                    <a:pt x="1136" y="315"/>
                  </a:lnTo>
                  <a:lnTo>
                    <a:pt x="957" y="434"/>
                  </a:lnTo>
                  <a:lnTo>
                    <a:pt x="778" y="584"/>
                  </a:lnTo>
                  <a:lnTo>
                    <a:pt x="613" y="748"/>
                  </a:lnTo>
                  <a:lnTo>
                    <a:pt x="464" y="927"/>
                  </a:lnTo>
                  <a:lnTo>
                    <a:pt x="329" y="1121"/>
                  </a:lnTo>
                  <a:lnTo>
                    <a:pt x="225" y="1331"/>
                  </a:lnTo>
                  <a:lnTo>
                    <a:pt x="135" y="1540"/>
                  </a:lnTo>
                  <a:lnTo>
                    <a:pt x="75" y="1749"/>
                  </a:lnTo>
                  <a:lnTo>
                    <a:pt x="31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31" y="2645"/>
                  </a:lnTo>
                  <a:lnTo>
                    <a:pt x="75" y="2854"/>
                  </a:lnTo>
                  <a:lnTo>
                    <a:pt x="135" y="3063"/>
                  </a:lnTo>
                  <a:lnTo>
                    <a:pt x="225" y="3273"/>
                  </a:lnTo>
                  <a:lnTo>
                    <a:pt x="329" y="3482"/>
                  </a:lnTo>
                  <a:lnTo>
                    <a:pt x="449" y="3661"/>
                  </a:lnTo>
                  <a:lnTo>
                    <a:pt x="583" y="3840"/>
                  </a:lnTo>
                  <a:lnTo>
                    <a:pt x="748" y="4005"/>
                  </a:lnTo>
                  <a:lnTo>
                    <a:pt x="927" y="4154"/>
                  </a:lnTo>
                  <a:lnTo>
                    <a:pt x="1136" y="4289"/>
                  </a:lnTo>
                  <a:lnTo>
                    <a:pt x="1330" y="4393"/>
                  </a:lnTo>
                  <a:lnTo>
                    <a:pt x="1540" y="4483"/>
                  </a:lnTo>
                  <a:lnTo>
                    <a:pt x="1764" y="4543"/>
                  </a:lnTo>
                  <a:lnTo>
                    <a:pt x="1988" y="4587"/>
                  </a:lnTo>
                  <a:lnTo>
                    <a:pt x="2197" y="4617"/>
                  </a:lnTo>
                  <a:lnTo>
                    <a:pt x="2421" y="4602"/>
                  </a:lnTo>
                  <a:lnTo>
                    <a:pt x="2645" y="4587"/>
                  </a:lnTo>
                  <a:lnTo>
                    <a:pt x="2869" y="4543"/>
                  </a:lnTo>
                  <a:lnTo>
                    <a:pt x="3078" y="4483"/>
                  </a:lnTo>
                  <a:lnTo>
                    <a:pt x="3287" y="4393"/>
                  </a:lnTo>
                  <a:lnTo>
                    <a:pt x="3482" y="4289"/>
                  </a:lnTo>
                  <a:lnTo>
                    <a:pt x="3676" y="4169"/>
                  </a:lnTo>
                  <a:lnTo>
                    <a:pt x="3840" y="4035"/>
                  </a:lnTo>
                  <a:lnTo>
                    <a:pt x="4020" y="3870"/>
                  </a:lnTo>
                  <a:lnTo>
                    <a:pt x="4169" y="3691"/>
                  </a:lnTo>
                  <a:lnTo>
                    <a:pt x="4288" y="3482"/>
                  </a:lnTo>
                  <a:lnTo>
                    <a:pt x="4408" y="3288"/>
                  </a:lnTo>
                  <a:lnTo>
                    <a:pt x="4483" y="3078"/>
                  </a:lnTo>
                  <a:lnTo>
                    <a:pt x="4557" y="2854"/>
                  </a:lnTo>
                  <a:lnTo>
                    <a:pt x="4602" y="2630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49"/>
                  </a:lnTo>
                  <a:lnTo>
                    <a:pt x="4483" y="1540"/>
                  </a:lnTo>
                  <a:lnTo>
                    <a:pt x="4408" y="1331"/>
                  </a:lnTo>
                  <a:lnTo>
                    <a:pt x="4303" y="1136"/>
                  </a:lnTo>
                  <a:lnTo>
                    <a:pt x="4184" y="942"/>
                  </a:lnTo>
                  <a:lnTo>
                    <a:pt x="4034" y="763"/>
                  </a:lnTo>
                  <a:lnTo>
                    <a:pt x="3870" y="598"/>
                  </a:lnTo>
                  <a:lnTo>
                    <a:pt x="3691" y="449"/>
                  </a:lnTo>
                  <a:lnTo>
                    <a:pt x="3497" y="330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1"/>
                  </a:lnTo>
                  <a:lnTo>
                    <a:pt x="2645" y="16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-1215445" y="3622770"/>
              <a:ext cx="240714" cy="240714"/>
            </a:xfrm>
            <a:custGeom>
              <a:rect b="b" l="l" r="r" t="t"/>
              <a:pathLst>
                <a:path extrusionOk="0" h="8561" w="8561">
                  <a:moveTo>
                    <a:pt x="4273" y="1"/>
                  </a:moveTo>
                  <a:lnTo>
                    <a:pt x="4079" y="16"/>
                  </a:lnTo>
                  <a:lnTo>
                    <a:pt x="3870" y="31"/>
                  </a:lnTo>
                  <a:lnTo>
                    <a:pt x="3660" y="45"/>
                  </a:lnTo>
                  <a:lnTo>
                    <a:pt x="3466" y="90"/>
                  </a:lnTo>
                  <a:lnTo>
                    <a:pt x="3257" y="135"/>
                  </a:lnTo>
                  <a:lnTo>
                    <a:pt x="3063" y="180"/>
                  </a:lnTo>
                  <a:lnTo>
                    <a:pt x="2869" y="240"/>
                  </a:lnTo>
                  <a:lnTo>
                    <a:pt x="2674" y="314"/>
                  </a:lnTo>
                  <a:lnTo>
                    <a:pt x="2480" y="404"/>
                  </a:lnTo>
                  <a:lnTo>
                    <a:pt x="2301" y="494"/>
                  </a:lnTo>
                  <a:lnTo>
                    <a:pt x="2122" y="598"/>
                  </a:lnTo>
                  <a:lnTo>
                    <a:pt x="1942" y="703"/>
                  </a:lnTo>
                  <a:lnTo>
                    <a:pt x="1763" y="822"/>
                  </a:lnTo>
                  <a:lnTo>
                    <a:pt x="1599" y="957"/>
                  </a:lnTo>
                  <a:lnTo>
                    <a:pt x="1434" y="1091"/>
                  </a:lnTo>
                  <a:lnTo>
                    <a:pt x="1285" y="1241"/>
                  </a:lnTo>
                  <a:lnTo>
                    <a:pt x="1136" y="1390"/>
                  </a:lnTo>
                  <a:lnTo>
                    <a:pt x="986" y="1554"/>
                  </a:lnTo>
                  <a:lnTo>
                    <a:pt x="852" y="1734"/>
                  </a:lnTo>
                  <a:lnTo>
                    <a:pt x="732" y="1913"/>
                  </a:lnTo>
                  <a:lnTo>
                    <a:pt x="613" y="2092"/>
                  </a:lnTo>
                  <a:lnTo>
                    <a:pt x="508" y="2271"/>
                  </a:lnTo>
                  <a:lnTo>
                    <a:pt x="404" y="2466"/>
                  </a:lnTo>
                  <a:lnTo>
                    <a:pt x="329" y="2660"/>
                  </a:lnTo>
                  <a:lnTo>
                    <a:pt x="254" y="2854"/>
                  </a:lnTo>
                  <a:lnTo>
                    <a:pt x="179" y="3063"/>
                  </a:lnTo>
                  <a:lnTo>
                    <a:pt x="135" y="3257"/>
                  </a:lnTo>
                  <a:lnTo>
                    <a:pt x="90" y="3467"/>
                  </a:lnTo>
                  <a:lnTo>
                    <a:pt x="45" y="3676"/>
                  </a:lnTo>
                  <a:lnTo>
                    <a:pt x="30" y="3870"/>
                  </a:lnTo>
                  <a:lnTo>
                    <a:pt x="15" y="4079"/>
                  </a:lnTo>
                  <a:lnTo>
                    <a:pt x="0" y="4288"/>
                  </a:lnTo>
                  <a:lnTo>
                    <a:pt x="15" y="4497"/>
                  </a:lnTo>
                  <a:lnTo>
                    <a:pt x="30" y="4692"/>
                  </a:lnTo>
                  <a:lnTo>
                    <a:pt x="60" y="4901"/>
                  </a:lnTo>
                  <a:lnTo>
                    <a:pt x="90" y="5095"/>
                  </a:lnTo>
                  <a:lnTo>
                    <a:pt x="135" y="5304"/>
                  </a:lnTo>
                  <a:lnTo>
                    <a:pt x="179" y="5498"/>
                  </a:lnTo>
                  <a:lnTo>
                    <a:pt x="254" y="5693"/>
                  </a:lnTo>
                  <a:lnTo>
                    <a:pt x="314" y="5887"/>
                  </a:lnTo>
                  <a:lnTo>
                    <a:pt x="404" y="6081"/>
                  </a:lnTo>
                  <a:lnTo>
                    <a:pt x="493" y="6260"/>
                  </a:lnTo>
                  <a:lnTo>
                    <a:pt x="598" y="6440"/>
                  </a:lnTo>
                  <a:lnTo>
                    <a:pt x="702" y="6619"/>
                  </a:lnTo>
                  <a:lnTo>
                    <a:pt x="822" y="6798"/>
                  </a:lnTo>
                  <a:lnTo>
                    <a:pt x="956" y="6962"/>
                  </a:lnTo>
                  <a:lnTo>
                    <a:pt x="1091" y="7127"/>
                  </a:lnTo>
                  <a:lnTo>
                    <a:pt x="1240" y="7276"/>
                  </a:lnTo>
                  <a:lnTo>
                    <a:pt x="1390" y="7426"/>
                  </a:lnTo>
                  <a:lnTo>
                    <a:pt x="1554" y="7575"/>
                  </a:lnTo>
                  <a:lnTo>
                    <a:pt x="1733" y="7709"/>
                  </a:lnTo>
                  <a:lnTo>
                    <a:pt x="1912" y="7829"/>
                  </a:lnTo>
                  <a:lnTo>
                    <a:pt x="2092" y="7948"/>
                  </a:lnTo>
                  <a:lnTo>
                    <a:pt x="2286" y="8053"/>
                  </a:lnTo>
                  <a:lnTo>
                    <a:pt x="2465" y="8158"/>
                  </a:lnTo>
                  <a:lnTo>
                    <a:pt x="2659" y="8232"/>
                  </a:lnTo>
                  <a:lnTo>
                    <a:pt x="2869" y="8307"/>
                  </a:lnTo>
                  <a:lnTo>
                    <a:pt x="3063" y="8382"/>
                  </a:lnTo>
                  <a:lnTo>
                    <a:pt x="3272" y="8427"/>
                  </a:lnTo>
                  <a:lnTo>
                    <a:pt x="3466" y="8471"/>
                  </a:lnTo>
                  <a:lnTo>
                    <a:pt x="3675" y="8516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288" y="8561"/>
                  </a:lnTo>
                  <a:lnTo>
                    <a:pt x="4497" y="8546"/>
                  </a:lnTo>
                  <a:lnTo>
                    <a:pt x="4691" y="8531"/>
                  </a:lnTo>
                  <a:lnTo>
                    <a:pt x="4900" y="8516"/>
                  </a:lnTo>
                  <a:lnTo>
                    <a:pt x="5109" y="8471"/>
                  </a:lnTo>
                  <a:lnTo>
                    <a:pt x="5304" y="8427"/>
                  </a:lnTo>
                  <a:lnTo>
                    <a:pt x="5498" y="8382"/>
                  </a:lnTo>
                  <a:lnTo>
                    <a:pt x="5692" y="8307"/>
                  </a:lnTo>
                  <a:lnTo>
                    <a:pt x="5886" y="8247"/>
                  </a:lnTo>
                  <a:lnTo>
                    <a:pt x="6081" y="8158"/>
                  </a:lnTo>
                  <a:lnTo>
                    <a:pt x="6260" y="8068"/>
                  </a:lnTo>
                  <a:lnTo>
                    <a:pt x="6454" y="7963"/>
                  </a:lnTo>
                  <a:lnTo>
                    <a:pt x="6618" y="7859"/>
                  </a:lnTo>
                  <a:lnTo>
                    <a:pt x="6798" y="7739"/>
                  </a:lnTo>
                  <a:lnTo>
                    <a:pt x="6962" y="7605"/>
                  </a:lnTo>
                  <a:lnTo>
                    <a:pt x="7126" y="7470"/>
                  </a:lnTo>
                  <a:lnTo>
                    <a:pt x="7276" y="7321"/>
                  </a:lnTo>
                  <a:lnTo>
                    <a:pt x="7425" y="7172"/>
                  </a:lnTo>
                  <a:lnTo>
                    <a:pt x="7575" y="7007"/>
                  </a:lnTo>
                  <a:lnTo>
                    <a:pt x="7709" y="6828"/>
                  </a:lnTo>
                  <a:lnTo>
                    <a:pt x="7843" y="6649"/>
                  </a:lnTo>
                  <a:lnTo>
                    <a:pt x="7948" y="6469"/>
                  </a:lnTo>
                  <a:lnTo>
                    <a:pt x="8068" y="6275"/>
                  </a:lnTo>
                  <a:lnTo>
                    <a:pt x="8157" y="6096"/>
                  </a:lnTo>
                  <a:lnTo>
                    <a:pt x="8247" y="5902"/>
                  </a:lnTo>
                  <a:lnTo>
                    <a:pt x="8322" y="5693"/>
                  </a:lnTo>
                  <a:lnTo>
                    <a:pt x="8381" y="5498"/>
                  </a:lnTo>
                  <a:lnTo>
                    <a:pt x="8441" y="5304"/>
                  </a:lnTo>
                  <a:lnTo>
                    <a:pt x="8486" y="5095"/>
                  </a:lnTo>
                  <a:lnTo>
                    <a:pt x="8516" y="4886"/>
                  </a:lnTo>
                  <a:lnTo>
                    <a:pt x="8546" y="4692"/>
                  </a:lnTo>
                  <a:lnTo>
                    <a:pt x="8546" y="4483"/>
                  </a:lnTo>
                  <a:lnTo>
                    <a:pt x="8561" y="4273"/>
                  </a:lnTo>
                  <a:lnTo>
                    <a:pt x="8546" y="4064"/>
                  </a:lnTo>
                  <a:lnTo>
                    <a:pt x="8531" y="3870"/>
                  </a:lnTo>
                  <a:lnTo>
                    <a:pt x="8516" y="3661"/>
                  </a:lnTo>
                  <a:lnTo>
                    <a:pt x="8471" y="3452"/>
                  </a:lnTo>
                  <a:lnTo>
                    <a:pt x="8426" y="3257"/>
                  </a:lnTo>
                  <a:lnTo>
                    <a:pt x="8381" y="3063"/>
                  </a:lnTo>
                  <a:lnTo>
                    <a:pt x="8322" y="2869"/>
                  </a:lnTo>
                  <a:lnTo>
                    <a:pt x="8247" y="2675"/>
                  </a:lnTo>
                  <a:lnTo>
                    <a:pt x="8157" y="2481"/>
                  </a:lnTo>
                  <a:lnTo>
                    <a:pt x="8068" y="2301"/>
                  </a:lnTo>
                  <a:lnTo>
                    <a:pt x="7963" y="2107"/>
                  </a:lnTo>
                  <a:lnTo>
                    <a:pt x="7858" y="1943"/>
                  </a:lnTo>
                  <a:lnTo>
                    <a:pt x="7739" y="1764"/>
                  </a:lnTo>
                  <a:lnTo>
                    <a:pt x="7604" y="1599"/>
                  </a:lnTo>
                  <a:lnTo>
                    <a:pt x="7470" y="1435"/>
                  </a:lnTo>
                  <a:lnTo>
                    <a:pt x="7321" y="1285"/>
                  </a:lnTo>
                  <a:lnTo>
                    <a:pt x="7171" y="1136"/>
                  </a:lnTo>
                  <a:lnTo>
                    <a:pt x="7007" y="987"/>
                  </a:lnTo>
                  <a:lnTo>
                    <a:pt x="6842" y="852"/>
                  </a:lnTo>
                  <a:lnTo>
                    <a:pt x="6648" y="718"/>
                  </a:lnTo>
                  <a:lnTo>
                    <a:pt x="6469" y="613"/>
                  </a:lnTo>
                  <a:lnTo>
                    <a:pt x="6290" y="509"/>
                  </a:lnTo>
                  <a:lnTo>
                    <a:pt x="6096" y="404"/>
                  </a:lnTo>
                  <a:lnTo>
                    <a:pt x="5901" y="314"/>
                  </a:lnTo>
                  <a:lnTo>
                    <a:pt x="5707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0" y="45"/>
                  </a:lnTo>
                  <a:lnTo>
                    <a:pt x="4691" y="31"/>
                  </a:lnTo>
                  <a:lnTo>
                    <a:pt x="4482" y="16"/>
                  </a:lnTo>
                  <a:lnTo>
                    <a:pt x="42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-1159997" y="3678218"/>
              <a:ext cx="129818" cy="129818"/>
            </a:xfrm>
            <a:custGeom>
              <a:rect b="b" l="l" r="r" t="t"/>
              <a:pathLst>
                <a:path extrusionOk="0" h="4617" w="4617">
                  <a:moveTo>
                    <a:pt x="2196" y="1"/>
                  </a:moveTo>
                  <a:lnTo>
                    <a:pt x="1972" y="31"/>
                  </a:lnTo>
                  <a:lnTo>
                    <a:pt x="1763" y="75"/>
                  </a:lnTo>
                  <a:lnTo>
                    <a:pt x="1539" y="135"/>
                  </a:lnTo>
                  <a:lnTo>
                    <a:pt x="1345" y="210"/>
                  </a:lnTo>
                  <a:lnTo>
                    <a:pt x="1136" y="314"/>
                  </a:lnTo>
                  <a:lnTo>
                    <a:pt x="956" y="449"/>
                  </a:lnTo>
                  <a:lnTo>
                    <a:pt x="777" y="583"/>
                  </a:lnTo>
                  <a:lnTo>
                    <a:pt x="613" y="748"/>
                  </a:lnTo>
                  <a:lnTo>
                    <a:pt x="463" y="927"/>
                  </a:lnTo>
                  <a:lnTo>
                    <a:pt x="329" y="1121"/>
                  </a:lnTo>
                  <a:lnTo>
                    <a:pt x="224" y="1330"/>
                  </a:lnTo>
                  <a:lnTo>
                    <a:pt x="135" y="1539"/>
                  </a:lnTo>
                  <a:lnTo>
                    <a:pt x="75" y="1764"/>
                  </a:lnTo>
                  <a:lnTo>
                    <a:pt x="30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54"/>
                  </a:lnTo>
                  <a:lnTo>
                    <a:pt x="135" y="3078"/>
                  </a:lnTo>
                  <a:lnTo>
                    <a:pt x="224" y="3272"/>
                  </a:lnTo>
                  <a:lnTo>
                    <a:pt x="314" y="3482"/>
                  </a:lnTo>
                  <a:lnTo>
                    <a:pt x="448" y="3661"/>
                  </a:lnTo>
                  <a:lnTo>
                    <a:pt x="583" y="3840"/>
                  </a:lnTo>
                  <a:lnTo>
                    <a:pt x="747" y="4004"/>
                  </a:lnTo>
                  <a:lnTo>
                    <a:pt x="926" y="4154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63" y="4542"/>
                  </a:lnTo>
                  <a:lnTo>
                    <a:pt x="1987" y="4587"/>
                  </a:lnTo>
                  <a:lnTo>
                    <a:pt x="2196" y="4617"/>
                  </a:lnTo>
                  <a:lnTo>
                    <a:pt x="2420" y="4617"/>
                  </a:lnTo>
                  <a:lnTo>
                    <a:pt x="2644" y="4587"/>
                  </a:lnTo>
                  <a:lnTo>
                    <a:pt x="2869" y="4542"/>
                  </a:lnTo>
                  <a:lnTo>
                    <a:pt x="3078" y="4483"/>
                  </a:lnTo>
                  <a:lnTo>
                    <a:pt x="3287" y="4408"/>
                  </a:lnTo>
                  <a:lnTo>
                    <a:pt x="3481" y="4303"/>
                  </a:lnTo>
                  <a:lnTo>
                    <a:pt x="3675" y="4169"/>
                  </a:lnTo>
                  <a:lnTo>
                    <a:pt x="3840" y="4034"/>
                  </a:lnTo>
                  <a:lnTo>
                    <a:pt x="4004" y="3870"/>
                  </a:lnTo>
                  <a:lnTo>
                    <a:pt x="4168" y="3691"/>
                  </a:lnTo>
                  <a:lnTo>
                    <a:pt x="4288" y="3497"/>
                  </a:lnTo>
                  <a:lnTo>
                    <a:pt x="4407" y="3287"/>
                  </a:lnTo>
                  <a:lnTo>
                    <a:pt x="4482" y="3078"/>
                  </a:lnTo>
                  <a:lnTo>
                    <a:pt x="4557" y="2854"/>
                  </a:lnTo>
                  <a:lnTo>
                    <a:pt x="4587" y="2645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64"/>
                  </a:lnTo>
                  <a:lnTo>
                    <a:pt x="4482" y="1539"/>
                  </a:lnTo>
                  <a:lnTo>
                    <a:pt x="4407" y="1330"/>
                  </a:lnTo>
                  <a:lnTo>
                    <a:pt x="4303" y="1136"/>
                  </a:lnTo>
                  <a:lnTo>
                    <a:pt x="4183" y="957"/>
                  </a:lnTo>
                  <a:lnTo>
                    <a:pt x="4034" y="778"/>
                  </a:lnTo>
                  <a:lnTo>
                    <a:pt x="3870" y="613"/>
                  </a:lnTo>
                  <a:lnTo>
                    <a:pt x="3690" y="464"/>
                  </a:lnTo>
                  <a:lnTo>
                    <a:pt x="3496" y="329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0"/>
                  </a:lnTo>
                  <a:lnTo>
                    <a:pt x="2644" y="31"/>
                  </a:lnTo>
                  <a:lnTo>
                    <a:pt x="24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-820589" y="3348483"/>
              <a:ext cx="139913" cy="171404"/>
            </a:xfrm>
            <a:custGeom>
              <a:rect b="b" l="l" r="r" t="t"/>
              <a:pathLst>
                <a:path extrusionOk="0" h="6096" w="4976">
                  <a:moveTo>
                    <a:pt x="4632" y="0"/>
                  </a:moveTo>
                  <a:lnTo>
                    <a:pt x="3765" y="1434"/>
                  </a:lnTo>
                  <a:lnTo>
                    <a:pt x="3287" y="1210"/>
                  </a:lnTo>
                  <a:lnTo>
                    <a:pt x="3033" y="1106"/>
                  </a:lnTo>
                  <a:lnTo>
                    <a:pt x="2749" y="1016"/>
                  </a:lnTo>
                  <a:lnTo>
                    <a:pt x="2480" y="941"/>
                  </a:lnTo>
                  <a:lnTo>
                    <a:pt x="2211" y="882"/>
                  </a:lnTo>
                  <a:lnTo>
                    <a:pt x="1957" y="837"/>
                  </a:lnTo>
                  <a:lnTo>
                    <a:pt x="1704" y="837"/>
                  </a:lnTo>
                  <a:lnTo>
                    <a:pt x="1629" y="852"/>
                  </a:lnTo>
                  <a:lnTo>
                    <a:pt x="1569" y="867"/>
                  </a:lnTo>
                  <a:lnTo>
                    <a:pt x="1524" y="897"/>
                  </a:lnTo>
                  <a:lnTo>
                    <a:pt x="1509" y="926"/>
                  </a:lnTo>
                  <a:lnTo>
                    <a:pt x="1494" y="971"/>
                  </a:lnTo>
                  <a:lnTo>
                    <a:pt x="1509" y="1016"/>
                  </a:lnTo>
                  <a:lnTo>
                    <a:pt x="1524" y="1076"/>
                  </a:lnTo>
                  <a:lnTo>
                    <a:pt x="1554" y="1136"/>
                  </a:lnTo>
                  <a:lnTo>
                    <a:pt x="1659" y="1270"/>
                  </a:lnTo>
                  <a:lnTo>
                    <a:pt x="1793" y="1419"/>
                  </a:lnTo>
                  <a:lnTo>
                    <a:pt x="1957" y="1584"/>
                  </a:lnTo>
                  <a:lnTo>
                    <a:pt x="2152" y="1748"/>
                  </a:lnTo>
                  <a:lnTo>
                    <a:pt x="2555" y="2077"/>
                  </a:lnTo>
                  <a:lnTo>
                    <a:pt x="2943" y="2361"/>
                  </a:lnTo>
                  <a:lnTo>
                    <a:pt x="3407" y="2674"/>
                  </a:lnTo>
                  <a:lnTo>
                    <a:pt x="3407" y="2674"/>
                  </a:lnTo>
                  <a:lnTo>
                    <a:pt x="2914" y="2405"/>
                  </a:lnTo>
                  <a:lnTo>
                    <a:pt x="2450" y="2181"/>
                  </a:lnTo>
                  <a:lnTo>
                    <a:pt x="1928" y="1942"/>
                  </a:lnTo>
                  <a:lnTo>
                    <a:pt x="1659" y="1823"/>
                  </a:lnTo>
                  <a:lnTo>
                    <a:pt x="1390" y="1718"/>
                  </a:lnTo>
                  <a:lnTo>
                    <a:pt x="1136" y="1629"/>
                  </a:lnTo>
                  <a:lnTo>
                    <a:pt x="882" y="1569"/>
                  </a:lnTo>
                  <a:lnTo>
                    <a:pt x="658" y="1524"/>
                  </a:lnTo>
                  <a:lnTo>
                    <a:pt x="464" y="1509"/>
                  </a:lnTo>
                  <a:lnTo>
                    <a:pt x="374" y="1524"/>
                  </a:lnTo>
                  <a:lnTo>
                    <a:pt x="299" y="1539"/>
                  </a:lnTo>
                  <a:lnTo>
                    <a:pt x="239" y="1569"/>
                  </a:lnTo>
                  <a:lnTo>
                    <a:pt x="180" y="1599"/>
                  </a:lnTo>
                  <a:lnTo>
                    <a:pt x="135" y="1643"/>
                  </a:lnTo>
                  <a:lnTo>
                    <a:pt x="120" y="1703"/>
                  </a:lnTo>
                  <a:lnTo>
                    <a:pt x="120" y="1763"/>
                  </a:lnTo>
                  <a:lnTo>
                    <a:pt x="135" y="1823"/>
                  </a:lnTo>
                  <a:lnTo>
                    <a:pt x="165" y="1897"/>
                  </a:lnTo>
                  <a:lnTo>
                    <a:pt x="210" y="1972"/>
                  </a:lnTo>
                  <a:lnTo>
                    <a:pt x="344" y="2122"/>
                  </a:lnTo>
                  <a:lnTo>
                    <a:pt x="523" y="2286"/>
                  </a:lnTo>
                  <a:lnTo>
                    <a:pt x="747" y="2465"/>
                  </a:lnTo>
                  <a:lnTo>
                    <a:pt x="986" y="2644"/>
                  </a:lnTo>
                  <a:lnTo>
                    <a:pt x="1240" y="2824"/>
                  </a:lnTo>
                  <a:lnTo>
                    <a:pt x="1763" y="3152"/>
                  </a:lnTo>
                  <a:lnTo>
                    <a:pt x="2241" y="3436"/>
                  </a:lnTo>
                  <a:lnTo>
                    <a:pt x="2719" y="3690"/>
                  </a:lnTo>
                  <a:lnTo>
                    <a:pt x="2376" y="3556"/>
                  </a:lnTo>
                  <a:lnTo>
                    <a:pt x="2017" y="3421"/>
                  </a:lnTo>
                  <a:lnTo>
                    <a:pt x="1584" y="3272"/>
                  </a:lnTo>
                  <a:lnTo>
                    <a:pt x="1136" y="3137"/>
                  </a:lnTo>
                  <a:lnTo>
                    <a:pt x="927" y="3093"/>
                  </a:lnTo>
                  <a:lnTo>
                    <a:pt x="717" y="3048"/>
                  </a:lnTo>
                  <a:lnTo>
                    <a:pt x="538" y="3018"/>
                  </a:lnTo>
                  <a:lnTo>
                    <a:pt x="374" y="3018"/>
                  </a:lnTo>
                  <a:lnTo>
                    <a:pt x="239" y="3033"/>
                  </a:lnTo>
                  <a:lnTo>
                    <a:pt x="180" y="3048"/>
                  </a:lnTo>
                  <a:lnTo>
                    <a:pt x="135" y="3078"/>
                  </a:lnTo>
                  <a:lnTo>
                    <a:pt x="105" y="3108"/>
                  </a:lnTo>
                  <a:lnTo>
                    <a:pt x="90" y="3152"/>
                  </a:lnTo>
                  <a:lnTo>
                    <a:pt x="75" y="3197"/>
                  </a:lnTo>
                  <a:lnTo>
                    <a:pt x="90" y="3242"/>
                  </a:lnTo>
                  <a:lnTo>
                    <a:pt x="150" y="3347"/>
                  </a:lnTo>
                  <a:lnTo>
                    <a:pt x="269" y="3481"/>
                  </a:lnTo>
                  <a:lnTo>
                    <a:pt x="404" y="3616"/>
                  </a:lnTo>
                  <a:lnTo>
                    <a:pt x="583" y="3750"/>
                  </a:lnTo>
                  <a:lnTo>
                    <a:pt x="971" y="4049"/>
                  </a:lnTo>
                  <a:lnTo>
                    <a:pt x="1390" y="4333"/>
                  </a:lnTo>
                  <a:lnTo>
                    <a:pt x="1763" y="4572"/>
                  </a:lnTo>
                  <a:lnTo>
                    <a:pt x="2137" y="4811"/>
                  </a:lnTo>
                  <a:lnTo>
                    <a:pt x="2137" y="4811"/>
                  </a:lnTo>
                  <a:lnTo>
                    <a:pt x="1823" y="4691"/>
                  </a:lnTo>
                  <a:lnTo>
                    <a:pt x="1509" y="4587"/>
                  </a:lnTo>
                  <a:lnTo>
                    <a:pt x="1136" y="4482"/>
                  </a:lnTo>
                  <a:lnTo>
                    <a:pt x="747" y="4392"/>
                  </a:lnTo>
                  <a:lnTo>
                    <a:pt x="568" y="4377"/>
                  </a:lnTo>
                  <a:lnTo>
                    <a:pt x="404" y="4362"/>
                  </a:lnTo>
                  <a:lnTo>
                    <a:pt x="269" y="4377"/>
                  </a:lnTo>
                  <a:lnTo>
                    <a:pt x="150" y="4407"/>
                  </a:lnTo>
                  <a:lnTo>
                    <a:pt x="90" y="4437"/>
                  </a:lnTo>
                  <a:lnTo>
                    <a:pt x="60" y="4467"/>
                  </a:lnTo>
                  <a:lnTo>
                    <a:pt x="30" y="4497"/>
                  </a:lnTo>
                  <a:lnTo>
                    <a:pt x="0" y="4557"/>
                  </a:lnTo>
                  <a:lnTo>
                    <a:pt x="0" y="4602"/>
                  </a:lnTo>
                  <a:lnTo>
                    <a:pt x="0" y="4646"/>
                  </a:lnTo>
                  <a:lnTo>
                    <a:pt x="15" y="4706"/>
                  </a:lnTo>
                  <a:lnTo>
                    <a:pt x="30" y="4751"/>
                  </a:lnTo>
                  <a:lnTo>
                    <a:pt x="120" y="4870"/>
                  </a:lnTo>
                  <a:lnTo>
                    <a:pt x="224" y="4975"/>
                  </a:lnTo>
                  <a:lnTo>
                    <a:pt x="374" y="5080"/>
                  </a:lnTo>
                  <a:lnTo>
                    <a:pt x="538" y="5199"/>
                  </a:lnTo>
                  <a:lnTo>
                    <a:pt x="717" y="5304"/>
                  </a:lnTo>
                  <a:lnTo>
                    <a:pt x="927" y="5408"/>
                  </a:lnTo>
                  <a:lnTo>
                    <a:pt x="1360" y="5602"/>
                  </a:lnTo>
                  <a:lnTo>
                    <a:pt x="1808" y="5782"/>
                  </a:lnTo>
                  <a:lnTo>
                    <a:pt x="2226" y="5946"/>
                  </a:lnTo>
                  <a:lnTo>
                    <a:pt x="2585" y="6051"/>
                  </a:lnTo>
                  <a:lnTo>
                    <a:pt x="2719" y="6081"/>
                  </a:lnTo>
                  <a:lnTo>
                    <a:pt x="2839" y="6095"/>
                  </a:lnTo>
                  <a:lnTo>
                    <a:pt x="2958" y="6066"/>
                  </a:lnTo>
                  <a:lnTo>
                    <a:pt x="3048" y="6021"/>
                  </a:lnTo>
                  <a:lnTo>
                    <a:pt x="3123" y="5961"/>
                  </a:lnTo>
                  <a:lnTo>
                    <a:pt x="3197" y="5871"/>
                  </a:lnTo>
                  <a:lnTo>
                    <a:pt x="3257" y="5797"/>
                  </a:lnTo>
                  <a:lnTo>
                    <a:pt x="3302" y="5692"/>
                  </a:lnTo>
                  <a:lnTo>
                    <a:pt x="3362" y="5498"/>
                  </a:lnTo>
                  <a:lnTo>
                    <a:pt x="3392" y="5319"/>
                  </a:lnTo>
                  <a:lnTo>
                    <a:pt x="3407" y="5139"/>
                  </a:lnTo>
                  <a:lnTo>
                    <a:pt x="3481" y="5035"/>
                  </a:lnTo>
                  <a:lnTo>
                    <a:pt x="3646" y="4751"/>
                  </a:lnTo>
                  <a:lnTo>
                    <a:pt x="3720" y="4587"/>
                  </a:lnTo>
                  <a:lnTo>
                    <a:pt x="3795" y="4407"/>
                  </a:lnTo>
                  <a:lnTo>
                    <a:pt x="3840" y="4243"/>
                  </a:lnTo>
                  <a:lnTo>
                    <a:pt x="3855" y="4168"/>
                  </a:lnTo>
                  <a:lnTo>
                    <a:pt x="3870" y="4109"/>
                  </a:lnTo>
                  <a:lnTo>
                    <a:pt x="3930" y="4049"/>
                  </a:lnTo>
                  <a:lnTo>
                    <a:pt x="3989" y="3974"/>
                  </a:lnTo>
                  <a:lnTo>
                    <a:pt x="4079" y="3869"/>
                  </a:lnTo>
                  <a:lnTo>
                    <a:pt x="4154" y="3750"/>
                  </a:lnTo>
                  <a:lnTo>
                    <a:pt x="4243" y="3616"/>
                  </a:lnTo>
                  <a:lnTo>
                    <a:pt x="4303" y="3451"/>
                  </a:lnTo>
                  <a:lnTo>
                    <a:pt x="4348" y="3272"/>
                  </a:lnTo>
                  <a:lnTo>
                    <a:pt x="4467" y="3137"/>
                  </a:lnTo>
                  <a:lnTo>
                    <a:pt x="4587" y="2988"/>
                  </a:lnTo>
                  <a:lnTo>
                    <a:pt x="4691" y="2809"/>
                  </a:lnTo>
                  <a:lnTo>
                    <a:pt x="4736" y="2704"/>
                  </a:lnTo>
                  <a:lnTo>
                    <a:pt x="4781" y="2600"/>
                  </a:lnTo>
                  <a:lnTo>
                    <a:pt x="4811" y="2495"/>
                  </a:lnTo>
                  <a:lnTo>
                    <a:pt x="4826" y="2376"/>
                  </a:lnTo>
                  <a:lnTo>
                    <a:pt x="4811" y="2271"/>
                  </a:lnTo>
                  <a:lnTo>
                    <a:pt x="4781" y="2151"/>
                  </a:lnTo>
                  <a:lnTo>
                    <a:pt x="4721" y="2047"/>
                  </a:lnTo>
                  <a:lnTo>
                    <a:pt x="4647" y="1942"/>
                  </a:lnTo>
                  <a:lnTo>
                    <a:pt x="4676" y="1897"/>
                  </a:lnTo>
                  <a:lnTo>
                    <a:pt x="4751" y="1763"/>
                  </a:lnTo>
                  <a:lnTo>
                    <a:pt x="4841" y="1554"/>
                  </a:lnTo>
                  <a:lnTo>
                    <a:pt x="4886" y="1434"/>
                  </a:lnTo>
                  <a:lnTo>
                    <a:pt x="4916" y="1300"/>
                  </a:lnTo>
                  <a:lnTo>
                    <a:pt x="4945" y="1150"/>
                  </a:lnTo>
                  <a:lnTo>
                    <a:pt x="4975" y="1001"/>
                  </a:lnTo>
                  <a:lnTo>
                    <a:pt x="4975" y="837"/>
                  </a:lnTo>
                  <a:lnTo>
                    <a:pt x="4960" y="672"/>
                  </a:lnTo>
                  <a:lnTo>
                    <a:pt x="4916" y="508"/>
                  </a:lnTo>
                  <a:lnTo>
                    <a:pt x="4856" y="329"/>
                  </a:lnTo>
                  <a:lnTo>
                    <a:pt x="4766" y="164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-1829168" y="3041411"/>
              <a:ext cx="719583" cy="785125"/>
            </a:xfrm>
            <a:custGeom>
              <a:rect b="b" l="l" r="r" t="t"/>
              <a:pathLst>
                <a:path extrusionOk="0" h="27923" w="25592">
                  <a:moveTo>
                    <a:pt x="5827" y="0"/>
                  </a:moveTo>
                  <a:lnTo>
                    <a:pt x="5528" y="15"/>
                  </a:lnTo>
                  <a:lnTo>
                    <a:pt x="5229" y="60"/>
                  </a:lnTo>
                  <a:lnTo>
                    <a:pt x="4930" y="135"/>
                  </a:lnTo>
                  <a:lnTo>
                    <a:pt x="4647" y="239"/>
                  </a:lnTo>
                  <a:lnTo>
                    <a:pt x="4363" y="359"/>
                  </a:lnTo>
                  <a:lnTo>
                    <a:pt x="4094" y="508"/>
                  </a:lnTo>
                  <a:lnTo>
                    <a:pt x="3855" y="688"/>
                  </a:lnTo>
                  <a:lnTo>
                    <a:pt x="3616" y="897"/>
                  </a:lnTo>
                  <a:lnTo>
                    <a:pt x="3407" y="1121"/>
                  </a:lnTo>
                  <a:lnTo>
                    <a:pt x="3212" y="1375"/>
                  </a:lnTo>
                  <a:lnTo>
                    <a:pt x="3048" y="1644"/>
                  </a:lnTo>
                  <a:lnTo>
                    <a:pt x="2899" y="1928"/>
                  </a:lnTo>
                  <a:lnTo>
                    <a:pt x="2824" y="2137"/>
                  </a:lnTo>
                  <a:lnTo>
                    <a:pt x="2749" y="2301"/>
                  </a:lnTo>
                  <a:lnTo>
                    <a:pt x="2615" y="2630"/>
                  </a:lnTo>
                  <a:lnTo>
                    <a:pt x="2361" y="3287"/>
                  </a:lnTo>
                  <a:lnTo>
                    <a:pt x="2122" y="3929"/>
                  </a:lnTo>
                  <a:lnTo>
                    <a:pt x="1913" y="4587"/>
                  </a:lnTo>
                  <a:lnTo>
                    <a:pt x="1689" y="5229"/>
                  </a:lnTo>
                  <a:lnTo>
                    <a:pt x="1494" y="5887"/>
                  </a:lnTo>
                  <a:lnTo>
                    <a:pt x="1315" y="6544"/>
                  </a:lnTo>
                  <a:lnTo>
                    <a:pt x="1136" y="7201"/>
                  </a:lnTo>
                  <a:lnTo>
                    <a:pt x="957" y="7873"/>
                  </a:lnTo>
                  <a:lnTo>
                    <a:pt x="807" y="8546"/>
                  </a:lnTo>
                  <a:lnTo>
                    <a:pt x="658" y="9218"/>
                  </a:lnTo>
                  <a:lnTo>
                    <a:pt x="538" y="9890"/>
                  </a:lnTo>
                  <a:lnTo>
                    <a:pt x="419" y="10578"/>
                  </a:lnTo>
                  <a:lnTo>
                    <a:pt x="314" y="11265"/>
                  </a:lnTo>
                  <a:lnTo>
                    <a:pt x="224" y="11952"/>
                  </a:lnTo>
                  <a:lnTo>
                    <a:pt x="135" y="12654"/>
                  </a:lnTo>
                  <a:lnTo>
                    <a:pt x="75" y="13356"/>
                  </a:lnTo>
                  <a:lnTo>
                    <a:pt x="30" y="14073"/>
                  </a:lnTo>
                  <a:lnTo>
                    <a:pt x="15" y="14776"/>
                  </a:lnTo>
                  <a:lnTo>
                    <a:pt x="0" y="15493"/>
                  </a:lnTo>
                  <a:lnTo>
                    <a:pt x="15" y="16225"/>
                  </a:lnTo>
                  <a:lnTo>
                    <a:pt x="45" y="16957"/>
                  </a:lnTo>
                  <a:lnTo>
                    <a:pt x="105" y="17689"/>
                  </a:lnTo>
                  <a:lnTo>
                    <a:pt x="195" y="18421"/>
                  </a:lnTo>
                  <a:lnTo>
                    <a:pt x="314" y="19168"/>
                  </a:lnTo>
                  <a:lnTo>
                    <a:pt x="449" y="19900"/>
                  </a:lnTo>
                  <a:lnTo>
                    <a:pt x="628" y="20647"/>
                  </a:lnTo>
                  <a:lnTo>
                    <a:pt x="822" y="21394"/>
                  </a:lnTo>
                  <a:lnTo>
                    <a:pt x="1076" y="22126"/>
                  </a:lnTo>
                  <a:lnTo>
                    <a:pt x="1210" y="22499"/>
                  </a:lnTo>
                  <a:lnTo>
                    <a:pt x="1345" y="22858"/>
                  </a:lnTo>
                  <a:lnTo>
                    <a:pt x="1494" y="23216"/>
                  </a:lnTo>
                  <a:lnTo>
                    <a:pt x="1659" y="23590"/>
                  </a:lnTo>
                  <a:lnTo>
                    <a:pt x="1838" y="23948"/>
                  </a:lnTo>
                  <a:lnTo>
                    <a:pt x="2017" y="24292"/>
                  </a:lnTo>
                  <a:lnTo>
                    <a:pt x="2196" y="24591"/>
                  </a:lnTo>
                  <a:lnTo>
                    <a:pt x="2361" y="24845"/>
                  </a:lnTo>
                  <a:lnTo>
                    <a:pt x="2540" y="25069"/>
                  </a:lnTo>
                  <a:lnTo>
                    <a:pt x="2749" y="25263"/>
                  </a:lnTo>
                  <a:lnTo>
                    <a:pt x="2973" y="25442"/>
                  </a:lnTo>
                  <a:lnTo>
                    <a:pt x="3212" y="25592"/>
                  </a:lnTo>
                  <a:lnTo>
                    <a:pt x="3466" y="25711"/>
                  </a:lnTo>
                  <a:lnTo>
                    <a:pt x="3720" y="25801"/>
                  </a:lnTo>
                  <a:lnTo>
                    <a:pt x="3989" y="25876"/>
                  </a:lnTo>
                  <a:lnTo>
                    <a:pt x="4318" y="25935"/>
                  </a:lnTo>
                  <a:lnTo>
                    <a:pt x="4632" y="25995"/>
                  </a:lnTo>
                  <a:lnTo>
                    <a:pt x="5244" y="26115"/>
                  </a:lnTo>
                  <a:lnTo>
                    <a:pt x="6469" y="26324"/>
                  </a:lnTo>
                  <a:lnTo>
                    <a:pt x="7679" y="26533"/>
                  </a:lnTo>
                  <a:lnTo>
                    <a:pt x="8904" y="26727"/>
                  </a:lnTo>
                  <a:lnTo>
                    <a:pt x="10129" y="26906"/>
                  </a:lnTo>
                  <a:lnTo>
                    <a:pt x="11354" y="27086"/>
                  </a:lnTo>
                  <a:lnTo>
                    <a:pt x="12580" y="27235"/>
                  </a:lnTo>
                  <a:lnTo>
                    <a:pt x="13820" y="27385"/>
                  </a:lnTo>
                  <a:lnTo>
                    <a:pt x="15045" y="27519"/>
                  </a:lnTo>
                  <a:lnTo>
                    <a:pt x="16285" y="27638"/>
                  </a:lnTo>
                  <a:lnTo>
                    <a:pt x="17525" y="27743"/>
                  </a:lnTo>
                  <a:lnTo>
                    <a:pt x="18765" y="27818"/>
                  </a:lnTo>
                  <a:lnTo>
                    <a:pt x="20019" y="27892"/>
                  </a:lnTo>
                  <a:lnTo>
                    <a:pt x="21274" y="27922"/>
                  </a:lnTo>
                  <a:lnTo>
                    <a:pt x="23172" y="27922"/>
                  </a:lnTo>
                  <a:lnTo>
                    <a:pt x="23814" y="27892"/>
                  </a:lnTo>
                  <a:lnTo>
                    <a:pt x="24008" y="27878"/>
                  </a:lnTo>
                  <a:lnTo>
                    <a:pt x="24188" y="27848"/>
                  </a:lnTo>
                  <a:lnTo>
                    <a:pt x="24367" y="27788"/>
                  </a:lnTo>
                  <a:lnTo>
                    <a:pt x="24531" y="27728"/>
                  </a:lnTo>
                  <a:lnTo>
                    <a:pt x="24681" y="27638"/>
                  </a:lnTo>
                  <a:lnTo>
                    <a:pt x="24830" y="27549"/>
                  </a:lnTo>
                  <a:lnTo>
                    <a:pt x="24964" y="27429"/>
                  </a:lnTo>
                  <a:lnTo>
                    <a:pt x="25099" y="27310"/>
                  </a:lnTo>
                  <a:lnTo>
                    <a:pt x="25204" y="27175"/>
                  </a:lnTo>
                  <a:lnTo>
                    <a:pt x="25308" y="27026"/>
                  </a:lnTo>
                  <a:lnTo>
                    <a:pt x="25398" y="26877"/>
                  </a:lnTo>
                  <a:lnTo>
                    <a:pt x="25472" y="26712"/>
                  </a:lnTo>
                  <a:lnTo>
                    <a:pt x="25517" y="26533"/>
                  </a:lnTo>
                  <a:lnTo>
                    <a:pt x="25562" y="26354"/>
                  </a:lnTo>
                  <a:lnTo>
                    <a:pt x="25577" y="26174"/>
                  </a:lnTo>
                  <a:lnTo>
                    <a:pt x="25592" y="25980"/>
                  </a:lnTo>
                  <a:lnTo>
                    <a:pt x="25577" y="25816"/>
                  </a:lnTo>
                  <a:lnTo>
                    <a:pt x="25547" y="25637"/>
                  </a:lnTo>
                  <a:lnTo>
                    <a:pt x="25502" y="25487"/>
                  </a:lnTo>
                  <a:lnTo>
                    <a:pt x="25443" y="25323"/>
                  </a:lnTo>
                  <a:lnTo>
                    <a:pt x="25368" y="25173"/>
                  </a:lnTo>
                  <a:lnTo>
                    <a:pt x="25278" y="25039"/>
                  </a:lnTo>
                  <a:lnTo>
                    <a:pt x="25189" y="24905"/>
                  </a:lnTo>
                  <a:lnTo>
                    <a:pt x="25084" y="24785"/>
                  </a:lnTo>
                  <a:lnTo>
                    <a:pt x="24964" y="24680"/>
                  </a:lnTo>
                  <a:lnTo>
                    <a:pt x="24845" y="24576"/>
                  </a:lnTo>
                  <a:lnTo>
                    <a:pt x="24710" y="24486"/>
                  </a:lnTo>
                  <a:lnTo>
                    <a:pt x="24561" y="24397"/>
                  </a:lnTo>
                  <a:lnTo>
                    <a:pt x="24412" y="24337"/>
                  </a:lnTo>
                  <a:lnTo>
                    <a:pt x="24262" y="24277"/>
                  </a:lnTo>
                  <a:lnTo>
                    <a:pt x="24098" y="24247"/>
                  </a:lnTo>
                  <a:lnTo>
                    <a:pt x="23934" y="24217"/>
                  </a:lnTo>
                  <a:lnTo>
                    <a:pt x="23904" y="24217"/>
                  </a:lnTo>
                  <a:lnTo>
                    <a:pt x="22753" y="24083"/>
                  </a:lnTo>
                  <a:lnTo>
                    <a:pt x="21618" y="23919"/>
                  </a:lnTo>
                  <a:lnTo>
                    <a:pt x="20468" y="23724"/>
                  </a:lnTo>
                  <a:lnTo>
                    <a:pt x="19317" y="23500"/>
                  </a:lnTo>
                  <a:lnTo>
                    <a:pt x="18167" y="23261"/>
                  </a:lnTo>
                  <a:lnTo>
                    <a:pt x="17017" y="23007"/>
                  </a:lnTo>
                  <a:lnTo>
                    <a:pt x="15866" y="22723"/>
                  </a:lnTo>
                  <a:lnTo>
                    <a:pt x="14716" y="22440"/>
                  </a:lnTo>
                  <a:lnTo>
                    <a:pt x="13580" y="22141"/>
                  </a:lnTo>
                  <a:lnTo>
                    <a:pt x="12430" y="21827"/>
                  </a:lnTo>
                  <a:lnTo>
                    <a:pt x="11295" y="21498"/>
                  </a:lnTo>
                  <a:lnTo>
                    <a:pt x="10159" y="21170"/>
                  </a:lnTo>
                  <a:lnTo>
                    <a:pt x="9024" y="20811"/>
                  </a:lnTo>
                  <a:lnTo>
                    <a:pt x="7888" y="20468"/>
                  </a:lnTo>
                  <a:lnTo>
                    <a:pt x="7156" y="20228"/>
                  </a:lnTo>
                  <a:lnTo>
                    <a:pt x="7082" y="19989"/>
                  </a:lnTo>
                  <a:lnTo>
                    <a:pt x="6947" y="19586"/>
                  </a:lnTo>
                  <a:lnTo>
                    <a:pt x="6932" y="19541"/>
                  </a:lnTo>
                  <a:lnTo>
                    <a:pt x="6798" y="19078"/>
                  </a:lnTo>
                  <a:lnTo>
                    <a:pt x="6693" y="18585"/>
                  </a:lnTo>
                  <a:lnTo>
                    <a:pt x="6589" y="18092"/>
                  </a:lnTo>
                  <a:lnTo>
                    <a:pt x="6514" y="17584"/>
                  </a:lnTo>
                  <a:lnTo>
                    <a:pt x="6454" y="17061"/>
                  </a:lnTo>
                  <a:lnTo>
                    <a:pt x="6409" y="16538"/>
                  </a:lnTo>
                  <a:lnTo>
                    <a:pt x="6395" y="16016"/>
                  </a:lnTo>
                  <a:lnTo>
                    <a:pt x="6380" y="15478"/>
                  </a:lnTo>
                  <a:lnTo>
                    <a:pt x="6380" y="14925"/>
                  </a:lnTo>
                  <a:lnTo>
                    <a:pt x="6409" y="14387"/>
                  </a:lnTo>
                  <a:lnTo>
                    <a:pt x="6439" y="13834"/>
                  </a:lnTo>
                  <a:lnTo>
                    <a:pt x="6484" y="13282"/>
                  </a:lnTo>
                  <a:lnTo>
                    <a:pt x="6604" y="12057"/>
                  </a:lnTo>
                  <a:lnTo>
                    <a:pt x="6753" y="10727"/>
                  </a:lnTo>
                  <a:lnTo>
                    <a:pt x="6843" y="10040"/>
                  </a:lnTo>
                  <a:lnTo>
                    <a:pt x="6947" y="9382"/>
                  </a:lnTo>
                  <a:lnTo>
                    <a:pt x="7067" y="8740"/>
                  </a:lnTo>
                  <a:lnTo>
                    <a:pt x="7201" y="8157"/>
                  </a:lnTo>
                  <a:lnTo>
                    <a:pt x="7321" y="7679"/>
                  </a:lnTo>
                  <a:lnTo>
                    <a:pt x="7440" y="7321"/>
                  </a:lnTo>
                  <a:lnTo>
                    <a:pt x="7605" y="6962"/>
                  </a:lnTo>
                  <a:lnTo>
                    <a:pt x="7829" y="6484"/>
                  </a:lnTo>
                  <a:lnTo>
                    <a:pt x="8098" y="6006"/>
                  </a:lnTo>
                  <a:lnTo>
                    <a:pt x="8232" y="5767"/>
                  </a:lnTo>
                  <a:lnTo>
                    <a:pt x="8337" y="5513"/>
                  </a:lnTo>
                  <a:lnTo>
                    <a:pt x="8546" y="4990"/>
                  </a:lnTo>
                  <a:lnTo>
                    <a:pt x="8635" y="4736"/>
                  </a:lnTo>
                  <a:lnTo>
                    <a:pt x="8725" y="4527"/>
                  </a:lnTo>
                  <a:lnTo>
                    <a:pt x="8770" y="4422"/>
                  </a:lnTo>
                  <a:lnTo>
                    <a:pt x="8875" y="4124"/>
                  </a:lnTo>
                  <a:lnTo>
                    <a:pt x="8964" y="3810"/>
                  </a:lnTo>
                  <a:lnTo>
                    <a:pt x="9009" y="3496"/>
                  </a:lnTo>
                  <a:lnTo>
                    <a:pt x="9024" y="3182"/>
                  </a:lnTo>
                  <a:lnTo>
                    <a:pt x="9009" y="2884"/>
                  </a:lnTo>
                  <a:lnTo>
                    <a:pt x="8964" y="2570"/>
                  </a:lnTo>
                  <a:lnTo>
                    <a:pt x="8889" y="2271"/>
                  </a:lnTo>
                  <a:lnTo>
                    <a:pt x="8785" y="1987"/>
                  </a:lnTo>
                  <a:lnTo>
                    <a:pt x="8650" y="1703"/>
                  </a:lnTo>
                  <a:lnTo>
                    <a:pt x="8501" y="1449"/>
                  </a:lnTo>
                  <a:lnTo>
                    <a:pt x="8322" y="1196"/>
                  </a:lnTo>
                  <a:lnTo>
                    <a:pt x="8113" y="971"/>
                  </a:lnTo>
                  <a:lnTo>
                    <a:pt x="7888" y="747"/>
                  </a:lnTo>
                  <a:lnTo>
                    <a:pt x="7635" y="568"/>
                  </a:lnTo>
                  <a:lnTo>
                    <a:pt x="7366" y="389"/>
                  </a:lnTo>
                  <a:lnTo>
                    <a:pt x="7067" y="254"/>
                  </a:lnTo>
                  <a:lnTo>
                    <a:pt x="6768" y="135"/>
                  </a:lnTo>
                  <a:lnTo>
                    <a:pt x="6454" y="60"/>
                  </a:lnTo>
                  <a:lnTo>
                    <a:pt x="6141" y="15"/>
                  </a:lnTo>
                  <a:lnTo>
                    <a:pt x="5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-1170513" y="3700908"/>
              <a:ext cx="234022" cy="152509"/>
            </a:xfrm>
            <a:custGeom>
              <a:rect b="b" l="l" r="r" t="t"/>
              <a:pathLst>
                <a:path extrusionOk="0" h="5424" w="8323">
                  <a:moveTo>
                    <a:pt x="3526" y="0"/>
                  </a:moveTo>
                  <a:lnTo>
                    <a:pt x="3347" y="30"/>
                  </a:lnTo>
                  <a:lnTo>
                    <a:pt x="3138" y="75"/>
                  </a:lnTo>
                  <a:lnTo>
                    <a:pt x="2914" y="135"/>
                  </a:lnTo>
                  <a:lnTo>
                    <a:pt x="2451" y="284"/>
                  </a:lnTo>
                  <a:lnTo>
                    <a:pt x="1973" y="464"/>
                  </a:lnTo>
                  <a:lnTo>
                    <a:pt x="1539" y="658"/>
                  </a:lnTo>
                  <a:lnTo>
                    <a:pt x="1196" y="822"/>
                  </a:lnTo>
                  <a:lnTo>
                    <a:pt x="867" y="971"/>
                  </a:lnTo>
                  <a:lnTo>
                    <a:pt x="703" y="1166"/>
                  </a:lnTo>
                  <a:lnTo>
                    <a:pt x="568" y="1360"/>
                  </a:lnTo>
                  <a:lnTo>
                    <a:pt x="449" y="1539"/>
                  </a:lnTo>
                  <a:lnTo>
                    <a:pt x="344" y="1733"/>
                  </a:lnTo>
                  <a:lnTo>
                    <a:pt x="270" y="1913"/>
                  </a:lnTo>
                  <a:lnTo>
                    <a:pt x="195" y="2092"/>
                  </a:lnTo>
                  <a:lnTo>
                    <a:pt x="135" y="2271"/>
                  </a:lnTo>
                  <a:lnTo>
                    <a:pt x="75" y="2436"/>
                  </a:lnTo>
                  <a:lnTo>
                    <a:pt x="46" y="2615"/>
                  </a:lnTo>
                  <a:lnTo>
                    <a:pt x="16" y="2779"/>
                  </a:lnTo>
                  <a:lnTo>
                    <a:pt x="1" y="3093"/>
                  </a:lnTo>
                  <a:lnTo>
                    <a:pt x="1" y="3377"/>
                  </a:lnTo>
                  <a:lnTo>
                    <a:pt x="31" y="3646"/>
                  </a:lnTo>
                  <a:lnTo>
                    <a:pt x="75" y="3825"/>
                  </a:lnTo>
                  <a:lnTo>
                    <a:pt x="135" y="3989"/>
                  </a:lnTo>
                  <a:lnTo>
                    <a:pt x="225" y="4139"/>
                  </a:lnTo>
                  <a:lnTo>
                    <a:pt x="329" y="4273"/>
                  </a:lnTo>
                  <a:lnTo>
                    <a:pt x="449" y="4393"/>
                  </a:lnTo>
                  <a:lnTo>
                    <a:pt x="598" y="4497"/>
                  </a:lnTo>
                  <a:lnTo>
                    <a:pt x="748" y="4587"/>
                  </a:lnTo>
                  <a:lnTo>
                    <a:pt x="912" y="4647"/>
                  </a:lnTo>
                  <a:lnTo>
                    <a:pt x="2212" y="5020"/>
                  </a:lnTo>
                  <a:lnTo>
                    <a:pt x="3168" y="5289"/>
                  </a:lnTo>
                  <a:lnTo>
                    <a:pt x="3377" y="5349"/>
                  </a:lnTo>
                  <a:lnTo>
                    <a:pt x="3631" y="5379"/>
                  </a:lnTo>
                  <a:lnTo>
                    <a:pt x="3930" y="5409"/>
                  </a:lnTo>
                  <a:lnTo>
                    <a:pt x="4273" y="5423"/>
                  </a:lnTo>
                  <a:lnTo>
                    <a:pt x="4438" y="5409"/>
                  </a:lnTo>
                  <a:lnTo>
                    <a:pt x="4617" y="5379"/>
                  </a:lnTo>
                  <a:lnTo>
                    <a:pt x="4796" y="5349"/>
                  </a:lnTo>
                  <a:lnTo>
                    <a:pt x="4976" y="5289"/>
                  </a:lnTo>
                  <a:lnTo>
                    <a:pt x="5155" y="5229"/>
                  </a:lnTo>
                  <a:lnTo>
                    <a:pt x="5319" y="5140"/>
                  </a:lnTo>
                  <a:lnTo>
                    <a:pt x="5484" y="5050"/>
                  </a:lnTo>
                  <a:lnTo>
                    <a:pt x="5648" y="4930"/>
                  </a:lnTo>
                  <a:lnTo>
                    <a:pt x="5737" y="4901"/>
                  </a:lnTo>
                  <a:lnTo>
                    <a:pt x="5962" y="4826"/>
                  </a:lnTo>
                  <a:lnTo>
                    <a:pt x="6260" y="4691"/>
                  </a:lnTo>
                  <a:lnTo>
                    <a:pt x="6410" y="4617"/>
                  </a:lnTo>
                  <a:lnTo>
                    <a:pt x="6559" y="4542"/>
                  </a:lnTo>
                  <a:lnTo>
                    <a:pt x="6709" y="4437"/>
                  </a:lnTo>
                  <a:lnTo>
                    <a:pt x="6828" y="4333"/>
                  </a:lnTo>
                  <a:lnTo>
                    <a:pt x="6933" y="4213"/>
                  </a:lnTo>
                  <a:lnTo>
                    <a:pt x="7022" y="4109"/>
                  </a:lnTo>
                  <a:lnTo>
                    <a:pt x="7142" y="3915"/>
                  </a:lnTo>
                  <a:lnTo>
                    <a:pt x="7187" y="3840"/>
                  </a:lnTo>
                  <a:lnTo>
                    <a:pt x="7007" y="3870"/>
                  </a:lnTo>
                  <a:lnTo>
                    <a:pt x="6992" y="3870"/>
                  </a:lnTo>
                  <a:lnTo>
                    <a:pt x="7007" y="3855"/>
                  </a:lnTo>
                  <a:lnTo>
                    <a:pt x="7261" y="3780"/>
                  </a:lnTo>
                  <a:lnTo>
                    <a:pt x="7366" y="3750"/>
                  </a:lnTo>
                  <a:lnTo>
                    <a:pt x="7456" y="3720"/>
                  </a:lnTo>
                  <a:lnTo>
                    <a:pt x="7605" y="3631"/>
                  </a:lnTo>
                  <a:lnTo>
                    <a:pt x="7724" y="3526"/>
                  </a:lnTo>
                  <a:lnTo>
                    <a:pt x="7814" y="3422"/>
                  </a:lnTo>
                  <a:lnTo>
                    <a:pt x="7874" y="3332"/>
                  </a:lnTo>
                  <a:lnTo>
                    <a:pt x="7904" y="3257"/>
                  </a:lnTo>
                  <a:lnTo>
                    <a:pt x="7934" y="3168"/>
                  </a:lnTo>
                  <a:lnTo>
                    <a:pt x="7291" y="3257"/>
                  </a:lnTo>
                  <a:lnTo>
                    <a:pt x="6738" y="3302"/>
                  </a:lnTo>
                  <a:lnTo>
                    <a:pt x="6305" y="3317"/>
                  </a:lnTo>
                  <a:lnTo>
                    <a:pt x="5947" y="3317"/>
                  </a:lnTo>
                  <a:lnTo>
                    <a:pt x="5678" y="3302"/>
                  </a:lnTo>
                  <a:lnTo>
                    <a:pt x="5484" y="3287"/>
                  </a:lnTo>
                  <a:lnTo>
                    <a:pt x="5349" y="3272"/>
                  </a:lnTo>
                  <a:lnTo>
                    <a:pt x="5558" y="3272"/>
                  </a:lnTo>
                  <a:lnTo>
                    <a:pt x="5782" y="3287"/>
                  </a:lnTo>
                  <a:lnTo>
                    <a:pt x="6066" y="3287"/>
                  </a:lnTo>
                  <a:lnTo>
                    <a:pt x="6395" y="3257"/>
                  </a:lnTo>
                  <a:lnTo>
                    <a:pt x="6738" y="3227"/>
                  </a:lnTo>
                  <a:lnTo>
                    <a:pt x="7067" y="3168"/>
                  </a:lnTo>
                  <a:lnTo>
                    <a:pt x="7231" y="3123"/>
                  </a:lnTo>
                  <a:lnTo>
                    <a:pt x="7396" y="3078"/>
                  </a:lnTo>
                  <a:lnTo>
                    <a:pt x="7680" y="2958"/>
                  </a:lnTo>
                  <a:lnTo>
                    <a:pt x="7934" y="2824"/>
                  </a:lnTo>
                  <a:lnTo>
                    <a:pt x="8143" y="2690"/>
                  </a:lnTo>
                  <a:lnTo>
                    <a:pt x="8217" y="2630"/>
                  </a:lnTo>
                  <a:lnTo>
                    <a:pt x="8277" y="2555"/>
                  </a:lnTo>
                  <a:lnTo>
                    <a:pt x="8307" y="2495"/>
                  </a:lnTo>
                  <a:lnTo>
                    <a:pt x="8322" y="2450"/>
                  </a:lnTo>
                  <a:lnTo>
                    <a:pt x="8307" y="2391"/>
                  </a:lnTo>
                  <a:lnTo>
                    <a:pt x="8247" y="2346"/>
                  </a:lnTo>
                  <a:lnTo>
                    <a:pt x="8173" y="2316"/>
                  </a:lnTo>
                  <a:lnTo>
                    <a:pt x="8053" y="2286"/>
                  </a:lnTo>
                  <a:lnTo>
                    <a:pt x="7904" y="2271"/>
                  </a:lnTo>
                  <a:lnTo>
                    <a:pt x="7321" y="2271"/>
                  </a:lnTo>
                  <a:lnTo>
                    <a:pt x="7007" y="2286"/>
                  </a:lnTo>
                  <a:lnTo>
                    <a:pt x="6470" y="2316"/>
                  </a:lnTo>
                  <a:lnTo>
                    <a:pt x="6216" y="2316"/>
                  </a:lnTo>
                  <a:lnTo>
                    <a:pt x="5932" y="2286"/>
                  </a:lnTo>
                  <a:lnTo>
                    <a:pt x="5588" y="2241"/>
                  </a:lnTo>
                  <a:lnTo>
                    <a:pt x="5185" y="2152"/>
                  </a:lnTo>
                  <a:lnTo>
                    <a:pt x="4333" y="1928"/>
                  </a:lnTo>
                  <a:lnTo>
                    <a:pt x="3975" y="1838"/>
                  </a:lnTo>
                  <a:lnTo>
                    <a:pt x="3676" y="1733"/>
                  </a:lnTo>
                  <a:lnTo>
                    <a:pt x="3452" y="1629"/>
                  </a:lnTo>
                  <a:lnTo>
                    <a:pt x="3377" y="1584"/>
                  </a:lnTo>
                  <a:lnTo>
                    <a:pt x="3302" y="1539"/>
                  </a:lnTo>
                  <a:lnTo>
                    <a:pt x="3258" y="1494"/>
                  </a:lnTo>
                  <a:lnTo>
                    <a:pt x="3243" y="1435"/>
                  </a:lnTo>
                  <a:lnTo>
                    <a:pt x="3243" y="1390"/>
                  </a:lnTo>
                  <a:lnTo>
                    <a:pt x="3272" y="1345"/>
                  </a:lnTo>
                  <a:lnTo>
                    <a:pt x="3332" y="1300"/>
                  </a:lnTo>
                  <a:lnTo>
                    <a:pt x="3392" y="1255"/>
                  </a:lnTo>
                  <a:lnTo>
                    <a:pt x="3526" y="1181"/>
                  </a:lnTo>
                  <a:lnTo>
                    <a:pt x="3691" y="1136"/>
                  </a:lnTo>
                  <a:lnTo>
                    <a:pt x="3900" y="1121"/>
                  </a:lnTo>
                  <a:lnTo>
                    <a:pt x="4109" y="1121"/>
                  </a:lnTo>
                  <a:lnTo>
                    <a:pt x="4333" y="1151"/>
                  </a:lnTo>
                  <a:lnTo>
                    <a:pt x="4572" y="1211"/>
                  </a:lnTo>
                  <a:lnTo>
                    <a:pt x="4811" y="1315"/>
                  </a:lnTo>
                  <a:lnTo>
                    <a:pt x="4916" y="1360"/>
                  </a:lnTo>
                  <a:lnTo>
                    <a:pt x="5020" y="1405"/>
                  </a:lnTo>
                  <a:lnTo>
                    <a:pt x="5110" y="1420"/>
                  </a:lnTo>
                  <a:lnTo>
                    <a:pt x="5200" y="1435"/>
                  </a:lnTo>
                  <a:lnTo>
                    <a:pt x="5334" y="1435"/>
                  </a:lnTo>
                  <a:lnTo>
                    <a:pt x="5394" y="1405"/>
                  </a:lnTo>
                  <a:lnTo>
                    <a:pt x="5439" y="1390"/>
                  </a:lnTo>
                  <a:lnTo>
                    <a:pt x="5469" y="1360"/>
                  </a:lnTo>
                  <a:lnTo>
                    <a:pt x="5498" y="1315"/>
                  </a:lnTo>
                  <a:lnTo>
                    <a:pt x="5528" y="1225"/>
                  </a:lnTo>
                  <a:lnTo>
                    <a:pt x="5543" y="1121"/>
                  </a:lnTo>
                  <a:lnTo>
                    <a:pt x="5513" y="1016"/>
                  </a:lnTo>
                  <a:lnTo>
                    <a:pt x="5484" y="957"/>
                  </a:lnTo>
                  <a:lnTo>
                    <a:pt x="5439" y="897"/>
                  </a:lnTo>
                  <a:lnTo>
                    <a:pt x="5304" y="747"/>
                  </a:lnTo>
                  <a:lnTo>
                    <a:pt x="5110" y="598"/>
                  </a:lnTo>
                  <a:lnTo>
                    <a:pt x="4871" y="434"/>
                  </a:lnTo>
                  <a:lnTo>
                    <a:pt x="4602" y="284"/>
                  </a:lnTo>
                  <a:lnTo>
                    <a:pt x="4303" y="150"/>
                  </a:lnTo>
                  <a:lnTo>
                    <a:pt x="4154" y="105"/>
                  </a:lnTo>
                  <a:lnTo>
                    <a:pt x="4005" y="60"/>
                  </a:lnTo>
                  <a:lnTo>
                    <a:pt x="3855" y="30"/>
                  </a:lnTo>
                  <a:lnTo>
                    <a:pt x="3691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2" name="Google Shape;922;p24"/>
          <p:cNvSpPr txBox="1"/>
          <p:nvPr/>
        </p:nvSpPr>
        <p:spPr>
          <a:xfrm>
            <a:off x="3045288" y="2558750"/>
            <a:ext cx="13908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Probabilidade</a:t>
            </a:r>
            <a:endParaRPr b="1" sz="17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923" name="Google Shape;923;p24"/>
          <p:cNvGrpSpPr/>
          <p:nvPr/>
        </p:nvGrpSpPr>
        <p:grpSpPr>
          <a:xfrm>
            <a:off x="7096603" y="1247775"/>
            <a:ext cx="885000" cy="1066800"/>
            <a:chOff x="5633069" y="1247775"/>
            <a:chExt cx="885000" cy="1066800"/>
          </a:xfrm>
        </p:grpSpPr>
        <p:sp>
          <p:nvSpPr>
            <p:cNvPr id="924" name="Google Shape;924;p24"/>
            <p:cNvSpPr/>
            <p:nvPr/>
          </p:nvSpPr>
          <p:spPr>
            <a:xfrm>
              <a:off x="5633069" y="1247775"/>
              <a:ext cx="885000" cy="1066800"/>
            </a:xfrm>
            <a:prstGeom prst="roundRect">
              <a:avLst>
                <a:gd fmla="val 10110" name="adj"/>
              </a:avLst>
            </a:prstGeom>
            <a:solidFill>
              <a:srgbClr val="E99B27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4"/>
            <p:cNvSpPr txBox="1"/>
            <p:nvPr/>
          </p:nvSpPr>
          <p:spPr>
            <a:xfrm>
              <a:off x="5760869" y="1247775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b="1" sz="24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26" name="Google Shape;926;p24"/>
          <p:cNvGrpSpPr/>
          <p:nvPr/>
        </p:nvGrpSpPr>
        <p:grpSpPr>
          <a:xfrm>
            <a:off x="7095603" y="3550715"/>
            <a:ext cx="887000" cy="1069840"/>
            <a:chOff x="5683350" y="3550875"/>
            <a:chExt cx="826500" cy="1181100"/>
          </a:xfrm>
        </p:grpSpPr>
        <p:sp>
          <p:nvSpPr>
            <p:cNvPr id="927" name="Google Shape;927;p24"/>
            <p:cNvSpPr/>
            <p:nvPr/>
          </p:nvSpPr>
          <p:spPr>
            <a:xfrm>
              <a:off x="5683350" y="3550875"/>
              <a:ext cx="826500" cy="1181100"/>
            </a:xfrm>
            <a:prstGeom prst="roundRect">
              <a:avLst>
                <a:gd fmla="val 8324" name="adj"/>
              </a:avLst>
            </a:prstGeom>
            <a:solidFill>
              <a:srgbClr val="EA4827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4"/>
            <p:cNvSpPr txBox="1"/>
            <p:nvPr/>
          </p:nvSpPr>
          <p:spPr>
            <a:xfrm>
              <a:off x="5781900" y="3608025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</a:t>
              </a:r>
              <a:endParaRPr b="1" sz="24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929" name="Google Shape;929;p24"/>
          <p:cNvCxnSpPr>
            <a:stCxn id="832" idx="3"/>
            <a:endCxn id="924" idx="1"/>
          </p:cNvCxnSpPr>
          <p:nvPr/>
        </p:nvCxnSpPr>
        <p:spPr>
          <a:xfrm flipH="1" rot="10800000">
            <a:off x="4572300" y="1781300"/>
            <a:ext cx="2524200" cy="11943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24"/>
          <p:cNvCxnSpPr>
            <a:stCxn id="832" idx="3"/>
            <a:endCxn id="927" idx="1"/>
          </p:cNvCxnSpPr>
          <p:nvPr/>
        </p:nvCxnSpPr>
        <p:spPr>
          <a:xfrm>
            <a:off x="4572300" y="2975600"/>
            <a:ext cx="2523300" cy="111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1" name="Google Shape;931;p24"/>
          <p:cNvGrpSpPr/>
          <p:nvPr/>
        </p:nvGrpSpPr>
        <p:grpSpPr>
          <a:xfrm>
            <a:off x="4853188" y="1279113"/>
            <a:ext cx="1972800" cy="432000"/>
            <a:chOff x="4167388" y="1268663"/>
            <a:chExt cx="1972800" cy="432000"/>
          </a:xfrm>
        </p:grpSpPr>
        <p:sp>
          <p:nvSpPr>
            <p:cNvPr id="932" name="Google Shape;932;p24"/>
            <p:cNvSpPr txBox="1"/>
            <p:nvPr/>
          </p:nvSpPr>
          <p:spPr>
            <a:xfrm>
              <a:off x="4415938" y="1298963"/>
              <a:ext cx="1475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 Prob &gt; valor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4167388" y="1268663"/>
              <a:ext cx="19728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4" name="Google Shape;934;p24"/>
          <p:cNvGrpSpPr/>
          <p:nvPr/>
        </p:nvGrpSpPr>
        <p:grpSpPr>
          <a:xfrm>
            <a:off x="4853188" y="4188538"/>
            <a:ext cx="1972800" cy="432000"/>
            <a:chOff x="4853188" y="4188538"/>
            <a:chExt cx="1972800" cy="432000"/>
          </a:xfrm>
        </p:grpSpPr>
        <p:sp>
          <p:nvSpPr>
            <p:cNvPr id="935" name="Google Shape;935;p24"/>
            <p:cNvSpPr/>
            <p:nvPr/>
          </p:nvSpPr>
          <p:spPr>
            <a:xfrm>
              <a:off x="4853188" y="4188538"/>
              <a:ext cx="19728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6" name="Google Shape;936;p24"/>
            <p:cNvSpPr txBox="1"/>
            <p:nvPr/>
          </p:nvSpPr>
          <p:spPr>
            <a:xfrm>
              <a:off x="5101738" y="4218838"/>
              <a:ext cx="1475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 Prob &lt; valor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 de classificação</a:t>
            </a:r>
            <a:endParaRPr/>
          </a:p>
        </p:txBody>
      </p:sp>
      <p:graphicFrame>
        <p:nvGraphicFramePr>
          <p:cNvPr id="942" name="Google Shape;942;p25"/>
          <p:cNvGraphicFramePr/>
          <p:nvPr/>
        </p:nvGraphicFramePr>
        <p:xfrm>
          <a:off x="457200" y="120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{E6221AD0-08AB-4916-B65B-D911F899610C}</a:tableStyleId>
              </a:tblPr>
              <a:tblGrid>
                <a:gridCol w="2621775"/>
                <a:gridCol w="3326625"/>
              </a:tblGrid>
              <a:tr h="5043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Métricas</a:t>
                      </a:r>
                      <a:endParaRPr b="1" sz="21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hMerge="1"/>
              </a:tr>
              <a:tr h="4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Acurácia</a:t>
                      </a:r>
                      <a:endParaRPr b="1" sz="18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Proporção de classificados corretamente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Precisão</a:t>
                      </a:r>
                      <a:endParaRPr b="1" sz="18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Proporção dos preditos para um rótulo que de fato são do rótulo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Recall</a:t>
                      </a:r>
                      <a:endParaRPr b="1" sz="18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Proporção dos dados de um rótulo que foram preditos corretamente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F1-score</a:t>
                      </a:r>
                      <a:endParaRPr b="1" sz="18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Média Harmônica entre recall e precisão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AUC</a:t>
                      </a:r>
                      <a:endParaRPr b="1" sz="18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Qualidade do modelo independente do critério de classificação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pSp>
        <p:nvGrpSpPr>
          <p:cNvPr id="943" name="Google Shape;943;p25"/>
          <p:cNvGrpSpPr/>
          <p:nvPr/>
        </p:nvGrpSpPr>
        <p:grpSpPr>
          <a:xfrm>
            <a:off x="6333558" y="1542761"/>
            <a:ext cx="2716242" cy="2750745"/>
            <a:chOff x="457200" y="1485900"/>
            <a:chExt cx="3205384" cy="3246100"/>
          </a:xfrm>
        </p:grpSpPr>
        <p:sp>
          <p:nvSpPr>
            <p:cNvPr id="944" name="Google Shape;944;p25"/>
            <p:cNvSpPr/>
            <p:nvPr/>
          </p:nvSpPr>
          <p:spPr>
            <a:xfrm>
              <a:off x="457200" y="4516621"/>
              <a:ext cx="1920994" cy="173515"/>
            </a:xfrm>
            <a:custGeom>
              <a:rect b="b" l="l" r="r" t="t"/>
              <a:pathLst>
                <a:path extrusionOk="0" h="4292" w="47517">
                  <a:moveTo>
                    <a:pt x="23754" y="1"/>
                  </a:moveTo>
                  <a:lnTo>
                    <a:pt x="21330" y="10"/>
                  </a:lnTo>
                  <a:lnTo>
                    <a:pt x="18965" y="49"/>
                  </a:lnTo>
                  <a:lnTo>
                    <a:pt x="16695" y="97"/>
                  </a:lnTo>
                  <a:lnTo>
                    <a:pt x="14511" y="173"/>
                  </a:lnTo>
                  <a:lnTo>
                    <a:pt x="12432" y="259"/>
                  </a:lnTo>
                  <a:lnTo>
                    <a:pt x="11436" y="317"/>
                  </a:lnTo>
                  <a:lnTo>
                    <a:pt x="10469" y="365"/>
                  </a:lnTo>
                  <a:lnTo>
                    <a:pt x="9540" y="432"/>
                  </a:lnTo>
                  <a:lnTo>
                    <a:pt x="8639" y="489"/>
                  </a:lnTo>
                  <a:lnTo>
                    <a:pt x="7777" y="556"/>
                  </a:lnTo>
                  <a:lnTo>
                    <a:pt x="6954" y="633"/>
                  </a:lnTo>
                  <a:lnTo>
                    <a:pt x="6168" y="710"/>
                  </a:lnTo>
                  <a:lnTo>
                    <a:pt x="5421" y="786"/>
                  </a:lnTo>
                  <a:lnTo>
                    <a:pt x="4722" y="863"/>
                  </a:lnTo>
                  <a:lnTo>
                    <a:pt x="4052" y="949"/>
                  </a:lnTo>
                  <a:lnTo>
                    <a:pt x="3439" y="1035"/>
                  </a:lnTo>
                  <a:lnTo>
                    <a:pt x="2864" y="1121"/>
                  </a:lnTo>
                  <a:lnTo>
                    <a:pt x="2337" y="1217"/>
                  </a:lnTo>
                  <a:lnTo>
                    <a:pt x="1868" y="1313"/>
                  </a:lnTo>
                  <a:lnTo>
                    <a:pt x="1437" y="1409"/>
                  </a:lnTo>
                  <a:lnTo>
                    <a:pt x="1063" y="1514"/>
                  </a:lnTo>
                  <a:lnTo>
                    <a:pt x="747" y="1610"/>
                  </a:lnTo>
                  <a:lnTo>
                    <a:pt x="479" y="1715"/>
                  </a:lnTo>
                  <a:lnTo>
                    <a:pt x="364" y="1773"/>
                  </a:lnTo>
                  <a:lnTo>
                    <a:pt x="268" y="1821"/>
                  </a:lnTo>
                  <a:lnTo>
                    <a:pt x="192" y="1878"/>
                  </a:lnTo>
                  <a:lnTo>
                    <a:pt x="125" y="1926"/>
                  </a:lnTo>
                  <a:lnTo>
                    <a:pt x="67" y="1984"/>
                  </a:lnTo>
                  <a:lnTo>
                    <a:pt x="29" y="2041"/>
                  </a:lnTo>
                  <a:lnTo>
                    <a:pt x="10" y="2098"/>
                  </a:lnTo>
                  <a:lnTo>
                    <a:pt x="0" y="2146"/>
                  </a:lnTo>
                  <a:lnTo>
                    <a:pt x="10" y="2204"/>
                  </a:lnTo>
                  <a:lnTo>
                    <a:pt x="29" y="2261"/>
                  </a:lnTo>
                  <a:lnTo>
                    <a:pt x="67" y="2319"/>
                  </a:lnTo>
                  <a:lnTo>
                    <a:pt x="125" y="2367"/>
                  </a:lnTo>
                  <a:lnTo>
                    <a:pt x="192" y="2424"/>
                  </a:lnTo>
                  <a:lnTo>
                    <a:pt x="268" y="2472"/>
                  </a:lnTo>
                  <a:lnTo>
                    <a:pt x="364" y="2529"/>
                  </a:lnTo>
                  <a:lnTo>
                    <a:pt x="479" y="2577"/>
                  </a:lnTo>
                  <a:lnTo>
                    <a:pt x="747" y="2683"/>
                  </a:lnTo>
                  <a:lnTo>
                    <a:pt x="1063" y="2788"/>
                  </a:lnTo>
                  <a:lnTo>
                    <a:pt x="1437" y="2884"/>
                  </a:lnTo>
                  <a:lnTo>
                    <a:pt x="1868" y="2989"/>
                  </a:lnTo>
                  <a:lnTo>
                    <a:pt x="2337" y="3075"/>
                  </a:lnTo>
                  <a:lnTo>
                    <a:pt x="2864" y="3171"/>
                  </a:lnTo>
                  <a:lnTo>
                    <a:pt x="3439" y="3257"/>
                  </a:lnTo>
                  <a:lnTo>
                    <a:pt x="4052" y="3353"/>
                  </a:lnTo>
                  <a:lnTo>
                    <a:pt x="4722" y="3430"/>
                  </a:lnTo>
                  <a:lnTo>
                    <a:pt x="5421" y="3516"/>
                  </a:lnTo>
                  <a:lnTo>
                    <a:pt x="6168" y="3593"/>
                  </a:lnTo>
                  <a:lnTo>
                    <a:pt x="6954" y="3669"/>
                  </a:lnTo>
                  <a:lnTo>
                    <a:pt x="7777" y="3736"/>
                  </a:lnTo>
                  <a:lnTo>
                    <a:pt x="8639" y="3803"/>
                  </a:lnTo>
                  <a:lnTo>
                    <a:pt x="9540" y="3870"/>
                  </a:lnTo>
                  <a:lnTo>
                    <a:pt x="10469" y="3928"/>
                  </a:lnTo>
                  <a:lnTo>
                    <a:pt x="11436" y="3985"/>
                  </a:lnTo>
                  <a:lnTo>
                    <a:pt x="12432" y="4033"/>
                  </a:lnTo>
                  <a:lnTo>
                    <a:pt x="14511" y="4129"/>
                  </a:lnTo>
                  <a:lnTo>
                    <a:pt x="16695" y="4196"/>
                  </a:lnTo>
                  <a:lnTo>
                    <a:pt x="18965" y="4254"/>
                  </a:lnTo>
                  <a:lnTo>
                    <a:pt x="21330" y="4282"/>
                  </a:lnTo>
                  <a:lnTo>
                    <a:pt x="23754" y="4292"/>
                  </a:lnTo>
                  <a:lnTo>
                    <a:pt x="26187" y="4282"/>
                  </a:lnTo>
                  <a:lnTo>
                    <a:pt x="28543" y="4254"/>
                  </a:lnTo>
                  <a:lnTo>
                    <a:pt x="30822" y="4196"/>
                  </a:lnTo>
                  <a:lnTo>
                    <a:pt x="33006" y="4129"/>
                  </a:lnTo>
                  <a:lnTo>
                    <a:pt x="35085" y="4033"/>
                  </a:lnTo>
                  <a:lnTo>
                    <a:pt x="36071" y="3985"/>
                  </a:lnTo>
                  <a:lnTo>
                    <a:pt x="37038" y="3928"/>
                  </a:lnTo>
                  <a:lnTo>
                    <a:pt x="37968" y="3870"/>
                  </a:lnTo>
                  <a:lnTo>
                    <a:pt x="38868" y="3803"/>
                  </a:lnTo>
                  <a:lnTo>
                    <a:pt x="39730" y="3736"/>
                  </a:lnTo>
                  <a:lnTo>
                    <a:pt x="40554" y="3669"/>
                  </a:lnTo>
                  <a:lnTo>
                    <a:pt x="41339" y="3593"/>
                  </a:lnTo>
                  <a:lnTo>
                    <a:pt x="42086" y="3516"/>
                  </a:lnTo>
                  <a:lnTo>
                    <a:pt x="42795" y="3430"/>
                  </a:lnTo>
                  <a:lnTo>
                    <a:pt x="43456" y="3353"/>
                  </a:lnTo>
                  <a:lnTo>
                    <a:pt x="44078" y="3257"/>
                  </a:lnTo>
                  <a:lnTo>
                    <a:pt x="44643" y="3171"/>
                  </a:lnTo>
                  <a:lnTo>
                    <a:pt x="45170" y="3075"/>
                  </a:lnTo>
                  <a:lnTo>
                    <a:pt x="45649" y="2989"/>
                  </a:lnTo>
                  <a:lnTo>
                    <a:pt x="46071" y="2884"/>
                  </a:lnTo>
                  <a:lnTo>
                    <a:pt x="46444" y="2788"/>
                  </a:lnTo>
                  <a:lnTo>
                    <a:pt x="46770" y="2683"/>
                  </a:lnTo>
                  <a:lnTo>
                    <a:pt x="47028" y="2577"/>
                  </a:lnTo>
                  <a:lnTo>
                    <a:pt x="47143" y="2529"/>
                  </a:lnTo>
                  <a:lnTo>
                    <a:pt x="47239" y="2472"/>
                  </a:lnTo>
                  <a:lnTo>
                    <a:pt x="47325" y="2424"/>
                  </a:lnTo>
                  <a:lnTo>
                    <a:pt x="47392" y="2367"/>
                  </a:lnTo>
                  <a:lnTo>
                    <a:pt x="47450" y="2319"/>
                  </a:lnTo>
                  <a:lnTo>
                    <a:pt x="47488" y="2261"/>
                  </a:lnTo>
                  <a:lnTo>
                    <a:pt x="47507" y="2204"/>
                  </a:lnTo>
                  <a:lnTo>
                    <a:pt x="47517" y="2146"/>
                  </a:lnTo>
                  <a:lnTo>
                    <a:pt x="47507" y="2098"/>
                  </a:lnTo>
                  <a:lnTo>
                    <a:pt x="47488" y="2041"/>
                  </a:lnTo>
                  <a:lnTo>
                    <a:pt x="47450" y="1984"/>
                  </a:lnTo>
                  <a:lnTo>
                    <a:pt x="47392" y="1926"/>
                  </a:lnTo>
                  <a:lnTo>
                    <a:pt x="47325" y="1878"/>
                  </a:lnTo>
                  <a:lnTo>
                    <a:pt x="47239" y="1821"/>
                  </a:lnTo>
                  <a:lnTo>
                    <a:pt x="47143" y="1773"/>
                  </a:lnTo>
                  <a:lnTo>
                    <a:pt x="47028" y="1715"/>
                  </a:lnTo>
                  <a:lnTo>
                    <a:pt x="46770" y="1610"/>
                  </a:lnTo>
                  <a:lnTo>
                    <a:pt x="46444" y="1514"/>
                  </a:lnTo>
                  <a:lnTo>
                    <a:pt x="46071" y="1409"/>
                  </a:lnTo>
                  <a:lnTo>
                    <a:pt x="45649" y="1313"/>
                  </a:lnTo>
                  <a:lnTo>
                    <a:pt x="45170" y="1217"/>
                  </a:lnTo>
                  <a:lnTo>
                    <a:pt x="44643" y="1121"/>
                  </a:lnTo>
                  <a:lnTo>
                    <a:pt x="44078" y="1035"/>
                  </a:lnTo>
                  <a:lnTo>
                    <a:pt x="43456" y="949"/>
                  </a:lnTo>
                  <a:lnTo>
                    <a:pt x="42795" y="863"/>
                  </a:lnTo>
                  <a:lnTo>
                    <a:pt x="42086" y="786"/>
                  </a:lnTo>
                  <a:lnTo>
                    <a:pt x="41339" y="710"/>
                  </a:lnTo>
                  <a:lnTo>
                    <a:pt x="40554" y="633"/>
                  </a:lnTo>
                  <a:lnTo>
                    <a:pt x="39730" y="556"/>
                  </a:lnTo>
                  <a:lnTo>
                    <a:pt x="38868" y="489"/>
                  </a:lnTo>
                  <a:lnTo>
                    <a:pt x="37968" y="432"/>
                  </a:lnTo>
                  <a:lnTo>
                    <a:pt x="37038" y="365"/>
                  </a:lnTo>
                  <a:lnTo>
                    <a:pt x="36071" y="317"/>
                  </a:lnTo>
                  <a:lnTo>
                    <a:pt x="35085" y="259"/>
                  </a:lnTo>
                  <a:lnTo>
                    <a:pt x="33006" y="173"/>
                  </a:lnTo>
                  <a:lnTo>
                    <a:pt x="30822" y="97"/>
                  </a:lnTo>
                  <a:lnTo>
                    <a:pt x="28543" y="49"/>
                  </a:lnTo>
                  <a:lnTo>
                    <a:pt x="26187" y="10"/>
                  </a:lnTo>
                  <a:lnTo>
                    <a:pt x="2375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5"/>
            <p:cNvSpPr/>
            <p:nvPr/>
          </p:nvSpPr>
          <p:spPr>
            <a:xfrm>
              <a:off x="2360341" y="2998390"/>
              <a:ext cx="417454" cy="50373"/>
            </a:xfrm>
            <a:custGeom>
              <a:rect b="b" l="l" r="r" t="t"/>
              <a:pathLst>
                <a:path extrusionOk="0" h="1246" w="10326">
                  <a:moveTo>
                    <a:pt x="565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3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19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19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3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5" y="1236"/>
                  </a:lnTo>
                  <a:lnTo>
                    <a:pt x="623" y="1245"/>
                  </a:lnTo>
                  <a:lnTo>
                    <a:pt x="9703" y="1245"/>
                  </a:lnTo>
                  <a:lnTo>
                    <a:pt x="9770" y="1236"/>
                  </a:lnTo>
                  <a:lnTo>
                    <a:pt x="9837" y="1226"/>
                  </a:lnTo>
                  <a:lnTo>
                    <a:pt x="9894" y="1216"/>
                  </a:lnTo>
                  <a:lnTo>
                    <a:pt x="9952" y="1188"/>
                  </a:lnTo>
                  <a:lnTo>
                    <a:pt x="10000" y="1169"/>
                  </a:lnTo>
                  <a:lnTo>
                    <a:pt x="10057" y="1130"/>
                  </a:lnTo>
                  <a:lnTo>
                    <a:pt x="10144" y="1063"/>
                  </a:lnTo>
                  <a:lnTo>
                    <a:pt x="10220" y="967"/>
                  </a:lnTo>
                  <a:lnTo>
                    <a:pt x="10258" y="920"/>
                  </a:lnTo>
                  <a:lnTo>
                    <a:pt x="10278" y="862"/>
                  </a:lnTo>
                  <a:lnTo>
                    <a:pt x="10297" y="805"/>
                  </a:lnTo>
                  <a:lnTo>
                    <a:pt x="10316" y="747"/>
                  </a:lnTo>
                  <a:lnTo>
                    <a:pt x="10326" y="680"/>
                  </a:lnTo>
                  <a:lnTo>
                    <a:pt x="10326" y="623"/>
                  </a:lnTo>
                  <a:lnTo>
                    <a:pt x="10326" y="556"/>
                  </a:lnTo>
                  <a:lnTo>
                    <a:pt x="10316" y="489"/>
                  </a:lnTo>
                  <a:lnTo>
                    <a:pt x="10297" y="431"/>
                  </a:lnTo>
                  <a:lnTo>
                    <a:pt x="10278" y="374"/>
                  </a:lnTo>
                  <a:lnTo>
                    <a:pt x="10258" y="326"/>
                  </a:lnTo>
                  <a:lnTo>
                    <a:pt x="10220" y="268"/>
                  </a:lnTo>
                  <a:lnTo>
                    <a:pt x="10144" y="182"/>
                  </a:lnTo>
                  <a:lnTo>
                    <a:pt x="10057" y="105"/>
                  </a:lnTo>
                  <a:lnTo>
                    <a:pt x="10000" y="67"/>
                  </a:lnTo>
                  <a:lnTo>
                    <a:pt x="9952" y="48"/>
                  </a:lnTo>
                  <a:lnTo>
                    <a:pt x="9894" y="29"/>
                  </a:lnTo>
                  <a:lnTo>
                    <a:pt x="9837" y="10"/>
                  </a:lnTo>
                  <a:lnTo>
                    <a:pt x="977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5"/>
            <p:cNvSpPr/>
            <p:nvPr/>
          </p:nvSpPr>
          <p:spPr>
            <a:xfrm>
              <a:off x="2623642" y="2998390"/>
              <a:ext cx="154150" cy="50373"/>
            </a:xfrm>
            <a:custGeom>
              <a:rect b="b" l="l" r="r" t="t"/>
              <a:pathLst>
                <a:path extrusionOk="0" h="1246" w="3813">
                  <a:moveTo>
                    <a:pt x="566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4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20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20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4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6" y="1236"/>
                  </a:lnTo>
                  <a:lnTo>
                    <a:pt x="623" y="1245"/>
                  </a:lnTo>
                  <a:lnTo>
                    <a:pt x="3190" y="1245"/>
                  </a:lnTo>
                  <a:lnTo>
                    <a:pt x="3257" y="1236"/>
                  </a:lnTo>
                  <a:lnTo>
                    <a:pt x="3324" y="1226"/>
                  </a:lnTo>
                  <a:lnTo>
                    <a:pt x="3381" y="1216"/>
                  </a:lnTo>
                  <a:lnTo>
                    <a:pt x="3439" y="1188"/>
                  </a:lnTo>
                  <a:lnTo>
                    <a:pt x="3487" y="1169"/>
                  </a:lnTo>
                  <a:lnTo>
                    <a:pt x="3544" y="1130"/>
                  </a:lnTo>
                  <a:lnTo>
                    <a:pt x="3631" y="1063"/>
                  </a:lnTo>
                  <a:lnTo>
                    <a:pt x="3707" y="967"/>
                  </a:lnTo>
                  <a:lnTo>
                    <a:pt x="3745" y="920"/>
                  </a:lnTo>
                  <a:lnTo>
                    <a:pt x="3765" y="862"/>
                  </a:lnTo>
                  <a:lnTo>
                    <a:pt x="3784" y="805"/>
                  </a:lnTo>
                  <a:lnTo>
                    <a:pt x="3803" y="747"/>
                  </a:lnTo>
                  <a:lnTo>
                    <a:pt x="3813" y="680"/>
                  </a:lnTo>
                  <a:lnTo>
                    <a:pt x="3813" y="623"/>
                  </a:lnTo>
                  <a:lnTo>
                    <a:pt x="3813" y="556"/>
                  </a:lnTo>
                  <a:lnTo>
                    <a:pt x="3803" y="489"/>
                  </a:lnTo>
                  <a:lnTo>
                    <a:pt x="3784" y="431"/>
                  </a:lnTo>
                  <a:lnTo>
                    <a:pt x="3765" y="374"/>
                  </a:lnTo>
                  <a:lnTo>
                    <a:pt x="3745" y="326"/>
                  </a:lnTo>
                  <a:lnTo>
                    <a:pt x="3707" y="268"/>
                  </a:lnTo>
                  <a:lnTo>
                    <a:pt x="3631" y="182"/>
                  </a:lnTo>
                  <a:lnTo>
                    <a:pt x="3544" y="105"/>
                  </a:lnTo>
                  <a:lnTo>
                    <a:pt x="3487" y="67"/>
                  </a:lnTo>
                  <a:lnTo>
                    <a:pt x="3439" y="48"/>
                  </a:lnTo>
                  <a:lnTo>
                    <a:pt x="3381" y="29"/>
                  </a:lnTo>
                  <a:lnTo>
                    <a:pt x="3324" y="10"/>
                  </a:lnTo>
                  <a:lnTo>
                    <a:pt x="32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5"/>
            <p:cNvSpPr/>
            <p:nvPr/>
          </p:nvSpPr>
          <p:spPr>
            <a:xfrm>
              <a:off x="2665443" y="2196079"/>
              <a:ext cx="84453" cy="111176"/>
            </a:xfrm>
            <a:custGeom>
              <a:rect b="b" l="l" r="r" t="t"/>
              <a:pathLst>
                <a:path extrusionOk="0" h="2750" w="2089">
                  <a:moveTo>
                    <a:pt x="1821" y="0"/>
                  </a:moveTo>
                  <a:lnTo>
                    <a:pt x="1754" y="19"/>
                  </a:lnTo>
                  <a:lnTo>
                    <a:pt x="1620" y="67"/>
                  </a:lnTo>
                  <a:lnTo>
                    <a:pt x="1466" y="144"/>
                  </a:lnTo>
                  <a:lnTo>
                    <a:pt x="1303" y="240"/>
                  </a:lnTo>
                  <a:lnTo>
                    <a:pt x="1141" y="345"/>
                  </a:lnTo>
                  <a:lnTo>
                    <a:pt x="968" y="470"/>
                  </a:lnTo>
                  <a:lnTo>
                    <a:pt x="643" y="719"/>
                  </a:lnTo>
                  <a:lnTo>
                    <a:pt x="374" y="948"/>
                  </a:lnTo>
                  <a:lnTo>
                    <a:pt x="116" y="1178"/>
                  </a:lnTo>
                  <a:lnTo>
                    <a:pt x="68" y="1303"/>
                  </a:lnTo>
                  <a:lnTo>
                    <a:pt x="30" y="1437"/>
                  </a:lnTo>
                  <a:lnTo>
                    <a:pt x="10" y="1571"/>
                  </a:lnTo>
                  <a:lnTo>
                    <a:pt x="1" y="1705"/>
                  </a:lnTo>
                  <a:lnTo>
                    <a:pt x="1" y="1839"/>
                  </a:lnTo>
                  <a:lnTo>
                    <a:pt x="10" y="1964"/>
                  </a:lnTo>
                  <a:lnTo>
                    <a:pt x="39" y="2088"/>
                  </a:lnTo>
                  <a:lnTo>
                    <a:pt x="68" y="2203"/>
                  </a:lnTo>
                  <a:lnTo>
                    <a:pt x="106" y="2318"/>
                  </a:lnTo>
                  <a:lnTo>
                    <a:pt x="164" y="2414"/>
                  </a:lnTo>
                  <a:lnTo>
                    <a:pt x="221" y="2510"/>
                  </a:lnTo>
                  <a:lnTo>
                    <a:pt x="288" y="2586"/>
                  </a:lnTo>
                  <a:lnTo>
                    <a:pt x="365" y="2653"/>
                  </a:lnTo>
                  <a:lnTo>
                    <a:pt x="441" y="2701"/>
                  </a:lnTo>
                  <a:lnTo>
                    <a:pt x="528" y="2730"/>
                  </a:lnTo>
                  <a:lnTo>
                    <a:pt x="623" y="2749"/>
                  </a:lnTo>
                  <a:lnTo>
                    <a:pt x="671" y="2749"/>
                  </a:lnTo>
                  <a:lnTo>
                    <a:pt x="729" y="2730"/>
                  </a:lnTo>
                  <a:lnTo>
                    <a:pt x="786" y="2701"/>
                  </a:lnTo>
                  <a:lnTo>
                    <a:pt x="844" y="2663"/>
                  </a:lnTo>
                  <a:lnTo>
                    <a:pt x="901" y="2615"/>
                  </a:lnTo>
                  <a:lnTo>
                    <a:pt x="968" y="2548"/>
                  </a:lnTo>
                  <a:lnTo>
                    <a:pt x="1102" y="2404"/>
                  </a:lnTo>
                  <a:lnTo>
                    <a:pt x="1236" y="2232"/>
                  </a:lnTo>
                  <a:lnTo>
                    <a:pt x="1371" y="2031"/>
                  </a:lnTo>
                  <a:lnTo>
                    <a:pt x="1505" y="1810"/>
                  </a:lnTo>
                  <a:lnTo>
                    <a:pt x="1629" y="1581"/>
                  </a:lnTo>
                  <a:lnTo>
                    <a:pt x="1754" y="1351"/>
                  </a:lnTo>
                  <a:lnTo>
                    <a:pt x="1859" y="1111"/>
                  </a:lnTo>
                  <a:lnTo>
                    <a:pt x="1945" y="891"/>
                  </a:lnTo>
                  <a:lnTo>
                    <a:pt x="2012" y="671"/>
                  </a:lnTo>
                  <a:lnTo>
                    <a:pt x="2060" y="479"/>
                  </a:lnTo>
                  <a:lnTo>
                    <a:pt x="2079" y="393"/>
                  </a:lnTo>
                  <a:lnTo>
                    <a:pt x="2089" y="307"/>
                  </a:lnTo>
                  <a:lnTo>
                    <a:pt x="2089" y="240"/>
                  </a:lnTo>
                  <a:lnTo>
                    <a:pt x="2079" y="173"/>
                  </a:lnTo>
                  <a:lnTo>
                    <a:pt x="2070" y="115"/>
                  </a:lnTo>
                  <a:lnTo>
                    <a:pt x="2041" y="77"/>
                  </a:lnTo>
                  <a:lnTo>
                    <a:pt x="2012" y="39"/>
                  </a:lnTo>
                  <a:lnTo>
                    <a:pt x="1974" y="19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5"/>
            <p:cNvSpPr/>
            <p:nvPr/>
          </p:nvSpPr>
          <p:spPr>
            <a:xfrm>
              <a:off x="3148708" y="1685326"/>
              <a:ext cx="513874" cy="513874"/>
            </a:xfrm>
            <a:custGeom>
              <a:rect b="b" l="l" r="r" t="t"/>
              <a:pathLst>
                <a:path extrusionOk="0" h="12711" w="12711">
                  <a:moveTo>
                    <a:pt x="6025" y="1"/>
                  </a:moveTo>
                  <a:lnTo>
                    <a:pt x="5699" y="29"/>
                  </a:lnTo>
                  <a:lnTo>
                    <a:pt x="5383" y="68"/>
                  </a:lnTo>
                  <a:lnTo>
                    <a:pt x="5077" y="125"/>
                  </a:lnTo>
                  <a:lnTo>
                    <a:pt x="4761" y="192"/>
                  </a:lnTo>
                  <a:lnTo>
                    <a:pt x="4464" y="278"/>
                  </a:lnTo>
                  <a:lnTo>
                    <a:pt x="4167" y="384"/>
                  </a:lnTo>
                  <a:lnTo>
                    <a:pt x="3879" y="499"/>
                  </a:lnTo>
                  <a:lnTo>
                    <a:pt x="3602" y="623"/>
                  </a:lnTo>
                  <a:lnTo>
                    <a:pt x="3324" y="767"/>
                  </a:lnTo>
                  <a:lnTo>
                    <a:pt x="3056" y="920"/>
                  </a:lnTo>
                  <a:lnTo>
                    <a:pt x="2797" y="1083"/>
                  </a:lnTo>
                  <a:lnTo>
                    <a:pt x="2548" y="1255"/>
                  </a:lnTo>
                  <a:lnTo>
                    <a:pt x="2309" y="1447"/>
                  </a:lnTo>
                  <a:lnTo>
                    <a:pt x="2079" y="1648"/>
                  </a:lnTo>
                  <a:lnTo>
                    <a:pt x="1858" y="1859"/>
                  </a:lnTo>
                  <a:lnTo>
                    <a:pt x="1648" y="2079"/>
                  </a:lnTo>
                  <a:lnTo>
                    <a:pt x="1447" y="2309"/>
                  </a:lnTo>
                  <a:lnTo>
                    <a:pt x="1265" y="2548"/>
                  </a:lnTo>
                  <a:lnTo>
                    <a:pt x="1083" y="2797"/>
                  </a:lnTo>
                  <a:lnTo>
                    <a:pt x="920" y="3056"/>
                  </a:lnTo>
                  <a:lnTo>
                    <a:pt x="767" y="3324"/>
                  </a:lnTo>
                  <a:lnTo>
                    <a:pt x="623" y="3592"/>
                  </a:lnTo>
                  <a:lnTo>
                    <a:pt x="498" y="3880"/>
                  </a:lnTo>
                  <a:lnTo>
                    <a:pt x="383" y="4167"/>
                  </a:lnTo>
                  <a:lnTo>
                    <a:pt x="288" y="4464"/>
                  </a:lnTo>
                  <a:lnTo>
                    <a:pt x="201" y="4761"/>
                  </a:lnTo>
                  <a:lnTo>
                    <a:pt x="125" y="5068"/>
                  </a:lnTo>
                  <a:lnTo>
                    <a:pt x="67" y="5384"/>
                  </a:lnTo>
                  <a:lnTo>
                    <a:pt x="29" y="5700"/>
                  </a:lnTo>
                  <a:lnTo>
                    <a:pt x="10" y="6025"/>
                  </a:lnTo>
                  <a:lnTo>
                    <a:pt x="0" y="6351"/>
                  </a:lnTo>
                  <a:lnTo>
                    <a:pt x="10" y="6677"/>
                  </a:lnTo>
                  <a:lnTo>
                    <a:pt x="29" y="7002"/>
                  </a:lnTo>
                  <a:lnTo>
                    <a:pt x="67" y="7318"/>
                  </a:lnTo>
                  <a:lnTo>
                    <a:pt x="125" y="7634"/>
                  </a:lnTo>
                  <a:lnTo>
                    <a:pt x="201" y="7941"/>
                  </a:lnTo>
                  <a:lnTo>
                    <a:pt x="288" y="8238"/>
                  </a:lnTo>
                  <a:lnTo>
                    <a:pt x="383" y="8535"/>
                  </a:lnTo>
                  <a:lnTo>
                    <a:pt x="498" y="8822"/>
                  </a:lnTo>
                  <a:lnTo>
                    <a:pt x="623" y="9109"/>
                  </a:lnTo>
                  <a:lnTo>
                    <a:pt x="767" y="9378"/>
                  </a:lnTo>
                  <a:lnTo>
                    <a:pt x="920" y="9646"/>
                  </a:lnTo>
                  <a:lnTo>
                    <a:pt x="1083" y="9904"/>
                  </a:lnTo>
                  <a:lnTo>
                    <a:pt x="1265" y="10153"/>
                  </a:lnTo>
                  <a:lnTo>
                    <a:pt x="1447" y="10393"/>
                  </a:lnTo>
                  <a:lnTo>
                    <a:pt x="1648" y="10623"/>
                  </a:lnTo>
                  <a:lnTo>
                    <a:pt x="1858" y="10843"/>
                  </a:lnTo>
                  <a:lnTo>
                    <a:pt x="2079" y="11054"/>
                  </a:lnTo>
                  <a:lnTo>
                    <a:pt x="2309" y="11255"/>
                  </a:lnTo>
                  <a:lnTo>
                    <a:pt x="2548" y="11447"/>
                  </a:lnTo>
                  <a:lnTo>
                    <a:pt x="2797" y="11619"/>
                  </a:lnTo>
                  <a:lnTo>
                    <a:pt x="3056" y="11791"/>
                  </a:lnTo>
                  <a:lnTo>
                    <a:pt x="3324" y="11945"/>
                  </a:lnTo>
                  <a:lnTo>
                    <a:pt x="3602" y="12079"/>
                  </a:lnTo>
                  <a:lnTo>
                    <a:pt x="3879" y="12203"/>
                  </a:lnTo>
                  <a:lnTo>
                    <a:pt x="4167" y="12318"/>
                  </a:lnTo>
                  <a:lnTo>
                    <a:pt x="4464" y="12423"/>
                  </a:lnTo>
                  <a:lnTo>
                    <a:pt x="4761" y="12510"/>
                  </a:lnTo>
                  <a:lnTo>
                    <a:pt x="5077" y="12577"/>
                  </a:lnTo>
                  <a:lnTo>
                    <a:pt x="5383" y="12634"/>
                  </a:lnTo>
                  <a:lnTo>
                    <a:pt x="5699" y="12673"/>
                  </a:lnTo>
                  <a:lnTo>
                    <a:pt x="6025" y="12701"/>
                  </a:lnTo>
                  <a:lnTo>
                    <a:pt x="6351" y="12711"/>
                  </a:lnTo>
                  <a:lnTo>
                    <a:pt x="6676" y="12701"/>
                  </a:lnTo>
                  <a:lnTo>
                    <a:pt x="7002" y="12673"/>
                  </a:lnTo>
                  <a:lnTo>
                    <a:pt x="7318" y="12634"/>
                  </a:lnTo>
                  <a:lnTo>
                    <a:pt x="7634" y="12577"/>
                  </a:lnTo>
                  <a:lnTo>
                    <a:pt x="7941" y="12510"/>
                  </a:lnTo>
                  <a:lnTo>
                    <a:pt x="8247" y="12423"/>
                  </a:lnTo>
                  <a:lnTo>
                    <a:pt x="8534" y="12318"/>
                  </a:lnTo>
                  <a:lnTo>
                    <a:pt x="8831" y="12203"/>
                  </a:lnTo>
                  <a:lnTo>
                    <a:pt x="9109" y="12079"/>
                  </a:lnTo>
                  <a:lnTo>
                    <a:pt x="9387" y="11945"/>
                  </a:lnTo>
                  <a:lnTo>
                    <a:pt x="9645" y="11791"/>
                  </a:lnTo>
                  <a:lnTo>
                    <a:pt x="9904" y="11619"/>
                  </a:lnTo>
                  <a:lnTo>
                    <a:pt x="10153" y="11447"/>
                  </a:lnTo>
                  <a:lnTo>
                    <a:pt x="10393" y="11255"/>
                  </a:lnTo>
                  <a:lnTo>
                    <a:pt x="10622" y="11054"/>
                  </a:lnTo>
                  <a:lnTo>
                    <a:pt x="10843" y="10843"/>
                  </a:lnTo>
                  <a:lnTo>
                    <a:pt x="11053" y="10623"/>
                  </a:lnTo>
                  <a:lnTo>
                    <a:pt x="11255" y="10393"/>
                  </a:lnTo>
                  <a:lnTo>
                    <a:pt x="11446" y="10153"/>
                  </a:lnTo>
                  <a:lnTo>
                    <a:pt x="11619" y="9904"/>
                  </a:lnTo>
                  <a:lnTo>
                    <a:pt x="11791" y="9646"/>
                  </a:lnTo>
                  <a:lnTo>
                    <a:pt x="11944" y="9378"/>
                  </a:lnTo>
                  <a:lnTo>
                    <a:pt x="12078" y="9109"/>
                  </a:lnTo>
                  <a:lnTo>
                    <a:pt x="12212" y="8822"/>
                  </a:lnTo>
                  <a:lnTo>
                    <a:pt x="12327" y="8535"/>
                  </a:lnTo>
                  <a:lnTo>
                    <a:pt x="12423" y="8238"/>
                  </a:lnTo>
                  <a:lnTo>
                    <a:pt x="12509" y="7941"/>
                  </a:lnTo>
                  <a:lnTo>
                    <a:pt x="12576" y="7634"/>
                  </a:lnTo>
                  <a:lnTo>
                    <a:pt x="12634" y="7318"/>
                  </a:lnTo>
                  <a:lnTo>
                    <a:pt x="12672" y="7002"/>
                  </a:lnTo>
                  <a:lnTo>
                    <a:pt x="12701" y="6677"/>
                  </a:lnTo>
                  <a:lnTo>
                    <a:pt x="12710" y="6351"/>
                  </a:lnTo>
                  <a:lnTo>
                    <a:pt x="12701" y="6025"/>
                  </a:lnTo>
                  <a:lnTo>
                    <a:pt x="12672" y="5700"/>
                  </a:lnTo>
                  <a:lnTo>
                    <a:pt x="12634" y="5384"/>
                  </a:lnTo>
                  <a:lnTo>
                    <a:pt x="12576" y="5068"/>
                  </a:lnTo>
                  <a:lnTo>
                    <a:pt x="12509" y="4761"/>
                  </a:lnTo>
                  <a:lnTo>
                    <a:pt x="12423" y="4464"/>
                  </a:lnTo>
                  <a:lnTo>
                    <a:pt x="12327" y="4167"/>
                  </a:lnTo>
                  <a:lnTo>
                    <a:pt x="12212" y="3880"/>
                  </a:lnTo>
                  <a:lnTo>
                    <a:pt x="12078" y="3592"/>
                  </a:lnTo>
                  <a:lnTo>
                    <a:pt x="11944" y="3324"/>
                  </a:lnTo>
                  <a:lnTo>
                    <a:pt x="11791" y="3056"/>
                  </a:lnTo>
                  <a:lnTo>
                    <a:pt x="11619" y="2797"/>
                  </a:lnTo>
                  <a:lnTo>
                    <a:pt x="11446" y="2548"/>
                  </a:lnTo>
                  <a:lnTo>
                    <a:pt x="11255" y="2309"/>
                  </a:lnTo>
                  <a:lnTo>
                    <a:pt x="11053" y="2079"/>
                  </a:lnTo>
                  <a:lnTo>
                    <a:pt x="10843" y="1859"/>
                  </a:lnTo>
                  <a:lnTo>
                    <a:pt x="10622" y="1648"/>
                  </a:lnTo>
                  <a:lnTo>
                    <a:pt x="10393" y="1447"/>
                  </a:lnTo>
                  <a:lnTo>
                    <a:pt x="10153" y="1255"/>
                  </a:lnTo>
                  <a:lnTo>
                    <a:pt x="9904" y="1083"/>
                  </a:lnTo>
                  <a:lnTo>
                    <a:pt x="9645" y="920"/>
                  </a:lnTo>
                  <a:lnTo>
                    <a:pt x="9387" y="767"/>
                  </a:lnTo>
                  <a:lnTo>
                    <a:pt x="9109" y="623"/>
                  </a:lnTo>
                  <a:lnTo>
                    <a:pt x="8831" y="499"/>
                  </a:lnTo>
                  <a:lnTo>
                    <a:pt x="8534" y="384"/>
                  </a:lnTo>
                  <a:lnTo>
                    <a:pt x="8247" y="278"/>
                  </a:lnTo>
                  <a:lnTo>
                    <a:pt x="7941" y="192"/>
                  </a:lnTo>
                  <a:lnTo>
                    <a:pt x="7634" y="125"/>
                  </a:lnTo>
                  <a:lnTo>
                    <a:pt x="7318" y="68"/>
                  </a:lnTo>
                  <a:lnTo>
                    <a:pt x="7002" y="29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5"/>
            <p:cNvSpPr/>
            <p:nvPr/>
          </p:nvSpPr>
          <p:spPr>
            <a:xfrm>
              <a:off x="1460840" y="4303652"/>
              <a:ext cx="374844" cy="292776"/>
            </a:xfrm>
            <a:custGeom>
              <a:rect b="b" l="l" r="r" t="t"/>
              <a:pathLst>
                <a:path extrusionOk="0" h="7242" w="9272">
                  <a:moveTo>
                    <a:pt x="7548" y="1"/>
                  </a:moveTo>
                  <a:lnTo>
                    <a:pt x="3228" y="5470"/>
                  </a:lnTo>
                  <a:lnTo>
                    <a:pt x="2759" y="5623"/>
                  </a:lnTo>
                  <a:lnTo>
                    <a:pt x="2280" y="5805"/>
                  </a:lnTo>
                  <a:lnTo>
                    <a:pt x="1715" y="6026"/>
                  </a:lnTo>
                  <a:lnTo>
                    <a:pt x="1428" y="6150"/>
                  </a:lnTo>
                  <a:lnTo>
                    <a:pt x="1140" y="6284"/>
                  </a:lnTo>
                  <a:lnTo>
                    <a:pt x="872" y="6418"/>
                  </a:lnTo>
                  <a:lnTo>
                    <a:pt x="623" y="6552"/>
                  </a:lnTo>
                  <a:lnTo>
                    <a:pt x="403" y="6686"/>
                  </a:lnTo>
                  <a:lnTo>
                    <a:pt x="307" y="6763"/>
                  </a:lnTo>
                  <a:lnTo>
                    <a:pt x="221" y="6830"/>
                  </a:lnTo>
                  <a:lnTo>
                    <a:pt x="154" y="6897"/>
                  </a:lnTo>
                  <a:lnTo>
                    <a:pt x="87" y="6964"/>
                  </a:lnTo>
                  <a:lnTo>
                    <a:pt x="39" y="7031"/>
                  </a:lnTo>
                  <a:lnTo>
                    <a:pt x="10" y="7089"/>
                  </a:lnTo>
                  <a:lnTo>
                    <a:pt x="0" y="7117"/>
                  </a:lnTo>
                  <a:lnTo>
                    <a:pt x="10" y="7146"/>
                  </a:lnTo>
                  <a:lnTo>
                    <a:pt x="29" y="7165"/>
                  </a:lnTo>
                  <a:lnTo>
                    <a:pt x="48" y="7184"/>
                  </a:lnTo>
                  <a:lnTo>
                    <a:pt x="87" y="7204"/>
                  </a:lnTo>
                  <a:lnTo>
                    <a:pt x="135" y="7223"/>
                  </a:lnTo>
                  <a:lnTo>
                    <a:pt x="249" y="7232"/>
                  </a:lnTo>
                  <a:lnTo>
                    <a:pt x="393" y="7242"/>
                  </a:lnTo>
                  <a:lnTo>
                    <a:pt x="566" y="7242"/>
                  </a:lnTo>
                  <a:lnTo>
                    <a:pt x="977" y="7223"/>
                  </a:lnTo>
                  <a:lnTo>
                    <a:pt x="1428" y="7194"/>
                  </a:lnTo>
                  <a:lnTo>
                    <a:pt x="1897" y="7146"/>
                  </a:lnTo>
                  <a:lnTo>
                    <a:pt x="2357" y="7108"/>
                  </a:lnTo>
                  <a:lnTo>
                    <a:pt x="2749" y="7089"/>
                  </a:lnTo>
                  <a:lnTo>
                    <a:pt x="3075" y="7089"/>
                  </a:lnTo>
                  <a:lnTo>
                    <a:pt x="3238" y="7079"/>
                  </a:lnTo>
                  <a:lnTo>
                    <a:pt x="3401" y="7070"/>
                  </a:lnTo>
                  <a:lnTo>
                    <a:pt x="3544" y="7041"/>
                  </a:lnTo>
                  <a:lnTo>
                    <a:pt x="3621" y="7022"/>
                  </a:lnTo>
                  <a:lnTo>
                    <a:pt x="3688" y="6993"/>
                  </a:lnTo>
                  <a:lnTo>
                    <a:pt x="3765" y="6964"/>
                  </a:lnTo>
                  <a:lnTo>
                    <a:pt x="3832" y="6926"/>
                  </a:lnTo>
                  <a:lnTo>
                    <a:pt x="3889" y="6878"/>
                  </a:lnTo>
                  <a:lnTo>
                    <a:pt x="3956" y="6830"/>
                  </a:lnTo>
                  <a:lnTo>
                    <a:pt x="9272" y="1667"/>
                  </a:lnTo>
                  <a:lnTo>
                    <a:pt x="7548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5"/>
            <p:cNvSpPr/>
            <p:nvPr/>
          </p:nvSpPr>
          <p:spPr>
            <a:xfrm>
              <a:off x="1460840" y="4527860"/>
              <a:ext cx="213376" cy="68565"/>
            </a:xfrm>
            <a:custGeom>
              <a:rect b="b" l="l" r="r" t="t"/>
              <a:pathLst>
                <a:path extrusionOk="0" h="1696" w="5278">
                  <a:moveTo>
                    <a:pt x="5278" y="1"/>
                  </a:moveTo>
                  <a:lnTo>
                    <a:pt x="5077" y="96"/>
                  </a:lnTo>
                  <a:lnTo>
                    <a:pt x="4876" y="192"/>
                  </a:lnTo>
                  <a:lnTo>
                    <a:pt x="4665" y="269"/>
                  </a:lnTo>
                  <a:lnTo>
                    <a:pt x="4435" y="336"/>
                  </a:lnTo>
                  <a:lnTo>
                    <a:pt x="4205" y="384"/>
                  </a:lnTo>
                  <a:lnTo>
                    <a:pt x="3956" y="422"/>
                  </a:lnTo>
                  <a:lnTo>
                    <a:pt x="3698" y="441"/>
                  </a:lnTo>
                  <a:lnTo>
                    <a:pt x="3439" y="451"/>
                  </a:lnTo>
                  <a:lnTo>
                    <a:pt x="3276" y="451"/>
                  </a:lnTo>
                  <a:lnTo>
                    <a:pt x="3113" y="441"/>
                  </a:lnTo>
                  <a:lnTo>
                    <a:pt x="2960" y="422"/>
                  </a:lnTo>
                  <a:lnTo>
                    <a:pt x="2807" y="403"/>
                  </a:lnTo>
                  <a:lnTo>
                    <a:pt x="2654" y="384"/>
                  </a:lnTo>
                  <a:lnTo>
                    <a:pt x="2510" y="355"/>
                  </a:lnTo>
                  <a:lnTo>
                    <a:pt x="2232" y="278"/>
                  </a:lnTo>
                  <a:lnTo>
                    <a:pt x="1887" y="412"/>
                  </a:lnTo>
                  <a:lnTo>
                    <a:pt x="1533" y="556"/>
                  </a:lnTo>
                  <a:lnTo>
                    <a:pt x="1179" y="719"/>
                  </a:lnTo>
                  <a:lnTo>
                    <a:pt x="853" y="882"/>
                  </a:lnTo>
                  <a:lnTo>
                    <a:pt x="546" y="1054"/>
                  </a:lnTo>
                  <a:lnTo>
                    <a:pt x="422" y="1131"/>
                  </a:lnTo>
                  <a:lnTo>
                    <a:pt x="297" y="1217"/>
                  </a:lnTo>
                  <a:lnTo>
                    <a:pt x="202" y="1303"/>
                  </a:lnTo>
                  <a:lnTo>
                    <a:pt x="115" y="1389"/>
                  </a:lnTo>
                  <a:lnTo>
                    <a:pt x="48" y="1466"/>
                  </a:lnTo>
                  <a:lnTo>
                    <a:pt x="10" y="1543"/>
                  </a:lnTo>
                  <a:lnTo>
                    <a:pt x="0" y="1571"/>
                  </a:lnTo>
                  <a:lnTo>
                    <a:pt x="10" y="1600"/>
                  </a:lnTo>
                  <a:lnTo>
                    <a:pt x="29" y="1619"/>
                  </a:lnTo>
                  <a:lnTo>
                    <a:pt x="48" y="1638"/>
                  </a:lnTo>
                  <a:lnTo>
                    <a:pt x="87" y="1658"/>
                  </a:lnTo>
                  <a:lnTo>
                    <a:pt x="135" y="1677"/>
                  </a:lnTo>
                  <a:lnTo>
                    <a:pt x="249" y="1686"/>
                  </a:lnTo>
                  <a:lnTo>
                    <a:pt x="393" y="1696"/>
                  </a:lnTo>
                  <a:lnTo>
                    <a:pt x="566" y="1696"/>
                  </a:lnTo>
                  <a:lnTo>
                    <a:pt x="977" y="1677"/>
                  </a:lnTo>
                  <a:lnTo>
                    <a:pt x="1428" y="1648"/>
                  </a:lnTo>
                  <a:lnTo>
                    <a:pt x="1897" y="1600"/>
                  </a:lnTo>
                  <a:lnTo>
                    <a:pt x="2357" y="1562"/>
                  </a:lnTo>
                  <a:lnTo>
                    <a:pt x="2749" y="1543"/>
                  </a:lnTo>
                  <a:lnTo>
                    <a:pt x="3104" y="1533"/>
                  </a:lnTo>
                  <a:lnTo>
                    <a:pt x="3295" y="1533"/>
                  </a:lnTo>
                  <a:lnTo>
                    <a:pt x="3487" y="1514"/>
                  </a:lnTo>
                  <a:lnTo>
                    <a:pt x="3678" y="1485"/>
                  </a:lnTo>
                  <a:lnTo>
                    <a:pt x="3765" y="1456"/>
                  </a:lnTo>
                  <a:lnTo>
                    <a:pt x="3851" y="1428"/>
                  </a:lnTo>
                  <a:lnTo>
                    <a:pt x="3927" y="1399"/>
                  </a:lnTo>
                  <a:lnTo>
                    <a:pt x="4004" y="1361"/>
                  </a:lnTo>
                  <a:lnTo>
                    <a:pt x="4071" y="1313"/>
                  </a:lnTo>
                  <a:lnTo>
                    <a:pt x="4138" y="1255"/>
                  </a:lnTo>
                  <a:lnTo>
                    <a:pt x="527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5"/>
            <p:cNvSpPr/>
            <p:nvPr/>
          </p:nvSpPr>
          <p:spPr>
            <a:xfrm>
              <a:off x="1728790" y="3425460"/>
              <a:ext cx="999449" cy="975071"/>
            </a:xfrm>
            <a:custGeom>
              <a:rect b="b" l="l" r="r" t="t"/>
              <a:pathLst>
                <a:path extrusionOk="0" h="24119" w="24722">
                  <a:moveTo>
                    <a:pt x="16063" y="1"/>
                  </a:moveTo>
                  <a:lnTo>
                    <a:pt x="15728" y="413"/>
                  </a:lnTo>
                  <a:lnTo>
                    <a:pt x="15364" y="872"/>
                  </a:lnTo>
                  <a:lnTo>
                    <a:pt x="14569" y="1916"/>
                  </a:lnTo>
                  <a:lnTo>
                    <a:pt x="13668" y="3104"/>
                  </a:lnTo>
                  <a:lnTo>
                    <a:pt x="12691" y="4426"/>
                  </a:lnTo>
                  <a:lnTo>
                    <a:pt x="11647" y="5843"/>
                  </a:lnTo>
                  <a:lnTo>
                    <a:pt x="10556" y="7347"/>
                  </a:lnTo>
                  <a:lnTo>
                    <a:pt x="8276" y="10508"/>
                  </a:lnTo>
                  <a:lnTo>
                    <a:pt x="5968" y="13717"/>
                  </a:lnTo>
                  <a:lnTo>
                    <a:pt x="3736" y="16801"/>
                  </a:lnTo>
                  <a:lnTo>
                    <a:pt x="2692" y="18247"/>
                  </a:lnTo>
                  <a:lnTo>
                    <a:pt x="1715" y="19588"/>
                  </a:lnTo>
                  <a:lnTo>
                    <a:pt x="815" y="20804"/>
                  </a:lnTo>
                  <a:lnTo>
                    <a:pt x="0" y="21877"/>
                  </a:lnTo>
                  <a:lnTo>
                    <a:pt x="125" y="22078"/>
                  </a:lnTo>
                  <a:lnTo>
                    <a:pt x="259" y="22270"/>
                  </a:lnTo>
                  <a:lnTo>
                    <a:pt x="393" y="22452"/>
                  </a:lnTo>
                  <a:lnTo>
                    <a:pt x="537" y="22634"/>
                  </a:lnTo>
                  <a:lnTo>
                    <a:pt x="681" y="22797"/>
                  </a:lnTo>
                  <a:lnTo>
                    <a:pt x="834" y="22959"/>
                  </a:lnTo>
                  <a:lnTo>
                    <a:pt x="997" y="23113"/>
                  </a:lnTo>
                  <a:lnTo>
                    <a:pt x="1159" y="23256"/>
                  </a:lnTo>
                  <a:lnTo>
                    <a:pt x="1332" y="23390"/>
                  </a:lnTo>
                  <a:lnTo>
                    <a:pt x="1514" y="23515"/>
                  </a:lnTo>
                  <a:lnTo>
                    <a:pt x="1696" y="23640"/>
                  </a:lnTo>
                  <a:lnTo>
                    <a:pt x="1887" y="23754"/>
                  </a:lnTo>
                  <a:lnTo>
                    <a:pt x="2079" y="23850"/>
                  </a:lnTo>
                  <a:lnTo>
                    <a:pt x="2280" y="23946"/>
                  </a:lnTo>
                  <a:lnTo>
                    <a:pt x="2491" y="24032"/>
                  </a:lnTo>
                  <a:lnTo>
                    <a:pt x="2701" y="24118"/>
                  </a:lnTo>
                  <a:lnTo>
                    <a:pt x="3573" y="23343"/>
                  </a:lnTo>
                  <a:lnTo>
                    <a:pt x="4742" y="22289"/>
                  </a:lnTo>
                  <a:lnTo>
                    <a:pt x="7749" y="19559"/>
                  </a:lnTo>
                  <a:lnTo>
                    <a:pt x="11341" y="16274"/>
                  </a:lnTo>
                  <a:lnTo>
                    <a:pt x="15134" y="12788"/>
                  </a:lnTo>
                  <a:lnTo>
                    <a:pt x="21819" y="6638"/>
                  </a:lnTo>
                  <a:lnTo>
                    <a:pt x="24722" y="3956"/>
                  </a:lnTo>
                  <a:lnTo>
                    <a:pt x="16063" y="1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5"/>
            <p:cNvSpPr/>
            <p:nvPr/>
          </p:nvSpPr>
          <p:spPr>
            <a:xfrm>
              <a:off x="3025971" y="3702707"/>
              <a:ext cx="60035" cy="868585"/>
            </a:xfrm>
            <a:custGeom>
              <a:rect b="b" l="l" r="r" t="t"/>
              <a:pathLst>
                <a:path extrusionOk="0" h="21485" w="1485">
                  <a:moveTo>
                    <a:pt x="0" y="1"/>
                  </a:moveTo>
                  <a:lnTo>
                    <a:pt x="0" y="21484"/>
                  </a:lnTo>
                  <a:lnTo>
                    <a:pt x="1485" y="21484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5"/>
            <p:cNvSpPr/>
            <p:nvPr/>
          </p:nvSpPr>
          <p:spPr>
            <a:xfrm>
              <a:off x="2769624" y="4502714"/>
              <a:ext cx="572736" cy="154514"/>
            </a:xfrm>
            <a:custGeom>
              <a:rect b="b" l="l" r="r" t="t"/>
              <a:pathLst>
                <a:path extrusionOk="0" h="3822" w="14167">
                  <a:moveTo>
                    <a:pt x="3630" y="0"/>
                  </a:moveTo>
                  <a:lnTo>
                    <a:pt x="3429" y="19"/>
                  </a:lnTo>
                  <a:lnTo>
                    <a:pt x="3247" y="38"/>
                  </a:lnTo>
                  <a:lnTo>
                    <a:pt x="3056" y="77"/>
                  </a:lnTo>
                  <a:lnTo>
                    <a:pt x="2874" y="115"/>
                  </a:lnTo>
                  <a:lnTo>
                    <a:pt x="2692" y="163"/>
                  </a:lnTo>
                  <a:lnTo>
                    <a:pt x="2510" y="230"/>
                  </a:lnTo>
                  <a:lnTo>
                    <a:pt x="2337" y="297"/>
                  </a:lnTo>
                  <a:lnTo>
                    <a:pt x="2165" y="374"/>
                  </a:lnTo>
                  <a:lnTo>
                    <a:pt x="2002" y="460"/>
                  </a:lnTo>
                  <a:lnTo>
                    <a:pt x="1839" y="546"/>
                  </a:lnTo>
                  <a:lnTo>
                    <a:pt x="1686" y="651"/>
                  </a:lnTo>
                  <a:lnTo>
                    <a:pt x="1533" y="757"/>
                  </a:lnTo>
                  <a:lnTo>
                    <a:pt x="1389" y="872"/>
                  </a:lnTo>
                  <a:lnTo>
                    <a:pt x="1255" y="987"/>
                  </a:lnTo>
                  <a:lnTo>
                    <a:pt x="1121" y="1121"/>
                  </a:lnTo>
                  <a:lnTo>
                    <a:pt x="996" y="1245"/>
                  </a:lnTo>
                  <a:lnTo>
                    <a:pt x="872" y="1389"/>
                  </a:lnTo>
                  <a:lnTo>
                    <a:pt x="757" y="1533"/>
                  </a:lnTo>
                  <a:lnTo>
                    <a:pt x="652" y="1686"/>
                  </a:lnTo>
                  <a:lnTo>
                    <a:pt x="556" y="1839"/>
                  </a:lnTo>
                  <a:lnTo>
                    <a:pt x="460" y="2002"/>
                  </a:lnTo>
                  <a:lnTo>
                    <a:pt x="374" y="2165"/>
                  </a:lnTo>
                  <a:lnTo>
                    <a:pt x="297" y="2337"/>
                  </a:lnTo>
                  <a:lnTo>
                    <a:pt x="230" y="2510"/>
                  </a:lnTo>
                  <a:lnTo>
                    <a:pt x="173" y="2682"/>
                  </a:lnTo>
                  <a:lnTo>
                    <a:pt x="115" y="2864"/>
                  </a:lnTo>
                  <a:lnTo>
                    <a:pt x="77" y="3046"/>
                  </a:lnTo>
                  <a:lnTo>
                    <a:pt x="39" y="3237"/>
                  </a:lnTo>
                  <a:lnTo>
                    <a:pt x="20" y="3429"/>
                  </a:lnTo>
                  <a:lnTo>
                    <a:pt x="0" y="3621"/>
                  </a:lnTo>
                  <a:lnTo>
                    <a:pt x="0" y="3822"/>
                  </a:lnTo>
                  <a:lnTo>
                    <a:pt x="1217" y="3822"/>
                  </a:lnTo>
                  <a:lnTo>
                    <a:pt x="1217" y="3688"/>
                  </a:lnTo>
                  <a:lnTo>
                    <a:pt x="1226" y="3554"/>
                  </a:lnTo>
                  <a:lnTo>
                    <a:pt x="1246" y="3419"/>
                  </a:lnTo>
                  <a:lnTo>
                    <a:pt x="1265" y="3295"/>
                  </a:lnTo>
                  <a:lnTo>
                    <a:pt x="1303" y="3170"/>
                  </a:lnTo>
                  <a:lnTo>
                    <a:pt x="1332" y="3046"/>
                  </a:lnTo>
                  <a:lnTo>
                    <a:pt x="1370" y="2921"/>
                  </a:lnTo>
                  <a:lnTo>
                    <a:pt x="1418" y="2806"/>
                  </a:lnTo>
                  <a:lnTo>
                    <a:pt x="1475" y="2691"/>
                  </a:lnTo>
                  <a:lnTo>
                    <a:pt x="1533" y="2577"/>
                  </a:lnTo>
                  <a:lnTo>
                    <a:pt x="1590" y="2471"/>
                  </a:lnTo>
                  <a:lnTo>
                    <a:pt x="1667" y="2366"/>
                  </a:lnTo>
                  <a:lnTo>
                    <a:pt x="1734" y="2260"/>
                  </a:lnTo>
                  <a:lnTo>
                    <a:pt x="1811" y="2165"/>
                  </a:lnTo>
                  <a:lnTo>
                    <a:pt x="1897" y="2069"/>
                  </a:lnTo>
                  <a:lnTo>
                    <a:pt x="1983" y="1973"/>
                  </a:lnTo>
                  <a:lnTo>
                    <a:pt x="2069" y="1887"/>
                  </a:lnTo>
                  <a:lnTo>
                    <a:pt x="2165" y="1810"/>
                  </a:lnTo>
                  <a:lnTo>
                    <a:pt x="2261" y="1734"/>
                  </a:lnTo>
                  <a:lnTo>
                    <a:pt x="2366" y="1657"/>
                  </a:lnTo>
                  <a:lnTo>
                    <a:pt x="2472" y="1590"/>
                  </a:lnTo>
                  <a:lnTo>
                    <a:pt x="2586" y="1523"/>
                  </a:lnTo>
                  <a:lnTo>
                    <a:pt x="2692" y="1465"/>
                  </a:lnTo>
                  <a:lnTo>
                    <a:pt x="2807" y="1418"/>
                  </a:lnTo>
                  <a:lnTo>
                    <a:pt x="2931" y="1370"/>
                  </a:lnTo>
                  <a:lnTo>
                    <a:pt x="3046" y="1331"/>
                  </a:lnTo>
                  <a:lnTo>
                    <a:pt x="3171" y="1293"/>
                  </a:lnTo>
                  <a:lnTo>
                    <a:pt x="3295" y="1264"/>
                  </a:lnTo>
                  <a:lnTo>
                    <a:pt x="3429" y="1245"/>
                  </a:lnTo>
                  <a:lnTo>
                    <a:pt x="3554" y="1226"/>
                  </a:lnTo>
                  <a:lnTo>
                    <a:pt x="3688" y="1216"/>
                  </a:lnTo>
                  <a:lnTo>
                    <a:pt x="10479" y="1216"/>
                  </a:lnTo>
                  <a:lnTo>
                    <a:pt x="10613" y="1226"/>
                  </a:lnTo>
                  <a:lnTo>
                    <a:pt x="10737" y="1245"/>
                  </a:lnTo>
                  <a:lnTo>
                    <a:pt x="10872" y="1264"/>
                  </a:lnTo>
                  <a:lnTo>
                    <a:pt x="10996" y="1293"/>
                  </a:lnTo>
                  <a:lnTo>
                    <a:pt x="11121" y="1331"/>
                  </a:lnTo>
                  <a:lnTo>
                    <a:pt x="11235" y="1370"/>
                  </a:lnTo>
                  <a:lnTo>
                    <a:pt x="11360" y="1418"/>
                  </a:lnTo>
                  <a:lnTo>
                    <a:pt x="11475" y="1465"/>
                  </a:lnTo>
                  <a:lnTo>
                    <a:pt x="11590" y="1523"/>
                  </a:lnTo>
                  <a:lnTo>
                    <a:pt x="11695" y="1590"/>
                  </a:lnTo>
                  <a:lnTo>
                    <a:pt x="11801" y="1657"/>
                  </a:lnTo>
                  <a:lnTo>
                    <a:pt x="11906" y="1734"/>
                  </a:lnTo>
                  <a:lnTo>
                    <a:pt x="12002" y="1810"/>
                  </a:lnTo>
                  <a:lnTo>
                    <a:pt x="12098" y="1887"/>
                  </a:lnTo>
                  <a:lnTo>
                    <a:pt x="12184" y="1973"/>
                  </a:lnTo>
                  <a:lnTo>
                    <a:pt x="12270" y="2069"/>
                  </a:lnTo>
                  <a:lnTo>
                    <a:pt x="12356" y="2165"/>
                  </a:lnTo>
                  <a:lnTo>
                    <a:pt x="12433" y="2260"/>
                  </a:lnTo>
                  <a:lnTo>
                    <a:pt x="12509" y="2366"/>
                  </a:lnTo>
                  <a:lnTo>
                    <a:pt x="12576" y="2471"/>
                  </a:lnTo>
                  <a:lnTo>
                    <a:pt x="12634" y="2577"/>
                  </a:lnTo>
                  <a:lnTo>
                    <a:pt x="12691" y="2691"/>
                  </a:lnTo>
                  <a:lnTo>
                    <a:pt x="12749" y="2806"/>
                  </a:lnTo>
                  <a:lnTo>
                    <a:pt x="12797" y="2921"/>
                  </a:lnTo>
                  <a:lnTo>
                    <a:pt x="12835" y="3046"/>
                  </a:lnTo>
                  <a:lnTo>
                    <a:pt x="12873" y="3170"/>
                  </a:lnTo>
                  <a:lnTo>
                    <a:pt x="12902" y="3295"/>
                  </a:lnTo>
                  <a:lnTo>
                    <a:pt x="12921" y="3419"/>
                  </a:lnTo>
                  <a:lnTo>
                    <a:pt x="12940" y="3554"/>
                  </a:lnTo>
                  <a:lnTo>
                    <a:pt x="12950" y="3688"/>
                  </a:lnTo>
                  <a:lnTo>
                    <a:pt x="12950" y="3822"/>
                  </a:lnTo>
                  <a:lnTo>
                    <a:pt x="14166" y="3822"/>
                  </a:lnTo>
                  <a:lnTo>
                    <a:pt x="14166" y="3621"/>
                  </a:lnTo>
                  <a:lnTo>
                    <a:pt x="14147" y="3429"/>
                  </a:lnTo>
                  <a:lnTo>
                    <a:pt x="14128" y="3237"/>
                  </a:lnTo>
                  <a:lnTo>
                    <a:pt x="14090" y="3046"/>
                  </a:lnTo>
                  <a:lnTo>
                    <a:pt x="14051" y="2864"/>
                  </a:lnTo>
                  <a:lnTo>
                    <a:pt x="13994" y="2682"/>
                  </a:lnTo>
                  <a:lnTo>
                    <a:pt x="13936" y="2510"/>
                  </a:lnTo>
                  <a:lnTo>
                    <a:pt x="13869" y="2337"/>
                  </a:lnTo>
                  <a:lnTo>
                    <a:pt x="13793" y="2165"/>
                  </a:lnTo>
                  <a:lnTo>
                    <a:pt x="13707" y="2002"/>
                  </a:lnTo>
                  <a:lnTo>
                    <a:pt x="13611" y="1839"/>
                  </a:lnTo>
                  <a:lnTo>
                    <a:pt x="13515" y="1686"/>
                  </a:lnTo>
                  <a:lnTo>
                    <a:pt x="13410" y="1533"/>
                  </a:lnTo>
                  <a:lnTo>
                    <a:pt x="13295" y="1389"/>
                  </a:lnTo>
                  <a:lnTo>
                    <a:pt x="13170" y="1245"/>
                  </a:lnTo>
                  <a:lnTo>
                    <a:pt x="13046" y="1121"/>
                  </a:lnTo>
                  <a:lnTo>
                    <a:pt x="12912" y="987"/>
                  </a:lnTo>
                  <a:lnTo>
                    <a:pt x="12778" y="872"/>
                  </a:lnTo>
                  <a:lnTo>
                    <a:pt x="12634" y="757"/>
                  </a:lnTo>
                  <a:lnTo>
                    <a:pt x="12481" y="651"/>
                  </a:lnTo>
                  <a:lnTo>
                    <a:pt x="12327" y="546"/>
                  </a:lnTo>
                  <a:lnTo>
                    <a:pt x="12165" y="460"/>
                  </a:lnTo>
                  <a:lnTo>
                    <a:pt x="12002" y="374"/>
                  </a:lnTo>
                  <a:lnTo>
                    <a:pt x="11829" y="297"/>
                  </a:lnTo>
                  <a:lnTo>
                    <a:pt x="11657" y="230"/>
                  </a:lnTo>
                  <a:lnTo>
                    <a:pt x="11475" y="163"/>
                  </a:lnTo>
                  <a:lnTo>
                    <a:pt x="11303" y="115"/>
                  </a:lnTo>
                  <a:lnTo>
                    <a:pt x="11111" y="77"/>
                  </a:lnTo>
                  <a:lnTo>
                    <a:pt x="10929" y="38"/>
                  </a:lnTo>
                  <a:lnTo>
                    <a:pt x="10737" y="19"/>
                  </a:lnTo>
                  <a:lnTo>
                    <a:pt x="1053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5"/>
            <p:cNvSpPr/>
            <p:nvPr/>
          </p:nvSpPr>
          <p:spPr>
            <a:xfrm>
              <a:off x="2991123" y="3677925"/>
              <a:ext cx="129732" cy="201774"/>
            </a:xfrm>
            <a:custGeom>
              <a:rect b="b" l="l" r="r" t="t"/>
              <a:pathLst>
                <a:path extrusionOk="0" h="4991" w="3209">
                  <a:moveTo>
                    <a:pt x="0" y="1"/>
                  </a:moveTo>
                  <a:lnTo>
                    <a:pt x="603" y="4991"/>
                  </a:lnTo>
                  <a:lnTo>
                    <a:pt x="2605" y="4991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2638357" y="3666323"/>
              <a:ext cx="835273" cy="68565"/>
            </a:xfrm>
            <a:custGeom>
              <a:rect b="b" l="l" r="r" t="t"/>
              <a:pathLst>
                <a:path extrusionOk="0" h="1696" w="20661">
                  <a:moveTo>
                    <a:pt x="0" y="0"/>
                  </a:moveTo>
                  <a:lnTo>
                    <a:pt x="0" y="1696"/>
                  </a:lnTo>
                  <a:lnTo>
                    <a:pt x="20660" y="1696"/>
                  </a:lnTo>
                  <a:lnTo>
                    <a:pt x="2066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2608158" y="3560607"/>
              <a:ext cx="895671" cy="132845"/>
            </a:xfrm>
            <a:custGeom>
              <a:rect b="b" l="l" r="r" t="t"/>
              <a:pathLst>
                <a:path extrusionOk="0" h="3286" w="22155">
                  <a:moveTo>
                    <a:pt x="3286" y="0"/>
                  </a:moveTo>
                  <a:lnTo>
                    <a:pt x="3113" y="10"/>
                  </a:lnTo>
                  <a:lnTo>
                    <a:pt x="2950" y="20"/>
                  </a:lnTo>
                  <a:lnTo>
                    <a:pt x="2788" y="39"/>
                  </a:lnTo>
                  <a:lnTo>
                    <a:pt x="2625" y="68"/>
                  </a:lnTo>
                  <a:lnTo>
                    <a:pt x="2462" y="106"/>
                  </a:lnTo>
                  <a:lnTo>
                    <a:pt x="2309" y="154"/>
                  </a:lnTo>
                  <a:lnTo>
                    <a:pt x="2155" y="202"/>
                  </a:lnTo>
                  <a:lnTo>
                    <a:pt x="2012" y="259"/>
                  </a:lnTo>
                  <a:lnTo>
                    <a:pt x="1858" y="326"/>
                  </a:lnTo>
                  <a:lnTo>
                    <a:pt x="1724" y="403"/>
                  </a:lnTo>
                  <a:lnTo>
                    <a:pt x="1581" y="479"/>
                  </a:lnTo>
                  <a:lnTo>
                    <a:pt x="1447" y="566"/>
                  </a:lnTo>
                  <a:lnTo>
                    <a:pt x="1322" y="652"/>
                  </a:lnTo>
                  <a:lnTo>
                    <a:pt x="1198" y="757"/>
                  </a:lnTo>
                  <a:lnTo>
                    <a:pt x="1083" y="853"/>
                  </a:lnTo>
                  <a:lnTo>
                    <a:pt x="968" y="968"/>
                  </a:lnTo>
                  <a:lnTo>
                    <a:pt x="853" y="1083"/>
                  </a:lnTo>
                  <a:lnTo>
                    <a:pt x="757" y="1198"/>
                  </a:lnTo>
                  <a:lnTo>
                    <a:pt x="652" y="1322"/>
                  </a:lnTo>
                  <a:lnTo>
                    <a:pt x="565" y="1447"/>
                  </a:lnTo>
                  <a:lnTo>
                    <a:pt x="479" y="1581"/>
                  </a:lnTo>
                  <a:lnTo>
                    <a:pt x="403" y="1725"/>
                  </a:lnTo>
                  <a:lnTo>
                    <a:pt x="326" y="1859"/>
                  </a:lnTo>
                  <a:lnTo>
                    <a:pt x="259" y="2012"/>
                  </a:lnTo>
                  <a:lnTo>
                    <a:pt x="201" y="2156"/>
                  </a:lnTo>
                  <a:lnTo>
                    <a:pt x="154" y="2309"/>
                  </a:lnTo>
                  <a:lnTo>
                    <a:pt x="106" y="2462"/>
                  </a:lnTo>
                  <a:lnTo>
                    <a:pt x="67" y="2625"/>
                  </a:lnTo>
                  <a:lnTo>
                    <a:pt x="39" y="2788"/>
                  </a:lnTo>
                  <a:lnTo>
                    <a:pt x="19" y="2951"/>
                  </a:lnTo>
                  <a:lnTo>
                    <a:pt x="10" y="3113"/>
                  </a:lnTo>
                  <a:lnTo>
                    <a:pt x="0" y="3286"/>
                  </a:lnTo>
                  <a:lnTo>
                    <a:pt x="22154" y="3286"/>
                  </a:lnTo>
                  <a:lnTo>
                    <a:pt x="22145" y="3113"/>
                  </a:lnTo>
                  <a:lnTo>
                    <a:pt x="22135" y="2951"/>
                  </a:lnTo>
                  <a:lnTo>
                    <a:pt x="22116" y="2788"/>
                  </a:lnTo>
                  <a:lnTo>
                    <a:pt x="22087" y="2625"/>
                  </a:lnTo>
                  <a:lnTo>
                    <a:pt x="22049" y="2462"/>
                  </a:lnTo>
                  <a:lnTo>
                    <a:pt x="22001" y="2309"/>
                  </a:lnTo>
                  <a:lnTo>
                    <a:pt x="21953" y="2156"/>
                  </a:lnTo>
                  <a:lnTo>
                    <a:pt x="21896" y="2012"/>
                  </a:lnTo>
                  <a:lnTo>
                    <a:pt x="21829" y="1859"/>
                  </a:lnTo>
                  <a:lnTo>
                    <a:pt x="21752" y="1725"/>
                  </a:lnTo>
                  <a:lnTo>
                    <a:pt x="21676" y="1581"/>
                  </a:lnTo>
                  <a:lnTo>
                    <a:pt x="21589" y="1447"/>
                  </a:lnTo>
                  <a:lnTo>
                    <a:pt x="21503" y="1322"/>
                  </a:lnTo>
                  <a:lnTo>
                    <a:pt x="21407" y="1198"/>
                  </a:lnTo>
                  <a:lnTo>
                    <a:pt x="21302" y="1083"/>
                  </a:lnTo>
                  <a:lnTo>
                    <a:pt x="21187" y="968"/>
                  </a:lnTo>
                  <a:lnTo>
                    <a:pt x="21082" y="853"/>
                  </a:lnTo>
                  <a:lnTo>
                    <a:pt x="20957" y="757"/>
                  </a:lnTo>
                  <a:lnTo>
                    <a:pt x="20833" y="652"/>
                  </a:lnTo>
                  <a:lnTo>
                    <a:pt x="20708" y="566"/>
                  </a:lnTo>
                  <a:lnTo>
                    <a:pt x="20574" y="479"/>
                  </a:lnTo>
                  <a:lnTo>
                    <a:pt x="20430" y="403"/>
                  </a:lnTo>
                  <a:lnTo>
                    <a:pt x="20296" y="326"/>
                  </a:lnTo>
                  <a:lnTo>
                    <a:pt x="20153" y="259"/>
                  </a:lnTo>
                  <a:lnTo>
                    <a:pt x="19999" y="202"/>
                  </a:lnTo>
                  <a:lnTo>
                    <a:pt x="19846" y="154"/>
                  </a:lnTo>
                  <a:lnTo>
                    <a:pt x="19693" y="106"/>
                  </a:lnTo>
                  <a:lnTo>
                    <a:pt x="19530" y="68"/>
                  </a:lnTo>
                  <a:lnTo>
                    <a:pt x="19367" y="39"/>
                  </a:lnTo>
                  <a:lnTo>
                    <a:pt x="19204" y="20"/>
                  </a:lnTo>
                  <a:lnTo>
                    <a:pt x="19042" y="10"/>
                  </a:lnTo>
                  <a:lnTo>
                    <a:pt x="188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2727418" y="3376301"/>
              <a:ext cx="506516" cy="60439"/>
            </a:xfrm>
            <a:custGeom>
              <a:rect b="b" l="l" r="r" t="t"/>
              <a:pathLst>
                <a:path extrusionOk="0" h="1495" w="12529">
                  <a:moveTo>
                    <a:pt x="39" y="0"/>
                  </a:moveTo>
                  <a:lnTo>
                    <a:pt x="0" y="537"/>
                  </a:lnTo>
                  <a:lnTo>
                    <a:pt x="12481" y="1494"/>
                  </a:lnTo>
                  <a:lnTo>
                    <a:pt x="12529" y="94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87A0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2636821" y="1931606"/>
              <a:ext cx="169998" cy="314445"/>
            </a:xfrm>
            <a:custGeom>
              <a:rect b="b" l="l" r="r" t="t"/>
              <a:pathLst>
                <a:path extrusionOk="0" h="7778" w="4205">
                  <a:moveTo>
                    <a:pt x="1839" y="0"/>
                  </a:moveTo>
                  <a:lnTo>
                    <a:pt x="1782" y="20"/>
                  </a:lnTo>
                  <a:lnTo>
                    <a:pt x="1724" y="48"/>
                  </a:lnTo>
                  <a:lnTo>
                    <a:pt x="1686" y="96"/>
                  </a:lnTo>
                  <a:lnTo>
                    <a:pt x="1648" y="144"/>
                  </a:lnTo>
                  <a:lnTo>
                    <a:pt x="1628" y="202"/>
                  </a:lnTo>
                  <a:lnTo>
                    <a:pt x="0" y="7663"/>
                  </a:lnTo>
                  <a:lnTo>
                    <a:pt x="517" y="7778"/>
                  </a:lnTo>
                  <a:lnTo>
                    <a:pt x="2069" y="671"/>
                  </a:lnTo>
                  <a:lnTo>
                    <a:pt x="3946" y="1744"/>
                  </a:lnTo>
                  <a:lnTo>
                    <a:pt x="4205" y="1293"/>
                  </a:lnTo>
                  <a:lnTo>
                    <a:pt x="2011" y="29"/>
                  </a:lnTo>
                  <a:lnTo>
                    <a:pt x="1964" y="10"/>
                  </a:lnTo>
                  <a:lnTo>
                    <a:pt x="1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5"/>
            <p:cNvSpPr/>
            <p:nvPr/>
          </p:nvSpPr>
          <p:spPr>
            <a:xfrm>
              <a:off x="2378129" y="3053371"/>
              <a:ext cx="1130353" cy="532066"/>
            </a:xfrm>
            <a:custGeom>
              <a:rect b="b" l="l" r="r" t="t"/>
              <a:pathLst>
                <a:path extrusionOk="0" h="13161" w="27960">
                  <a:moveTo>
                    <a:pt x="13975" y="0"/>
                  </a:moveTo>
                  <a:lnTo>
                    <a:pt x="13458" y="278"/>
                  </a:lnTo>
                  <a:lnTo>
                    <a:pt x="12079" y="1006"/>
                  </a:lnTo>
                  <a:lnTo>
                    <a:pt x="11159" y="1504"/>
                  </a:lnTo>
                  <a:lnTo>
                    <a:pt x="10125" y="2069"/>
                  </a:lnTo>
                  <a:lnTo>
                    <a:pt x="9014" y="2682"/>
                  </a:lnTo>
                  <a:lnTo>
                    <a:pt x="7865" y="3343"/>
                  </a:lnTo>
                  <a:lnTo>
                    <a:pt x="6715" y="4023"/>
                  </a:lnTo>
                  <a:lnTo>
                    <a:pt x="6140" y="4368"/>
                  </a:lnTo>
                  <a:lnTo>
                    <a:pt x="5585" y="4713"/>
                  </a:lnTo>
                  <a:lnTo>
                    <a:pt x="5039" y="5048"/>
                  </a:lnTo>
                  <a:lnTo>
                    <a:pt x="4522" y="5393"/>
                  </a:lnTo>
                  <a:lnTo>
                    <a:pt x="4024" y="5718"/>
                  </a:lnTo>
                  <a:lnTo>
                    <a:pt x="3554" y="6044"/>
                  </a:lnTo>
                  <a:lnTo>
                    <a:pt x="3123" y="6360"/>
                  </a:lnTo>
                  <a:lnTo>
                    <a:pt x="2721" y="6667"/>
                  </a:lnTo>
                  <a:lnTo>
                    <a:pt x="2367" y="6954"/>
                  </a:lnTo>
                  <a:lnTo>
                    <a:pt x="2060" y="7222"/>
                  </a:lnTo>
                  <a:lnTo>
                    <a:pt x="1917" y="7356"/>
                  </a:lnTo>
                  <a:lnTo>
                    <a:pt x="1792" y="7481"/>
                  </a:lnTo>
                  <a:lnTo>
                    <a:pt x="1687" y="7605"/>
                  </a:lnTo>
                  <a:lnTo>
                    <a:pt x="1591" y="7720"/>
                  </a:lnTo>
                  <a:lnTo>
                    <a:pt x="1514" y="7835"/>
                  </a:lnTo>
                  <a:lnTo>
                    <a:pt x="1447" y="7940"/>
                  </a:lnTo>
                  <a:lnTo>
                    <a:pt x="1399" y="8036"/>
                  </a:lnTo>
                  <a:lnTo>
                    <a:pt x="1361" y="8132"/>
                  </a:lnTo>
                  <a:lnTo>
                    <a:pt x="1" y="13160"/>
                  </a:lnTo>
                  <a:lnTo>
                    <a:pt x="22787" y="12136"/>
                  </a:lnTo>
                  <a:lnTo>
                    <a:pt x="27959" y="2874"/>
                  </a:lnTo>
                  <a:lnTo>
                    <a:pt x="13975" y="0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5"/>
            <p:cNvSpPr/>
            <p:nvPr/>
          </p:nvSpPr>
          <p:spPr>
            <a:xfrm>
              <a:off x="2548892" y="2179787"/>
              <a:ext cx="691229" cy="743906"/>
            </a:xfrm>
            <a:custGeom>
              <a:rect b="b" l="l" r="r" t="t"/>
              <a:pathLst>
                <a:path extrusionOk="0" h="18401" w="17098">
                  <a:moveTo>
                    <a:pt x="16169" y="1"/>
                  </a:moveTo>
                  <a:lnTo>
                    <a:pt x="16102" y="11"/>
                  </a:lnTo>
                  <a:lnTo>
                    <a:pt x="15958" y="49"/>
                  </a:lnTo>
                  <a:lnTo>
                    <a:pt x="15805" y="106"/>
                  </a:lnTo>
                  <a:lnTo>
                    <a:pt x="15651" y="192"/>
                  </a:lnTo>
                  <a:lnTo>
                    <a:pt x="15489" y="298"/>
                  </a:lnTo>
                  <a:lnTo>
                    <a:pt x="15316" y="422"/>
                  </a:lnTo>
                  <a:lnTo>
                    <a:pt x="15134" y="566"/>
                  </a:lnTo>
                  <a:lnTo>
                    <a:pt x="14962" y="729"/>
                  </a:lnTo>
                  <a:lnTo>
                    <a:pt x="14770" y="911"/>
                  </a:lnTo>
                  <a:lnTo>
                    <a:pt x="14579" y="1112"/>
                  </a:lnTo>
                  <a:lnTo>
                    <a:pt x="14387" y="1323"/>
                  </a:lnTo>
                  <a:lnTo>
                    <a:pt x="14186" y="1553"/>
                  </a:lnTo>
                  <a:lnTo>
                    <a:pt x="13985" y="1792"/>
                  </a:lnTo>
                  <a:lnTo>
                    <a:pt x="13573" y="2319"/>
                  </a:lnTo>
                  <a:lnTo>
                    <a:pt x="13152" y="2884"/>
                  </a:lnTo>
                  <a:lnTo>
                    <a:pt x="12721" y="3487"/>
                  </a:lnTo>
                  <a:lnTo>
                    <a:pt x="12290" y="4120"/>
                  </a:lnTo>
                  <a:lnTo>
                    <a:pt x="11868" y="4780"/>
                  </a:lnTo>
                  <a:lnTo>
                    <a:pt x="11437" y="5441"/>
                  </a:lnTo>
                  <a:lnTo>
                    <a:pt x="11025" y="6121"/>
                  </a:lnTo>
                  <a:lnTo>
                    <a:pt x="10623" y="6792"/>
                  </a:lnTo>
                  <a:lnTo>
                    <a:pt x="10230" y="7453"/>
                  </a:lnTo>
                  <a:lnTo>
                    <a:pt x="9847" y="8094"/>
                  </a:lnTo>
                  <a:lnTo>
                    <a:pt x="9167" y="9301"/>
                  </a:lnTo>
                  <a:lnTo>
                    <a:pt x="8592" y="10345"/>
                  </a:lnTo>
                  <a:lnTo>
                    <a:pt x="8142" y="11169"/>
                  </a:lnTo>
                  <a:lnTo>
                    <a:pt x="7759" y="11907"/>
                  </a:lnTo>
                  <a:lnTo>
                    <a:pt x="202" y="1802"/>
                  </a:lnTo>
                  <a:lnTo>
                    <a:pt x="1" y="3832"/>
                  </a:lnTo>
                  <a:lnTo>
                    <a:pt x="231" y="4455"/>
                  </a:lnTo>
                  <a:lnTo>
                    <a:pt x="489" y="5173"/>
                  </a:lnTo>
                  <a:lnTo>
                    <a:pt x="834" y="6102"/>
                  </a:lnTo>
                  <a:lnTo>
                    <a:pt x="1256" y="7204"/>
                  </a:lnTo>
                  <a:lnTo>
                    <a:pt x="1734" y="8439"/>
                  </a:lnTo>
                  <a:lnTo>
                    <a:pt x="2271" y="9751"/>
                  </a:lnTo>
                  <a:lnTo>
                    <a:pt x="2549" y="10432"/>
                  </a:lnTo>
                  <a:lnTo>
                    <a:pt x="2846" y="11112"/>
                  </a:lnTo>
                  <a:lnTo>
                    <a:pt x="3142" y="11792"/>
                  </a:lnTo>
                  <a:lnTo>
                    <a:pt x="3449" y="12472"/>
                  </a:lnTo>
                  <a:lnTo>
                    <a:pt x="3755" y="13142"/>
                  </a:lnTo>
                  <a:lnTo>
                    <a:pt x="4072" y="13793"/>
                  </a:lnTo>
                  <a:lnTo>
                    <a:pt x="4388" y="14416"/>
                  </a:lnTo>
                  <a:lnTo>
                    <a:pt x="4704" y="15019"/>
                  </a:lnTo>
                  <a:lnTo>
                    <a:pt x="5010" y="15594"/>
                  </a:lnTo>
                  <a:lnTo>
                    <a:pt x="5326" y="16121"/>
                  </a:lnTo>
                  <a:lnTo>
                    <a:pt x="5633" y="16609"/>
                  </a:lnTo>
                  <a:lnTo>
                    <a:pt x="5786" y="16839"/>
                  </a:lnTo>
                  <a:lnTo>
                    <a:pt x="5939" y="17060"/>
                  </a:lnTo>
                  <a:lnTo>
                    <a:pt x="6083" y="17261"/>
                  </a:lnTo>
                  <a:lnTo>
                    <a:pt x="6236" y="17443"/>
                  </a:lnTo>
                  <a:lnTo>
                    <a:pt x="6380" y="17615"/>
                  </a:lnTo>
                  <a:lnTo>
                    <a:pt x="6524" y="17778"/>
                  </a:lnTo>
                  <a:lnTo>
                    <a:pt x="6658" y="17912"/>
                  </a:lnTo>
                  <a:lnTo>
                    <a:pt x="6801" y="18037"/>
                  </a:lnTo>
                  <a:lnTo>
                    <a:pt x="6935" y="18142"/>
                  </a:lnTo>
                  <a:lnTo>
                    <a:pt x="7069" y="18238"/>
                  </a:lnTo>
                  <a:lnTo>
                    <a:pt x="7194" y="18305"/>
                  </a:lnTo>
                  <a:lnTo>
                    <a:pt x="7319" y="18362"/>
                  </a:lnTo>
                  <a:lnTo>
                    <a:pt x="7443" y="18391"/>
                  </a:lnTo>
                  <a:lnTo>
                    <a:pt x="7568" y="18400"/>
                  </a:lnTo>
                  <a:lnTo>
                    <a:pt x="7721" y="18391"/>
                  </a:lnTo>
                  <a:lnTo>
                    <a:pt x="7884" y="18372"/>
                  </a:lnTo>
                  <a:lnTo>
                    <a:pt x="8056" y="18343"/>
                  </a:lnTo>
                  <a:lnTo>
                    <a:pt x="8228" y="18295"/>
                  </a:lnTo>
                  <a:lnTo>
                    <a:pt x="8410" y="18228"/>
                  </a:lnTo>
                  <a:lnTo>
                    <a:pt x="8583" y="18161"/>
                  </a:lnTo>
                  <a:lnTo>
                    <a:pt x="8765" y="18075"/>
                  </a:lnTo>
                  <a:lnTo>
                    <a:pt x="8956" y="17979"/>
                  </a:lnTo>
                  <a:lnTo>
                    <a:pt x="9138" y="17874"/>
                  </a:lnTo>
                  <a:lnTo>
                    <a:pt x="9330" y="17759"/>
                  </a:lnTo>
                  <a:lnTo>
                    <a:pt x="9531" y="17625"/>
                  </a:lnTo>
                  <a:lnTo>
                    <a:pt x="9723" y="17481"/>
                  </a:lnTo>
                  <a:lnTo>
                    <a:pt x="9924" y="17328"/>
                  </a:lnTo>
                  <a:lnTo>
                    <a:pt x="10115" y="17165"/>
                  </a:lnTo>
                  <a:lnTo>
                    <a:pt x="10316" y="17002"/>
                  </a:lnTo>
                  <a:lnTo>
                    <a:pt x="10518" y="16820"/>
                  </a:lnTo>
                  <a:lnTo>
                    <a:pt x="10719" y="16629"/>
                  </a:lnTo>
                  <a:lnTo>
                    <a:pt x="10929" y="16427"/>
                  </a:lnTo>
                  <a:lnTo>
                    <a:pt x="11131" y="16217"/>
                  </a:lnTo>
                  <a:lnTo>
                    <a:pt x="11332" y="15996"/>
                  </a:lnTo>
                  <a:lnTo>
                    <a:pt x="11744" y="15537"/>
                  </a:lnTo>
                  <a:lnTo>
                    <a:pt x="12146" y="15039"/>
                  </a:lnTo>
                  <a:lnTo>
                    <a:pt x="12548" y="14512"/>
                  </a:lnTo>
                  <a:lnTo>
                    <a:pt x="12941" y="13966"/>
                  </a:lnTo>
                  <a:lnTo>
                    <a:pt x="13334" y="13391"/>
                  </a:lnTo>
                  <a:lnTo>
                    <a:pt x="13717" y="12788"/>
                  </a:lnTo>
                  <a:lnTo>
                    <a:pt x="14081" y="12165"/>
                  </a:lnTo>
                  <a:lnTo>
                    <a:pt x="14435" y="11533"/>
                  </a:lnTo>
                  <a:lnTo>
                    <a:pt x="14780" y="10872"/>
                  </a:lnTo>
                  <a:lnTo>
                    <a:pt x="15106" y="10202"/>
                  </a:lnTo>
                  <a:lnTo>
                    <a:pt x="15412" y="9512"/>
                  </a:lnTo>
                  <a:lnTo>
                    <a:pt x="15565" y="9167"/>
                  </a:lnTo>
                  <a:lnTo>
                    <a:pt x="15699" y="8822"/>
                  </a:lnTo>
                  <a:lnTo>
                    <a:pt x="15843" y="8468"/>
                  </a:lnTo>
                  <a:lnTo>
                    <a:pt x="15968" y="8114"/>
                  </a:lnTo>
                  <a:lnTo>
                    <a:pt x="16092" y="7759"/>
                  </a:lnTo>
                  <a:lnTo>
                    <a:pt x="16207" y="7405"/>
                  </a:lnTo>
                  <a:lnTo>
                    <a:pt x="16322" y="7050"/>
                  </a:lnTo>
                  <a:lnTo>
                    <a:pt x="16427" y="6696"/>
                  </a:lnTo>
                  <a:lnTo>
                    <a:pt x="16523" y="6342"/>
                  </a:lnTo>
                  <a:lnTo>
                    <a:pt x="16619" y="5978"/>
                  </a:lnTo>
                  <a:lnTo>
                    <a:pt x="16705" y="5623"/>
                  </a:lnTo>
                  <a:lnTo>
                    <a:pt x="16782" y="5259"/>
                  </a:lnTo>
                  <a:lnTo>
                    <a:pt x="16849" y="4905"/>
                  </a:lnTo>
                  <a:lnTo>
                    <a:pt x="16906" y="4551"/>
                  </a:lnTo>
                  <a:lnTo>
                    <a:pt x="16964" y="4196"/>
                  </a:lnTo>
                  <a:lnTo>
                    <a:pt x="17002" y="3842"/>
                  </a:lnTo>
                  <a:lnTo>
                    <a:pt x="17040" y="3487"/>
                  </a:lnTo>
                  <a:lnTo>
                    <a:pt x="17069" y="3143"/>
                  </a:lnTo>
                  <a:lnTo>
                    <a:pt x="17088" y="2788"/>
                  </a:lnTo>
                  <a:lnTo>
                    <a:pt x="17098" y="2443"/>
                  </a:lnTo>
                  <a:lnTo>
                    <a:pt x="17098" y="2099"/>
                  </a:lnTo>
                  <a:lnTo>
                    <a:pt x="17079" y="1763"/>
                  </a:lnTo>
                  <a:lnTo>
                    <a:pt x="17059" y="1438"/>
                  </a:lnTo>
                  <a:lnTo>
                    <a:pt x="17031" y="1150"/>
                  </a:lnTo>
                  <a:lnTo>
                    <a:pt x="16983" y="901"/>
                  </a:lnTo>
                  <a:lnTo>
                    <a:pt x="16925" y="681"/>
                  </a:lnTo>
                  <a:lnTo>
                    <a:pt x="16858" y="499"/>
                  </a:lnTo>
                  <a:lnTo>
                    <a:pt x="16820" y="413"/>
                  </a:lnTo>
                  <a:lnTo>
                    <a:pt x="16772" y="346"/>
                  </a:lnTo>
                  <a:lnTo>
                    <a:pt x="16734" y="279"/>
                  </a:lnTo>
                  <a:lnTo>
                    <a:pt x="16686" y="221"/>
                  </a:lnTo>
                  <a:lnTo>
                    <a:pt x="16638" y="164"/>
                  </a:lnTo>
                  <a:lnTo>
                    <a:pt x="16590" y="125"/>
                  </a:lnTo>
                  <a:lnTo>
                    <a:pt x="16533" y="87"/>
                  </a:lnTo>
                  <a:lnTo>
                    <a:pt x="16475" y="58"/>
                  </a:lnTo>
                  <a:lnTo>
                    <a:pt x="16418" y="30"/>
                  </a:lnTo>
                  <a:lnTo>
                    <a:pt x="16360" y="20"/>
                  </a:lnTo>
                  <a:lnTo>
                    <a:pt x="16293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5"/>
            <p:cNvSpPr/>
            <p:nvPr/>
          </p:nvSpPr>
          <p:spPr>
            <a:xfrm>
              <a:off x="2861757" y="2179019"/>
              <a:ext cx="379129" cy="650964"/>
            </a:xfrm>
            <a:custGeom>
              <a:rect b="b" l="l" r="r" t="t"/>
              <a:pathLst>
                <a:path extrusionOk="0" h="16102" w="9378">
                  <a:moveTo>
                    <a:pt x="8363" y="1"/>
                  </a:moveTo>
                  <a:lnTo>
                    <a:pt x="8229" y="20"/>
                  </a:lnTo>
                  <a:lnTo>
                    <a:pt x="8094" y="68"/>
                  </a:lnTo>
                  <a:lnTo>
                    <a:pt x="7951" y="125"/>
                  </a:lnTo>
                  <a:lnTo>
                    <a:pt x="7798" y="202"/>
                  </a:lnTo>
                  <a:lnTo>
                    <a:pt x="7644" y="298"/>
                  </a:lnTo>
                  <a:lnTo>
                    <a:pt x="7491" y="413"/>
                  </a:lnTo>
                  <a:lnTo>
                    <a:pt x="7319" y="547"/>
                  </a:lnTo>
                  <a:lnTo>
                    <a:pt x="7156" y="690"/>
                  </a:lnTo>
                  <a:lnTo>
                    <a:pt x="6983" y="844"/>
                  </a:lnTo>
                  <a:lnTo>
                    <a:pt x="6801" y="1016"/>
                  </a:lnTo>
                  <a:lnTo>
                    <a:pt x="6619" y="1198"/>
                  </a:lnTo>
                  <a:lnTo>
                    <a:pt x="6246" y="1610"/>
                  </a:lnTo>
                  <a:lnTo>
                    <a:pt x="5863" y="2060"/>
                  </a:lnTo>
                  <a:lnTo>
                    <a:pt x="5480" y="2549"/>
                  </a:lnTo>
                  <a:lnTo>
                    <a:pt x="5077" y="3066"/>
                  </a:lnTo>
                  <a:lnTo>
                    <a:pt x="4675" y="3612"/>
                  </a:lnTo>
                  <a:lnTo>
                    <a:pt x="4282" y="4186"/>
                  </a:lnTo>
                  <a:lnTo>
                    <a:pt x="3880" y="4771"/>
                  </a:lnTo>
                  <a:lnTo>
                    <a:pt x="3487" y="5365"/>
                  </a:lnTo>
                  <a:lnTo>
                    <a:pt x="3104" y="5958"/>
                  </a:lnTo>
                  <a:lnTo>
                    <a:pt x="2721" y="6562"/>
                  </a:lnTo>
                  <a:lnTo>
                    <a:pt x="2357" y="7146"/>
                  </a:lnTo>
                  <a:lnTo>
                    <a:pt x="2003" y="7730"/>
                  </a:lnTo>
                  <a:lnTo>
                    <a:pt x="1351" y="8822"/>
                  </a:lnTo>
                  <a:lnTo>
                    <a:pt x="786" y="9799"/>
                  </a:lnTo>
                  <a:lnTo>
                    <a:pt x="336" y="10623"/>
                  </a:lnTo>
                  <a:lnTo>
                    <a:pt x="1" y="11226"/>
                  </a:lnTo>
                  <a:lnTo>
                    <a:pt x="3909" y="16102"/>
                  </a:lnTo>
                  <a:lnTo>
                    <a:pt x="4072" y="16063"/>
                  </a:lnTo>
                  <a:lnTo>
                    <a:pt x="4234" y="16015"/>
                  </a:lnTo>
                  <a:lnTo>
                    <a:pt x="4388" y="15967"/>
                  </a:lnTo>
                  <a:lnTo>
                    <a:pt x="4541" y="15900"/>
                  </a:lnTo>
                  <a:lnTo>
                    <a:pt x="4694" y="15833"/>
                  </a:lnTo>
                  <a:lnTo>
                    <a:pt x="4847" y="15757"/>
                  </a:lnTo>
                  <a:lnTo>
                    <a:pt x="5001" y="15671"/>
                  </a:lnTo>
                  <a:lnTo>
                    <a:pt x="5154" y="15575"/>
                  </a:lnTo>
                  <a:lnTo>
                    <a:pt x="5298" y="15469"/>
                  </a:lnTo>
                  <a:lnTo>
                    <a:pt x="5441" y="15354"/>
                  </a:lnTo>
                  <a:lnTo>
                    <a:pt x="5585" y="15240"/>
                  </a:lnTo>
                  <a:lnTo>
                    <a:pt x="5719" y="15115"/>
                  </a:lnTo>
                  <a:lnTo>
                    <a:pt x="5863" y="14981"/>
                  </a:lnTo>
                  <a:lnTo>
                    <a:pt x="5997" y="14847"/>
                  </a:lnTo>
                  <a:lnTo>
                    <a:pt x="6131" y="14703"/>
                  </a:lnTo>
                  <a:lnTo>
                    <a:pt x="6265" y="14550"/>
                  </a:lnTo>
                  <a:lnTo>
                    <a:pt x="6390" y="14387"/>
                  </a:lnTo>
                  <a:lnTo>
                    <a:pt x="6524" y="14224"/>
                  </a:lnTo>
                  <a:lnTo>
                    <a:pt x="6773" y="13870"/>
                  </a:lnTo>
                  <a:lnTo>
                    <a:pt x="7003" y="13496"/>
                  </a:lnTo>
                  <a:lnTo>
                    <a:pt x="7232" y="13094"/>
                  </a:lnTo>
                  <a:lnTo>
                    <a:pt x="7453" y="12673"/>
                  </a:lnTo>
                  <a:lnTo>
                    <a:pt x="7663" y="12232"/>
                  </a:lnTo>
                  <a:lnTo>
                    <a:pt x="7855" y="11763"/>
                  </a:lnTo>
                  <a:lnTo>
                    <a:pt x="8047" y="11284"/>
                  </a:lnTo>
                  <a:lnTo>
                    <a:pt x="8219" y="10776"/>
                  </a:lnTo>
                  <a:lnTo>
                    <a:pt x="8382" y="10259"/>
                  </a:lnTo>
                  <a:lnTo>
                    <a:pt x="8535" y="9723"/>
                  </a:lnTo>
                  <a:lnTo>
                    <a:pt x="8679" y="9177"/>
                  </a:lnTo>
                  <a:lnTo>
                    <a:pt x="8803" y="8612"/>
                  </a:lnTo>
                  <a:lnTo>
                    <a:pt x="8918" y="8037"/>
                  </a:lnTo>
                  <a:lnTo>
                    <a:pt x="9024" y="7443"/>
                  </a:lnTo>
                  <a:lnTo>
                    <a:pt x="9119" y="6849"/>
                  </a:lnTo>
                  <a:lnTo>
                    <a:pt x="9196" y="6236"/>
                  </a:lnTo>
                  <a:lnTo>
                    <a:pt x="9263" y="5614"/>
                  </a:lnTo>
                  <a:lnTo>
                    <a:pt x="9311" y="4991"/>
                  </a:lnTo>
                  <a:lnTo>
                    <a:pt x="9349" y="4359"/>
                  </a:lnTo>
                  <a:lnTo>
                    <a:pt x="9368" y="3717"/>
                  </a:lnTo>
                  <a:lnTo>
                    <a:pt x="9378" y="3075"/>
                  </a:lnTo>
                  <a:lnTo>
                    <a:pt x="9368" y="2434"/>
                  </a:lnTo>
                  <a:lnTo>
                    <a:pt x="9340" y="1782"/>
                  </a:lnTo>
                  <a:lnTo>
                    <a:pt x="9320" y="1485"/>
                  </a:lnTo>
                  <a:lnTo>
                    <a:pt x="9292" y="1227"/>
                  </a:lnTo>
                  <a:lnTo>
                    <a:pt x="9253" y="987"/>
                  </a:lnTo>
                  <a:lnTo>
                    <a:pt x="9206" y="777"/>
                  </a:lnTo>
                  <a:lnTo>
                    <a:pt x="9148" y="595"/>
                  </a:lnTo>
                  <a:lnTo>
                    <a:pt x="9071" y="441"/>
                  </a:lnTo>
                  <a:lnTo>
                    <a:pt x="8995" y="307"/>
                  </a:lnTo>
                  <a:lnTo>
                    <a:pt x="8909" y="202"/>
                  </a:lnTo>
                  <a:lnTo>
                    <a:pt x="8813" y="116"/>
                  </a:lnTo>
                  <a:lnTo>
                    <a:pt x="8765" y="77"/>
                  </a:lnTo>
                  <a:lnTo>
                    <a:pt x="8717" y="49"/>
                  </a:lnTo>
                  <a:lnTo>
                    <a:pt x="8660" y="30"/>
                  </a:lnTo>
                  <a:lnTo>
                    <a:pt x="8602" y="10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5"/>
            <p:cNvSpPr/>
            <p:nvPr/>
          </p:nvSpPr>
          <p:spPr>
            <a:xfrm>
              <a:off x="2947341" y="2125574"/>
              <a:ext cx="715243" cy="1044000"/>
            </a:xfrm>
            <a:custGeom>
              <a:rect b="b" l="l" r="r" t="t"/>
              <a:pathLst>
                <a:path extrusionOk="0" h="25824" w="17692">
                  <a:moveTo>
                    <a:pt x="8698" y="1"/>
                  </a:moveTo>
                  <a:lnTo>
                    <a:pt x="8257" y="20"/>
                  </a:lnTo>
                  <a:lnTo>
                    <a:pt x="7816" y="49"/>
                  </a:lnTo>
                  <a:lnTo>
                    <a:pt x="7673" y="68"/>
                  </a:lnTo>
                  <a:lnTo>
                    <a:pt x="7510" y="106"/>
                  </a:lnTo>
                  <a:lnTo>
                    <a:pt x="7338" y="145"/>
                  </a:lnTo>
                  <a:lnTo>
                    <a:pt x="7146" y="202"/>
                  </a:lnTo>
                  <a:lnTo>
                    <a:pt x="6954" y="269"/>
                  </a:lnTo>
                  <a:lnTo>
                    <a:pt x="6744" y="346"/>
                  </a:lnTo>
                  <a:lnTo>
                    <a:pt x="6533" y="432"/>
                  </a:lnTo>
                  <a:lnTo>
                    <a:pt x="6303" y="537"/>
                  </a:lnTo>
                  <a:lnTo>
                    <a:pt x="6073" y="652"/>
                  </a:lnTo>
                  <a:lnTo>
                    <a:pt x="5834" y="777"/>
                  </a:lnTo>
                  <a:lnTo>
                    <a:pt x="5594" y="911"/>
                  </a:lnTo>
                  <a:lnTo>
                    <a:pt x="5345" y="1064"/>
                  </a:lnTo>
                  <a:lnTo>
                    <a:pt x="5096" y="1227"/>
                  </a:lnTo>
                  <a:lnTo>
                    <a:pt x="4838" y="1409"/>
                  </a:lnTo>
                  <a:lnTo>
                    <a:pt x="4579" y="1601"/>
                  </a:lnTo>
                  <a:lnTo>
                    <a:pt x="4320" y="1802"/>
                  </a:lnTo>
                  <a:lnTo>
                    <a:pt x="4062" y="2012"/>
                  </a:lnTo>
                  <a:lnTo>
                    <a:pt x="3813" y="2252"/>
                  </a:lnTo>
                  <a:lnTo>
                    <a:pt x="3554" y="2491"/>
                  </a:lnTo>
                  <a:lnTo>
                    <a:pt x="3305" y="2750"/>
                  </a:lnTo>
                  <a:lnTo>
                    <a:pt x="3056" y="3028"/>
                  </a:lnTo>
                  <a:lnTo>
                    <a:pt x="2807" y="3315"/>
                  </a:lnTo>
                  <a:lnTo>
                    <a:pt x="2568" y="3612"/>
                  </a:lnTo>
                  <a:lnTo>
                    <a:pt x="2338" y="3928"/>
                  </a:lnTo>
                  <a:lnTo>
                    <a:pt x="2117" y="4263"/>
                  </a:lnTo>
                  <a:lnTo>
                    <a:pt x="1897" y="4608"/>
                  </a:lnTo>
                  <a:lnTo>
                    <a:pt x="1686" y="4962"/>
                  </a:lnTo>
                  <a:lnTo>
                    <a:pt x="1495" y="5346"/>
                  </a:lnTo>
                  <a:lnTo>
                    <a:pt x="1303" y="5738"/>
                  </a:lnTo>
                  <a:lnTo>
                    <a:pt x="1131" y="6141"/>
                  </a:lnTo>
                  <a:lnTo>
                    <a:pt x="968" y="6562"/>
                  </a:lnTo>
                  <a:lnTo>
                    <a:pt x="824" y="7003"/>
                  </a:lnTo>
                  <a:lnTo>
                    <a:pt x="738" y="7280"/>
                  </a:lnTo>
                  <a:lnTo>
                    <a:pt x="662" y="7568"/>
                  </a:lnTo>
                  <a:lnTo>
                    <a:pt x="585" y="7865"/>
                  </a:lnTo>
                  <a:lnTo>
                    <a:pt x="518" y="8171"/>
                  </a:lnTo>
                  <a:lnTo>
                    <a:pt x="451" y="8478"/>
                  </a:lnTo>
                  <a:lnTo>
                    <a:pt x="393" y="8784"/>
                  </a:lnTo>
                  <a:lnTo>
                    <a:pt x="288" y="9435"/>
                  </a:lnTo>
                  <a:lnTo>
                    <a:pt x="202" y="10096"/>
                  </a:lnTo>
                  <a:lnTo>
                    <a:pt x="135" y="10776"/>
                  </a:lnTo>
                  <a:lnTo>
                    <a:pt x="77" y="11466"/>
                  </a:lnTo>
                  <a:lnTo>
                    <a:pt x="39" y="12165"/>
                  </a:lnTo>
                  <a:lnTo>
                    <a:pt x="10" y="12874"/>
                  </a:lnTo>
                  <a:lnTo>
                    <a:pt x="1" y="13583"/>
                  </a:lnTo>
                  <a:lnTo>
                    <a:pt x="1" y="14301"/>
                  </a:lnTo>
                  <a:lnTo>
                    <a:pt x="10" y="15010"/>
                  </a:lnTo>
                  <a:lnTo>
                    <a:pt x="29" y="15709"/>
                  </a:lnTo>
                  <a:lnTo>
                    <a:pt x="49" y="16408"/>
                  </a:lnTo>
                  <a:lnTo>
                    <a:pt x="87" y="17098"/>
                  </a:lnTo>
                  <a:lnTo>
                    <a:pt x="125" y="17768"/>
                  </a:lnTo>
                  <a:lnTo>
                    <a:pt x="173" y="18420"/>
                  </a:lnTo>
                  <a:lnTo>
                    <a:pt x="221" y="19061"/>
                  </a:lnTo>
                  <a:lnTo>
                    <a:pt x="336" y="20249"/>
                  </a:lnTo>
                  <a:lnTo>
                    <a:pt x="451" y="21331"/>
                  </a:lnTo>
                  <a:lnTo>
                    <a:pt x="566" y="22270"/>
                  </a:lnTo>
                  <a:lnTo>
                    <a:pt x="662" y="23036"/>
                  </a:lnTo>
                  <a:lnTo>
                    <a:pt x="748" y="23621"/>
                  </a:lnTo>
                  <a:lnTo>
                    <a:pt x="824" y="24109"/>
                  </a:lnTo>
                  <a:lnTo>
                    <a:pt x="13879" y="25824"/>
                  </a:lnTo>
                  <a:lnTo>
                    <a:pt x="14042" y="25546"/>
                  </a:lnTo>
                  <a:lnTo>
                    <a:pt x="14224" y="25201"/>
                  </a:lnTo>
                  <a:lnTo>
                    <a:pt x="14473" y="24722"/>
                  </a:lnTo>
                  <a:lnTo>
                    <a:pt x="14761" y="24128"/>
                  </a:lnTo>
                  <a:lnTo>
                    <a:pt x="14914" y="23774"/>
                  </a:lnTo>
                  <a:lnTo>
                    <a:pt x="15086" y="23400"/>
                  </a:lnTo>
                  <a:lnTo>
                    <a:pt x="15249" y="22988"/>
                  </a:lnTo>
                  <a:lnTo>
                    <a:pt x="15431" y="22557"/>
                  </a:lnTo>
                  <a:lnTo>
                    <a:pt x="15603" y="22098"/>
                  </a:lnTo>
                  <a:lnTo>
                    <a:pt x="15785" y="21600"/>
                  </a:lnTo>
                  <a:lnTo>
                    <a:pt x="15958" y="21082"/>
                  </a:lnTo>
                  <a:lnTo>
                    <a:pt x="16140" y="20536"/>
                  </a:lnTo>
                  <a:lnTo>
                    <a:pt x="16312" y="19962"/>
                  </a:lnTo>
                  <a:lnTo>
                    <a:pt x="16485" y="19368"/>
                  </a:lnTo>
                  <a:lnTo>
                    <a:pt x="16647" y="18736"/>
                  </a:lnTo>
                  <a:lnTo>
                    <a:pt x="16801" y="18094"/>
                  </a:lnTo>
                  <a:lnTo>
                    <a:pt x="16954" y="17414"/>
                  </a:lnTo>
                  <a:lnTo>
                    <a:pt x="17098" y="16724"/>
                  </a:lnTo>
                  <a:lnTo>
                    <a:pt x="17222" y="15996"/>
                  </a:lnTo>
                  <a:lnTo>
                    <a:pt x="17337" y="15259"/>
                  </a:lnTo>
                  <a:lnTo>
                    <a:pt x="17442" y="14493"/>
                  </a:lnTo>
                  <a:lnTo>
                    <a:pt x="17529" y="13707"/>
                  </a:lnTo>
                  <a:lnTo>
                    <a:pt x="17596" y="12893"/>
                  </a:lnTo>
                  <a:lnTo>
                    <a:pt x="17644" y="12069"/>
                  </a:lnTo>
                  <a:lnTo>
                    <a:pt x="17682" y="11217"/>
                  </a:lnTo>
                  <a:lnTo>
                    <a:pt x="17691" y="10355"/>
                  </a:lnTo>
                  <a:lnTo>
                    <a:pt x="17682" y="9972"/>
                  </a:lnTo>
                  <a:lnTo>
                    <a:pt x="17672" y="9608"/>
                  </a:lnTo>
                  <a:lnTo>
                    <a:pt x="17653" y="9244"/>
                  </a:lnTo>
                  <a:lnTo>
                    <a:pt x="17634" y="8889"/>
                  </a:lnTo>
                  <a:lnTo>
                    <a:pt x="17596" y="8545"/>
                  </a:lnTo>
                  <a:lnTo>
                    <a:pt x="17557" y="8209"/>
                  </a:lnTo>
                  <a:lnTo>
                    <a:pt x="17509" y="7884"/>
                  </a:lnTo>
                  <a:lnTo>
                    <a:pt x="17452" y="7558"/>
                  </a:lnTo>
                  <a:lnTo>
                    <a:pt x="17395" y="7242"/>
                  </a:lnTo>
                  <a:lnTo>
                    <a:pt x="17327" y="6936"/>
                  </a:lnTo>
                  <a:lnTo>
                    <a:pt x="17260" y="6639"/>
                  </a:lnTo>
                  <a:lnTo>
                    <a:pt x="17174" y="6351"/>
                  </a:lnTo>
                  <a:lnTo>
                    <a:pt x="17088" y="6064"/>
                  </a:lnTo>
                  <a:lnTo>
                    <a:pt x="17002" y="5786"/>
                  </a:lnTo>
                  <a:lnTo>
                    <a:pt x="16906" y="5518"/>
                  </a:lnTo>
                  <a:lnTo>
                    <a:pt x="16801" y="5250"/>
                  </a:lnTo>
                  <a:lnTo>
                    <a:pt x="16695" y="5001"/>
                  </a:lnTo>
                  <a:lnTo>
                    <a:pt x="16580" y="4752"/>
                  </a:lnTo>
                  <a:lnTo>
                    <a:pt x="16456" y="4503"/>
                  </a:lnTo>
                  <a:lnTo>
                    <a:pt x="16331" y="4273"/>
                  </a:lnTo>
                  <a:lnTo>
                    <a:pt x="16207" y="4043"/>
                  </a:lnTo>
                  <a:lnTo>
                    <a:pt x="16073" y="3823"/>
                  </a:lnTo>
                  <a:lnTo>
                    <a:pt x="15939" y="3612"/>
                  </a:lnTo>
                  <a:lnTo>
                    <a:pt x="15795" y="3401"/>
                  </a:lnTo>
                  <a:lnTo>
                    <a:pt x="15642" y="3200"/>
                  </a:lnTo>
                  <a:lnTo>
                    <a:pt x="15488" y="3009"/>
                  </a:lnTo>
                  <a:lnTo>
                    <a:pt x="15335" y="2817"/>
                  </a:lnTo>
                  <a:lnTo>
                    <a:pt x="15172" y="2645"/>
                  </a:lnTo>
                  <a:lnTo>
                    <a:pt x="15010" y="2463"/>
                  </a:lnTo>
                  <a:lnTo>
                    <a:pt x="14847" y="2300"/>
                  </a:lnTo>
                  <a:lnTo>
                    <a:pt x="14674" y="2137"/>
                  </a:lnTo>
                  <a:lnTo>
                    <a:pt x="14492" y="1984"/>
                  </a:lnTo>
                  <a:lnTo>
                    <a:pt x="14320" y="1830"/>
                  </a:lnTo>
                  <a:lnTo>
                    <a:pt x="14138" y="1687"/>
                  </a:lnTo>
                  <a:lnTo>
                    <a:pt x="13946" y="1553"/>
                  </a:lnTo>
                  <a:lnTo>
                    <a:pt x="13764" y="1419"/>
                  </a:lnTo>
                  <a:lnTo>
                    <a:pt x="13573" y="1304"/>
                  </a:lnTo>
                  <a:lnTo>
                    <a:pt x="13381" y="1179"/>
                  </a:lnTo>
                  <a:lnTo>
                    <a:pt x="13180" y="1064"/>
                  </a:lnTo>
                  <a:lnTo>
                    <a:pt x="12979" y="959"/>
                  </a:lnTo>
                  <a:lnTo>
                    <a:pt x="12778" y="863"/>
                  </a:lnTo>
                  <a:lnTo>
                    <a:pt x="12577" y="767"/>
                  </a:lnTo>
                  <a:lnTo>
                    <a:pt x="12376" y="681"/>
                  </a:lnTo>
                  <a:lnTo>
                    <a:pt x="12165" y="595"/>
                  </a:lnTo>
                  <a:lnTo>
                    <a:pt x="11954" y="518"/>
                  </a:lnTo>
                  <a:lnTo>
                    <a:pt x="11743" y="442"/>
                  </a:lnTo>
                  <a:lnTo>
                    <a:pt x="11322" y="317"/>
                  </a:lnTo>
                  <a:lnTo>
                    <a:pt x="10891" y="212"/>
                  </a:lnTo>
                  <a:lnTo>
                    <a:pt x="10450" y="126"/>
                  </a:lnTo>
                  <a:lnTo>
                    <a:pt x="10019" y="68"/>
                  </a:lnTo>
                  <a:lnTo>
                    <a:pt x="9579" y="3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5"/>
            <p:cNvSpPr/>
            <p:nvPr/>
          </p:nvSpPr>
          <p:spPr>
            <a:xfrm>
              <a:off x="3213755" y="1813115"/>
              <a:ext cx="234682" cy="453071"/>
            </a:xfrm>
            <a:custGeom>
              <a:rect b="b" l="l" r="r" t="t"/>
              <a:pathLst>
                <a:path extrusionOk="0" h="11207" w="5805">
                  <a:moveTo>
                    <a:pt x="5805" y="0"/>
                  </a:moveTo>
                  <a:lnTo>
                    <a:pt x="1629" y="3698"/>
                  </a:lnTo>
                  <a:lnTo>
                    <a:pt x="1648" y="3793"/>
                  </a:lnTo>
                  <a:lnTo>
                    <a:pt x="1667" y="3908"/>
                  </a:lnTo>
                  <a:lnTo>
                    <a:pt x="1677" y="4062"/>
                  </a:lnTo>
                  <a:lnTo>
                    <a:pt x="1686" y="4263"/>
                  </a:lnTo>
                  <a:lnTo>
                    <a:pt x="1686" y="4502"/>
                  </a:lnTo>
                  <a:lnTo>
                    <a:pt x="1667" y="4780"/>
                  </a:lnTo>
                  <a:lnTo>
                    <a:pt x="1638" y="5096"/>
                  </a:lnTo>
                  <a:lnTo>
                    <a:pt x="1581" y="5450"/>
                  </a:lnTo>
                  <a:lnTo>
                    <a:pt x="1504" y="5853"/>
                  </a:lnTo>
                  <a:lnTo>
                    <a:pt x="1447" y="6063"/>
                  </a:lnTo>
                  <a:lnTo>
                    <a:pt x="1389" y="6284"/>
                  </a:lnTo>
                  <a:lnTo>
                    <a:pt x="1322" y="6504"/>
                  </a:lnTo>
                  <a:lnTo>
                    <a:pt x="1246" y="6743"/>
                  </a:lnTo>
                  <a:lnTo>
                    <a:pt x="1159" y="6992"/>
                  </a:lnTo>
                  <a:lnTo>
                    <a:pt x="1064" y="7251"/>
                  </a:lnTo>
                  <a:lnTo>
                    <a:pt x="949" y="7510"/>
                  </a:lnTo>
                  <a:lnTo>
                    <a:pt x="834" y="7778"/>
                  </a:lnTo>
                  <a:lnTo>
                    <a:pt x="700" y="8056"/>
                  </a:lnTo>
                  <a:lnTo>
                    <a:pt x="556" y="8343"/>
                  </a:lnTo>
                  <a:lnTo>
                    <a:pt x="403" y="8640"/>
                  </a:lnTo>
                  <a:lnTo>
                    <a:pt x="230" y="8946"/>
                  </a:lnTo>
                  <a:lnTo>
                    <a:pt x="182" y="9042"/>
                  </a:lnTo>
                  <a:lnTo>
                    <a:pt x="135" y="9148"/>
                  </a:lnTo>
                  <a:lnTo>
                    <a:pt x="96" y="9253"/>
                  </a:lnTo>
                  <a:lnTo>
                    <a:pt x="58" y="9358"/>
                  </a:lnTo>
                  <a:lnTo>
                    <a:pt x="39" y="9473"/>
                  </a:lnTo>
                  <a:lnTo>
                    <a:pt x="20" y="9579"/>
                  </a:lnTo>
                  <a:lnTo>
                    <a:pt x="10" y="9694"/>
                  </a:lnTo>
                  <a:lnTo>
                    <a:pt x="0" y="9799"/>
                  </a:lnTo>
                  <a:lnTo>
                    <a:pt x="10" y="9914"/>
                  </a:lnTo>
                  <a:lnTo>
                    <a:pt x="20" y="10019"/>
                  </a:lnTo>
                  <a:lnTo>
                    <a:pt x="39" y="10134"/>
                  </a:lnTo>
                  <a:lnTo>
                    <a:pt x="67" y="10239"/>
                  </a:lnTo>
                  <a:lnTo>
                    <a:pt x="106" y="10345"/>
                  </a:lnTo>
                  <a:lnTo>
                    <a:pt x="154" y="10450"/>
                  </a:lnTo>
                  <a:lnTo>
                    <a:pt x="202" y="10546"/>
                  </a:lnTo>
                  <a:lnTo>
                    <a:pt x="269" y="10642"/>
                  </a:lnTo>
                  <a:lnTo>
                    <a:pt x="355" y="10747"/>
                  </a:lnTo>
                  <a:lnTo>
                    <a:pt x="460" y="10852"/>
                  </a:lnTo>
                  <a:lnTo>
                    <a:pt x="585" y="10948"/>
                  </a:lnTo>
                  <a:lnTo>
                    <a:pt x="738" y="11025"/>
                  </a:lnTo>
                  <a:lnTo>
                    <a:pt x="901" y="11101"/>
                  </a:lnTo>
                  <a:lnTo>
                    <a:pt x="1083" y="11149"/>
                  </a:lnTo>
                  <a:lnTo>
                    <a:pt x="1284" y="11188"/>
                  </a:lnTo>
                  <a:lnTo>
                    <a:pt x="1389" y="11197"/>
                  </a:lnTo>
                  <a:lnTo>
                    <a:pt x="1495" y="11207"/>
                  </a:lnTo>
                  <a:lnTo>
                    <a:pt x="1610" y="11197"/>
                  </a:lnTo>
                  <a:lnTo>
                    <a:pt x="1724" y="11197"/>
                  </a:lnTo>
                  <a:lnTo>
                    <a:pt x="1849" y="11178"/>
                  </a:lnTo>
                  <a:lnTo>
                    <a:pt x="1974" y="11159"/>
                  </a:lnTo>
                  <a:lnTo>
                    <a:pt x="2098" y="11130"/>
                  </a:lnTo>
                  <a:lnTo>
                    <a:pt x="2232" y="11101"/>
                  </a:lnTo>
                  <a:lnTo>
                    <a:pt x="2366" y="11054"/>
                  </a:lnTo>
                  <a:lnTo>
                    <a:pt x="2500" y="11006"/>
                  </a:lnTo>
                  <a:lnTo>
                    <a:pt x="2634" y="10948"/>
                  </a:lnTo>
                  <a:lnTo>
                    <a:pt x="2778" y="10881"/>
                  </a:lnTo>
                  <a:lnTo>
                    <a:pt x="2922" y="10805"/>
                  </a:lnTo>
                  <a:lnTo>
                    <a:pt x="3065" y="10718"/>
                  </a:lnTo>
                  <a:lnTo>
                    <a:pt x="3219" y="10623"/>
                  </a:lnTo>
                  <a:lnTo>
                    <a:pt x="3372" y="10517"/>
                  </a:lnTo>
                  <a:lnTo>
                    <a:pt x="3525" y="10402"/>
                  </a:lnTo>
                  <a:lnTo>
                    <a:pt x="3678" y="10278"/>
                  </a:lnTo>
                  <a:lnTo>
                    <a:pt x="3765" y="10211"/>
                  </a:lnTo>
                  <a:lnTo>
                    <a:pt x="3832" y="10134"/>
                  </a:lnTo>
                  <a:lnTo>
                    <a:pt x="3975" y="9971"/>
                  </a:lnTo>
                  <a:lnTo>
                    <a:pt x="4090" y="9808"/>
                  </a:lnTo>
                  <a:lnTo>
                    <a:pt x="4186" y="9626"/>
                  </a:lnTo>
                  <a:lnTo>
                    <a:pt x="4272" y="9435"/>
                  </a:lnTo>
                  <a:lnTo>
                    <a:pt x="4330" y="9234"/>
                  </a:lnTo>
                  <a:lnTo>
                    <a:pt x="4368" y="9023"/>
                  </a:lnTo>
                  <a:lnTo>
                    <a:pt x="4378" y="8812"/>
                  </a:lnTo>
                  <a:lnTo>
                    <a:pt x="4387" y="8075"/>
                  </a:lnTo>
                  <a:lnTo>
                    <a:pt x="4387" y="7146"/>
                  </a:lnTo>
                  <a:lnTo>
                    <a:pt x="4397" y="6629"/>
                  </a:lnTo>
                  <a:lnTo>
                    <a:pt x="4416" y="6073"/>
                  </a:lnTo>
                  <a:lnTo>
                    <a:pt x="4454" y="5498"/>
                  </a:lnTo>
                  <a:lnTo>
                    <a:pt x="4493" y="4904"/>
                  </a:lnTo>
                  <a:lnTo>
                    <a:pt x="4560" y="4291"/>
                  </a:lnTo>
                  <a:lnTo>
                    <a:pt x="4655" y="3669"/>
                  </a:lnTo>
                  <a:lnTo>
                    <a:pt x="4703" y="3353"/>
                  </a:lnTo>
                  <a:lnTo>
                    <a:pt x="4761" y="3037"/>
                  </a:lnTo>
                  <a:lnTo>
                    <a:pt x="4828" y="2730"/>
                  </a:lnTo>
                  <a:lnTo>
                    <a:pt x="4904" y="2414"/>
                  </a:lnTo>
                  <a:lnTo>
                    <a:pt x="4981" y="2098"/>
                  </a:lnTo>
                  <a:lnTo>
                    <a:pt x="5077" y="1792"/>
                  </a:lnTo>
                  <a:lnTo>
                    <a:pt x="5173" y="1485"/>
                  </a:lnTo>
                  <a:lnTo>
                    <a:pt x="5278" y="1179"/>
                  </a:lnTo>
                  <a:lnTo>
                    <a:pt x="5402" y="872"/>
                  </a:lnTo>
                  <a:lnTo>
                    <a:pt x="5527" y="575"/>
                  </a:lnTo>
                  <a:lnTo>
                    <a:pt x="5661" y="288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5"/>
            <p:cNvSpPr/>
            <p:nvPr/>
          </p:nvSpPr>
          <p:spPr>
            <a:xfrm>
              <a:off x="3095263" y="1636935"/>
              <a:ext cx="328797" cy="476317"/>
            </a:xfrm>
            <a:custGeom>
              <a:rect b="b" l="l" r="r" t="t"/>
              <a:pathLst>
                <a:path extrusionOk="0" h="11782" w="8133">
                  <a:moveTo>
                    <a:pt x="1734" y="0"/>
                  </a:moveTo>
                  <a:lnTo>
                    <a:pt x="1533" y="10"/>
                  </a:lnTo>
                  <a:lnTo>
                    <a:pt x="1341" y="39"/>
                  </a:lnTo>
                  <a:lnTo>
                    <a:pt x="1159" y="77"/>
                  </a:lnTo>
                  <a:lnTo>
                    <a:pt x="997" y="125"/>
                  </a:lnTo>
                  <a:lnTo>
                    <a:pt x="834" y="192"/>
                  </a:lnTo>
                  <a:lnTo>
                    <a:pt x="681" y="278"/>
                  </a:lnTo>
                  <a:lnTo>
                    <a:pt x="546" y="374"/>
                  </a:lnTo>
                  <a:lnTo>
                    <a:pt x="422" y="489"/>
                  </a:lnTo>
                  <a:lnTo>
                    <a:pt x="317" y="623"/>
                  </a:lnTo>
                  <a:lnTo>
                    <a:pt x="221" y="767"/>
                  </a:lnTo>
                  <a:lnTo>
                    <a:pt x="144" y="929"/>
                  </a:lnTo>
                  <a:lnTo>
                    <a:pt x="87" y="1121"/>
                  </a:lnTo>
                  <a:lnTo>
                    <a:pt x="39" y="1322"/>
                  </a:lnTo>
                  <a:lnTo>
                    <a:pt x="10" y="1542"/>
                  </a:lnTo>
                  <a:lnTo>
                    <a:pt x="1" y="1782"/>
                  </a:lnTo>
                  <a:lnTo>
                    <a:pt x="10" y="2050"/>
                  </a:lnTo>
                  <a:lnTo>
                    <a:pt x="1" y="2251"/>
                  </a:lnTo>
                  <a:lnTo>
                    <a:pt x="1" y="2797"/>
                  </a:lnTo>
                  <a:lnTo>
                    <a:pt x="1" y="3190"/>
                  </a:lnTo>
                  <a:lnTo>
                    <a:pt x="10" y="3631"/>
                  </a:lnTo>
                  <a:lnTo>
                    <a:pt x="29" y="4129"/>
                  </a:lnTo>
                  <a:lnTo>
                    <a:pt x="68" y="4665"/>
                  </a:lnTo>
                  <a:lnTo>
                    <a:pt x="125" y="5240"/>
                  </a:lnTo>
                  <a:lnTo>
                    <a:pt x="192" y="5833"/>
                  </a:lnTo>
                  <a:lnTo>
                    <a:pt x="288" y="6446"/>
                  </a:lnTo>
                  <a:lnTo>
                    <a:pt x="345" y="6753"/>
                  </a:lnTo>
                  <a:lnTo>
                    <a:pt x="412" y="7069"/>
                  </a:lnTo>
                  <a:lnTo>
                    <a:pt x="479" y="7376"/>
                  </a:lnTo>
                  <a:lnTo>
                    <a:pt x="556" y="7682"/>
                  </a:lnTo>
                  <a:lnTo>
                    <a:pt x="642" y="7979"/>
                  </a:lnTo>
                  <a:lnTo>
                    <a:pt x="728" y="8276"/>
                  </a:lnTo>
                  <a:lnTo>
                    <a:pt x="834" y="8573"/>
                  </a:lnTo>
                  <a:lnTo>
                    <a:pt x="939" y="8860"/>
                  </a:lnTo>
                  <a:lnTo>
                    <a:pt x="1064" y="9138"/>
                  </a:lnTo>
                  <a:lnTo>
                    <a:pt x="1188" y="9406"/>
                  </a:lnTo>
                  <a:lnTo>
                    <a:pt x="1380" y="9780"/>
                  </a:lnTo>
                  <a:lnTo>
                    <a:pt x="1600" y="10163"/>
                  </a:lnTo>
                  <a:lnTo>
                    <a:pt x="1715" y="10354"/>
                  </a:lnTo>
                  <a:lnTo>
                    <a:pt x="1830" y="10546"/>
                  </a:lnTo>
                  <a:lnTo>
                    <a:pt x="1954" y="10728"/>
                  </a:lnTo>
                  <a:lnTo>
                    <a:pt x="2089" y="10910"/>
                  </a:lnTo>
                  <a:lnTo>
                    <a:pt x="2223" y="11073"/>
                  </a:lnTo>
                  <a:lnTo>
                    <a:pt x="2357" y="11226"/>
                  </a:lnTo>
                  <a:lnTo>
                    <a:pt x="2491" y="11370"/>
                  </a:lnTo>
                  <a:lnTo>
                    <a:pt x="2635" y="11494"/>
                  </a:lnTo>
                  <a:lnTo>
                    <a:pt x="2778" y="11600"/>
                  </a:lnTo>
                  <a:lnTo>
                    <a:pt x="2931" y="11676"/>
                  </a:lnTo>
                  <a:lnTo>
                    <a:pt x="2998" y="11714"/>
                  </a:lnTo>
                  <a:lnTo>
                    <a:pt x="3075" y="11734"/>
                  </a:lnTo>
                  <a:lnTo>
                    <a:pt x="3152" y="11753"/>
                  </a:lnTo>
                  <a:lnTo>
                    <a:pt x="3228" y="11772"/>
                  </a:lnTo>
                  <a:lnTo>
                    <a:pt x="3372" y="11781"/>
                  </a:lnTo>
                  <a:lnTo>
                    <a:pt x="3516" y="11772"/>
                  </a:lnTo>
                  <a:lnTo>
                    <a:pt x="3669" y="11753"/>
                  </a:lnTo>
                  <a:lnTo>
                    <a:pt x="3832" y="11714"/>
                  </a:lnTo>
                  <a:lnTo>
                    <a:pt x="3995" y="11667"/>
                  </a:lnTo>
                  <a:lnTo>
                    <a:pt x="4157" y="11600"/>
                  </a:lnTo>
                  <a:lnTo>
                    <a:pt x="4330" y="11523"/>
                  </a:lnTo>
                  <a:lnTo>
                    <a:pt x="4502" y="11437"/>
                  </a:lnTo>
                  <a:lnTo>
                    <a:pt x="4684" y="11331"/>
                  </a:lnTo>
                  <a:lnTo>
                    <a:pt x="4857" y="11216"/>
                  </a:lnTo>
                  <a:lnTo>
                    <a:pt x="5039" y="11092"/>
                  </a:lnTo>
                  <a:lnTo>
                    <a:pt x="5221" y="10958"/>
                  </a:lnTo>
                  <a:lnTo>
                    <a:pt x="5403" y="10805"/>
                  </a:lnTo>
                  <a:lnTo>
                    <a:pt x="5575" y="10651"/>
                  </a:lnTo>
                  <a:lnTo>
                    <a:pt x="5757" y="10479"/>
                  </a:lnTo>
                  <a:lnTo>
                    <a:pt x="5929" y="10297"/>
                  </a:lnTo>
                  <a:lnTo>
                    <a:pt x="6150" y="10057"/>
                  </a:lnTo>
                  <a:lnTo>
                    <a:pt x="6380" y="9780"/>
                  </a:lnTo>
                  <a:lnTo>
                    <a:pt x="6609" y="9473"/>
                  </a:lnTo>
                  <a:lnTo>
                    <a:pt x="6839" y="9128"/>
                  </a:lnTo>
                  <a:lnTo>
                    <a:pt x="7069" y="8755"/>
                  </a:lnTo>
                  <a:lnTo>
                    <a:pt x="7280" y="8362"/>
                  </a:lnTo>
                  <a:lnTo>
                    <a:pt x="7385" y="8151"/>
                  </a:lnTo>
                  <a:lnTo>
                    <a:pt x="7481" y="7931"/>
                  </a:lnTo>
                  <a:lnTo>
                    <a:pt x="7577" y="7711"/>
                  </a:lnTo>
                  <a:lnTo>
                    <a:pt x="7673" y="7481"/>
                  </a:lnTo>
                  <a:lnTo>
                    <a:pt x="7759" y="7241"/>
                  </a:lnTo>
                  <a:lnTo>
                    <a:pt x="7845" y="6992"/>
                  </a:lnTo>
                  <a:lnTo>
                    <a:pt x="7912" y="6753"/>
                  </a:lnTo>
                  <a:lnTo>
                    <a:pt x="7970" y="6514"/>
                  </a:lnTo>
                  <a:lnTo>
                    <a:pt x="8027" y="6274"/>
                  </a:lnTo>
                  <a:lnTo>
                    <a:pt x="8065" y="6035"/>
                  </a:lnTo>
                  <a:lnTo>
                    <a:pt x="8094" y="5795"/>
                  </a:lnTo>
                  <a:lnTo>
                    <a:pt x="8123" y="5556"/>
                  </a:lnTo>
                  <a:lnTo>
                    <a:pt x="8132" y="5326"/>
                  </a:lnTo>
                  <a:lnTo>
                    <a:pt x="8132" y="5086"/>
                  </a:lnTo>
                  <a:lnTo>
                    <a:pt x="8132" y="4857"/>
                  </a:lnTo>
                  <a:lnTo>
                    <a:pt x="8113" y="4636"/>
                  </a:lnTo>
                  <a:lnTo>
                    <a:pt x="8084" y="4406"/>
                  </a:lnTo>
                  <a:lnTo>
                    <a:pt x="8046" y="4186"/>
                  </a:lnTo>
                  <a:lnTo>
                    <a:pt x="7998" y="3975"/>
                  </a:lnTo>
                  <a:lnTo>
                    <a:pt x="7941" y="3755"/>
                  </a:lnTo>
                  <a:lnTo>
                    <a:pt x="7874" y="3554"/>
                  </a:lnTo>
                  <a:lnTo>
                    <a:pt x="7797" y="3343"/>
                  </a:lnTo>
                  <a:lnTo>
                    <a:pt x="7711" y="3142"/>
                  </a:lnTo>
                  <a:lnTo>
                    <a:pt x="7615" y="2950"/>
                  </a:lnTo>
                  <a:lnTo>
                    <a:pt x="7500" y="2759"/>
                  </a:lnTo>
                  <a:lnTo>
                    <a:pt x="7385" y="2577"/>
                  </a:lnTo>
                  <a:lnTo>
                    <a:pt x="7251" y="2395"/>
                  </a:lnTo>
                  <a:lnTo>
                    <a:pt x="7107" y="2223"/>
                  </a:lnTo>
                  <a:lnTo>
                    <a:pt x="6954" y="2060"/>
                  </a:lnTo>
                  <a:lnTo>
                    <a:pt x="6791" y="1897"/>
                  </a:lnTo>
                  <a:lnTo>
                    <a:pt x="6619" y="1744"/>
                  </a:lnTo>
                  <a:lnTo>
                    <a:pt x="6437" y="1600"/>
                  </a:lnTo>
                  <a:lnTo>
                    <a:pt x="6236" y="1456"/>
                  </a:lnTo>
                  <a:lnTo>
                    <a:pt x="6035" y="1322"/>
                  </a:lnTo>
                  <a:lnTo>
                    <a:pt x="5814" y="1198"/>
                  </a:lnTo>
                  <a:lnTo>
                    <a:pt x="5585" y="1083"/>
                  </a:lnTo>
                  <a:lnTo>
                    <a:pt x="5087" y="853"/>
                  </a:lnTo>
                  <a:lnTo>
                    <a:pt x="4588" y="642"/>
                  </a:lnTo>
                  <a:lnTo>
                    <a:pt x="4081" y="451"/>
                  </a:lnTo>
                  <a:lnTo>
                    <a:pt x="3832" y="374"/>
                  </a:lnTo>
                  <a:lnTo>
                    <a:pt x="3583" y="297"/>
                  </a:lnTo>
                  <a:lnTo>
                    <a:pt x="3334" y="221"/>
                  </a:lnTo>
                  <a:lnTo>
                    <a:pt x="3094" y="163"/>
                  </a:lnTo>
                  <a:lnTo>
                    <a:pt x="2855" y="106"/>
                  </a:lnTo>
                  <a:lnTo>
                    <a:pt x="2615" y="67"/>
                  </a:lnTo>
                  <a:lnTo>
                    <a:pt x="2385" y="29"/>
                  </a:lnTo>
                  <a:lnTo>
                    <a:pt x="2165" y="10"/>
                  </a:lnTo>
                  <a:lnTo>
                    <a:pt x="194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3144827" y="1846022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9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1" y="556"/>
                  </a:lnTo>
                  <a:lnTo>
                    <a:pt x="1" y="661"/>
                  </a:lnTo>
                  <a:lnTo>
                    <a:pt x="20" y="776"/>
                  </a:lnTo>
                  <a:lnTo>
                    <a:pt x="39" y="872"/>
                  </a:lnTo>
                  <a:lnTo>
                    <a:pt x="68" y="949"/>
                  </a:lnTo>
                  <a:lnTo>
                    <a:pt x="106" y="1025"/>
                  </a:lnTo>
                  <a:lnTo>
                    <a:pt x="154" y="1073"/>
                  </a:lnTo>
                  <a:lnTo>
                    <a:pt x="202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5" y="1083"/>
                  </a:lnTo>
                  <a:lnTo>
                    <a:pt x="412" y="1035"/>
                  </a:lnTo>
                  <a:lnTo>
                    <a:pt x="451" y="968"/>
                  </a:lnTo>
                  <a:lnTo>
                    <a:pt x="489" y="882"/>
                  </a:lnTo>
                  <a:lnTo>
                    <a:pt x="518" y="796"/>
                  </a:lnTo>
                  <a:lnTo>
                    <a:pt x="537" y="690"/>
                  </a:lnTo>
                  <a:lnTo>
                    <a:pt x="546" y="575"/>
                  </a:lnTo>
                  <a:lnTo>
                    <a:pt x="546" y="460"/>
                  </a:lnTo>
                  <a:lnTo>
                    <a:pt x="537" y="355"/>
                  </a:lnTo>
                  <a:lnTo>
                    <a:pt x="518" y="259"/>
                  </a:lnTo>
                  <a:lnTo>
                    <a:pt x="489" y="173"/>
                  </a:lnTo>
                  <a:lnTo>
                    <a:pt x="451" y="106"/>
                  </a:lnTo>
                  <a:lnTo>
                    <a:pt x="403" y="48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3252484" y="1852208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8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0" y="556"/>
                  </a:lnTo>
                  <a:lnTo>
                    <a:pt x="0" y="662"/>
                  </a:lnTo>
                  <a:lnTo>
                    <a:pt x="19" y="767"/>
                  </a:lnTo>
                  <a:lnTo>
                    <a:pt x="39" y="872"/>
                  </a:lnTo>
                  <a:lnTo>
                    <a:pt x="67" y="949"/>
                  </a:lnTo>
                  <a:lnTo>
                    <a:pt x="106" y="1026"/>
                  </a:lnTo>
                  <a:lnTo>
                    <a:pt x="154" y="1074"/>
                  </a:lnTo>
                  <a:lnTo>
                    <a:pt x="201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4" y="1083"/>
                  </a:lnTo>
                  <a:lnTo>
                    <a:pt x="412" y="1035"/>
                  </a:lnTo>
                  <a:lnTo>
                    <a:pt x="450" y="968"/>
                  </a:lnTo>
                  <a:lnTo>
                    <a:pt x="489" y="882"/>
                  </a:lnTo>
                  <a:lnTo>
                    <a:pt x="517" y="786"/>
                  </a:lnTo>
                  <a:lnTo>
                    <a:pt x="537" y="690"/>
                  </a:lnTo>
                  <a:lnTo>
                    <a:pt x="546" y="576"/>
                  </a:lnTo>
                  <a:lnTo>
                    <a:pt x="546" y="461"/>
                  </a:lnTo>
                  <a:lnTo>
                    <a:pt x="537" y="355"/>
                  </a:lnTo>
                  <a:lnTo>
                    <a:pt x="517" y="259"/>
                  </a:lnTo>
                  <a:lnTo>
                    <a:pt x="489" y="173"/>
                  </a:lnTo>
                  <a:lnTo>
                    <a:pt x="450" y="106"/>
                  </a:lnTo>
                  <a:lnTo>
                    <a:pt x="403" y="49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3173085" y="1864619"/>
              <a:ext cx="38366" cy="102645"/>
            </a:xfrm>
            <a:custGeom>
              <a:rect b="b" l="l" r="r" t="t"/>
              <a:pathLst>
                <a:path extrusionOk="0" h="2539" w="949">
                  <a:moveTo>
                    <a:pt x="690" y="0"/>
                  </a:moveTo>
                  <a:lnTo>
                    <a:pt x="595" y="240"/>
                  </a:lnTo>
                  <a:lnTo>
                    <a:pt x="374" y="786"/>
                  </a:lnTo>
                  <a:lnTo>
                    <a:pt x="250" y="1111"/>
                  </a:lnTo>
                  <a:lnTo>
                    <a:pt x="144" y="1418"/>
                  </a:lnTo>
                  <a:lnTo>
                    <a:pt x="58" y="1696"/>
                  </a:lnTo>
                  <a:lnTo>
                    <a:pt x="29" y="1811"/>
                  </a:lnTo>
                  <a:lnTo>
                    <a:pt x="10" y="1897"/>
                  </a:lnTo>
                  <a:lnTo>
                    <a:pt x="1" y="1983"/>
                  </a:lnTo>
                  <a:lnTo>
                    <a:pt x="1" y="2050"/>
                  </a:lnTo>
                  <a:lnTo>
                    <a:pt x="10" y="2117"/>
                  </a:lnTo>
                  <a:lnTo>
                    <a:pt x="29" y="2184"/>
                  </a:lnTo>
                  <a:lnTo>
                    <a:pt x="58" y="2242"/>
                  </a:lnTo>
                  <a:lnTo>
                    <a:pt x="97" y="2290"/>
                  </a:lnTo>
                  <a:lnTo>
                    <a:pt x="135" y="2337"/>
                  </a:lnTo>
                  <a:lnTo>
                    <a:pt x="173" y="2376"/>
                  </a:lnTo>
                  <a:lnTo>
                    <a:pt x="221" y="2414"/>
                  </a:lnTo>
                  <a:lnTo>
                    <a:pt x="269" y="2443"/>
                  </a:lnTo>
                  <a:lnTo>
                    <a:pt x="374" y="2491"/>
                  </a:lnTo>
                  <a:lnTo>
                    <a:pt x="480" y="2529"/>
                  </a:lnTo>
                  <a:lnTo>
                    <a:pt x="575" y="2539"/>
                  </a:lnTo>
                  <a:lnTo>
                    <a:pt x="652" y="2529"/>
                  </a:lnTo>
                  <a:lnTo>
                    <a:pt x="729" y="2510"/>
                  </a:lnTo>
                  <a:lnTo>
                    <a:pt x="796" y="2472"/>
                  </a:lnTo>
                  <a:lnTo>
                    <a:pt x="853" y="2424"/>
                  </a:lnTo>
                  <a:lnTo>
                    <a:pt x="901" y="2366"/>
                  </a:lnTo>
                  <a:lnTo>
                    <a:pt x="930" y="2299"/>
                  </a:lnTo>
                  <a:lnTo>
                    <a:pt x="949" y="2222"/>
                  </a:lnTo>
                  <a:lnTo>
                    <a:pt x="949" y="214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3239709" y="1819705"/>
              <a:ext cx="50737" cy="27531"/>
            </a:xfrm>
            <a:custGeom>
              <a:rect b="b" l="l" r="r" t="t"/>
              <a:pathLst>
                <a:path extrusionOk="0" h="681" w="1255">
                  <a:moveTo>
                    <a:pt x="470" y="0"/>
                  </a:moveTo>
                  <a:lnTo>
                    <a:pt x="364" y="10"/>
                  </a:lnTo>
                  <a:lnTo>
                    <a:pt x="259" y="29"/>
                  </a:lnTo>
                  <a:lnTo>
                    <a:pt x="163" y="58"/>
                  </a:lnTo>
                  <a:lnTo>
                    <a:pt x="115" y="77"/>
                  </a:lnTo>
                  <a:lnTo>
                    <a:pt x="67" y="96"/>
                  </a:lnTo>
                  <a:lnTo>
                    <a:pt x="29" y="134"/>
                  </a:lnTo>
                  <a:lnTo>
                    <a:pt x="0" y="182"/>
                  </a:lnTo>
                  <a:lnTo>
                    <a:pt x="86" y="192"/>
                  </a:lnTo>
                  <a:lnTo>
                    <a:pt x="173" y="211"/>
                  </a:lnTo>
                  <a:lnTo>
                    <a:pt x="345" y="259"/>
                  </a:lnTo>
                  <a:lnTo>
                    <a:pt x="498" y="316"/>
                  </a:lnTo>
                  <a:lnTo>
                    <a:pt x="642" y="374"/>
                  </a:lnTo>
                  <a:lnTo>
                    <a:pt x="786" y="431"/>
                  </a:lnTo>
                  <a:lnTo>
                    <a:pt x="939" y="508"/>
                  </a:lnTo>
                  <a:lnTo>
                    <a:pt x="1092" y="585"/>
                  </a:lnTo>
                  <a:lnTo>
                    <a:pt x="1255" y="680"/>
                  </a:lnTo>
                  <a:lnTo>
                    <a:pt x="1236" y="585"/>
                  </a:lnTo>
                  <a:lnTo>
                    <a:pt x="1207" y="489"/>
                  </a:lnTo>
                  <a:lnTo>
                    <a:pt x="1159" y="393"/>
                  </a:lnTo>
                  <a:lnTo>
                    <a:pt x="1102" y="316"/>
                  </a:lnTo>
                  <a:lnTo>
                    <a:pt x="1025" y="240"/>
                  </a:lnTo>
                  <a:lnTo>
                    <a:pt x="948" y="173"/>
                  </a:lnTo>
                  <a:lnTo>
                    <a:pt x="862" y="115"/>
                  </a:lnTo>
                  <a:lnTo>
                    <a:pt x="766" y="67"/>
                  </a:lnTo>
                  <a:lnTo>
                    <a:pt x="671" y="39"/>
                  </a:lnTo>
                  <a:lnTo>
                    <a:pt x="565" y="10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3129343" y="1813519"/>
              <a:ext cx="53486" cy="24822"/>
            </a:xfrm>
            <a:custGeom>
              <a:rect b="b" l="l" r="r" t="t"/>
              <a:pathLst>
                <a:path extrusionOk="0" h="614" w="1323">
                  <a:moveTo>
                    <a:pt x="748" y="0"/>
                  </a:moveTo>
                  <a:lnTo>
                    <a:pt x="652" y="10"/>
                  </a:lnTo>
                  <a:lnTo>
                    <a:pt x="546" y="29"/>
                  </a:lnTo>
                  <a:lnTo>
                    <a:pt x="441" y="58"/>
                  </a:lnTo>
                  <a:lnTo>
                    <a:pt x="345" y="105"/>
                  </a:lnTo>
                  <a:lnTo>
                    <a:pt x="259" y="172"/>
                  </a:lnTo>
                  <a:lnTo>
                    <a:pt x="173" y="239"/>
                  </a:lnTo>
                  <a:lnTo>
                    <a:pt x="106" y="326"/>
                  </a:lnTo>
                  <a:lnTo>
                    <a:pt x="48" y="412"/>
                  </a:lnTo>
                  <a:lnTo>
                    <a:pt x="10" y="508"/>
                  </a:lnTo>
                  <a:lnTo>
                    <a:pt x="0" y="613"/>
                  </a:lnTo>
                  <a:lnTo>
                    <a:pt x="163" y="517"/>
                  </a:lnTo>
                  <a:lnTo>
                    <a:pt x="240" y="479"/>
                  </a:lnTo>
                  <a:lnTo>
                    <a:pt x="326" y="441"/>
                  </a:lnTo>
                  <a:lnTo>
                    <a:pt x="470" y="393"/>
                  </a:lnTo>
                  <a:lnTo>
                    <a:pt x="546" y="364"/>
                  </a:lnTo>
                  <a:lnTo>
                    <a:pt x="623" y="345"/>
                  </a:lnTo>
                  <a:lnTo>
                    <a:pt x="786" y="307"/>
                  </a:lnTo>
                  <a:lnTo>
                    <a:pt x="949" y="268"/>
                  </a:lnTo>
                  <a:lnTo>
                    <a:pt x="1131" y="239"/>
                  </a:lnTo>
                  <a:lnTo>
                    <a:pt x="1322" y="192"/>
                  </a:lnTo>
                  <a:lnTo>
                    <a:pt x="1236" y="134"/>
                  </a:lnTo>
                  <a:lnTo>
                    <a:pt x="1150" y="86"/>
                  </a:lnTo>
                  <a:lnTo>
                    <a:pt x="1054" y="48"/>
                  </a:lnTo>
                  <a:lnTo>
                    <a:pt x="958" y="1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3172317" y="1990832"/>
              <a:ext cx="74791" cy="39174"/>
            </a:xfrm>
            <a:custGeom>
              <a:rect b="b" l="l" r="r" t="t"/>
              <a:pathLst>
                <a:path extrusionOk="0" h="969" w="1850">
                  <a:moveTo>
                    <a:pt x="1" y="1"/>
                  </a:moveTo>
                  <a:lnTo>
                    <a:pt x="1" y="97"/>
                  </a:lnTo>
                  <a:lnTo>
                    <a:pt x="10" y="192"/>
                  </a:lnTo>
                  <a:lnTo>
                    <a:pt x="29" y="279"/>
                  </a:lnTo>
                  <a:lnTo>
                    <a:pt x="58" y="365"/>
                  </a:lnTo>
                  <a:lnTo>
                    <a:pt x="87" y="451"/>
                  </a:lnTo>
                  <a:lnTo>
                    <a:pt x="135" y="528"/>
                  </a:lnTo>
                  <a:lnTo>
                    <a:pt x="183" y="604"/>
                  </a:lnTo>
                  <a:lnTo>
                    <a:pt x="240" y="671"/>
                  </a:lnTo>
                  <a:lnTo>
                    <a:pt x="307" y="729"/>
                  </a:lnTo>
                  <a:lnTo>
                    <a:pt x="374" y="786"/>
                  </a:lnTo>
                  <a:lnTo>
                    <a:pt x="451" y="834"/>
                  </a:lnTo>
                  <a:lnTo>
                    <a:pt x="527" y="882"/>
                  </a:lnTo>
                  <a:lnTo>
                    <a:pt x="614" y="911"/>
                  </a:lnTo>
                  <a:lnTo>
                    <a:pt x="700" y="939"/>
                  </a:lnTo>
                  <a:lnTo>
                    <a:pt x="786" y="959"/>
                  </a:lnTo>
                  <a:lnTo>
                    <a:pt x="882" y="968"/>
                  </a:lnTo>
                  <a:lnTo>
                    <a:pt x="978" y="968"/>
                  </a:lnTo>
                  <a:lnTo>
                    <a:pt x="1073" y="959"/>
                  </a:lnTo>
                  <a:lnTo>
                    <a:pt x="1160" y="939"/>
                  </a:lnTo>
                  <a:lnTo>
                    <a:pt x="1246" y="911"/>
                  </a:lnTo>
                  <a:lnTo>
                    <a:pt x="1332" y="872"/>
                  </a:lnTo>
                  <a:lnTo>
                    <a:pt x="1409" y="834"/>
                  </a:lnTo>
                  <a:lnTo>
                    <a:pt x="1476" y="777"/>
                  </a:lnTo>
                  <a:lnTo>
                    <a:pt x="1552" y="729"/>
                  </a:lnTo>
                  <a:lnTo>
                    <a:pt x="1610" y="662"/>
                  </a:lnTo>
                  <a:lnTo>
                    <a:pt x="1667" y="595"/>
                  </a:lnTo>
                  <a:lnTo>
                    <a:pt x="1715" y="518"/>
                  </a:lnTo>
                  <a:lnTo>
                    <a:pt x="1763" y="441"/>
                  </a:lnTo>
                  <a:lnTo>
                    <a:pt x="1792" y="355"/>
                  </a:lnTo>
                  <a:lnTo>
                    <a:pt x="1820" y="269"/>
                  </a:lnTo>
                  <a:lnTo>
                    <a:pt x="1840" y="173"/>
                  </a:lnTo>
                  <a:lnTo>
                    <a:pt x="184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5"/>
            <p:cNvSpPr/>
            <p:nvPr/>
          </p:nvSpPr>
          <p:spPr>
            <a:xfrm>
              <a:off x="2936102" y="1485900"/>
              <a:ext cx="533643" cy="434151"/>
            </a:xfrm>
            <a:custGeom>
              <a:rect b="b" l="l" r="r" t="t"/>
              <a:pathLst>
                <a:path extrusionOk="0" h="10739" w="13200">
                  <a:moveTo>
                    <a:pt x="4752" y="1"/>
                  </a:moveTo>
                  <a:lnTo>
                    <a:pt x="4531" y="20"/>
                  </a:lnTo>
                  <a:lnTo>
                    <a:pt x="4311" y="49"/>
                  </a:lnTo>
                  <a:lnTo>
                    <a:pt x="4091" y="87"/>
                  </a:lnTo>
                  <a:lnTo>
                    <a:pt x="3880" y="145"/>
                  </a:lnTo>
                  <a:lnTo>
                    <a:pt x="3660" y="202"/>
                  </a:lnTo>
                  <a:lnTo>
                    <a:pt x="3449" y="279"/>
                  </a:lnTo>
                  <a:lnTo>
                    <a:pt x="3238" y="365"/>
                  </a:lnTo>
                  <a:lnTo>
                    <a:pt x="3028" y="451"/>
                  </a:lnTo>
                  <a:lnTo>
                    <a:pt x="2826" y="566"/>
                  </a:lnTo>
                  <a:lnTo>
                    <a:pt x="2625" y="681"/>
                  </a:lnTo>
                  <a:lnTo>
                    <a:pt x="2424" y="806"/>
                  </a:lnTo>
                  <a:lnTo>
                    <a:pt x="2223" y="949"/>
                  </a:lnTo>
                  <a:lnTo>
                    <a:pt x="2032" y="1102"/>
                  </a:lnTo>
                  <a:lnTo>
                    <a:pt x="1840" y="1265"/>
                  </a:lnTo>
                  <a:lnTo>
                    <a:pt x="1658" y="1438"/>
                  </a:lnTo>
                  <a:lnTo>
                    <a:pt x="1476" y="1629"/>
                  </a:lnTo>
                  <a:lnTo>
                    <a:pt x="1304" y="1821"/>
                  </a:lnTo>
                  <a:lnTo>
                    <a:pt x="1131" y="2032"/>
                  </a:lnTo>
                  <a:lnTo>
                    <a:pt x="968" y="2252"/>
                  </a:lnTo>
                  <a:lnTo>
                    <a:pt x="806" y="2482"/>
                  </a:lnTo>
                  <a:lnTo>
                    <a:pt x="643" y="2721"/>
                  </a:lnTo>
                  <a:lnTo>
                    <a:pt x="528" y="2922"/>
                  </a:lnTo>
                  <a:lnTo>
                    <a:pt x="432" y="3114"/>
                  </a:lnTo>
                  <a:lnTo>
                    <a:pt x="336" y="3296"/>
                  </a:lnTo>
                  <a:lnTo>
                    <a:pt x="260" y="3487"/>
                  </a:lnTo>
                  <a:lnTo>
                    <a:pt x="193" y="3660"/>
                  </a:lnTo>
                  <a:lnTo>
                    <a:pt x="135" y="3842"/>
                  </a:lnTo>
                  <a:lnTo>
                    <a:pt x="97" y="4014"/>
                  </a:lnTo>
                  <a:lnTo>
                    <a:pt x="58" y="4177"/>
                  </a:lnTo>
                  <a:lnTo>
                    <a:pt x="30" y="4340"/>
                  </a:lnTo>
                  <a:lnTo>
                    <a:pt x="11" y="4503"/>
                  </a:lnTo>
                  <a:lnTo>
                    <a:pt x="1" y="4656"/>
                  </a:lnTo>
                  <a:lnTo>
                    <a:pt x="1" y="4809"/>
                  </a:lnTo>
                  <a:lnTo>
                    <a:pt x="1" y="4953"/>
                  </a:lnTo>
                  <a:lnTo>
                    <a:pt x="20" y="5087"/>
                  </a:lnTo>
                  <a:lnTo>
                    <a:pt x="30" y="5221"/>
                  </a:lnTo>
                  <a:lnTo>
                    <a:pt x="49" y="5355"/>
                  </a:lnTo>
                  <a:lnTo>
                    <a:pt x="106" y="5595"/>
                  </a:lnTo>
                  <a:lnTo>
                    <a:pt x="173" y="5815"/>
                  </a:lnTo>
                  <a:lnTo>
                    <a:pt x="250" y="6006"/>
                  </a:lnTo>
                  <a:lnTo>
                    <a:pt x="327" y="6179"/>
                  </a:lnTo>
                  <a:lnTo>
                    <a:pt x="403" y="6323"/>
                  </a:lnTo>
                  <a:lnTo>
                    <a:pt x="470" y="6437"/>
                  </a:lnTo>
                  <a:lnTo>
                    <a:pt x="576" y="6591"/>
                  </a:lnTo>
                  <a:lnTo>
                    <a:pt x="786" y="6840"/>
                  </a:lnTo>
                  <a:lnTo>
                    <a:pt x="1007" y="7070"/>
                  </a:lnTo>
                  <a:lnTo>
                    <a:pt x="1227" y="7271"/>
                  </a:lnTo>
                  <a:lnTo>
                    <a:pt x="1447" y="7453"/>
                  </a:lnTo>
                  <a:lnTo>
                    <a:pt x="1677" y="7616"/>
                  </a:lnTo>
                  <a:lnTo>
                    <a:pt x="1907" y="7750"/>
                  </a:lnTo>
                  <a:lnTo>
                    <a:pt x="2146" y="7874"/>
                  </a:lnTo>
                  <a:lnTo>
                    <a:pt x="2386" y="7970"/>
                  </a:lnTo>
                  <a:lnTo>
                    <a:pt x="2625" y="8056"/>
                  </a:lnTo>
                  <a:lnTo>
                    <a:pt x="2865" y="8123"/>
                  </a:lnTo>
                  <a:lnTo>
                    <a:pt x="3104" y="8171"/>
                  </a:lnTo>
                  <a:lnTo>
                    <a:pt x="3344" y="8200"/>
                  </a:lnTo>
                  <a:lnTo>
                    <a:pt x="3583" y="8229"/>
                  </a:lnTo>
                  <a:lnTo>
                    <a:pt x="4072" y="8229"/>
                  </a:lnTo>
                  <a:lnTo>
                    <a:pt x="4311" y="8209"/>
                  </a:lnTo>
                  <a:lnTo>
                    <a:pt x="4551" y="8190"/>
                  </a:lnTo>
                  <a:lnTo>
                    <a:pt x="4790" y="8152"/>
                  </a:lnTo>
                  <a:lnTo>
                    <a:pt x="5029" y="8114"/>
                  </a:lnTo>
                  <a:lnTo>
                    <a:pt x="5269" y="8066"/>
                  </a:lnTo>
                  <a:lnTo>
                    <a:pt x="5499" y="8008"/>
                  </a:lnTo>
                  <a:lnTo>
                    <a:pt x="5729" y="7941"/>
                  </a:lnTo>
                  <a:lnTo>
                    <a:pt x="6179" y="7817"/>
                  </a:lnTo>
                  <a:lnTo>
                    <a:pt x="6610" y="7673"/>
                  </a:lnTo>
                  <a:lnTo>
                    <a:pt x="7022" y="7539"/>
                  </a:lnTo>
                  <a:lnTo>
                    <a:pt x="7414" y="7405"/>
                  </a:lnTo>
                  <a:lnTo>
                    <a:pt x="7788" y="7290"/>
                  </a:lnTo>
                  <a:lnTo>
                    <a:pt x="7970" y="7252"/>
                  </a:lnTo>
                  <a:lnTo>
                    <a:pt x="8152" y="7223"/>
                  </a:lnTo>
                  <a:lnTo>
                    <a:pt x="8334" y="7213"/>
                  </a:lnTo>
                  <a:lnTo>
                    <a:pt x="8525" y="7213"/>
                  </a:lnTo>
                  <a:lnTo>
                    <a:pt x="8717" y="7232"/>
                  </a:lnTo>
                  <a:lnTo>
                    <a:pt x="8899" y="7261"/>
                  </a:lnTo>
                  <a:lnTo>
                    <a:pt x="9081" y="7309"/>
                  </a:lnTo>
                  <a:lnTo>
                    <a:pt x="9263" y="7376"/>
                  </a:lnTo>
                  <a:lnTo>
                    <a:pt x="9435" y="7453"/>
                  </a:lnTo>
                  <a:lnTo>
                    <a:pt x="9598" y="7539"/>
                  </a:lnTo>
                  <a:lnTo>
                    <a:pt x="9751" y="7644"/>
                  </a:lnTo>
                  <a:lnTo>
                    <a:pt x="9895" y="7759"/>
                  </a:lnTo>
                  <a:lnTo>
                    <a:pt x="10020" y="7884"/>
                  </a:lnTo>
                  <a:lnTo>
                    <a:pt x="10125" y="8027"/>
                  </a:lnTo>
                  <a:lnTo>
                    <a:pt x="10221" y="8181"/>
                  </a:lnTo>
                  <a:lnTo>
                    <a:pt x="10297" y="8343"/>
                  </a:lnTo>
                  <a:lnTo>
                    <a:pt x="10326" y="8449"/>
                  </a:lnTo>
                  <a:lnTo>
                    <a:pt x="10355" y="8573"/>
                  </a:lnTo>
                  <a:lnTo>
                    <a:pt x="10374" y="8727"/>
                  </a:lnTo>
                  <a:lnTo>
                    <a:pt x="10393" y="8899"/>
                  </a:lnTo>
                  <a:lnTo>
                    <a:pt x="10412" y="9273"/>
                  </a:lnTo>
                  <a:lnTo>
                    <a:pt x="10412" y="9665"/>
                  </a:lnTo>
                  <a:lnTo>
                    <a:pt x="10422" y="10345"/>
                  </a:lnTo>
                  <a:lnTo>
                    <a:pt x="10431" y="10566"/>
                  </a:lnTo>
                  <a:lnTo>
                    <a:pt x="10431" y="10633"/>
                  </a:lnTo>
                  <a:lnTo>
                    <a:pt x="10441" y="10661"/>
                  </a:lnTo>
                  <a:lnTo>
                    <a:pt x="10499" y="10690"/>
                  </a:lnTo>
                  <a:lnTo>
                    <a:pt x="10556" y="10719"/>
                  </a:lnTo>
                  <a:lnTo>
                    <a:pt x="10613" y="10738"/>
                  </a:lnTo>
                  <a:lnTo>
                    <a:pt x="10805" y="10738"/>
                  </a:lnTo>
                  <a:lnTo>
                    <a:pt x="10872" y="10719"/>
                  </a:lnTo>
                  <a:lnTo>
                    <a:pt x="10939" y="10700"/>
                  </a:lnTo>
                  <a:lnTo>
                    <a:pt x="11083" y="10642"/>
                  </a:lnTo>
                  <a:lnTo>
                    <a:pt x="11217" y="10556"/>
                  </a:lnTo>
                  <a:lnTo>
                    <a:pt x="11361" y="10460"/>
                  </a:lnTo>
                  <a:lnTo>
                    <a:pt x="11514" y="10345"/>
                  </a:lnTo>
                  <a:lnTo>
                    <a:pt x="11657" y="10211"/>
                  </a:lnTo>
                  <a:lnTo>
                    <a:pt x="11801" y="10077"/>
                  </a:lnTo>
                  <a:lnTo>
                    <a:pt x="12089" y="9790"/>
                  </a:lnTo>
                  <a:lnTo>
                    <a:pt x="12366" y="9512"/>
                  </a:lnTo>
                  <a:lnTo>
                    <a:pt x="12615" y="9253"/>
                  </a:lnTo>
                  <a:lnTo>
                    <a:pt x="12673" y="9244"/>
                  </a:lnTo>
                  <a:lnTo>
                    <a:pt x="12730" y="9234"/>
                  </a:lnTo>
                  <a:lnTo>
                    <a:pt x="12778" y="9206"/>
                  </a:lnTo>
                  <a:lnTo>
                    <a:pt x="12826" y="9167"/>
                  </a:lnTo>
                  <a:lnTo>
                    <a:pt x="12874" y="9119"/>
                  </a:lnTo>
                  <a:lnTo>
                    <a:pt x="12922" y="9071"/>
                  </a:lnTo>
                  <a:lnTo>
                    <a:pt x="12960" y="9004"/>
                  </a:lnTo>
                  <a:lnTo>
                    <a:pt x="12998" y="8937"/>
                  </a:lnTo>
                  <a:lnTo>
                    <a:pt x="13065" y="8784"/>
                  </a:lnTo>
                  <a:lnTo>
                    <a:pt x="13113" y="8602"/>
                  </a:lnTo>
                  <a:lnTo>
                    <a:pt x="13161" y="8411"/>
                  </a:lnTo>
                  <a:lnTo>
                    <a:pt x="13180" y="8190"/>
                  </a:lnTo>
                  <a:lnTo>
                    <a:pt x="13200" y="7970"/>
                  </a:lnTo>
                  <a:lnTo>
                    <a:pt x="13200" y="7730"/>
                  </a:lnTo>
                  <a:lnTo>
                    <a:pt x="13180" y="7501"/>
                  </a:lnTo>
                  <a:lnTo>
                    <a:pt x="13161" y="7261"/>
                  </a:lnTo>
                  <a:lnTo>
                    <a:pt x="13113" y="7022"/>
                  </a:lnTo>
                  <a:lnTo>
                    <a:pt x="13056" y="6792"/>
                  </a:lnTo>
                  <a:lnTo>
                    <a:pt x="12989" y="6572"/>
                  </a:lnTo>
                  <a:lnTo>
                    <a:pt x="12893" y="6370"/>
                  </a:lnTo>
                  <a:lnTo>
                    <a:pt x="12836" y="6246"/>
                  </a:lnTo>
                  <a:lnTo>
                    <a:pt x="12778" y="6102"/>
                  </a:lnTo>
                  <a:lnTo>
                    <a:pt x="12654" y="5767"/>
                  </a:lnTo>
                  <a:lnTo>
                    <a:pt x="12539" y="5393"/>
                  </a:lnTo>
                  <a:lnTo>
                    <a:pt x="12414" y="5020"/>
                  </a:lnTo>
                  <a:lnTo>
                    <a:pt x="12232" y="4378"/>
                  </a:lnTo>
                  <a:lnTo>
                    <a:pt x="12156" y="4091"/>
                  </a:lnTo>
                  <a:lnTo>
                    <a:pt x="12060" y="3890"/>
                  </a:lnTo>
                  <a:lnTo>
                    <a:pt x="11964" y="3708"/>
                  </a:lnTo>
                  <a:lnTo>
                    <a:pt x="11868" y="3526"/>
                  </a:lnTo>
                  <a:lnTo>
                    <a:pt x="11772" y="3363"/>
                  </a:lnTo>
                  <a:lnTo>
                    <a:pt x="11677" y="3210"/>
                  </a:lnTo>
                  <a:lnTo>
                    <a:pt x="11571" y="3066"/>
                  </a:lnTo>
                  <a:lnTo>
                    <a:pt x="11466" y="2932"/>
                  </a:lnTo>
                  <a:lnTo>
                    <a:pt x="11351" y="2798"/>
                  </a:lnTo>
                  <a:lnTo>
                    <a:pt x="11246" y="2683"/>
                  </a:lnTo>
                  <a:lnTo>
                    <a:pt x="11131" y="2568"/>
                  </a:lnTo>
                  <a:lnTo>
                    <a:pt x="11006" y="2463"/>
                  </a:lnTo>
                  <a:lnTo>
                    <a:pt x="10882" y="2357"/>
                  </a:lnTo>
                  <a:lnTo>
                    <a:pt x="10757" y="2261"/>
                  </a:lnTo>
                  <a:lnTo>
                    <a:pt x="10623" y="2175"/>
                  </a:lnTo>
                  <a:lnTo>
                    <a:pt x="10345" y="1993"/>
                  </a:lnTo>
                  <a:lnTo>
                    <a:pt x="10048" y="1830"/>
                  </a:lnTo>
                  <a:lnTo>
                    <a:pt x="9723" y="1677"/>
                  </a:lnTo>
                  <a:lnTo>
                    <a:pt x="9378" y="1514"/>
                  </a:lnTo>
                  <a:lnTo>
                    <a:pt x="9004" y="1351"/>
                  </a:lnTo>
                  <a:lnTo>
                    <a:pt x="8171" y="987"/>
                  </a:lnTo>
                  <a:lnTo>
                    <a:pt x="7711" y="777"/>
                  </a:lnTo>
                  <a:lnTo>
                    <a:pt x="7213" y="537"/>
                  </a:lnTo>
                  <a:lnTo>
                    <a:pt x="6993" y="432"/>
                  </a:lnTo>
                  <a:lnTo>
                    <a:pt x="6773" y="346"/>
                  </a:lnTo>
                  <a:lnTo>
                    <a:pt x="6543" y="260"/>
                  </a:lnTo>
                  <a:lnTo>
                    <a:pt x="6322" y="193"/>
                  </a:lnTo>
                  <a:lnTo>
                    <a:pt x="6093" y="135"/>
                  </a:lnTo>
                  <a:lnTo>
                    <a:pt x="5872" y="78"/>
                  </a:lnTo>
                  <a:lnTo>
                    <a:pt x="5652" y="49"/>
                  </a:lnTo>
                  <a:lnTo>
                    <a:pt x="5422" y="20"/>
                  </a:lnTo>
                  <a:lnTo>
                    <a:pt x="5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3362445" y="1835956"/>
              <a:ext cx="85989" cy="123951"/>
            </a:xfrm>
            <a:custGeom>
              <a:rect b="b" l="l" r="r" t="t"/>
              <a:pathLst>
                <a:path extrusionOk="0" h="3066" w="2127">
                  <a:moveTo>
                    <a:pt x="1361" y="1"/>
                  </a:moveTo>
                  <a:lnTo>
                    <a:pt x="1274" y="20"/>
                  </a:lnTo>
                  <a:lnTo>
                    <a:pt x="1188" y="48"/>
                  </a:lnTo>
                  <a:lnTo>
                    <a:pt x="1102" y="96"/>
                  </a:lnTo>
                  <a:lnTo>
                    <a:pt x="1025" y="154"/>
                  </a:lnTo>
                  <a:lnTo>
                    <a:pt x="949" y="230"/>
                  </a:lnTo>
                  <a:lnTo>
                    <a:pt x="882" y="317"/>
                  </a:lnTo>
                  <a:lnTo>
                    <a:pt x="815" y="412"/>
                  </a:lnTo>
                  <a:lnTo>
                    <a:pt x="748" y="518"/>
                  </a:lnTo>
                  <a:lnTo>
                    <a:pt x="680" y="633"/>
                  </a:lnTo>
                  <a:lnTo>
                    <a:pt x="623" y="767"/>
                  </a:lnTo>
                  <a:lnTo>
                    <a:pt x="508" y="1045"/>
                  </a:lnTo>
                  <a:lnTo>
                    <a:pt x="403" y="1342"/>
                  </a:lnTo>
                  <a:lnTo>
                    <a:pt x="297" y="1648"/>
                  </a:lnTo>
                  <a:lnTo>
                    <a:pt x="192" y="1935"/>
                  </a:lnTo>
                  <a:lnTo>
                    <a:pt x="106" y="2194"/>
                  </a:lnTo>
                  <a:lnTo>
                    <a:pt x="67" y="2318"/>
                  </a:lnTo>
                  <a:lnTo>
                    <a:pt x="39" y="2433"/>
                  </a:lnTo>
                  <a:lnTo>
                    <a:pt x="10" y="2539"/>
                  </a:lnTo>
                  <a:lnTo>
                    <a:pt x="0" y="2644"/>
                  </a:lnTo>
                  <a:lnTo>
                    <a:pt x="10" y="2730"/>
                  </a:lnTo>
                  <a:lnTo>
                    <a:pt x="20" y="2817"/>
                  </a:lnTo>
                  <a:lnTo>
                    <a:pt x="58" y="2884"/>
                  </a:lnTo>
                  <a:lnTo>
                    <a:pt x="106" y="2941"/>
                  </a:lnTo>
                  <a:lnTo>
                    <a:pt x="173" y="2989"/>
                  </a:lnTo>
                  <a:lnTo>
                    <a:pt x="259" y="3027"/>
                  </a:lnTo>
                  <a:lnTo>
                    <a:pt x="364" y="3056"/>
                  </a:lnTo>
                  <a:lnTo>
                    <a:pt x="470" y="3066"/>
                  </a:lnTo>
                  <a:lnTo>
                    <a:pt x="594" y="3056"/>
                  </a:lnTo>
                  <a:lnTo>
                    <a:pt x="719" y="3027"/>
                  </a:lnTo>
                  <a:lnTo>
                    <a:pt x="843" y="2989"/>
                  </a:lnTo>
                  <a:lnTo>
                    <a:pt x="977" y="2941"/>
                  </a:lnTo>
                  <a:lnTo>
                    <a:pt x="1102" y="2884"/>
                  </a:lnTo>
                  <a:lnTo>
                    <a:pt x="1236" y="2807"/>
                  </a:lnTo>
                  <a:lnTo>
                    <a:pt x="1361" y="2721"/>
                  </a:lnTo>
                  <a:lnTo>
                    <a:pt x="1475" y="2615"/>
                  </a:lnTo>
                  <a:lnTo>
                    <a:pt x="1590" y="2510"/>
                  </a:lnTo>
                  <a:lnTo>
                    <a:pt x="1696" y="2395"/>
                  </a:lnTo>
                  <a:lnTo>
                    <a:pt x="1801" y="2261"/>
                  </a:lnTo>
                  <a:lnTo>
                    <a:pt x="1878" y="2127"/>
                  </a:lnTo>
                  <a:lnTo>
                    <a:pt x="1954" y="1983"/>
                  </a:lnTo>
                  <a:lnTo>
                    <a:pt x="2012" y="1830"/>
                  </a:lnTo>
                  <a:lnTo>
                    <a:pt x="2060" y="1677"/>
                  </a:lnTo>
                  <a:lnTo>
                    <a:pt x="2088" y="1523"/>
                  </a:lnTo>
                  <a:lnTo>
                    <a:pt x="2117" y="1370"/>
                  </a:lnTo>
                  <a:lnTo>
                    <a:pt x="2127" y="1227"/>
                  </a:lnTo>
                  <a:lnTo>
                    <a:pt x="2127" y="1083"/>
                  </a:lnTo>
                  <a:lnTo>
                    <a:pt x="2117" y="939"/>
                  </a:lnTo>
                  <a:lnTo>
                    <a:pt x="2108" y="805"/>
                  </a:lnTo>
                  <a:lnTo>
                    <a:pt x="2079" y="681"/>
                  </a:lnTo>
                  <a:lnTo>
                    <a:pt x="2041" y="566"/>
                  </a:lnTo>
                  <a:lnTo>
                    <a:pt x="1993" y="451"/>
                  </a:lnTo>
                  <a:lnTo>
                    <a:pt x="1945" y="355"/>
                  </a:lnTo>
                  <a:lnTo>
                    <a:pt x="1878" y="269"/>
                  </a:lnTo>
                  <a:lnTo>
                    <a:pt x="1811" y="192"/>
                  </a:lnTo>
                  <a:lnTo>
                    <a:pt x="1734" y="125"/>
                  </a:lnTo>
                  <a:lnTo>
                    <a:pt x="1648" y="68"/>
                  </a:lnTo>
                  <a:lnTo>
                    <a:pt x="1552" y="29"/>
                  </a:lnTo>
                  <a:lnTo>
                    <a:pt x="1456" y="10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2094695" y="4153426"/>
              <a:ext cx="274220" cy="484079"/>
            </a:xfrm>
            <a:custGeom>
              <a:rect b="b" l="l" r="r" t="t"/>
              <a:pathLst>
                <a:path extrusionOk="0" h="11974" w="6783">
                  <a:moveTo>
                    <a:pt x="4167" y="1"/>
                  </a:moveTo>
                  <a:lnTo>
                    <a:pt x="3803" y="3726"/>
                  </a:lnTo>
                  <a:lnTo>
                    <a:pt x="3497" y="6763"/>
                  </a:lnTo>
                  <a:lnTo>
                    <a:pt x="3353" y="8094"/>
                  </a:lnTo>
                  <a:lnTo>
                    <a:pt x="3238" y="9119"/>
                  </a:lnTo>
                  <a:lnTo>
                    <a:pt x="3209" y="9263"/>
                  </a:lnTo>
                  <a:lnTo>
                    <a:pt x="3171" y="9397"/>
                  </a:lnTo>
                  <a:lnTo>
                    <a:pt x="3114" y="9521"/>
                  </a:lnTo>
                  <a:lnTo>
                    <a:pt x="3037" y="9646"/>
                  </a:lnTo>
                  <a:lnTo>
                    <a:pt x="2951" y="9761"/>
                  </a:lnTo>
                  <a:lnTo>
                    <a:pt x="2855" y="9856"/>
                  </a:lnTo>
                  <a:lnTo>
                    <a:pt x="2740" y="9943"/>
                  </a:lnTo>
                  <a:lnTo>
                    <a:pt x="2616" y="10019"/>
                  </a:lnTo>
                  <a:lnTo>
                    <a:pt x="1543" y="10594"/>
                  </a:lnTo>
                  <a:lnTo>
                    <a:pt x="202" y="11418"/>
                  </a:lnTo>
                  <a:lnTo>
                    <a:pt x="144" y="11456"/>
                  </a:lnTo>
                  <a:lnTo>
                    <a:pt x="87" y="11504"/>
                  </a:lnTo>
                  <a:lnTo>
                    <a:pt x="49" y="11552"/>
                  </a:lnTo>
                  <a:lnTo>
                    <a:pt x="29" y="11600"/>
                  </a:lnTo>
                  <a:lnTo>
                    <a:pt x="10" y="11648"/>
                  </a:lnTo>
                  <a:lnTo>
                    <a:pt x="1" y="11695"/>
                  </a:lnTo>
                  <a:lnTo>
                    <a:pt x="1" y="11743"/>
                  </a:lnTo>
                  <a:lnTo>
                    <a:pt x="10" y="11791"/>
                  </a:lnTo>
                  <a:lnTo>
                    <a:pt x="39" y="11830"/>
                  </a:lnTo>
                  <a:lnTo>
                    <a:pt x="68" y="11868"/>
                  </a:lnTo>
                  <a:lnTo>
                    <a:pt x="106" y="11897"/>
                  </a:lnTo>
                  <a:lnTo>
                    <a:pt x="154" y="11925"/>
                  </a:lnTo>
                  <a:lnTo>
                    <a:pt x="202" y="11944"/>
                  </a:lnTo>
                  <a:lnTo>
                    <a:pt x="269" y="11964"/>
                  </a:lnTo>
                  <a:lnTo>
                    <a:pt x="336" y="11973"/>
                  </a:lnTo>
                  <a:lnTo>
                    <a:pt x="413" y="11973"/>
                  </a:lnTo>
                  <a:lnTo>
                    <a:pt x="1074" y="11925"/>
                  </a:lnTo>
                  <a:lnTo>
                    <a:pt x="1715" y="11868"/>
                  </a:lnTo>
                  <a:lnTo>
                    <a:pt x="2098" y="11830"/>
                  </a:lnTo>
                  <a:lnTo>
                    <a:pt x="2491" y="11772"/>
                  </a:lnTo>
                  <a:lnTo>
                    <a:pt x="2874" y="11724"/>
                  </a:lnTo>
                  <a:lnTo>
                    <a:pt x="3238" y="11657"/>
                  </a:lnTo>
                  <a:lnTo>
                    <a:pt x="3363" y="11638"/>
                  </a:lnTo>
                  <a:lnTo>
                    <a:pt x="3478" y="11600"/>
                  </a:lnTo>
                  <a:lnTo>
                    <a:pt x="3593" y="11552"/>
                  </a:lnTo>
                  <a:lnTo>
                    <a:pt x="3698" y="11494"/>
                  </a:lnTo>
                  <a:lnTo>
                    <a:pt x="3803" y="11427"/>
                  </a:lnTo>
                  <a:lnTo>
                    <a:pt x="3889" y="11360"/>
                  </a:lnTo>
                  <a:lnTo>
                    <a:pt x="3985" y="11274"/>
                  </a:lnTo>
                  <a:lnTo>
                    <a:pt x="4062" y="11188"/>
                  </a:lnTo>
                  <a:lnTo>
                    <a:pt x="4129" y="11092"/>
                  </a:lnTo>
                  <a:lnTo>
                    <a:pt x="4196" y="10996"/>
                  </a:lnTo>
                  <a:lnTo>
                    <a:pt x="4253" y="10891"/>
                  </a:lnTo>
                  <a:lnTo>
                    <a:pt x="4301" y="10776"/>
                  </a:lnTo>
                  <a:lnTo>
                    <a:pt x="4340" y="10661"/>
                  </a:lnTo>
                  <a:lnTo>
                    <a:pt x="4359" y="10546"/>
                  </a:lnTo>
                  <a:lnTo>
                    <a:pt x="4378" y="10422"/>
                  </a:lnTo>
                  <a:lnTo>
                    <a:pt x="4388" y="10297"/>
                  </a:lnTo>
                  <a:lnTo>
                    <a:pt x="4445" y="9694"/>
                  </a:lnTo>
                  <a:lnTo>
                    <a:pt x="6782" y="269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2094695" y="4545284"/>
              <a:ext cx="179700" cy="92215"/>
            </a:xfrm>
            <a:custGeom>
              <a:rect b="b" l="l" r="r" t="t"/>
              <a:pathLst>
                <a:path extrusionOk="0" h="2281" w="4445">
                  <a:moveTo>
                    <a:pt x="4445" y="1"/>
                  </a:moveTo>
                  <a:lnTo>
                    <a:pt x="4416" y="58"/>
                  </a:lnTo>
                  <a:lnTo>
                    <a:pt x="4368" y="106"/>
                  </a:lnTo>
                  <a:lnTo>
                    <a:pt x="4273" y="211"/>
                  </a:lnTo>
                  <a:lnTo>
                    <a:pt x="4148" y="307"/>
                  </a:lnTo>
                  <a:lnTo>
                    <a:pt x="4004" y="403"/>
                  </a:lnTo>
                  <a:lnTo>
                    <a:pt x="3851" y="489"/>
                  </a:lnTo>
                  <a:lnTo>
                    <a:pt x="3679" y="566"/>
                  </a:lnTo>
                  <a:lnTo>
                    <a:pt x="3497" y="642"/>
                  </a:lnTo>
                  <a:lnTo>
                    <a:pt x="3315" y="709"/>
                  </a:lnTo>
                  <a:lnTo>
                    <a:pt x="3133" y="767"/>
                  </a:lnTo>
                  <a:lnTo>
                    <a:pt x="2941" y="815"/>
                  </a:lnTo>
                  <a:lnTo>
                    <a:pt x="2769" y="863"/>
                  </a:lnTo>
                  <a:lnTo>
                    <a:pt x="2587" y="891"/>
                  </a:lnTo>
                  <a:lnTo>
                    <a:pt x="2280" y="949"/>
                  </a:lnTo>
                  <a:lnTo>
                    <a:pt x="2146" y="958"/>
                  </a:lnTo>
                  <a:lnTo>
                    <a:pt x="1907" y="958"/>
                  </a:lnTo>
                  <a:lnTo>
                    <a:pt x="1782" y="949"/>
                  </a:lnTo>
                  <a:lnTo>
                    <a:pt x="1658" y="930"/>
                  </a:lnTo>
                  <a:lnTo>
                    <a:pt x="1543" y="901"/>
                  </a:lnTo>
                  <a:lnTo>
                    <a:pt x="202" y="1725"/>
                  </a:lnTo>
                  <a:lnTo>
                    <a:pt x="144" y="1763"/>
                  </a:lnTo>
                  <a:lnTo>
                    <a:pt x="87" y="1811"/>
                  </a:lnTo>
                  <a:lnTo>
                    <a:pt x="49" y="1859"/>
                  </a:lnTo>
                  <a:lnTo>
                    <a:pt x="29" y="1907"/>
                  </a:lnTo>
                  <a:lnTo>
                    <a:pt x="10" y="1955"/>
                  </a:lnTo>
                  <a:lnTo>
                    <a:pt x="1" y="2002"/>
                  </a:lnTo>
                  <a:lnTo>
                    <a:pt x="1" y="2050"/>
                  </a:lnTo>
                  <a:lnTo>
                    <a:pt x="10" y="2098"/>
                  </a:lnTo>
                  <a:lnTo>
                    <a:pt x="39" y="2137"/>
                  </a:lnTo>
                  <a:lnTo>
                    <a:pt x="68" y="2175"/>
                  </a:lnTo>
                  <a:lnTo>
                    <a:pt x="106" y="2204"/>
                  </a:lnTo>
                  <a:lnTo>
                    <a:pt x="154" y="2232"/>
                  </a:lnTo>
                  <a:lnTo>
                    <a:pt x="202" y="2251"/>
                  </a:lnTo>
                  <a:lnTo>
                    <a:pt x="269" y="2271"/>
                  </a:lnTo>
                  <a:lnTo>
                    <a:pt x="336" y="2280"/>
                  </a:lnTo>
                  <a:lnTo>
                    <a:pt x="413" y="2280"/>
                  </a:lnTo>
                  <a:lnTo>
                    <a:pt x="1074" y="2232"/>
                  </a:lnTo>
                  <a:lnTo>
                    <a:pt x="1715" y="2175"/>
                  </a:lnTo>
                  <a:lnTo>
                    <a:pt x="2098" y="2137"/>
                  </a:lnTo>
                  <a:lnTo>
                    <a:pt x="2491" y="2079"/>
                  </a:lnTo>
                  <a:lnTo>
                    <a:pt x="2874" y="2022"/>
                  </a:lnTo>
                  <a:lnTo>
                    <a:pt x="3238" y="1964"/>
                  </a:lnTo>
                  <a:lnTo>
                    <a:pt x="3363" y="1935"/>
                  </a:lnTo>
                  <a:lnTo>
                    <a:pt x="3478" y="1907"/>
                  </a:lnTo>
                  <a:lnTo>
                    <a:pt x="3593" y="1859"/>
                  </a:lnTo>
                  <a:lnTo>
                    <a:pt x="3698" y="1801"/>
                  </a:lnTo>
                  <a:lnTo>
                    <a:pt x="3803" y="1734"/>
                  </a:lnTo>
                  <a:lnTo>
                    <a:pt x="3889" y="1667"/>
                  </a:lnTo>
                  <a:lnTo>
                    <a:pt x="3985" y="1581"/>
                  </a:lnTo>
                  <a:lnTo>
                    <a:pt x="4062" y="1495"/>
                  </a:lnTo>
                  <a:lnTo>
                    <a:pt x="4129" y="1399"/>
                  </a:lnTo>
                  <a:lnTo>
                    <a:pt x="4196" y="1303"/>
                  </a:lnTo>
                  <a:lnTo>
                    <a:pt x="4253" y="1198"/>
                  </a:lnTo>
                  <a:lnTo>
                    <a:pt x="4301" y="1083"/>
                  </a:lnTo>
                  <a:lnTo>
                    <a:pt x="4340" y="968"/>
                  </a:lnTo>
                  <a:lnTo>
                    <a:pt x="4359" y="853"/>
                  </a:lnTo>
                  <a:lnTo>
                    <a:pt x="4378" y="729"/>
                  </a:lnTo>
                  <a:lnTo>
                    <a:pt x="4388" y="604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2538058" y="2129455"/>
              <a:ext cx="197933" cy="312909"/>
            </a:xfrm>
            <a:custGeom>
              <a:rect b="b" l="l" r="r" t="t"/>
              <a:pathLst>
                <a:path extrusionOk="0" h="7740" w="4896">
                  <a:moveTo>
                    <a:pt x="1" y="1"/>
                  </a:moveTo>
                  <a:lnTo>
                    <a:pt x="863" y="7184"/>
                  </a:lnTo>
                  <a:lnTo>
                    <a:pt x="891" y="7299"/>
                  </a:lnTo>
                  <a:lnTo>
                    <a:pt x="930" y="7405"/>
                  </a:lnTo>
                  <a:lnTo>
                    <a:pt x="997" y="7500"/>
                  </a:lnTo>
                  <a:lnTo>
                    <a:pt x="1073" y="7577"/>
                  </a:lnTo>
                  <a:lnTo>
                    <a:pt x="1160" y="7644"/>
                  </a:lnTo>
                  <a:lnTo>
                    <a:pt x="1255" y="7692"/>
                  </a:lnTo>
                  <a:lnTo>
                    <a:pt x="1370" y="7730"/>
                  </a:lnTo>
                  <a:lnTo>
                    <a:pt x="1485" y="7740"/>
                  </a:lnTo>
                  <a:lnTo>
                    <a:pt x="3506" y="7740"/>
                  </a:lnTo>
                  <a:lnTo>
                    <a:pt x="3621" y="7730"/>
                  </a:lnTo>
                  <a:lnTo>
                    <a:pt x="3736" y="7692"/>
                  </a:lnTo>
                  <a:lnTo>
                    <a:pt x="3832" y="7644"/>
                  </a:lnTo>
                  <a:lnTo>
                    <a:pt x="3918" y="7577"/>
                  </a:lnTo>
                  <a:lnTo>
                    <a:pt x="3995" y="7500"/>
                  </a:lnTo>
                  <a:lnTo>
                    <a:pt x="4062" y="7405"/>
                  </a:lnTo>
                  <a:lnTo>
                    <a:pt x="4100" y="7299"/>
                  </a:lnTo>
                  <a:lnTo>
                    <a:pt x="4129" y="7184"/>
                  </a:lnTo>
                  <a:lnTo>
                    <a:pt x="48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2690629" y="2229350"/>
              <a:ext cx="913864" cy="865108"/>
            </a:xfrm>
            <a:custGeom>
              <a:rect b="b" l="l" r="r" t="t"/>
              <a:pathLst>
                <a:path extrusionOk="0" h="21399" w="22605">
                  <a:moveTo>
                    <a:pt x="18237" y="1"/>
                  </a:moveTo>
                  <a:lnTo>
                    <a:pt x="18151" y="20"/>
                  </a:lnTo>
                  <a:lnTo>
                    <a:pt x="18055" y="39"/>
                  </a:lnTo>
                  <a:lnTo>
                    <a:pt x="17969" y="58"/>
                  </a:lnTo>
                  <a:lnTo>
                    <a:pt x="17883" y="97"/>
                  </a:lnTo>
                  <a:lnTo>
                    <a:pt x="17797" y="135"/>
                  </a:lnTo>
                  <a:lnTo>
                    <a:pt x="17710" y="183"/>
                  </a:lnTo>
                  <a:lnTo>
                    <a:pt x="17634" y="240"/>
                  </a:lnTo>
                  <a:lnTo>
                    <a:pt x="17557" y="298"/>
                  </a:lnTo>
                  <a:lnTo>
                    <a:pt x="17480" y="365"/>
                  </a:lnTo>
                  <a:lnTo>
                    <a:pt x="17404" y="442"/>
                  </a:lnTo>
                  <a:lnTo>
                    <a:pt x="17270" y="604"/>
                  </a:lnTo>
                  <a:lnTo>
                    <a:pt x="17136" y="796"/>
                  </a:lnTo>
                  <a:lnTo>
                    <a:pt x="17011" y="1007"/>
                  </a:lnTo>
                  <a:lnTo>
                    <a:pt x="16887" y="1237"/>
                  </a:lnTo>
                  <a:lnTo>
                    <a:pt x="16781" y="1486"/>
                  </a:lnTo>
                  <a:lnTo>
                    <a:pt x="16676" y="1763"/>
                  </a:lnTo>
                  <a:lnTo>
                    <a:pt x="16580" y="2051"/>
                  </a:lnTo>
                  <a:lnTo>
                    <a:pt x="16494" y="2357"/>
                  </a:lnTo>
                  <a:lnTo>
                    <a:pt x="16408" y="2683"/>
                  </a:lnTo>
                  <a:lnTo>
                    <a:pt x="16331" y="3018"/>
                  </a:lnTo>
                  <a:lnTo>
                    <a:pt x="16264" y="3372"/>
                  </a:lnTo>
                  <a:lnTo>
                    <a:pt x="16197" y="3736"/>
                  </a:lnTo>
                  <a:lnTo>
                    <a:pt x="16140" y="4120"/>
                  </a:lnTo>
                  <a:lnTo>
                    <a:pt x="16092" y="4503"/>
                  </a:lnTo>
                  <a:lnTo>
                    <a:pt x="16044" y="4905"/>
                  </a:lnTo>
                  <a:lnTo>
                    <a:pt x="15996" y="5307"/>
                  </a:lnTo>
                  <a:lnTo>
                    <a:pt x="15929" y="6150"/>
                  </a:lnTo>
                  <a:lnTo>
                    <a:pt x="15871" y="7003"/>
                  </a:lnTo>
                  <a:lnTo>
                    <a:pt x="15843" y="7874"/>
                  </a:lnTo>
                  <a:lnTo>
                    <a:pt x="15814" y="8755"/>
                  </a:lnTo>
                  <a:lnTo>
                    <a:pt x="15804" y="9627"/>
                  </a:lnTo>
                  <a:lnTo>
                    <a:pt x="15804" y="10489"/>
                  </a:lnTo>
                  <a:lnTo>
                    <a:pt x="15823" y="11332"/>
                  </a:lnTo>
                  <a:lnTo>
                    <a:pt x="15843" y="12146"/>
                  </a:lnTo>
                  <a:lnTo>
                    <a:pt x="15862" y="12912"/>
                  </a:lnTo>
                  <a:lnTo>
                    <a:pt x="15890" y="13650"/>
                  </a:lnTo>
                  <a:lnTo>
                    <a:pt x="15958" y="14933"/>
                  </a:lnTo>
                  <a:lnTo>
                    <a:pt x="16025" y="15939"/>
                  </a:lnTo>
                  <a:lnTo>
                    <a:pt x="16092" y="16830"/>
                  </a:lnTo>
                  <a:lnTo>
                    <a:pt x="15728" y="16878"/>
                  </a:lnTo>
                  <a:lnTo>
                    <a:pt x="14703" y="17021"/>
                  </a:lnTo>
                  <a:lnTo>
                    <a:pt x="13975" y="17117"/>
                  </a:lnTo>
                  <a:lnTo>
                    <a:pt x="13122" y="17222"/>
                  </a:lnTo>
                  <a:lnTo>
                    <a:pt x="12165" y="17328"/>
                  </a:lnTo>
                  <a:lnTo>
                    <a:pt x="11092" y="17443"/>
                  </a:lnTo>
                  <a:lnTo>
                    <a:pt x="9942" y="17558"/>
                  </a:lnTo>
                  <a:lnTo>
                    <a:pt x="8717" y="17663"/>
                  </a:lnTo>
                  <a:lnTo>
                    <a:pt x="7433" y="17759"/>
                  </a:lnTo>
                  <a:lnTo>
                    <a:pt x="6102" y="17845"/>
                  </a:lnTo>
                  <a:lnTo>
                    <a:pt x="4742" y="17912"/>
                  </a:lnTo>
                  <a:lnTo>
                    <a:pt x="4042" y="17941"/>
                  </a:lnTo>
                  <a:lnTo>
                    <a:pt x="3353" y="17960"/>
                  </a:lnTo>
                  <a:lnTo>
                    <a:pt x="2654" y="17969"/>
                  </a:lnTo>
                  <a:lnTo>
                    <a:pt x="1954" y="17979"/>
                  </a:lnTo>
                  <a:lnTo>
                    <a:pt x="1255" y="17979"/>
                  </a:lnTo>
                  <a:lnTo>
                    <a:pt x="566" y="17969"/>
                  </a:lnTo>
                  <a:lnTo>
                    <a:pt x="0" y="19023"/>
                  </a:lnTo>
                  <a:lnTo>
                    <a:pt x="613" y="19186"/>
                  </a:lnTo>
                  <a:lnTo>
                    <a:pt x="1332" y="19377"/>
                  </a:lnTo>
                  <a:lnTo>
                    <a:pt x="2280" y="19607"/>
                  </a:lnTo>
                  <a:lnTo>
                    <a:pt x="3429" y="19885"/>
                  </a:lnTo>
                  <a:lnTo>
                    <a:pt x="4071" y="20019"/>
                  </a:lnTo>
                  <a:lnTo>
                    <a:pt x="4742" y="20163"/>
                  </a:lnTo>
                  <a:lnTo>
                    <a:pt x="5450" y="20316"/>
                  </a:lnTo>
                  <a:lnTo>
                    <a:pt x="6188" y="20460"/>
                  </a:lnTo>
                  <a:lnTo>
                    <a:pt x="6954" y="20594"/>
                  </a:lnTo>
                  <a:lnTo>
                    <a:pt x="7730" y="20728"/>
                  </a:lnTo>
                  <a:lnTo>
                    <a:pt x="8535" y="20862"/>
                  </a:lnTo>
                  <a:lnTo>
                    <a:pt x="9339" y="20977"/>
                  </a:lnTo>
                  <a:lnTo>
                    <a:pt x="10163" y="21082"/>
                  </a:lnTo>
                  <a:lnTo>
                    <a:pt x="10987" y="21178"/>
                  </a:lnTo>
                  <a:lnTo>
                    <a:pt x="11810" y="21264"/>
                  </a:lnTo>
                  <a:lnTo>
                    <a:pt x="12634" y="21322"/>
                  </a:lnTo>
                  <a:lnTo>
                    <a:pt x="13439" y="21370"/>
                  </a:lnTo>
                  <a:lnTo>
                    <a:pt x="14243" y="21398"/>
                  </a:lnTo>
                  <a:lnTo>
                    <a:pt x="15019" y="21398"/>
                  </a:lnTo>
                  <a:lnTo>
                    <a:pt x="15402" y="21389"/>
                  </a:lnTo>
                  <a:lnTo>
                    <a:pt x="15785" y="21379"/>
                  </a:lnTo>
                  <a:lnTo>
                    <a:pt x="16159" y="21351"/>
                  </a:lnTo>
                  <a:lnTo>
                    <a:pt x="16523" y="21322"/>
                  </a:lnTo>
                  <a:lnTo>
                    <a:pt x="16877" y="21293"/>
                  </a:lnTo>
                  <a:lnTo>
                    <a:pt x="17231" y="21245"/>
                  </a:lnTo>
                  <a:lnTo>
                    <a:pt x="17576" y="21197"/>
                  </a:lnTo>
                  <a:lnTo>
                    <a:pt x="17911" y="21140"/>
                  </a:lnTo>
                  <a:lnTo>
                    <a:pt x="18228" y="21073"/>
                  </a:lnTo>
                  <a:lnTo>
                    <a:pt x="18544" y="21006"/>
                  </a:lnTo>
                  <a:lnTo>
                    <a:pt x="18850" y="20920"/>
                  </a:lnTo>
                  <a:lnTo>
                    <a:pt x="19147" y="20824"/>
                  </a:lnTo>
                  <a:lnTo>
                    <a:pt x="19425" y="20728"/>
                  </a:lnTo>
                  <a:lnTo>
                    <a:pt x="19693" y="20623"/>
                  </a:lnTo>
                  <a:lnTo>
                    <a:pt x="19846" y="20546"/>
                  </a:lnTo>
                  <a:lnTo>
                    <a:pt x="19980" y="20469"/>
                  </a:lnTo>
                  <a:lnTo>
                    <a:pt x="20114" y="20393"/>
                  </a:lnTo>
                  <a:lnTo>
                    <a:pt x="20249" y="20297"/>
                  </a:lnTo>
                  <a:lnTo>
                    <a:pt x="20363" y="20201"/>
                  </a:lnTo>
                  <a:lnTo>
                    <a:pt x="20478" y="20096"/>
                  </a:lnTo>
                  <a:lnTo>
                    <a:pt x="20593" y="19981"/>
                  </a:lnTo>
                  <a:lnTo>
                    <a:pt x="20699" y="19866"/>
                  </a:lnTo>
                  <a:lnTo>
                    <a:pt x="20794" y="19741"/>
                  </a:lnTo>
                  <a:lnTo>
                    <a:pt x="20881" y="19607"/>
                  </a:lnTo>
                  <a:lnTo>
                    <a:pt x="20967" y="19473"/>
                  </a:lnTo>
                  <a:lnTo>
                    <a:pt x="21044" y="19339"/>
                  </a:lnTo>
                  <a:lnTo>
                    <a:pt x="21111" y="19195"/>
                  </a:lnTo>
                  <a:lnTo>
                    <a:pt x="21168" y="19042"/>
                  </a:lnTo>
                  <a:lnTo>
                    <a:pt x="21216" y="18889"/>
                  </a:lnTo>
                  <a:lnTo>
                    <a:pt x="21264" y="18736"/>
                  </a:lnTo>
                  <a:lnTo>
                    <a:pt x="21446" y="18008"/>
                  </a:lnTo>
                  <a:lnTo>
                    <a:pt x="21637" y="17127"/>
                  </a:lnTo>
                  <a:lnTo>
                    <a:pt x="21743" y="16638"/>
                  </a:lnTo>
                  <a:lnTo>
                    <a:pt x="21848" y="16121"/>
                  </a:lnTo>
                  <a:lnTo>
                    <a:pt x="21953" y="15575"/>
                  </a:lnTo>
                  <a:lnTo>
                    <a:pt x="22049" y="15010"/>
                  </a:lnTo>
                  <a:lnTo>
                    <a:pt x="22155" y="14416"/>
                  </a:lnTo>
                  <a:lnTo>
                    <a:pt x="22241" y="13803"/>
                  </a:lnTo>
                  <a:lnTo>
                    <a:pt x="22327" y="13180"/>
                  </a:lnTo>
                  <a:lnTo>
                    <a:pt x="22404" y="12529"/>
                  </a:lnTo>
                  <a:lnTo>
                    <a:pt x="22471" y="11878"/>
                  </a:lnTo>
                  <a:lnTo>
                    <a:pt x="22519" y="11217"/>
                  </a:lnTo>
                  <a:lnTo>
                    <a:pt x="22566" y="10546"/>
                  </a:lnTo>
                  <a:lnTo>
                    <a:pt x="22595" y="9876"/>
                  </a:lnTo>
                  <a:lnTo>
                    <a:pt x="22605" y="9196"/>
                  </a:lnTo>
                  <a:lnTo>
                    <a:pt x="22595" y="8525"/>
                  </a:lnTo>
                  <a:lnTo>
                    <a:pt x="22566" y="7855"/>
                  </a:lnTo>
                  <a:lnTo>
                    <a:pt x="22519" y="7194"/>
                  </a:lnTo>
                  <a:lnTo>
                    <a:pt x="22490" y="6868"/>
                  </a:lnTo>
                  <a:lnTo>
                    <a:pt x="22451" y="6543"/>
                  </a:lnTo>
                  <a:lnTo>
                    <a:pt x="22413" y="6217"/>
                  </a:lnTo>
                  <a:lnTo>
                    <a:pt x="22365" y="5901"/>
                  </a:lnTo>
                  <a:lnTo>
                    <a:pt x="22308" y="5585"/>
                  </a:lnTo>
                  <a:lnTo>
                    <a:pt x="22241" y="5269"/>
                  </a:lnTo>
                  <a:lnTo>
                    <a:pt x="22174" y="4962"/>
                  </a:lnTo>
                  <a:lnTo>
                    <a:pt x="22097" y="4656"/>
                  </a:lnTo>
                  <a:lnTo>
                    <a:pt x="22020" y="4359"/>
                  </a:lnTo>
                  <a:lnTo>
                    <a:pt x="21925" y="4062"/>
                  </a:lnTo>
                  <a:lnTo>
                    <a:pt x="21829" y="3775"/>
                  </a:lnTo>
                  <a:lnTo>
                    <a:pt x="21724" y="3497"/>
                  </a:lnTo>
                  <a:lnTo>
                    <a:pt x="21609" y="3219"/>
                  </a:lnTo>
                  <a:lnTo>
                    <a:pt x="21494" y="2951"/>
                  </a:lnTo>
                  <a:lnTo>
                    <a:pt x="21360" y="2683"/>
                  </a:lnTo>
                  <a:lnTo>
                    <a:pt x="21225" y="2434"/>
                  </a:lnTo>
                  <a:lnTo>
                    <a:pt x="21082" y="2185"/>
                  </a:lnTo>
                  <a:lnTo>
                    <a:pt x="20929" y="1945"/>
                  </a:lnTo>
                  <a:lnTo>
                    <a:pt x="20756" y="1706"/>
                  </a:lnTo>
                  <a:lnTo>
                    <a:pt x="20584" y="1486"/>
                  </a:lnTo>
                  <a:lnTo>
                    <a:pt x="20402" y="1275"/>
                  </a:lnTo>
                  <a:lnTo>
                    <a:pt x="20210" y="1064"/>
                  </a:lnTo>
                  <a:lnTo>
                    <a:pt x="20009" y="863"/>
                  </a:lnTo>
                  <a:lnTo>
                    <a:pt x="19798" y="681"/>
                  </a:lnTo>
                  <a:lnTo>
                    <a:pt x="19549" y="480"/>
                  </a:lnTo>
                  <a:lnTo>
                    <a:pt x="19425" y="394"/>
                  </a:lnTo>
                  <a:lnTo>
                    <a:pt x="19300" y="317"/>
                  </a:lnTo>
                  <a:lnTo>
                    <a:pt x="19185" y="250"/>
                  </a:lnTo>
                  <a:lnTo>
                    <a:pt x="19070" y="183"/>
                  </a:lnTo>
                  <a:lnTo>
                    <a:pt x="18955" y="135"/>
                  </a:lnTo>
                  <a:lnTo>
                    <a:pt x="18850" y="97"/>
                  </a:lnTo>
                  <a:lnTo>
                    <a:pt x="18745" y="58"/>
                  </a:lnTo>
                  <a:lnTo>
                    <a:pt x="18639" y="30"/>
                  </a:lnTo>
                  <a:lnTo>
                    <a:pt x="18534" y="11"/>
                  </a:lnTo>
                  <a:lnTo>
                    <a:pt x="18429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2245326" y="3107947"/>
              <a:ext cx="1263157" cy="1100154"/>
            </a:xfrm>
            <a:custGeom>
              <a:rect b="b" l="l" r="r" t="t"/>
              <a:pathLst>
                <a:path extrusionOk="0" h="27213" w="31245">
                  <a:moveTo>
                    <a:pt x="19626" y="1"/>
                  </a:moveTo>
                  <a:lnTo>
                    <a:pt x="17270" y="949"/>
                  </a:lnTo>
                  <a:lnTo>
                    <a:pt x="14828" y="1935"/>
                  </a:lnTo>
                  <a:lnTo>
                    <a:pt x="11992" y="3104"/>
                  </a:lnTo>
                  <a:lnTo>
                    <a:pt x="10527" y="3707"/>
                  </a:lnTo>
                  <a:lnTo>
                    <a:pt x="9090" y="4311"/>
                  </a:lnTo>
                  <a:lnTo>
                    <a:pt x="7721" y="4895"/>
                  </a:lnTo>
                  <a:lnTo>
                    <a:pt x="6466" y="5441"/>
                  </a:lnTo>
                  <a:lnTo>
                    <a:pt x="5364" y="5939"/>
                  </a:lnTo>
                  <a:lnTo>
                    <a:pt x="4885" y="6169"/>
                  </a:lnTo>
                  <a:lnTo>
                    <a:pt x="4454" y="6370"/>
                  </a:lnTo>
                  <a:lnTo>
                    <a:pt x="4090" y="6552"/>
                  </a:lnTo>
                  <a:lnTo>
                    <a:pt x="3784" y="6715"/>
                  </a:lnTo>
                  <a:lnTo>
                    <a:pt x="3545" y="6849"/>
                  </a:lnTo>
                  <a:lnTo>
                    <a:pt x="3391" y="6954"/>
                  </a:lnTo>
                  <a:lnTo>
                    <a:pt x="3295" y="7041"/>
                  </a:lnTo>
                  <a:lnTo>
                    <a:pt x="3200" y="7127"/>
                  </a:lnTo>
                  <a:lnTo>
                    <a:pt x="3114" y="7232"/>
                  </a:lnTo>
                  <a:lnTo>
                    <a:pt x="3018" y="7347"/>
                  </a:lnTo>
                  <a:lnTo>
                    <a:pt x="2932" y="7472"/>
                  </a:lnTo>
                  <a:lnTo>
                    <a:pt x="2845" y="7606"/>
                  </a:lnTo>
                  <a:lnTo>
                    <a:pt x="2769" y="7749"/>
                  </a:lnTo>
                  <a:lnTo>
                    <a:pt x="2682" y="7903"/>
                  </a:lnTo>
                  <a:lnTo>
                    <a:pt x="2520" y="8247"/>
                  </a:lnTo>
                  <a:lnTo>
                    <a:pt x="2366" y="8631"/>
                  </a:lnTo>
                  <a:lnTo>
                    <a:pt x="2213" y="9042"/>
                  </a:lnTo>
                  <a:lnTo>
                    <a:pt x="2070" y="9493"/>
                  </a:lnTo>
                  <a:lnTo>
                    <a:pt x="1935" y="9981"/>
                  </a:lnTo>
                  <a:lnTo>
                    <a:pt x="1801" y="10498"/>
                  </a:lnTo>
                  <a:lnTo>
                    <a:pt x="1677" y="11044"/>
                  </a:lnTo>
                  <a:lnTo>
                    <a:pt x="1552" y="11619"/>
                  </a:lnTo>
                  <a:lnTo>
                    <a:pt x="1437" y="12222"/>
                  </a:lnTo>
                  <a:lnTo>
                    <a:pt x="1322" y="12855"/>
                  </a:lnTo>
                  <a:lnTo>
                    <a:pt x="1217" y="13506"/>
                  </a:lnTo>
                  <a:lnTo>
                    <a:pt x="1112" y="14186"/>
                  </a:lnTo>
                  <a:lnTo>
                    <a:pt x="1016" y="14875"/>
                  </a:lnTo>
                  <a:lnTo>
                    <a:pt x="920" y="15594"/>
                  </a:lnTo>
                  <a:lnTo>
                    <a:pt x="834" y="16331"/>
                  </a:lnTo>
                  <a:lnTo>
                    <a:pt x="748" y="17078"/>
                  </a:lnTo>
                  <a:lnTo>
                    <a:pt x="585" y="18621"/>
                  </a:lnTo>
                  <a:lnTo>
                    <a:pt x="441" y="20210"/>
                  </a:lnTo>
                  <a:lnTo>
                    <a:pt x="307" y="21829"/>
                  </a:lnTo>
                  <a:lnTo>
                    <a:pt x="192" y="23477"/>
                  </a:lnTo>
                  <a:lnTo>
                    <a:pt x="87" y="25124"/>
                  </a:lnTo>
                  <a:lnTo>
                    <a:pt x="1" y="26772"/>
                  </a:lnTo>
                  <a:lnTo>
                    <a:pt x="451" y="26906"/>
                  </a:lnTo>
                  <a:lnTo>
                    <a:pt x="844" y="27021"/>
                  </a:lnTo>
                  <a:lnTo>
                    <a:pt x="1207" y="27107"/>
                  </a:lnTo>
                  <a:lnTo>
                    <a:pt x="1380" y="27135"/>
                  </a:lnTo>
                  <a:lnTo>
                    <a:pt x="1552" y="27164"/>
                  </a:lnTo>
                  <a:lnTo>
                    <a:pt x="1725" y="27183"/>
                  </a:lnTo>
                  <a:lnTo>
                    <a:pt x="1897" y="27193"/>
                  </a:lnTo>
                  <a:lnTo>
                    <a:pt x="2280" y="27212"/>
                  </a:lnTo>
                  <a:lnTo>
                    <a:pt x="2702" y="27203"/>
                  </a:lnTo>
                  <a:lnTo>
                    <a:pt x="3190" y="27174"/>
                  </a:lnTo>
                  <a:lnTo>
                    <a:pt x="3305" y="26896"/>
                  </a:lnTo>
                  <a:lnTo>
                    <a:pt x="3621" y="26091"/>
                  </a:lnTo>
                  <a:lnTo>
                    <a:pt x="4119" y="24818"/>
                  </a:lnTo>
                  <a:lnTo>
                    <a:pt x="4771" y="23113"/>
                  </a:lnTo>
                  <a:lnTo>
                    <a:pt x="5144" y="22117"/>
                  </a:lnTo>
                  <a:lnTo>
                    <a:pt x="5537" y="21044"/>
                  </a:lnTo>
                  <a:lnTo>
                    <a:pt x="5949" y="19875"/>
                  </a:lnTo>
                  <a:lnTo>
                    <a:pt x="6389" y="18649"/>
                  </a:lnTo>
                  <a:lnTo>
                    <a:pt x="6839" y="17347"/>
                  </a:lnTo>
                  <a:lnTo>
                    <a:pt x="7299" y="15987"/>
                  </a:lnTo>
                  <a:lnTo>
                    <a:pt x="7768" y="14569"/>
                  </a:lnTo>
                  <a:lnTo>
                    <a:pt x="8238" y="13104"/>
                  </a:lnTo>
                  <a:lnTo>
                    <a:pt x="26791" y="11810"/>
                  </a:lnTo>
                  <a:lnTo>
                    <a:pt x="27001" y="11801"/>
                  </a:lnTo>
                  <a:lnTo>
                    <a:pt x="27212" y="11791"/>
                  </a:lnTo>
                  <a:lnTo>
                    <a:pt x="27404" y="11772"/>
                  </a:lnTo>
                  <a:lnTo>
                    <a:pt x="27595" y="11743"/>
                  </a:lnTo>
                  <a:lnTo>
                    <a:pt x="27777" y="11705"/>
                  </a:lnTo>
                  <a:lnTo>
                    <a:pt x="27959" y="11657"/>
                  </a:lnTo>
                  <a:lnTo>
                    <a:pt x="28131" y="11609"/>
                  </a:lnTo>
                  <a:lnTo>
                    <a:pt x="28294" y="11542"/>
                  </a:lnTo>
                  <a:lnTo>
                    <a:pt x="28457" y="11475"/>
                  </a:lnTo>
                  <a:lnTo>
                    <a:pt x="28610" y="11408"/>
                  </a:lnTo>
                  <a:lnTo>
                    <a:pt x="28754" y="11322"/>
                  </a:lnTo>
                  <a:lnTo>
                    <a:pt x="28898" y="11236"/>
                  </a:lnTo>
                  <a:lnTo>
                    <a:pt x="29032" y="11140"/>
                  </a:lnTo>
                  <a:lnTo>
                    <a:pt x="29166" y="11044"/>
                  </a:lnTo>
                  <a:lnTo>
                    <a:pt x="29290" y="10939"/>
                  </a:lnTo>
                  <a:lnTo>
                    <a:pt x="29415" y="10834"/>
                  </a:lnTo>
                  <a:lnTo>
                    <a:pt x="29530" y="10719"/>
                  </a:lnTo>
                  <a:lnTo>
                    <a:pt x="29645" y="10594"/>
                  </a:lnTo>
                  <a:lnTo>
                    <a:pt x="29750" y="10470"/>
                  </a:lnTo>
                  <a:lnTo>
                    <a:pt x="29846" y="10335"/>
                  </a:lnTo>
                  <a:lnTo>
                    <a:pt x="29942" y="10201"/>
                  </a:lnTo>
                  <a:lnTo>
                    <a:pt x="30038" y="10067"/>
                  </a:lnTo>
                  <a:lnTo>
                    <a:pt x="30210" y="9780"/>
                  </a:lnTo>
                  <a:lnTo>
                    <a:pt x="30363" y="9473"/>
                  </a:lnTo>
                  <a:lnTo>
                    <a:pt x="30497" y="9167"/>
                  </a:lnTo>
                  <a:lnTo>
                    <a:pt x="30622" y="8841"/>
                  </a:lnTo>
                  <a:lnTo>
                    <a:pt x="30727" y="8506"/>
                  </a:lnTo>
                  <a:lnTo>
                    <a:pt x="30823" y="8171"/>
                  </a:lnTo>
                  <a:lnTo>
                    <a:pt x="30909" y="7826"/>
                  </a:lnTo>
                  <a:lnTo>
                    <a:pt x="30976" y="7481"/>
                  </a:lnTo>
                  <a:lnTo>
                    <a:pt x="31034" y="7136"/>
                  </a:lnTo>
                  <a:lnTo>
                    <a:pt x="31091" y="6792"/>
                  </a:lnTo>
                  <a:lnTo>
                    <a:pt x="31129" y="6447"/>
                  </a:lnTo>
                  <a:lnTo>
                    <a:pt x="31158" y="6102"/>
                  </a:lnTo>
                  <a:lnTo>
                    <a:pt x="31187" y="5776"/>
                  </a:lnTo>
                  <a:lnTo>
                    <a:pt x="31225" y="5135"/>
                  </a:lnTo>
                  <a:lnTo>
                    <a:pt x="31235" y="4541"/>
                  </a:lnTo>
                  <a:lnTo>
                    <a:pt x="31244" y="4004"/>
                  </a:lnTo>
                  <a:lnTo>
                    <a:pt x="31244" y="3545"/>
                  </a:lnTo>
                  <a:lnTo>
                    <a:pt x="31244" y="1524"/>
                  </a:lnTo>
                  <a:lnTo>
                    <a:pt x="19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2497793" y="2941469"/>
              <a:ext cx="215721" cy="56962"/>
            </a:xfrm>
            <a:custGeom>
              <a:rect b="b" l="l" r="r" t="t"/>
              <a:pathLst>
                <a:path extrusionOk="0" h="1409" w="5336">
                  <a:moveTo>
                    <a:pt x="3171" y="0"/>
                  </a:moveTo>
                  <a:lnTo>
                    <a:pt x="3037" y="10"/>
                  </a:lnTo>
                  <a:lnTo>
                    <a:pt x="2912" y="19"/>
                  </a:lnTo>
                  <a:lnTo>
                    <a:pt x="2788" y="38"/>
                  </a:lnTo>
                  <a:lnTo>
                    <a:pt x="2673" y="67"/>
                  </a:lnTo>
                  <a:lnTo>
                    <a:pt x="2424" y="125"/>
                  </a:lnTo>
                  <a:lnTo>
                    <a:pt x="2175" y="211"/>
                  </a:lnTo>
                  <a:lnTo>
                    <a:pt x="1629" y="402"/>
                  </a:lnTo>
                  <a:lnTo>
                    <a:pt x="336" y="833"/>
                  </a:lnTo>
                  <a:lnTo>
                    <a:pt x="269" y="862"/>
                  </a:lnTo>
                  <a:lnTo>
                    <a:pt x="202" y="900"/>
                  </a:lnTo>
                  <a:lnTo>
                    <a:pt x="144" y="939"/>
                  </a:lnTo>
                  <a:lnTo>
                    <a:pt x="96" y="987"/>
                  </a:lnTo>
                  <a:lnTo>
                    <a:pt x="58" y="1035"/>
                  </a:lnTo>
                  <a:lnTo>
                    <a:pt x="29" y="1082"/>
                  </a:lnTo>
                  <a:lnTo>
                    <a:pt x="10" y="1130"/>
                  </a:lnTo>
                  <a:lnTo>
                    <a:pt x="1" y="1178"/>
                  </a:lnTo>
                  <a:lnTo>
                    <a:pt x="1" y="1217"/>
                  </a:lnTo>
                  <a:lnTo>
                    <a:pt x="10" y="1264"/>
                  </a:lnTo>
                  <a:lnTo>
                    <a:pt x="29" y="1303"/>
                  </a:lnTo>
                  <a:lnTo>
                    <a:pt x="58" y="1331"/>
                  </a:lnTo>
                  <a:lnTo>
                    <a:pt x="96" y="1360"/>
                  </a:lnTo>
                  <a:lnTo>
                    <a:pt x="154" y="1389"/>
                  </a:lnTo>
                  <a:lnTo>
                    <a:pt x="221" y="1398"/>
                  </a:lnTo>
                  <a:lnTo>
                    <a:pt x="297" y="1408"/>
                  </a:lnTo>
                  <a:lnTo>
                    <a:pt x="4914" y="1408"/>
                  </a:lnTo>
                  <a:lnTo>
                    <a:pt x="5336" y="354"/>
                  </a:lnTo>
                  <a:lnTo>
                    <a:pt x="3726" y="58"/>
                  </a:lnTo>
                  <a:lnTo>
                    <a:pt x="3583" y="29"/>
                  </a:lnTo>
                  <a:lnTo>
                    <a:pt x="3439" y="10"/>
                  </a:lnTo>
                  <a:lnTo>
                    <a:pt x="3295" y="10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3297762" y="2216211"/>
              <a:ext cx="311009" cy="575041"/>
            </a:xfrm>
            <a:custGeom>
              <a:rect b="b" l="l" r="r" t="t"/>
              <a:pathLst>
                <a:path extrusionOk="0" h="14224" w="7693">
                  <a:moveTo>
                    <a:pt x="3794" y="0"/>
                  </a:moveTo>
                  <a:lnTo>
                    <a:pt x="3679" y="10"/>
                  </a:lnTo>
                  <a:lnTo>
                    <a:pt x="3564" y="19"/>
                  </a:lnTo>
                  <a:lnTo>
                    <a:pt x="3439" y="48"/>
                  </a:lnTo>
                  <a:lnTo>
                    <a:pt x="3324" y="77"/>
                  </a:lnTo>
                  <a:lnTo>
                    <a:pt x="3200" y="115"/>
                  </a:lnTo>
                  <a:lnTo>
                    <a:pt x="3085" y="163"/>
                  </a:lnTo>
                  <a:lnTo>
                    <a:pt x="2970" y="221"/>
                  </a:lnTo>
                  <a:lnTo>
                    <a:pt x="2855" y="278"/>
                  </a:lnTo>
                  <a:lnTo>
                    <a:pt x="2740" y="355"/>
                  </a:lnTo>
                  <a:lnTo>
                    <a:pt x="2625" y="431"/>
                  </a:lnTo>
                  <a:lnTo>
                    <a:pt x="2510" y="517"/>
                  </a:lnTo>
                  <a:lnTo>
                    <a:pt x="2395" y="623"/>
                  </a:lnTo>
                  <a:lnTo>
                    <a:pt x="2290" y="728"/>
                  </a:lnTo>
                  <a:lnTo>
                    <a:pt x="2175" y="843"/>
                  </a:lnTo>
                  <a:lnTo>
                    <a:pt x="2070" y="977"/>
                  </a:lnTo>
                  <a:lnTo>
                    <a:pt x="1964" y="1111"/>
                  </a:lnTo>
                  <a:lnTo>
                    <a:pt x="1849" y="1255"/>
                  </a:lnTo>
                  <a:lnTo>
                    <a:pt x="1754" y="1418"/>
                  </a:lnTo>
                  <a:lnTo>
                    <a:pt x="1648" y="1581"/>
                  </a:lnTo>
                  <a:lnTo>
                    <a:pt x="1514" y="1811"/>
                  </a:lnTo>
                  <a:lnTo>
                    <a:pt x="1399" y="2040"/>
                  </a:lnTo>
                  <a:lnTo>
                    <a:pt x="1275" y="2280"/>
                  </a:lnTo>
                  <a:lnTo>
                    <a:pt x="1169" y="2519"/>
                  </a:lnTo>
                  <a:lnTo>
                    <a:pt x="1064" y="2759"/>
                  </a:lnTo>
                  <a:lnTo>
                    <a:pt x="968" y="2998"/>
                  </a:lnTo>
                  <a:lnTo>
                    <a:pt x="872" y="3247"/>
                  </a:lnTo>
                  <a:lnTo>
                    <a:pt x="786" y="3496"/>
                  </a:lnTo>
                  <a:lnTo>
                    <a:pt x="623" y="4004"/>
                  </a:lnTo>
                  <a:lnTo>
                    <a:pt x="489" y="4521"/>
                  </a:lnTo>
                  <a:lnTo>
                    <a:pt x="365" y="5038"/>
                  </a:lnTo>
                  <a:lnTo>
                    <a:pt x="269" y="5556"/>
                  </a:lnTo>
                  <a:lnTo>
                    <a:pt x="192" y="6073"/>
                  </a:lnTo>
                  <a:lnTo>
                    <a:pt x="125" y="6590"/>
                  </a:lnTo>
                  <a:lnTo>
                    <a:pt x="68" y="7107"/>
                  </a:lnTo>
                  <a:lnTo>
                    <a:pt x="39" y="7624"/>
                  </a:lnTo>
                  <a:lnTo>
                    <a:pt x="10" y="8123"/>
                  </a:lnTo>
                  <a:lnTo>
                    <a:pt x="1" y="8621"/>
                  </a:lnTo>
                  <a:lnTo>
                    <a:pt x="1" y="9109"/>
                  </a:lnTo>
                  <a:lnTo>
                    <a:pt x="1" y="9578"/>
                  </a:lnTo>
                  <a:lnTo>
                    <a:pt x="20" y="10038"/>
                  </a:lnTo>
                  <a:lnTo>
                    <a:pt x="49" y="10488"/>
                  </a:lnTo>
                  <a:lnTo>
                    <a:pt x="78" y="10910"/>
                  </a:lnTo>
                  <a:lnTo>
                    <a:pt x="106" y="11322"/>
                  </a:lnTo>
                  <a:lnTo>
                    <a:pt x="183" y="12059"/>
                  </a:lnTo>
                  <a:lnTo>
                    <a:pt x="269" y="12701"/>
                  </a:lnTo>
                  <a:lnTo>
                    <a:pt x="355" y="13228"/>
                  </a:lnTo>
                  <a:lnTo>
                    <a:pt x="422" y="13630"/>
                  </a:lnTo>
                  <a:lnTo>
                    <a:pt x="489" y="13956"/>
                  </a:lnTo>
                  <a:lnTo>
                    <a:pt x="1169" y="14032"/>
                  </a:lnTo>
                  <a:lnTo>
                    <a:pt x="1802" y="14090"/>
                  </a:lnTo>
                  <a:lnTo>
                    <a:pt x="2395" y="14138"/>
                  </a:lnTo>
                  <a:lnTo>
                    <a:pt x="2951" y="14176"/>
                  </a:lnTo>
                  <a:lnTo>
                    <a:pt x="3468" y="14205"/>
                  </a:lnTo>
                  <a:lnTo>
                    <a:pt x="3957" y="14224"/>
                  </a:lnTo>
                  <a:lnTo>
                    <a:pt x="4847" y="14224"/>
                  </a:lnTo>
                  <a:lnTo>
                    <a:pt x="5250" y="14205"/>
                  </a:lnTo>
                  <a:lnTo>
                    <a:pt x="5633" y="14185"/>
                  </a:lnTo>
                  <a:lnTo>
                    <a:pt x="5997" y="14147"/>
                  </a:lnTo>
                  <a:lnTo>
                    <a:pt x="6342" y="14109"/>
                  </a:lnTo>
                  <a:lnTo>
                    <a:pt x="6667" y="14051"/>
                  </a:lnTo>
                  <a:lnTo>
                    <a:pt x="6983" y="13984"/>
                  </a:lnTo>
                  <a:lnTo>
                    <a:pt x="7290" y="13917"/>
                  </a:lnTo>
                  <a:lnTo>
                    <a:pt x="7587" y="13831"/>
                  </a:lnTo>
                  <a:lnTo>
                    <a:pt x="7615" y="12682"/>
                  </a:lnTo>
                  <a:lnTo>
                    <a:pt x="7644" y="11465"/>
                  </a:lnTo>
                  <a:lnTo>
                    <a:pt x="7673" y="10000"/>
                  </a:lnTo>
                  <a:lnTo>
                    <a:pt x="7692" y="8429"/>
                  </a:lnTo>
                  <a:lnTo>
                    <a:pt x="7692" y="7644"/>
                  </a:lnTo>
                  <a:lnTo>
                    <a:pt x="7683" y="6887"/>
                  </a:lnTo>
                  <a:lnTo>
                    <a:pt x="7673" y="6178"/>
                  </a:lnTo>
                  <a:lnTo>
                    <a:pt x="7654" y="5527"/>
                  </a:lnTo>
                  <a:lnTo>
                    <a:pt x="7625" y="4962"/>
                  </a:lnTo>
                  <a:lnTo>
                    <a:pt x="7587" y="4483"/>
                  </a:lnTo>
                  <a:lnTo>
                    <a:pt x="7539" y="4195"/>
                  </a:lnTo>
                  <a:lnTo>
                    <a:pt x="7481" y="3899"/>
                  </a:lnTo>
                  <a:lnTo>
                    <a:pt x="7414" y="3611"/>
                  </a:lnTo>
                  <a:lnTo>
                    <a:pt x="7319" y="3324"/>
                  </a:lnTo>
                  <a:lnTo>
                    <a:pt x="7213" y="3037"/>
                  </a:lnTo>
                  <a:lnTo>
                    <a:pt x="7098" y="2759"/>
                  </a:lnTo>
                  <a:lnTo>
                    <a:pt x="6964" y="2481"/>
                  </a:lnTo>
                  <a:lnTo>
                    <a:pt x="6820" y="2213"/>
                  </a:lnTo>
                  <a:lnTo>
                    <a:pt x="6658" y="1954"/>
                  </a:lnTo>
                  <a:lnTo>
                    <a:pt x="6495" y="1705"/>
                  </a:lnTo>
                  <a:lnTo>
                    <a:pt x="6313" y="1466"/>
                  </a:lnTo>
                  <a:lnTo>
                    <a:pt x="6131" y="1236"/>
                  </a:lnTo>
                  <a:lnTo>
                    <a:pt x="5930" y="1025"/>
                  </a:lnTo>
                  <a:lnTo>
                    <a:pt x="5729" y="834"/>
                  </a:lnTo>
                  <a:lnTo>
                    <a:pt x="5518" y="652"/>
                  </a:lnTo>
                  <a:lnTo>
                    <a:pt x="5298" y="489"/>
                  </a:lnTo>
                  <a:lnTo>
                    <a:pt x="5077" y="355"/>
                  </a:lnTo>
                  <a:lnTo>
                    <a:pt x="4847" y="230"/>
                  </a:lnTo>
                  <a:lnTo>
                    <a:pt x="4618" y="134"/>
                  </a:lnTo>
                  <a:lnTo>
                    <a:pt x="4503" y="96"/>
                  </a:lnTo>
                  <a:lnTo>
                    <a:pt x="4388" y="67"/>
                  </a:lnTo>
                  <a:lnTo>
                    <a:pt x="4273" y="39"/>
                  </a:lnTo>
                  <a:lnTo>
                    <a:pt x="4148" y="19"/>
                  </a:lnTo>
                  <a:lnTo>
                    <a:pt x="4033" y="10"/>
                  </a:lnTo>
                  <a:lnTo>
                    <a:pt x="3918" y="0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1720260" y="2966615"/>
              <a:ext cx="427157" cy="87566"/>
            </a:xfrm>
            <a:custGeom>
              <a:rect b="b" l="l" r="r" t="t"/>
              <a:pathLst>
                <a:path extrusionOk="0" h="2166" w="10566">
                  <a:moveTo>
                    <a:pt x="2060" y="1"/>
                  </a:moveTo>
                  <a:lnTo>
                    <a:pt x="1849" y="10"/>
                  </a:lnTo>
                  <a:lnTo>
                    <a:pt x="1648" y="49"/>
                  </a:lnTo>
                  <a:lnTo>
                    <a:pt x="1447" y="96"/>
                  </a:lnTo>
                  <a:lnTo>
                    <a:pt x="1255" y="163"/>
                  </a:lnTo>
                  <a:lnTo>
                    <a:pt x="1073" y="250"/>
                  </a:lnTo>
                  <a:lnTo>
                    <a:pt x="911" y="355"/>
                  </a:lnTo>
                  <a:lnTo>
                    <a:pt x="748" y="480"/>
                  </a:lnTo>
                  <a:lnTo>
                    <a:pt x="604" y="614"/>
                  </a:lnTo>
                  <a:lnTo>
                    <a:pt x="470" y="757"/>
                  </a:lnTo>
                  <a:lnTo>
                    <a:pt x="346" y="911"/>
                  </a:lnTo>
                  <a:lnTo>
                    <a:pt x="250" y="1083"/>
                  </a:lnTo>
                  <a:lnTo>
                    <a:pt x="164" y="1265"/>
                  </a:lnTo>
                  <a:lnTo>
                    <a:pt x="87" y="1457"/>
                  </a:lnTo>
                  <a:lnTo>
                    <a:pt x="39" y="1658"/>
                  </a:lnTo>
                  <a:lnTo>
                    <a:pt x="10" y="1859"/>
                  </a:lnTo>
                  <a:lnTo>
                    <a:pt x="1" y="2070"/>
                  </a:lnTo>
                  <a:lnTo>
                    <a:pt x="1" y="2165"/>
                  </a:lnTo>
                  <a:lnTo>
                    <a:pt x="10565" y="2165"/>
                  </a:lnTo>
                  <a:lnTo>
                    <a:pt x="10565" y="2070"/>
                  </a:lnTo>
                  <a:lnTo>
                    <a:pt x="10556" y="1859"/>
                  </a:lnTo>
                  <a:lnTo>
                    <a:pt x="10517" y="1658"/>
                  </a:lnTo>
                  <a:lnTo>
                    <a:pt x="10470" y="1457"/>
                  </a:lnTo>
                  <a:lnTo>
                    <a:pt x="10403" y="1265"/>
                  </a:lnTo>
                  <a:lnTo>
                    <a:pt x="10316" y="1083"/>
                  </a:lnTo>
                  <a:lnTo>
                    <a:pt x="10211" y="911"/>
                  </a:lnTo>
                  <a:lnTo>
                    <a:pt x="10086" y="757"/>
                  </a:lnTo>
                  <a:lnTo>
                    <a:pt x="9952" y="614"/>
                  </a:lnTo>
                  <a:lnTo>
                    <a:pt x="9809" y="480"/>
                  </a:lnTo>
                  <a:lnTo>
                    <a:pt x="9655" y="355"/>
                  </a:lnTo>
                  <a:lnTo>
                    <a:pt x="9483" y="250"/>
                  </a:lnTo>
                  <a:lnTo>
                    <a:pt x="9301" y="163"/>
                  </a:lnTo>
                  <a:lnTo>
                    <a:pt x="9110" y="96"/>
                  </a:lnTo>
                  <a:lnTo>
                    <a:pt x="8908" y="49"/>
                  </a:lnTo>
                  <a:lnTo>
                    <a:pt x="8707" y="10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1616889" y="2749401"/>
              <a:ext cx="322975" cy="304783"/>
            </a:xfrm>
            <a:custGeom>
              <a:rect b="b" l="l" r="r" t="t"/>
              <a:pathLst>
                <a:path extrusionOk="0" h="7539" w="7989">
                  <a:moveTo>
                    <a:pt x="1916" y="0"/>
                  </a:moveTo>
                  <a:lnTo>
                    <a:pt x="0" y="7538"/>
                  </a:lnTo>
                  <a:lnTo>
                    <a:pt x="6073" y="7538"/>
                  </a:lnTo>
                  <a:lnTo>
                    <a:pt x="798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1132856" y="1940136"/>
              <a:ext cx="1342557" cy="867008"/>
            </a:xfrm>
            <a:custGeom>
              <a:rect b="b" l="l" r="r" t="t"/>
              <a:pathLst>
                <a:path extrusionOk="0" h="21446" w="33209">
                  <a:moveTo>
                    <a:pt x="1581" y="0"/>
                  </a:moveTo>
                  <a:lnTo>
                    <a:pt x="1418" y="10"/>
                  </a:lnTo>
                  <a:lnTo>
                    <a:pt x="1265" y="38"/>
                  </a:lnTo>
                  <a:lnTo>
                    <a:pt x="1112" y="77"/>
                  </a:lnTo>
                  <a:lnTo>
                    <a:pt x="968" y="125"/>
                  </a:lnTo>
                  <a:lnTo>
                    <a:pt x="824" y="192"/>
                  </a:lnTo>
                  <a:lnTo>
                    <a:pt x="700" y="268"/>
                  </a:lnTo>
                  <a:lnTo>
                    <a:pt x="575" y="364"/>
                  </a:lnTo>
                  <a:lnTo>
                    <a:pt x="461" y="469"/>
                  </a:lnTo>
                  <a:lnTo>
                    <a:pt x="365" y="575"/>
                  </a:lnTo>
                  <a:lnTo>
                    <a:pt x="269" y="699"/>
                  </a:lnTo>
                  <a:lnTo>
                    <a:pt x="192" y="833"/>
                  </a:lnTo>
                  <a:lnTo>
                    <a:pt x="125" y="967"/>
                  </a:lnTo>
                  <a:lnTo>
                    <a:pt x="68" y="1111"/>
                  </a:lnTo>
                  <a:lnTo>
                    <a:pt x="30" y="1264"/>
                  </a:lnTo>
                  <a:lnTo>
                    <a:pt x="10" y="1427"/>
                  </a:lnTo>
                  <a:lnTo>
                    <a:pt x="1" y="1590"/>
                  </a:lnTo>
                  <a:lnTo>
                    <a:pt x="2261" y="19865"/>
                  </a:lnTo>
                  <a:lnTo>
                    <a:pt x="2271" y="20028"/>
                  </a:lnTo>
                  <a:lnTo>
                    <a:pt x="2290" y="20181"/>
                  </a:lnTo>
                  <a:lnTo>
                    <a:pt x="2328" y="20334"/>
                  </a:lnTo>
                  <a:lnTo>
                    <a:pt x="2386" y="20478"/>
                  </a:lnTo>
                  <a:lnTo>
                    <a:pt x="2453" y="20622"/>
                  </a:lnTo>
                  <a:lnTo>
                    <a:pt x="2529" y="20756"/>
                  </a:lnTo>
                  <a:lnTo>
                    <a:pt x="2625" y="20871"/>
                  </a:lnTo>
                  <a:lnTo>
                    <a:pt x="2721" y="20986"/>
                  </a:lnTo>
                  <a:lnTo>
                    <a:pt x="2836" y="21091"/>
                  </a:lnTo>
                  <a:lnTo>
                    <a:pt x="2960" y="21177"/>
                  </a:lnTo>
                  <a:lnTo>
                    <a:pt x="3085" y="21263"/>
                  </a:lnTo>
                  <a:lnTo>
                    <a:pt x="3229" y="21321"/>
                  </a:lnTo>
                  <a:lnTo>
                    <a:pt x="3372" y="21378"/>
                  </a:lnTo>
                  <a:lnTo>
                    <a:pt x="3526" y="21417"/>
                  </a:lnTo>
                  <a:lnTo>
                    <a:pt x="3679" y="21445"/>
                  </a:lnTo>
                  <a:lnTo>
                    <a:pt x="31790" y="21445"/>
                  </a:lnTo>
                  <a:lnTo>
                    <a:pt x="31944" y="21417"/>
                  </a:lnTo>
                  <a:lnTo>
                    <a:pt x="32097" y="21378"/>
                  </a:lnTo>
                  <a:lnTo>
                    <a:pt x="32241" y="21321"/>
                  </a:lnTo>
                  <a:lnTo>
                    <a:pt x="32384" y="21263"/>
                  </a:lnTo>
                  <a:lnTo>
                    <a:pt x="32518" y="21177"/>
                  </a:lnTo>
                  <a:lnTo>
                    <a:pt x="32633" y="21091"/>
                  </a:lnTo>
                  <a:lnTo>
                    <a:pt x="32748" y="20986"/>
                  </a:lnTo>
                  <a:lnTo>
                    <a:pt x="32854" y="20871"/>
                  </a:lnTo>
                  <a:lnTo>
                    <a:pt x="32940" y="20756"/>
                  </a:lnTo>
                  <a:lnTo>
                    <a:pt x="33016" y="20622"/>
                  </a:lnTo>
                  <a:lnTo>
                    <a:pt x="33084" y="20478"/>
                  </a:lnTo>
                  <a:lnTo>
                    <a:pt x="33141" y="20334"/>
                  </a:lnTo>
                  <a:lnTo>
                    <a:pt x="33179" y="20181"/>
                  </a:lnTo>
                  <a:lnTo>
                    <a:pt x="33208" y="20028"/>
                  </a:lnTo>
                  <a:lnTo>
                    <a:pt x="33208" y="19865"/>
                  </a:lnTo>
                  <a:lnTo>
                    <a:pt x="30948" y="1590"/>
                  </a:lnTo>
                  <a:lnTo>
                    <a:pt x="30948" y="1427"/>
                  </a:lnTo>
                  <a:lnTo>
                    <a:pt x="30919" y="1264"/>
                  </a:lnTo>
                  <a:lnTo>
                    <a:pt x="30881" y="1111"/>
                  </a:lnTo>
                  <a:lnTo>
                    <a:pt x="30823" y="967"/>
                  </a:lnTo>
                  <a:lnTo>
                    <a:pt x="30756" y="833"/>
                  </a:lnTo>
                  <a:lnTo>
                    <a:pt x="30679" y="699"/>
                  </a:lnTo>
                  <a:lnTo>
                    <a:pt x="30593" y="575"/>
                  </a:lnTo>
                  <a:lnTo>
                    <a:pt x="30488" y="469"/>
                  </a:lnTo>
                  <a:lnTo>
                    <a:pt x="30373" y="364"/>
                  </a:lnTo>
                  <a:lnTo>
                    <a:pt x="30248" y="268"/>
                  </a:lnTo>
                  <a:lnTo>
                    <a:pt x="30124" y="192"/>
                  </a:lnTo>
                  <a:lnTo>
                    <a:pt x="29980" y="125"/>
                  </a:lnTo>
                  <a:lnTo>
                    <a:pt x="29837" y="77"/>
                  </a:lnTo>
                  <a:lnTo>
                    <a:pt x="29683" y="38"/>
                  </a:lnTo>
                  <a:lnTo>
                    <a:pt x="29530" y="10"/>
                  </a:lnTo>
                  <a:lnTo>
                    <a:pt x="293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2263154" y="1940136"/>
              <a:ext cx="212244" cy="867008"/>
            </a:xfrm>
            <a:custGeom>
              <a:rect b="b" l="l" r="r" t="t"/>
              <a:pathLst>
                <a:path extrusionOk="0" h="21446" w="5250">
                  <a:moveTo>
                    <a:pt x="0" y="0"/>
                  </a:moveTo>
                  <a:lnTo>
                    <a:pt x="163" y="10"/>
                  </a:lnTo>
                  <a:lnTo>
                    <a:pt x="316" y="38"/>
                  </a:lnTo>
                  <a:lnTo>
                    <a:pt x="470" y="77"/>
                  </a:lnTo>
                  <a:lnTo>
                    <a:pt x="613" y="125"/>
                  </a:lnTo>
                  <a:lnTo>
                    <a:pt x="747" y="192"/>
                  </a:lnTo>
                  <a:lnTo>
                    <a:pt x="881" y="268"/>
                  </a:lnTo>
                  <a:lnTo>
                    <a:pt x="1006" y="364"/>
                  </a:lnTo>
                  <a:lnTo>
                    <a:pt x="1121" y="469"/>
                  </a:lnTo>
                  <a:lnTo>
                    <a:pt x="1217" y="575"/>
                  </a:lnTo>
                  <a:lnTo>
                    <a:pt x="1312" y="699"/>
                  </a:lnTo>
                  <a:lnTo>
                    <a:pt x="1389" y="833"/>
                  </a:lnTo>
                  <a:lnTo>
                    <a:pt x="1456" y="967"/>
                  </a:lnTo>
                  <a:lnTo>
                    <a:pt x="1514" y="1111"/>
                  </a:lnTo>
                  <a:lnTo>
                    <a:pt x="1552" y="1264"/>
                  </a:lnTo>
                  <a:lnTo>
                    <a:pt x="1571" y="1427"/>
                  </a:lnTo>
                  <a:lnTo>
                    <a:pt x="1581" y="1590"/>
                  </a:lnTo>
                  <a:lnTo>
                    <a:pt x="3841" y="19865"/>
                  </a:lnTo>
                  <a:lnTo>
                    <a:pt x="3831" y="20028"/>
                  </a:lnTo>
                  <a:lnTo>
                    <a:pt x="3812" y="20181"/>
                  </a:lnTo>
                  <a:lnTo>
                    <a:pt x="3774" y="20334"/>
                  </a:lnTo>
                  <a:lnTo>
                    <a:pt x="3717" y="20478"/>
                  </a:lnTo>
                  <a:lnTo>
                    <a:pt x="3649" y="20622"/>
                  </a:lnTo>
                  <a:lnTo>
                    <a:pt x="3573" y="20756"/>
                  </a:lnTo>
                  <a:lnTo>
                    <a:pt x="3477" y="20871"/>
                  </a:lnTo>
                  <a:lnTo>
                    <a:pt x="3381" y="20986"/>
                  </a:lnTo>
                  <a:lnTo>
                    <a:pt x="3266" y="21091"/>
                  </a:lnTo>
                  <a:lnTo>
                    <a:pt x="3142" y="21177"/>
                  </a:lnTo>
                  <a:lnTo>
                    <a:pt x="3008" y="21263"/>
                  </a:lnTo>
                  <a:lnTo>
                    <a:pt x="2874" y="21321"/>
                  </a:lnTo>
                  <a:lnTo>
                    <a:pt x="2730" y="21378"/>
                  </a:lnTo>
                  <a:lnTo>
                    <a:pt x="2577" y="21417"/>
                  </a:lnTo>
                  <a:lnTo>
                    <a:pt x="2423" y="21445"/>
                  </a:lnTo>
                  <a:lnTo>
                    <a:pt x="3831" y="21445"/>
                  </a:lnTo>
                  <a:lnTo>
                    <a:pt x="3985" y="21417"/>
                  </a:lnTo>
                  <a:lnTo>
                    <a:pt x="4138" y="21378"/>
                  </a:lnTo>
                  <a:lnTo>
                    <a:pt x="4282" y="21321"/>
                  </a:lnTo>
                  <a:lnTo>
                    <a:pt x="4425" y="21263"/>
                  </a:lnTo>
                  <a:lnTo>
                    <a:pt x="4559" y="21177"/>
                  </a:lnTo>
                  <a:lnTo>
                    <a:pt x="4674" y="21091"/>
                  </a:lnTo>
                  <a:lnTo>
                    <a:pt x="4789" y="20986"/>
                  </a:lnTo>
                  <a:lnTo>
                    <a:pt x="4895" y="20871"/>
                  </a:lnTo>
                  <a:lnTo>
                    <a:pt x="4981" y="20756"/>
                  </a:lnTo>
                  <a:lnTo>
                    <a:pt x="5057" y="20622"/>
                  </a:lnTo>
                  <a:lnTo>
                    <a:pt x="5125" y="20478"/>
                  </a:lnTo>
                  <a:lnTo>
                    <a:pt x="5182" y="20334"/>
                  </a:lnTo>
                  <a:lnTo>
                    <a:pt x="5220" y="20181"/>
                  </a:lnTo>
                  <a:lnTo>
                    <a:pt x="5249" y="20028"/>
                  </a:lnTo>
                  <a:lnTo>
                    <a:pt x="5249" y="19865"/>
                  </a:lnTo>
                  <a:lnTo>
                    <a:pt x="2989" y="1590"/>
                  </a:lnTo>
                  <a:lnTo>
                    <a:pt x="2989" y="1427"/>
                  </a:lnTo>
                  <a:lnTo>
                    <a:pt x="2960" y="1264"/>
                  </a:lnTo>
                  <a:lnTo>
                    <a:pt x="2922" y="1111"/>
                  </a:lnTo>
                  <a:lnTo>
                    <a:pt x="2864" y="967"/>
                  </a:lnTo>
                  <a:lnTo>
                    <a:pt x="2797" y="833"/>
                  </a:lnTo>
                  <a:lnTo>
                    <a:pt x="2720" y="699"/>
                  </a:lnTo>
                  <a:lnTo>
                    <a:pt x="2634" y="575"/>
                  </a:lnTo>
                  <a:lnTo>
                    <a:pt x="2529" y="469"/>
                  </a:lnTo>
                  <a:lnTo>
                    <a:pt x="2414" y="364"/>
                  </a:lnTo>
                  <a:lnTo>
                    <a:pt x="2289" y="268"/>
                  </a:lnTo>
                  <a:lnTo>
                    <a:pt x="2165" y="192"/>
                  </a:lnTo>
                  <a:lnTo>
                    <a:pt x="2021" y="125"/>
                  </a:lnTo>
                  <a:lnTo>
                    <a:pt x="1878" y="77"/>
                  </a:lnTo>
                  <a:lnTo>
                    <a:pt x="1724" y="38"/>
                  </a:lnTo>
                  <a:lnTo>
                    <a:pt x="1571" y="1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859489" y="3162564"/>
              <a:ext cx="2251327" cy="48836"/>
            </a:xfrm>
            <a:custGeom>
              <a:rect b="b" l="l" r="r" t="t"/>
              <a:pathLst>
                <a:path extrusionOk="0" h="1208" w="55688">
                  <a:moveTo>
                    <a:pt x="1" y="0"/>
                  </a:moveTo>
                  <a:lnTo>
                    <a:pt x="1" y="1207"/>
                  </a:lnTo>
                  <a:lnTo>
                    <a:pt x="55688" y="1207"/>
                  </a:lnTo>
                  <a:lnTo>
                    <a:pt x="556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567930" y="3124603"/>
              <a:ext cx="583167" cy="1607397"/>
            </a:xfrm>
            <a:custGeom>
              <a:rect b="b" l="l" r="r" t="t"/>
              <a:pathLst>
                <a:path extrusionOk="0" h="39760" w="14425">
                  <a:moveTo>
                    <a:pt x="10661" y="1"/>
                  </a:moveTo>
                  <a:lnTo>
                    <a:pt x="0" y="39759"/>
                  </a:lnTo>
                  <a:lnTo>
                    <a:pt x="1351" y="39759"/>
                  </a:lnTo>
                  <a:lnTo>
                    <a:pt x="14425" y="365"/>
                  </a:lnTo>
                  <a:lnTo>
                    <a:pt x="106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2786643" y="3124603"/>
              <a:ext cx="583207" cy="1607397"/>
            </a:xfrm>
            <a:custGeom>
              <a:rect b="b" l="l" r="r" t="t"/>
              <a:pathLst>
                <a:path extrusionOk="0" h="39760" w="14426">
                  <a:moveTo>
                    <a:pt x="3765" y="1"/>
                  </a:moveTo>
                  <a:lnTo>
                    <a:pt x="1" y="365"/>
                  </a:lnTo>
                  <a:lnTo>
                    <a:pt x="13075" y="39759"/>
                  </a:lnTo>
                  <a:lnTo>
                    <a:pt x="14425" y="39759"/>
                  </a:lnTo>
                  <a:lnTo>
                    <a:pt x="3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747991" y="3048722"/>
              <a:ext cx="2480914" cy="124719"/>
            </a:xfrm>
            <a:custGeom>
              <a:rect b="b" l="l" r="r" t="t"/>
              <a:pathLst>
                <a:path extrusionOk="0" h="3085" w="61367">
                  <a:moveTo>
                    <a:pt x="0" y="0"/>
                  </a:moveTo>
                  <a:lnTo>
                    <a:pt x="0" y="3084"/>
                  </a:lnTo>
                  <a:lnTo>
                    <a:pt x="61367" y="3084"/>
                  </a:lnTo>
                  <a:lnTo>
                    <a:pt x="61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2520634" y="2107018"/>
              <a:ext cx="232782" cy="51909"/>
            </a:xfrm>
            <a:custGeom>
              <a:rect b="b" l="l" r="r" t="t"/>
              <a:pathLst>
                <a:path extrusionOk="0" h="1284" w="5758">
                  <a:moveTo>
                    <a:pt x="575" y="0"/>
                  </a:moveTo>
                  <a:lnTo>
                    <a:pt x="518" y="10"/>
                  </a:lnTo>
                  <a:lnTo>
                    <a:pt x="451" y="29"/>
                  </a:lnTo>
                  <a:lnTo>
                    <a:pt x="393" y="48"/>
                  </a:lnTo>
                  <a:lnTo>
                    <a:pt x="336" y="77"/>
                  </a:lnTo>
                  <a:lnTo>
                    <a:pt x="288" y="106"/>
                  </a:lnTo>
                  <a:lnTo>
                    <a:pt x="231" y="144"/>
                  </a:lnTo>
                  <a:lnTo>
                    <a:pt x="192" y="192"/>
                  </a:lnTo>
                  <a:lnTo>
                    <a:pt x="144" y="230"/>
                  </a:lnTo>
                  <a:lnTo>
                    <a:pt x="106" y="278"/>
                  </a:lnTo>
                  <a:lnTo>
                    <a:pt x="77" y="335"/>
                  </a:lnTo>
                  <a:lnTo>
                    <a:pt x="49" y="393"/>
                  </a:lnTo>
                  <a:lnTo>
                    <a:pt x="29" y="450"/>
                  </a:lnTo>
                  <a:lnTo>
                    <a:pt x="10" y="508"/>
                  </a:lnTo>
                  <a:lnTo>
                    <a:pt x="1" y="575"/>
                  </a:lnTo>
                  <a:lnTo>
                    <a:pt x="1" y="642"/>
                  </a:lnTo>
                  <a:lnTo>
                    <a:pt x="1" y="709"/>
                  </a:lnTo>
                  <a:lnTo>
                    <a:pt x="10" y="776"/>
                  </a:lnTo>
                  <a:lnTo>
                    <a:pt x="29" y="834"/>
                  </a:lnTo>
                  <a:lnTo>
                    <a:pt x="49" y="891"/>
                  </a:lnTo>
                  <a:lnTo>
                    <a:pt x="77" y="948"/>
                  </a:lnTo>
                  <a:lnTo>
                    <a:pt x="106" y="1006"/>
                  </a:lnTo>
                  <a:lnTo>
                    <a:pt x="144" y="1054"/>
                  </a:lnTo>
                  <a:lnTo>
                    <a:pt x="192" y="1102"/>
                  </a:lnTo>
                  <a:lnTo>
                    <a:pt x="231" y="1140"/>
                  </a:lnTo>
                  <a:lnTo>
                    <a:pt x="288" y="1178"/>
                  </a:lnTo>
                  <a:lnTo>
                    <a:pt x="336" y="1207"/>
                  </a:lnTo>
                  <a:lnTo>
                    <a:pt x="393" y="1236"/>
                  </a:lnTo>
                  <a:lnTo>
                    <a:pt x="451" y="1255"/>
                  </a:lnTo>
                  <a:lnTo>
                    <a:pt x="518" y="1274"/>
                  </a:lnTo>
                  <a:lnTo>
                    <a:pt x="575" y="1284"/>
                  </a:lnTo>
                  <a:lnTo>
                    <a:pt x="5182" y="1284"/>
                  </a:lnTo>
                  <a:lnTo>
                    <a:pt x="5249" y="1274"/>
                  </a:lnTo>
                  <a:lnTo>
                    <a:pt x="5307" y="1255"/>
                  </a:lnTo>
                  <a:lnTo>
                    <a:pt x="5364" y="1236"/>
                  </a:lnTo>
                  <a:lnTo>
                    <a:pt x="5422" y="1207"/>
                  </a:lnTo>
                  <a:lnTo>
                    <a:pt x="5479" y="1178"/>
                  </a:lnTo>
                  <a:lnTo>
                    <a:pt x="5527" y="1140"/>
                  </a:lnTo>
                  <a:lnTo>
                    <a:pt x="5575" y="1102"/>
                  </a:lnTo>
                  <a:lnTo>
                    <a:pt x="5613" y="1054"/>
                  </a:lnTo>
                  <a:lnTo>
                    <a:pt x="5652" y="1006"/>
                  </a:lnTo>
                  <a:lnTo>
                    <a:pt x="5680" y="948"/>
                  </a:lnTo>
                  <a:lnTo>
                    <a:pt x="5709" y="891"/>
                  </a:lnTo>
                  <a:lnTo>
                    <a:pt x="5728" y="834"/>
                  </a:lnTo>
                  <a:lnTo>
                    <a:pt x="5748" y="776"/>
                  </a:lnTo>
                  <a:lnTo>
                    <a:pt x="5757" y="709"/>
                  </a:lnTo>
                  <a:lnTo>
                    <a:pt x="5757" y="642"/>
                  </a:lnTo>
                  <a:lnTo>
                    <a:pt x="5757" y="575"/>
                  </a:lnTo>
                  <a:lnTo>
                    <a:pt x="5748" y="508"/>
                  </a:lnTo>
                  <a:lnTo>
                    <a:pt x="5728" y="450"/>
                  </a:lnTo>
                  <a:lnTo>
                    <a:pt x="5709" y="393"/>
                  </a:lnTo>
                  <a:lnTo>
                    <a:pt x="5680" y="335"/>
                  </a:lnTo>
                  <a:lnTo>
                    <a:pt x="5652" y="278"/>
                  </a:lnTo>
                  <a:lnTo>
                    <a:pt x="5613" y="230"/>
                  </a:lnTo>
                  <a:lnTo>
                    <a:pt x="5575" y="192"/>
                  </a:lnTo>
                  <a:lnTo>
                    <a:pt x="5527" y="144"/>
                  </a:lnTo>
                  <a:lnTo>
                    <a:pt x="5479" y="106"/>
                  </a:lnTo>
                  <a:lnTo>
                    <a:pt x="5422" y="77"/>
                  </a:lnTo>
                  <a:lnTo>
                    <a:pt x="5364" y="48"/>
                  </a:lnTo>
                  <a:lnTo>
                    <a:pt x="5307" y="29"/>
                  </a:lnTo>
                  <a:lnTo>
                    <a:pt x="5249" y="10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2517157" y="2213867"/>
              <a:ext cx="89870" cy="173919"/>
            </a:xfrm>
            <a:custGeom>
              <a:rect b="b" l="l" r="r" t="t"/>
              <a:pathLst>
                <a:path extrusionOk="0" h="4302" w="2223">
                  <a:moveTo>
                    <a:pt x="815" y="1"/>
                  </a:moveTo>
                  <a:lnTo>
                    <a:pt x="767" y="10"/>
                  </a:lnTo>
                  <a:lnTo>
                    <a:pt x="719" y="20"/>
                  </a:lnTo>
                  <a:lnTo>
                    <a:pt x="671" y="30"/>
                  </a:lnTo>
                  <a:lnTo>
                    <a:pt x="623" y="49"/>
                  </a:lnTo>
                  <a:lnTo>
                    <a:pt x="575" y="77"/>
                  </a:lnTo>
                  <a:lnTo>
                    <a:pt x="537" y="116"/>
                  </a:lnTo>
                  <a:lnTo>
                    <a:pt x="499" y="154"/>
                  </a:lnTo>
                  <a:lnTo>
                    <a:pt x="470" y="192"/>
                  </a:lnTo>
                  <a:lnTo>
                    <a:pt x="441" y="240"/>
                  </a:lnTo>
                  <a:lnTo>
                    <a:pt x="288" y="575"/>
                  </a:lnTo>
                  <a:lnTo>
                    <a:pt x="221" y="719"/>
                  </a:lnTo>
                  <a:lnTo>
                    <a:pt x="173" y="872"/>
                  </a:lnTo>
                  <a:lnTo>
                    <a:pt x="125" y="1016"/>
                  </a:lnTo>
                  <a:lnTo>
                    <a:pt x="77" y="1169"/>
                  </a:lnTo>
                  <a:lnTo>
                    <a:pt x="48" y="1323"/>
                  </a:lnTo>
                  <a:lnTo>
                    <a:pt x="29" y="1476"/>
                  </a:lnTo>
                  <a:lnTo>
                    <a:pt x="10" y="1639"/>
                  </a:lnTo>
                  <a:lnTo>
                    <a:pt x="0" y="1792"/>
                  </a:lnTo>
                  <a:lnTo>
                    <a:pt x="0" y="1945"/>
                  </a:lnTo>
                  <a:lnTo>
                    <a:pt x="10" y="2098"/>
                  </a:lnTo>
                  <a:lnTo>
                    <a:pt x="20" y="2261"/>
                  </a:lnTo>
                  <a:lnTo>
                    <a:pt x="48" y="2414"/>
                  </a:lnTo>
                  <a:lnTo>
                    <a:pt x="77" y="2568"/>
                  </a:lnTo>
                  <a:lnTo>
                    <a:pt x="115" y="2721"/>
                  </a:lnTo>
                  <a:lnTo>
                    <a:pt x="163" y="2874"/>
                  </a:lnTo>
                  <a:lnTo>
                    <a:pt x="221" y="3018"/>
                  </a:lnTo>
                  <a:lnTo>
                    <a:pt x="623" y="4043"/>
                  </a:lnTo>
                  <a:lnTo>
                    <a:pt x="652" y="4091"/>
                  </a:lnTo>
                  <a:lnTo>
                    <a:pt x="680" y="4148"/>
                  </a:lnTo>
                  <a:lnTo>
                    <a:pt x="719" y="4186"/>
                  </a:lnTo>
                  <a:lnTo>
                    <a:pt x="767" y="4225"/>
                  </a:lnTo>
                  <a:lnTo>
                    <a:pt x="815" y="4253"/>
                  </a:lnTo>
                  <a:lnTo>
                    <a:pt x="872" y="4282"/>
                  </a:lnTo>
                  <a:lnTo>
                    <a:pt x="930" y="4301"/>
                  </a:lnTo>
                  <a:lnTo>
                    <a:pt x="1112" y="4301"/>
                  </a:lnTo>
                  <a:lnTo>
                    <a:pt x="1226" y="4282"/>
                  </a:lnTo>
                  <a:lnTo>
                    <a:pt x="1332" y="4244"/>
                  </a:lnTo>
                  <a:lnTo>
                    <a:pt x="1428" y="4186"/>
                  </a:lnTo>
                  <a:lnTo>
                    <a:pt x="1514" y="4119"/>
                  </a:lnTo>
                  <a:lnTo>
                    <a:pt x="1590" y="4033"/>
                  </a:lnTo>
                  <a:lnTo>
                    <a:pt x="1657" y="3937"/>
                  </a:lnTo>
                  <a:lnTo>
                    <a:pt x="1705" y="3832"/>
                  </a:lnTo>
                  <a:lnTo>
                    <a:pt x="2146" y="2510"/>
                  </a:lnTo>
                  <a:lnTo>
                    <a:pt x="2194" y="2338"/>
                  </a:lnTo>
                  <a:lnTo>
                    <a:pt x="2223" y="2165"/>
                  </a:lnTo>
                  <a:lnTo>
                    <a:pt x="2223" y="1993"/>
                  </a:lnTo>
                  <a:lnTo>
                    <a:pt x="2203" y="1811"/>
                  </a:lnTo>
                  <a:lnTo>
                    <a:pt x="2165" y="1648"/>
                  </a:lnTo>
                  <a:lnTo>
                    <a:pt x="2108" y="1476"/>
                  </a:lnTo>
                  <a:lnTo>
                    <a:pt x="2021" y="1323"/>
                  </a:lnTo>
                  <a:lnTo>
                    <a:pt x="1926" y="1169"/>
                  </a:lnTo>
                  <a:lnTo>
                    <a:pt x="1131" y="164"/>
                  </a:lnTo>
                  <a:lnTo>
                    <a:pt x="1102" y="125"/>
                  </a:lnTo>
                  <a:lnTo>
                    <a:pt x="1054" y="87"/>
                  </a:lnTo>
                  <a:lnTo>
                    <a:pt x="1016" y="58"/>
                  </a:lnTo>
                  <a:lnTo>
                    <a:pt x="968" y="30"/>
                  </a:lnTo>
                  <a:lnTo>
                    <a:pt x="920" y="20"/>
                  </a:lnTo>
                  <a:lnTo>
                    <a:pt x="862" y="10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6"/>
          <p:cNvSpPr/>
          <p:nvPr/>
        </p:nvSpPr>
        <p:spPr>
          <a:xfrm>
            <a:off x="3172990" y="972275"/>
            <a:ext cx="3497700" cy="4320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2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confusão</a:t>
            </a:r>
            <a:endParaRPr/>
          </a:p>
        </p:txBody>
      </p:sp>
      <p:grpSp>
        <p:nvGrpSpPr>
          <p:cNvPr id="996" name="Google Shape;996;p26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997" name="Google Shape;997;p26"/>
            <p:cNvSpPr/>
            <p:nvPr/>
          </p:nvSpPr>
          <p:spPr>
            <a:xfrm>
              <a:off x="2479080" y="2287650"/>
              <a:ext cx="245504" cy="279770"/>
            </a:xfrm>
            <a:custGeom>
              <a:rect b="b" l="l" r="r" t="t"/>
              <a:pathLst>
                <a:path extrusionOk="0" h="8181" w="7179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2418003" y="2503060"/>
              <a:ext cx="365674" cy="149888"/>
            </a:xfrm>
            <a:custGeom>
              <a:rect b="b" l="l" r="r" t="t"/>
              <a:pathLst>
                <a:path extrusionOk="0" h="4383" w="10693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9" name="Google Shape;999;p26"/>
          <p:cNvGrpSpPr/>
          <p:nvPr/>
        </p:nvGrpSpPr>
        <p:grpSpPr>
          <a:xfrm>
            <a:off x="3335375" y="1819273"/>
            <a:ext cx="3172925" cy="1448518"/>
            <a:chOff x="3335387" y="2505960"/>
            <a:chExt cx="3172925" cy="852019"/>
          </a:xfrm>
        </p:grpSpPr>
        <p:sp>
          <p:nvSpPr>
            <p:cNvPr id="1000" name="Google Shape;1000;p26"/>
            <p:cNvSpPr txBox="1"/>
            <p:nvPr/>
          </p:nvSpPr>
          <p:spPr>
            <a:xfrm>
              <a:off x="3335387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Verdadeiro Negativo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1" name="Google Shape;1001;p26"/>
            <p:cNvSpPr txBox="1"/>
            <p:nvPr/>
          </p:nvSpPr>
          <p:spPr>
            <a:xfrm>
              <a:off x="5060512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Falso Negativo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2" name="Google Shape;1002;p26"/>
            <p:cNvSpPr txBox="1"/>
            <p:nvPr/>
          </p:nvSpPr>
          <p:spPr>
            <a:xfrm>
              <a:off x="3335387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Falso Positivo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3" name="Google Shape;1003;p26"/>
            <p:cNvSpPr txBox="1"/>
            <p:nvPr/>
          </p:nvSpPr>
          <p:spPr>
            <a:xfrm>
              <a:off x="5060512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Verdadeiro Positivo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4" name="Google Shape;1004;p26"/>
          <p:cNvGrpSpPr/>
          <p:nvPr/>
        </p:nvGrpSpPr>
        <p:grpSpPr>
          <a:xfrm>
            <a:off x="3198075" y="1687683"/>
            <a:ext cx="3410100" cy="1814913"/>
            <a:chOff x="3286125" y="2433675"/>
            <a:chExt cx="3410100" cy="1133400"/>
          </a:xfrm>
        </p:grpSpPr>
        <p:cxnSp>
          <p:nvCxnSpPr>
            <p:cNvPr id="1005" name="Google Shape;1005;p26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26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7" name="Google Shape;1007;p26"/>
          <p:cNvSpPr txBox="1"/>
          <p:nvPr/>
        </p:nvSpPr>
        <p:spPr>
          <a:xfrm>
            <a:off x="4375840" y="1002575"/>
            <a:ext cx="1092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Rótulo Real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26"/>
          <p:cNvSpPr/>
          <p:nvPr/>
        </p:nvSpPr>
        <p:spPr>
          <a:xfrm>
            <a:off x="3335375" y="144512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Neg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26"/>
          <p:cNvSpPr/>
          <p:nvPr/>
        </p:nvSpPr>
        <p:spPr>
          <a:xfrm>
            <a:off x="5022050" y="146027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0" name="Google Shape;1010;p26"/>
          <p:cNvGrpSpPr/>
          <p:nvPr/>
        </p:nvGrpSpPr>
        <p:grpSpPr>
          <a:xfrm>
            <a:off x="1285325" y="2356633"/>
            <a:ext cx="1199100" cy="477001"/>
            <a:chOff x="1365700" y="1524871"/>
            <a:chExt cx="1199100" cy="477001"/>
          </a:xfrm>
        </p:grpSpPr>
        <p:sp>
          <p:nvSpPr>
            <p:cNvPr id="1011" name="Google Shape;1011;p26"/>
            <p:cNvSpPr/>
            <p:nvPr/>
          </p:nvSpPr>
          <p:spPr>
            <a:xfrm>
              <a:off x="1365700" y="1524871"/>
              <a:ext cx="11991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2" name="Google Shape;1012;p26"/>
            <p:cNvSpPr txBox="1"/>
            <p:nvPr/>
          </p:nvSpPr>
          <p:spPr>
            <a:xfrm>
              <a:off x="1365700" y="1524872"/>
              <a:ext cx="11991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Classificado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13" name="Google Shape;1013;p26"/>
          <p:cNvSpPr/>
          <p:nvPr/>
        </p:nvSpPr>
        <p:spPr>
          <a:xfrm>
            <a:off x="2658400" y="1748125"/>
            <a:ext cx="365700" cy="8037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Neg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2697075" y="2698000"/>
            <a:ext cx="365700" cy="804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Pos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5" name="Google Shape;1015;p26"/>
          <p:cNvGrpSpPr/>
          <p:nvPr/>
        </p:nvGrpSpPr>
        <p:grpSpPr>
          <a:xfrm flipH="1">
            <a:off x="7013897" y="3127034"/>
            <a:ext cx="2074831" cy="1653350"/>
            <a:chOff x="726125" y="238125"/>
            <a:chExt cx="6167750" cy="5238750"/>
          </a:xfrm>
        </p:grpSpPr>
        <p:sp>
          <p:nvSpPr>
            <p:cNvPr id="1016" name="Google Shape;1016;p26"/>
            <p:cNvSpPr/>
            <p:nvPr/>
          </p:nvSpPr>
          <p:spPr>
            <a:xfrm>
              <a:off x="726125" y="238125"/>
              <a:ext cx="6167750" cy="5238750"/>
            </a:xfrm>
            <a:custGeom>
              <a:rect b="b" l="l" r="r" t="t"/>
              <a:pathLst>
                <a:path extrusionOk="0" h="209550" w="246710">
                  <a:moveTo>
                    <a:pt x="113232" y="0"/>
                  </a:moveTo>
                  <a:lnTo>
                    <a:pt x="112679" y="26"/>
                  </a:lnTo>
                  <a:lnTo>
                    <a:pt x="112140" y="66"/>
                  </a:lnTo>
                  <a:lnTo>
                    <a:pt x="111587" y="118"/>
                  </a:lnTo>
                  <a:lnTo>
                    <a:pt x="111047" y="171"/>
                  </a:lnTo>
                  <a:lnTo>
                    <a:pt x="110507" y="250"/>
                  </a:lnTo>
                  <a:lnTo>
                    <a:pt x="109981" y="342"/>
                  </a:lnTo>
                  <a:lnTo>
                    <a:pt x="109441" y="448"/>
                  </a:lnTo>
                  <a:lnTo>
                    <a:pt x="108915" y="566"/>
                  </a:lnTo>
                  <a:lnTo>
                    <a:pt x="108388" y="698"/>
                  </a:lnTo>
                  <a:lnTo>
                    <a:pt x="107875" y="842"/>
                  </a:lnTo>
                  <a:lnTo>
                    <a:pt x="107361" y="1000"/>
                  </a:lnTo>
                  <a:lnTo>
                    <a:pt x="106848" y="1172"/>
                  </a:lnTo>
                  <a:lnTo>
                    <a:pt x="106335" y="1356"/>
                  </a:lnTo>
                  <a:lnTo>
                    <a:pt x="105834" y="1553"/>
                  </a:lnTo>
                  <a:lnTo>
                    <a:pt x="105347" y="1764"/>
                  </a:lnTo>
                  <a:lnTo>
                    <a:pt x="104847" y="1988"/>
                  </a:lnTo>
                  <a:lnTo>
                    <a:pt x="104373" y="2211"/>
                  </a:lnTo>
                  <a:lnTo>
                    <a:pt x="103886" y="2462"/>
                  </a:lnTo>
                  <a:lnTo>
                    <a:pt x="103412" y="2725"/>
                  </a:lnTo>
                  <a:lnTo>
                    <a:pt x="102952" y="2988"/>
                  </a:lnTo>
                  <a:lnTo>
                    <a:pt x="102491" y="3278"/>
                  </a:lnTo>
                  <a:lnTo>
                    <a:pt x="102043" y="3567"/>
                  </a:lnTo>
                  <a:lnTo>
                    <a:pt x="101596" y="3870"/>
                  </a:lnTo>
                  <a:lnTo>
                    <a:pt x="101161" y="4186"/>
                  </a:lnTo>
                  <a:lnTo>
                    <a:pt x="100740" y="4515"/>
                  </a:lnTo>
                  <a:lnTo>
                    <a:pt x="100319" y="4857"/>
                  </a:lnTo>
                  <a:lnTo>
                    <a:pt x="99898" y="5200"/>
                  </a:lnTo>
                  <a:lnTo>
                    <a:pt x="99503" y="5568"/>
                  </a:lnTo>
                  <a:lnTo>
                    <a:pt x="99108" y="5937"/>
                  </a:lnTo>
                  <a:lnTo>
                    <a:pt x="98726" y="6318"/>
                  </a:lnTo>
                  <a:lnTo>
                    <a:pt x="98344" y="6713"/>
                  </a:lnTo>
                  <a:lnTo>
                    <a:pt x="97923" y="6371"/>
                  </a:lnTo>
                  <a:lnTo>
                    <a:pt x="97489" y="6042"/>
                  </a:lnTo>
                  <a:lnTo>
                    <a:pt x="97068" y="5713"/>
                  </a:lnTo>
                  <a:lnTo>
                    <a:pt x="96620" y="5397"/>
                  </a:lnTo>
                  <a:lnTo>
                    <a:pt x="96186" y="5094"/>
                  </a:lnTo>
                  <a:lnTo>
                    <a:pt x="95738" y="4792"/>
                  </a:lnTo>
                  <a:lnTo>
                    <a:pt x="95277" y="4502"/>
                  </a:lnTo>
                  <a:lnTo>
                    <a:pt x="94817" y="4225"/>
                  </a:lnTo>
                  <a:lnTo>
                    <a:pt x="94356" y="3949"/>
                  </a:lnTo>
                  <a:lnTo>
                    <a:pt x="93895" y="3699"/>
                  </a:lnTo>
                  <a:lnTo>
                    <a:pt x="93421" y="3449"/>
                  </a:lnTo>
                  <a:lnTo>
                    <a:pt x="92934" y="3199"/>
                  </a:lnTo>
                  <a:lnTo>
                    <a:pt x="92460" y="2962"/>
                  </a:lnTo>
                  <a:lnTo>
                    <a:pt x="91973" y="2751"/>
                  </a:lnTo>
                  <a:lnTo>
                    <a:pt x="91486" y="2527"/>
                  </a:lnTo>
                  <a:lnTo>
                    <a:pt x="90986" y="2330"/>
                  </a:lnTo>
                  <a:lnTo>
                    <a:pt x="90499" y="2132"/>
                  </a:lnTo>
                  <a:lnTo>
                    <a:pt x="89999" y="1948"/>
                  </a:lnTo>
                  <a:lnTo>
                    <a:pt x="89485" y="1777"/>
                  </a:lnTo>
                  <a:lnTo>
                    <a:pt x="88985" y="1606"/>
                  </a:lnTo>
                  <a:lnTo>
                    <a:pt x="88472" y="1448"/>
                  </a:lnTo>
                  <a:lnTo>
                    <a:pt x="87958" y="1303"/>
                  </a:lnTo>
                  <a:lnTo>
                    <a:pt x="87432" y="1172"/>
                  </a:lnTo>
                  <a:lnTo>
                    <a:pt x="86918" y="1040"/>
                  </a:lnTo>
                  <a:lnTo>
                    <a:pt x="86392" y="921"/>
                  </a:lnTo>
                  <a:lnTo>
                    <a:pt x="85865" y="816"/>
                  </a:lnTo>
                  <a:lnTo>
                    <a:pt x="85326" y="724"/>
                  </a:lnTo>
                  <a:lnTo>
                    <a:pt x="84799" y="632"/>
                  </a:lnTo>
                  <a:lnTo>
                    <a:pt x="84259" y="553"/>
                  </a:lnTo>
                  <a:lnTo>
                    <a:pt x="83720" y="487"/>
                  </a:lnTo>
                  <a:lnTo>
                    <a:pt x="83180" y="434"/>
                  </a:lnTo>
                  <a:lnTo>
                    <a:pt x="82640" y="395"/>
                  </a:lnTo>
                  <a:lnTo>
                    <a:pt x="81956" y="316"/>
                  </a:lnTo>
                  <a:lnTo>
                    <a:pt x="81271" y="276"/>
                  </a:lnTo>
                  <a:lnTo>
                    <a:pt x="80587" y="237"/>
                  </a:lnTo>
                  <a:lnTo>
                    <a:pt x="79718" y="237"/>
                  </a:lnTo>
                  <a:lnTo>
                    <a:pt x="79547" y="263"/>
                  </a:lnTo>
                  <a:lnTo>
                    <a:pt x="79376" y="290"/>
                  </a:lnTo>
                  <a:lnTo>
                    <a:pt x="79205" y="342"/>
                  </a:lnTo>
                  <a:lnTo>
                    <a:pt x="78678" y="369"/>
                  </a:lnTo>
                  <a:lnTo>
                    <a:pt x="78138" y="408"/>
                  </a:lnTo>
                  <a:lnTo>
                    <a:pt x="77612" y="461"/>
                  </a:lnTo>
                  <a:lnTo>
                    <a:pt x="77085" y="513"/>
                  </a:lnTo>
                  <a:lnTo>
                    <a:pt x="76572" y="579"/>
                  </a:lnTo>
                  <a:lnTo>
                    <a:pt x="76045" y="658"/>
                  </a:lnTo>
                  <a:lnTo>
                    <a:pt x="75532" y="750"/>
                  </a:lnTo>
                  <a:lnTo>
                    <a:pt x="75019" y="842"/>
                  </a:lnTo>
                  <a:lnTo>
                    <a:pt x="74505" y="948"/>
                  </a:lnTo>
                  <a:lnTo>
                    <a:pt x="74005" y="1066"/>
                  </a:lnTo>
                  <a:lnTo>
                    <a:pt x="73505" y="1198"/>
                  </a:lnTo>
                  <a:lnTo>
                    <a:pt x="73005" y="1330"/>
                  </a:lnTo>
                  <a:lnTo>
                    <a:pt x="72504" y="1474"/>
                  </a:lnTo>
                  <a:lnTo>
                    <a:pt x="72004" y="1619"/>
                  </a:lnTo>
                  <a:lnTo>
                    <a:pt x="71517" y="1777"/>
                  </a:lnTo>
                  <a:lnTo>
                    <a:pt x="71030" y="1948"/>
                  </a:lnTo>
                  <a:lnTo>
                    <a:pt x="70543" y="2132"/>
                  </a:lnTo>
                  <a:lnTo>
                    <a:pt x="70069" y="2317"/>
                  </a:lnTo>
                  <a:lnTo>
                    <a:pt x="69595" y="2514"/>
                  </a:lnTo>
                  <a:lnTo>
                    <a:pt x="69121" y="2712"/>
                  </a:lnTo>
                  <a:lnTo>
                    <a:pt x="68661" y="2922"/>
                  </a:lnTo>
                  <a:lnTo>
                    <a:pt x="68200" y="3146"/>
                  </a:lnTo>
                  <a:lnTo>
                    <a:pt x="67739" y="3370"/>
                  </a:lnTo>
                  <a:lnTo>
                    <a:pt x="67292" y="3607"/>
                  </a:lnTo>
                  <a:lnTo>
                    <a:pt x="66831" y="3857"/>
                  </a:lnTo>
                  <a:lnTo>
                    <a:pt x="66397" y="4107"/>
                  </a:lnTo>
                  <a:lnTo>
                    <a:pt x="65949" y="4370"/>
                  </a:lnTo>
                  <a:lnTo>
                    <a:pt x="65528" y="4634"/>
                  </a:lnTo>
                  <a:lnTo>
                    <a:pt x="65093" y="4910"/>
                  </a:lnTo>
                  <a:lnTo>
                    <a:pt x="64672" y="5200"/>
                  </a:lnTo>
                  <a:lnTo>
                    <a:pt x="64251" y="5489"/>
                  </a:lnTo>
                  <a:lnTo>
                    <a:pt x="63843" y="5779"/>
                  </a:lnTo>
                  <a:lnTo>
                    <a:pt x="63435" y="6095"/>
                  </a:lnTo>
                  <a:lnTo>
                    <a:pt x="63027" y="6397"/>
                  </a:lnTo>
                  <a:lnTo>
                    <a:pt x="62632" y="6727"/>
                  </a:lnTo>
                  <a:lnTo>
                    <a:pt x="62250" y="7056"/>
                  </a:lnTo>
                  <a:lnTo>
                    <a:pt x="61855" y="7385"/>
                  </a:lnTo>
                  <a:lnTo>
                    <a:pt x="61487" y="7727"/>
                  </a:lnTo>
                  <a:lnTo>
                    <a:pt x="61105" y="8082"/>
                  </a:lnTo>
                  <a:lnTo>
                    <a:pt x="60749" y="8438"/>
                  </a:lnTo>
                  <a:lnTo>
                    <a:pt x="60381" y="8793"/>
                  </a:lnTo>
                  <a:lnTo>
                    <a:pt x="60039" y="9162"/>
                  </a:lnTo>
                  <a:lnTo>
                    <a:pt x="59683" y="9544"/>
                  </a:lnTo>
                  <a:lnTo>
                    <a:pt x="59354" y="9925"/>
                  </a:lnTo>
                  <a:lnTo>
                    <a:pt x="59012" y="10307"/>
                  </a:lnTo>
                  <a:lnTo>
                    <a:pt x="58683" y="10702"/>
                  </a:lnTo>
                  <a:lnTo>
                    <a:pt x="58367" y="11097"/>
                  </a:lnTo>
                  <a:lnTo>
                    <a:pt x="58064" y="11505"/>
                  </a:lnTo>
                  <a:lnTo>
                    <a:pt x="57748" y="11926"/>
                  </a:lnTo>
                  <a:lnTo>
                    <a:pt x="57459" y="12347"/>
                  </a:lnTo>
                  <a:lnTo>
                    <a:pt x="57169" y="12769"/>
                  </a:lnTo>
                  <a:lnTo>
                    <a:pt x="56879" y="13203"/>
                  </a:lnTo>
                  <a:lnTo>
                    <a:pt x="56616" y="13637"/>
                  </a:lnTo>
                  <a:lnTo>
                    <a:pt x="56340" y="14072"/>
                  </a:lnTo>
                  <a:lnTo>
                    <a:pt x="56090" y="14519"/>
                  </a:lnTo>
                  <a:lnTo>
                    <a:pt x="55826" y="14980"/>
                  </a:lnTo>
                  <a:lnTo>
                    <a:pt x="55589" y="15441"/>
                  </a:lnTo>
                  <a:lnTo>
                    <a:pt x="55352" y="15902"/>
                  </a:lnTo>
                  <a:lnTo>
                    <a:pt x="55129" y="16375"/>
                  </a:lnTo>
                  <a:lnTo>
                    <a:pt x="54905" y="16849"/>
                  </a:lnTo>
                  <a:lnTo>
                    <a:pt x="54694" y="17323"/>
                  </a:lnTo>
                  <a:lnTo>
                    <a:pt x="54497" y="17810"/>
                  </a:lnTo>
                  <a:lnTo>
                    <a:pt x="54299" y="18297"/>
                  </a:lnTo>
                  <a:lnTo>
                    <a:pt x="54115" y="18798"/>
                  </a:lnTo>
                  <a:lnTo>
                    <a:pt x="53523" y="18719"/>
                  </a:lnTo>
                  <a:lnTo>
                    <a:pt x="52917" y="18666"/>
                  </a:lnTo>
                  <a:lnTo>
                    <a:pt x="52220" y="18587"/>
                  </a:lnTo>
                  <a:lnTo>
                    <a:pt x="51522" y="18534"/>
                  </a:lnTo>
                  <a:lnTo>
                    <a:pt x="50811" y="18495"/>
                  </a:lnTo>
                  <a:lnTo>
                    <a:pt x="50113" y="18482"/>
                  </a:lnTo>
                  <a:lnTo>
                    <a:pt x="49521" y="18495"/>
                  </a:lnTo>
                  <a:lnTo>
                    <a:pt x="48916" y="18521"/>
                  </a:lnTo>
                  <a:lnTo>
                    <a:pt x="48336" y="18561"/>
                  </a:lnTo>
                  <a:lnTo>
                    <a:pt x="47744" y="18613"/>
                  </a:lnTo>
                  <a:lnTo>
                    <a:pt x="47165" y="18679"/>
                  </a:lnTo>
                  <a:lnTo>
                    <a:pt x="46586" y="18758"/>
                  </a:lnTo>
                  <a:lnTo>
                    <a:pt x="46006" y="18850"/>
                  </a:lnTo>
                  <a:lnTo>
                    <a:pt x="45440" y="18955"/>
                  </a:lnTo>
                  <a:lnTo>
                    <a:pt x="44874" y="19087"/>
                  </a:lnTo>
                  <a:lnTo>
                    <a:pt x="44321" y="19219"/>
                  </a:lnTo>
                  <a:lnTo>
                    <a:pt x="43769" y="19364"/>
                  </a:lnTo>
                  <a:lnTo>
                    <a:pt x="43216" y="19535"/>
                  </a:lnTo>
                  <a:lnTo>
                    <a:pt x="42676" y="19706"/>
                  </a:lnTo>
                  <a:lnTo>
                    <a:pt x="42149" y="19903"/>
                  </a:lnTo>
                  <a:lnTo>
                    <a:pt x="41610" y="20101"/>
                  </a:lnTo>
                  <a:lnTo>
                    <a:pt x="41096" y="20311"/>
                  </a:lnTo>
                  <a:lnTo>
                    <a:pt x="40570" y="20535"/>
                  </a:lnTo>
                  <a:lnTo>
                    <a:pt x="40070" y="20772"/>
                  </a:lnTo>
                  <a:lnTo>
                    <a:pt x="39556" y="21035"/>
                  </a:lnTo>
                  <a:lnTo>
                    <a:pt x="39069" y="21285"/>
                  </a:lnTo>
                  <a:lnTo>
                    <a:pt x="38569" y="21562"/>
                  </a:lnTo>
                  <a:lnTo>
                    <a:pt x="38095" y="21851"/>
                  </a:lnTo>
                  <a:lnTo>
                    <a:pt x="37621" y="22141"/>
                  </a:lnTo>
                  <a:lnTo>
                    <a:pt x="37147" y="22457"/>
                  </a:lnTo>
                  <a:lnTo>
                    <a:pt x="36687" y="22773"/>
                  </a:lnTo>
                  <a:lnTo>
                    <a:pt x="36239" y="23102"/>
                  </a:lnTo>
                  <a:lnTo>
                    <a:pt x="35792" y="23444"/>
                  </a:lnTo>
                  <a:lnTo>
                    <a:pt x="35357" y="23786"/>
                  </a:lnTo>
                  <a:lnTo>
                    <a:pt x="34936" y="24155"/>
                  </a:lnTo>
                  <a:lnTo>
                    <a:pt x="34528" y="24524"/>
                  </a:lnTo>
                  <a:lnTo>
                    <a:pt x="34120" y="24905"/>
                  </a:lnTo>
                  <a:lnTo>
                    <a:pt x="33712" y="25287"/>
                  </a:lnTo>
                  <a:lnTo>
                    <a:pt x="33330" y="25682"/>
                  </a:lnTo>
                  <a:lnTo>
                    <a:pt x="32948" y="26090"/>
                  </a:lnTo>
                  <a:lnTo>
                    <a:pt x="32580" y="26511"/>
                  </a:lnTo>
                  <a:lnTo>
                    <a:pt x="32211" y="26933"/>
                  </a:lnTo>
                  <a:lnTo>
                    <a:pt x="31869" y="27367"/>
                  </a:lnTo>
                  <a:lnTo>
                    <a:pt x="31527" y="27815"/>
                  </a:lnTo>
                  <a:lnTo>
                    <a:pt x="31197" y="28262"/>
                  </a:lnTo>
                  <a:lnTo>
                    <a:pt x="30882" y="28723"/>
                  </a:lnTo>
                  <a:lnTo>
                    <a:pt x="30566" y="29184"/>
                  </a:lnTo>
                  <a:lnTo>
                    <a:pt x="30276" y="29657"/>
                  </a:lnTo>
                  <a:lnTo>
                    <a:pt x="29986" y="30144"/>
                  </a:lnTo>
                  <a:lnTo>
                    <a:pt x="29710" y="30632"/>
                  </a:lnTo>
                  <a:lnTo>
                    <a:pt x="29460" y="31132"/>
                  </a:lnTo>
                  <a:lnTo>
                    <a:pt x="29210" y="31632"/>
                  </a:lnTo>
                  <a:lnTo>
                    <a:pt x="28960" y="32145"/>
                  </a:lnTo>
                  <a:lnTo>
                    <a:pt x="28736" y="32659"/>
                  </a:lnTo>
                  <a:lnTo>
                    <a:pt x="28525" y="33185"/>
                  </a:lnTo>
                  <a:lnTo>
                    <a:pt x="28328" y="33712"/>
                  </a:lnTo>
                  <a:lnTo>
                    <a:pt x="28130" y="34251"/>
                  </a:lnTo>
                  <a:lnTo>
                    <a:pt x="27959" y="34791"/>
                  </a:lnTo>
                  <a:lnTo>
                    <a:pt x="27788" y="35344"/>
                  </a:lnTo>
                  <a:lnTo>
                    <a:pt x="27643" y="35897"/>
                  </a:lnTo>
                  <a:lnTo>
                    <a:pt x="27512" y="36450"/>
                  </a:lnTo>
                  <a:lnTo>
                    <a:pt x="27380" y="37016"/>
                  </a:lnTo>
                  <a:lnTo>
                    <a:pt x="27275" y="37582"/>
                  </a:lnTo>
                  <a:lnTo>
                    <a:pt x="27183" y="38148"/>
                  </a:lnTo>
                  <a:lnTo>
                    <a:pt x="27104" y="38727"/>
                  </a:lnTo>
                  <a:lnTo>
                    <a:pt x="27038" y="39319"/>
                  </a:lnTo>
                  <a:lnTo>
                    <a:pt x="26985" y="39899"/>
                  </a:lnTo>
                  <a:lnTo>
                    <a:pt x="26946" y="40491"/>
                  </a:lnTo>
                  <a:lnTo>
                    <a:pt x="26919" y="41083"/>
                  </a:lnTo>
                  <a:lnTo>
                    <a:pt x="26906" y="41676"/>
                  </a:lnTo>
                  <a:lnTo>
                    <a:pt x="26919" y="42479"/>
                  </a:lnTo>
                  <a:lnTo>
                    <a:pt x="26959" y="43268"/>
                  </a:lnTo>
                  <a:lnTo>
                    <a:pt x="27038" y="44045"/>
                  </a:lnTo>
                  <a:lnTo>
                    <a:pt x="27130" y="44822"/>
                  </a:lnTo>
                  <a:lnTo>
                    <a:pt x="27248" y="45598"/>
                  </a:lnTo>
                  <a:lnTo>
                    <a:pt x="27393" y="46375"/>
                  </a:lnTo>
                  <a:lnTo>
                    <a:pt x="27564" y="47139"/>
                  </a:lnTo>
                  <a:lnTo>
                    <a:pt x="27762" y="47902"/>
                  </a:lnTo>
                  <a:lnTo>
                    <a:pt x="27354" y="48034"/>
                  </a:lnTo>
                  <a:lnTo>
                    <a:pt x="26972" y="48165"/>
                  </a:lnTo>
                  <a:lnTo>
                    <a:pt x="26577" y="48323"/>
                  </a:lnTo>
                  <a:lnTo>
                    <a:pt x="26195" y="48468"/>
                  </a:lnTo>
                  <a:lnTo>
                    <a:pt x="25814" y="48639"/>
                  </a:lnTo>
                  <a:lnTo>
                    <a:pt x="25432" y="48810"/>
                  </a:lnTo>
                  <a:lnTo>
                    <a:pt x="25050" y="48981"/>
                  </a:lnTo>
                  <a:lnTo>
                    <a:pt x="24682" y="49166"/>
                  </a:lnTo>
                  <a:lnTo>
                    <a:pt x="24326" y="49363"/>
                  </a:lnTo>
                  <a:lnTo>
                    <a:pt x="23958" y="49561"/>
                  </a:lnTo>
                  <a:lnTo>
                    <a:pt x="23602" y="49758"/>
                  </a:lnTo>
                  <a:lnTo>
                    <a:pt x="23260" y="49969"/>
                  </a:lnTo>
                  <a:lnTo>
                    <a:pt x="22904" y="50192"/>
                  </a:lnTo>
                  <a:lnTo>
                    <a:pt x="22562" y="50416"/>
                  </a:lnTo>
                  <a:lnTo>
                    <a:pt x="22233" y="50640"/>
                  </a:lnTo>
                  <a:lnTo>
                    <a:pt x="21904" y="50877"/>
                  </a:lnTo>
                  <a:lnTo>
                    <a:pt x="21575" y="51127"/>
                  </a:lnTo>
                  <a:lnTo>
                    <a:pt x="21246" y="51377"/>
                  </a:lnTo>
                  <a:lnTo>
                    <a:pt x="20930" y="51627"/>
                  </a:lnTo>
                  <a:lnTo>
                    <a:pt x="20627" y="51891"/>
                  </a:lnTo>
                  <a:lnTo>
                    <a:pt x="20022" y="52430"/>
                  </a:lnTo>
                  <a:lnTo>
                    <a:pt x="19429" y="52996"/>
                  </a:lnTo>
                  <a:lnTo>
                    <a:pt x="18876" y="53576"/>
                  </a:lnTo>
                  <a:lnTo>
                    <a:pt x="18337" y="54181"/>
                  </a:lnTo>
                  <a:lnTo>
                    <a:pt x="17823" y="54800"/>
                  </a:lnTo>
                  <a:lnTo>
                    <a:pt x="17323" y="55445"/>
                  </a:lnTo>
                  <a:lnTo>
                    <a:pt x="16862" y="56116"/>
                  </a:lnTo>
                  <a:lnTo>
                    <a:pt x="16428" y="56787"/>
                  </a:lnTo>
                  <a:lnTo>
                    <a:pt x="16217" y="57143"/>
                  </a:lnTo>
                  <a:lnTo>
                    <a:pt x="16007" y="57485"/>
                  </a:lnTo>
                  <a:lnTo>
                    <a:pt x="15809" y="57840"/>
                  </a:lnTo>
                  <a:lnTo>
                    <a:pt x="15625" y="58209"/>
                  </a:lnTo>
                  <a:lnTo>
                    <a:pt x="15441" y="58564"/>
                  </a:lnTo>
                  <a:lnTo>
                    <a:pt x="15270" y="58933"/>
                  </a:lnTo>
                  <a:lnTo>
                    <a:pt x="15099" y="59315"/>
                  </a:lnTo>
                  <a:lnTo>
                    <a:pt x="14941" y="59683"/>
                  </a:lnTo>
                  <a:lnTo>
                    <a:pt x="14783" y="60065"/>
                  </a:lnTo>
                  <a:lnTo>
                    <a:pt x="14638" y="60447"/>
                  </a:lnTo>
                  <a:lnTo>
                    <a:pt x="14493" y="60829"/>
                  </a:lnTo>
                  <a:lnTo>
                    <a:pt x="14361" y="61224"/>
                  </a:lnTo>
                  <a:lnTo>
                    <a:pt x="14230" y="61618"/>
                  </a:lnTo>
                  <a:lnTo>
                    <a:pt x="14111" y="62013"/>
                  </a:lnTo>
                  <a:lnTo>
                    <a:pt x="14006" y="62408"/>
                  </a:lnTo>
                  <a:lnTo>
                    <a:pt x="13901" y="62816"/>
                  </a:lnTo>
                  <a:lnTo>
                    <a:pt x="13808" y="63211"/>
                  </a:lnTo>
                  <a:lnTo>
                    <a:pt x="13716" y="63619"/>
                  </a:lnTo>
                  <a:lnTo>
                    <a:pt x="13637" y="64027"/>
                  </a:lnTo>
                  <a:lnTo>
                    <a:pt x="13572" y="64449"/>
                  </a:lnTo>
                  <a:lnTo>
                    <a:pt x="13506" y="64857"/>
                  </a:lnTo>
                  <a:lnTo>
                    <a:pt x="13453" y="65278"/>
                  </a:lnTo>
                  <a:lnTo>
                    <a:pt x="13400" y="65699"/>
                  </a:lnTo>
                  <a:lnTo>
                    <a:pt x="13374" y="66120"/>
                  </a:lnTo>
                  <a:lnTo>
                    <a:pt x="13335" y="66555"/>
                  </a:lnTo>
                  <a:lnTo>
                    <a:pt x="13321" y="66976"/>
                  </a:lnTo>
                  <a:lnTo>
                    <a:pt x="13308" y="67410"/>
                  </a:lnTo>
                  <a:lnTo>
                    <a:pt x="13295" y="67832"/>
                  </a:lnTo>
                  <a:lnTo>
                    <a:pt x="13308" y="68608"/>
                  </a:lnTo>
                  <a:lnTo>
                    <a:pt x="13361" y="69385"/>
                  </a:lnTo>
                  <a:lnTo>
                    <a:pt x="13427" y="70148"/>
                  </a:lnTo>
                  <a:lnTo>
                    <a:pt x="13519" y="70912"/>
                  </a:lnTo>
                  <a:lnTo>
                    <a:pt x="13651" y="71675"/>
                  </a:lnTo>
                  <a:lnTo>
                    <a:pt x="13808" y="72426"/>
                  </a:lnTo>
                  <a:lnTo>
                    <a:pt x="13993" y="73176"/>
                  </a:lnTo>
                  <a:lnTo>
                    <a:pt x="14203" y="73913"/>
                  </a:lnTo>
                  <a:lnTo>
                    <a:pt x="13795" y="74111"/>
                  </a:lnTo>
                  <a:lnTo>
                    <a:pt x="13400" y="74321"/>
                  </a:lnTo>
                  <a:lnTo>
                    <a:pt x="13006" y="74532"/>
                  </a:lnTo>
                  <a:lnTo>
                    <a:pt x="12624" y="74742"/>
                  </a:lnTo>
                  <a:lnTo>
                    <a:pt x="11860" y="75190"/>
                  </a:lnTo>
                  <a:lnTo>
                    <a:pt x="11123" y="75677"/>
                  </a:lnTo>
                  <a:lnTo>
                    <a:pt x="10399" y="76177"/>
                  </a:lnTo>
                  <a:lnTo>
                    <a:pt x="9701" y="76704"/>
                  </a:lnTo>
                  <a:lnTo>
                    <a:pt x="9017" y="77244"/>
                  </a:lnTo>
                  <a:lnTo>
                    <a:pt x="8359" y="77823"/>
                  </a:lnTo>
                  <a:lnTo>
                    <a:pt x="7714" y="78415"/>
                  </a:lnTo>
                  <a:lnTo>
                    <a:pt x="7095" y="79034"/>
                  </a:lnTo>
                  <a:lnTo>
                    <a:pt x="6503" y="79666"/>
                  </a:lnTo>
                  <a:lnTo>
                    <a:pt x="5924" y="80324"/>
                  </a:lnTo>
                  <a:lnTo>
                    <a:pt x="5384" y="80995"/>
                  </a:lnTo>
                  <a:lnTo>
                    <a:pt x="4857" y="81680"/>
                  </a:lnTo>
                  <a:lnTo>
                    <a:pt x="4357" y="82390"/>
                  </a:lnTo>
                  <a:lnTo>
                    <a:pt x="3870" y="83114"/>
                  </a:lnTo>
                  <a:lnTo>
                    <a:pt x="3423" y="83865"/>
                  </a:lnTo>
                  <a:lnTo>
                    <a:pt x="3001" y="84615"/>
                  </a:lnTo>
                  <a:lnTo>
                    <a:pt x="2593" y="85392"/>
                  </a:lnTo>
                  <a:lnTo>
                    <a:pt x="2225" y="86182"/>
                  </a:lnTo>
                  <a:lnTo>
                    <a:pt x="1882" y="86985"/>
                  </a:lnTo>
                  <a:lnTo>
                    <a:pt x="1553" y="87801"/>
                  </a:lnTo>
                  <a:lnTo>
                    <a:pt x="1264" y="88617"/>
                  </a:lnTo>
                  <a:lnTo>
                    <a:pt x="1000" y="89459"/>
                  </a:lnTo>
                  <a:lnTo>
                    <a:pt x="777" y="90302"/>
                  </a:lnTo>
                  <a:lnTo>
                    <a:pt x="566" y="91171"/>
                  </a:lnTo>
                  <a:lnTo>
                    <a:pt x="395" y="92039"/>
                  </a:lnTo>
                  <a:lnTo>
                    <a:pt x="316" y="92474"/>
                  </a:lnTo>
                  <a:lnTo>
                    <a:pt x="250" y="92908"/>
                  </a:lnTo>
                  <a:lnTo>
                    <a:pt x="197" y="93356"/>
                  </a:lnTo>
                  <a:lnTo>
                    <a:pt x="145" y="93790"/>
                  </a:lnTo>
                  <a:lnTo>
                    <a:pt x="92" y="94238"/>
                  </a:lnTo>
                  <a:lnTo>
                    <a:pt x="66" y="94685"/>
                  </a:lnTo>
                  <a:lnTo>
                    <a:pt x="26" y="95133"/>
                  </a:lnTo>
                  <a:lnTo>
                    <a:pt x="13" y="95580"/>
                  </a:lnTo>
                  <a:lnTo>
                    <a:pt x="0" y="96041"/>
                  </a:lnTo>
                  <a:lnTo>
                    <a:pt x="0" y="96489"/>
                  </a:lnTo>
                  <a:lnTo>
                    <a:pt x="0" y="97068"/>
                  </a:lnTo>
                  <a:lnTo>
                    <a:pt x="26" y="97647"/>
                  </a:lnTo>
                  <a:lnTo>
                    <a:pt x="53" y="98213"/>
                  </a:lnTo>
                  <a:lnTo>
                    <a:pt x="92" y="98779"/>
                  </a:lnTo>
                  <a:lnTo>
                    <a:pt x="158" y="99358"/>
                  </a:lnTo>
                  <a:lnTo>
                    <a:pt x="224" y="99911"/>
                  </a:lnTo>
                  <a:lnTo>
                    <a:pt x="303" y="100477"/>
                  </a:lnTo>
                  <a:lnTo>
                    <a:pt x="408" y="101030"/>
                  </a:lnTo>
                  <a:lnTo>
                    <a:pt x="513" y="101583"/>
                  </a:lnTo>
                  <a:lnTo>
                    <a:pt x="632" y="102136"/>
                  </a:lnTo>
                  <a:lnTo>
                    <a:pt x="763" y="102689"/>
                  </a:lnTo>
                  <a:lnTo>
                    <a:pt x="908" y="103228"/>
                  </a:lnTo>
                  <a:lnTo>
                    <a:pt x="1066" y="103768"/>
                  </a:lnTo>
                  <a:lnTo>
                    <a:pt x="1224" y="104308"/>
                  </a:lnTo>
                  <a:lnTo>
                    <a:pt x="1408" y="104834"/>
                  </a:lnTo>
                  <a:lnTo>
                    <a:pt x="1606" y="105361"/>
                  </a:lnTo>
                  <a:lnTo>
                    <a:pt x="1803" y="105874"/>
                  </a:lnTo>
                  <a:lnTo>
                    <a:pt x="2027" y="106401"/>
                  </a:lnTo>
                  <a:lnTo>
                    <a:pt x="2251" y="106901"/>
                  </a:lnTo>
                  <a:lnTo>
                    <a:pt x="2488" y="107414"/>
                  </a:lnTo>
                  <a:lnTo>
                    <a:pt x="2738" y="107915"/>
                  </a:lnTo>
                  <a:lnTo>
                    <a:pt x="3001" y="108415"/>
                  </a:lnTo>
                  <a:lnTo>
                    <a:pt x="3278" y="108902"/>
                  </a:lnTo>
                  <a:lnTo>
                    <a:pt x="3554" y="109389"/>
                  </a:lnTo>
                  <a:lnTo>
                    <a:pt x="3857" y="109863"/>
                  </a:lnTo>
                  <a:lnTo>
                    <a:pt x="4160" y="110337"/>
                  </a:lnTo>
                  <a:lnTo>
                    <a:pt x="4476" y="110797"/>
                  </a:lnTo>
                  <a:lnTo>
                    <a:pt x="4805" y="111258"/>
                  </a:lnTo>
                  <a:lnTo>
                    <a:pt x="5147" y="111719"/>
                  </a:lnTo>
                  <a:lnTo>
                    <a:pt x="5502" y="112166"/>
                  </a:lnTo>
                  <a:lnTo>
                    <a:pt x="5871" y="112601"/>
                  </a:lnTo>
                  <a:lnTo>
                    <a:pt x="6239" y="113035"/>
                  </a:lnTo>
                  <a:lnTo>
                    <a:pt x="5924" y="113641"/>
                  </a:lnTo>
                  <a:lnTo>
                    <a:pt x="5634" y="114272"/>
                  </a:lnTo>
                  <a:lnTo>
                    <a:pt x="5358" y="114904"/>
                  </a:lnTo>
                  <a:lnTo>
                    <a:pt x="5107" y="115536"/>
                  </a:lnTo>
                  <a:lnTo>
                    <a:pt x="4870" y="116181"/>
                  </a:lnTo>
                  <a:lnTo>
                    <a:pt x="4660" y="116826"/>
                  </a:lnTo>
                  <a:lnTo>
                    <a:pt x="4462" y="117484"/>
                  </a:lnTo>
                  <a:lnTo>
                    <a:pt x="4291" y="118156"/>
                  </a:lnTo>
                  <a:lnTo>
                    <a:pt x="4133" y="118814"/>
                  </a:lnTo>
                  <a:lnTo>
                    <a:pt x="4002" y="119485"/>
                  </a:lnTo>
                  <a:lnTo>
                    <a:pt x="3883" y="120170"/>
                  </a:lnTo>
                  <a:lnTo>
                    <a:pt x="3791" y="120854"/>
                  </a:lnTo>
                  <a:lnTo>
                    <a:pt x="3712" y="121539"/>
                  </a:lnTo>
                  <a:lnTo>
                    <a:pt x="3659" y="122223"/>
                  </a:lnTo>
                  <a:lnTo>
                    <a:pt x="3633" y="122908"/>
                  </a:lnTo>
                  <a:lnTo>
                    <a:pt x="3620" y="123605"/>
                  </a:lnTo>
                  <a:lnTo>
                    <a:pt x="3633" y="124264"/>
                  </a:lnTo>
                  <a:lnTo>
                    <a:pt x="3659" y="124922"/>
                  </a:lnTo>
                  <a:lnTo>
                    <a:pt x="3712" y="125580"/>
                  </a:lnTo>
                  <a:lnTo>
                    <a:pt x="3778" y="126238"/>
                  </a:lnTo>
                  <a:lnTo>
                    <a:pt x="3857" y="126883"/>
                  </a:lnTo>
                  <a:lnTo>
                    <a:pt x="3962" y="127528"/>
                  </a:lnTo>
                  <a:lnTo>
                    <a:pt x="4081" y="128160"/>
                  </a:lnTo>
                  <a:lnTo>
                    <a:pt x="4212" y="128792"/>
                  </a:lnTo>
                  <a:lnTo>
                    <a:pt x="4370" y="129424"/>
                  </a:lnTo>
                  <a:lnTo>
                    <a:pt x="4541" y="130042"/>
                  </a:lnTo>
                  <a:lnTo>
                    <a:pt x="4739" y="130661"/>
                  </a:lnTo>
                  <a:lnTo>
                    <a:pt x="4949" y="131267"/>
                  </a:lnTo>
                  <a:lnTo>
                    <a:pt x="5173" y="131859"/>
                  </a:lnTo>
                  <a:lnTo>
                    <a:pt x="5410" y="132464"/>
                  </a:lnTo>
                  <a:lnTo>
                    <a:pt x="5673" y="133044"/>
                  </a:lnTo>
                  <a:lnTo>
                    <a:pt x="5950" y="133623"/>
                  </a:lnTo>
                  <a:lnTo>
                    <a:pt x="6239" y="134189"/>
                  </a:lnTo>
                  <a:lnTo>
                    <a:pt x="6542" y="134755"/>
                  </a:lnTo>
                  <a:lnTo>
                    <a:pt x="6871" y="135308"/>
                  </a:lnTo>
                  <a:lnTo>
                    <a:pt x="7214" y="135847"/>
                  </a:lnTo>
                  <a:lnTo>
                    <a:pt x="7556" y="136387"/>
                  </a:lnTo>
                  <a:lnTo>
                    <a:pt x="7938" y="136914"/>
                  </a:lnTo>
                  <a:lnTo>
                    <a:pt x="8319" y="137427"/>
                  </a:lnTo>
                  <a:lnTo>
                    <a:pt x="8714" y="137927"/>
                  </a:lnTo>
                  <a:lnTo>
                    <a:pt x="9135" y="138428"/>
                  </a:lnTo>
                  <a:lnTo>
                    <a:pt x="9557" y="138901"/>
                  </a:lnTo>
                  <a:lnTo>
                    <a:pt x="10004" y="139375"/>
                  </a:lnTo>
                  <a:lnTo>
                    <a:pt x="10465" y="139836"/>
                  </a:lnTo>
                  <a:lnTo>
                    <a:pt x="10939" y="140284"/>
                  </a:lnTo>
                  <a:lnTo>
                    <a:pt x="11426" y="140718"/>
                  </a:lnTo>
                  <a:lnTo>
                    <a:pt x="11926" y="141139"/>
                  </a:lnTo>
                  <a:lnTo>
                    <a:pt x="12439" y="141547"/>
                  </a:lnTo>
                  <a:lnTo>
                    <a:pt x="12347" y="142008"/>
                  </a:lnTo>
                  <a:lnTo>
                    <a:pt x="12268" y="142482"/>
                  </a:lnTo>
                  <a:lnTo>
                    <a:pt x="12203" y="142956"/>
                  </a:lnTo>
                  <a:lnTo>
                    <a:pt x="12150" y="143430"/>
                  </a:lnTo>
                  <a:lnTo>
                    <a:pt x="12110" y="143904"/>
                  </a:lnTo>
                  <a:lnTo>
                    <a:pt x="12084" y="144377"/>
                  </a:lnTo>
                  <a:lnTo>
                    <a:pt x="12058" y="144851"/>
                  </a:lnTo>
                  <a:lnTo>
                    <a:pt x="12058" y="145325"/>
                  </a:lnTo>
                  <a:lnTo>
                    <a:pt x="12058" y="145760"/>
                  </a:lnTo>
                  <a:lnTo>
                    <a:pt x="12071" y="146194"/>
                  </a:lnTo>
                  <a:lnTo>
                    <a:pt x="12097" y="146628"/>
                  </a:lnTo>
                  <a:lnTo>
                    <a:pt x="12137" y="147050"/>
                  </a:lnTo>
                  <a:lnTo>
                    <a:pt x="12176" y="147471"/>
                  </a:lnTo>
                  <a:lnTo>
                    <a:pt x="12229" y="147892"/>
                  </a:lnTo>
                  <a:lnTo>
                    <a:pt x="12295" y="148313"/>
                  </a:lnTo>
                  <a:lnTo>
                    <a:pt x="12361" y="148721"/>
                  </a:lnTo>
                  <a:lnTo>
                    <a:pt x="12439" y="149129"/>
                  </a:lnTo>
                  <a:lnTo>
                    <a:pt x="12532" y="149538"/>
                  </a:lnTo>
                  <a:lnTo>
                    <a:pt x="12624" y="149946"/>
                  </a:lnTo>
                  <a:lnTo>
                    <a:pt x="12729" y="150354"/>
                  </a:lnTo>
                  <a:lnTo>
                    <a:pt x="12848" y="150749"/>
                  </a:lnTo>
                  <a:lnTo>
                    <a:pt x="12966" y="151143"/>
                  </a:lnTo>
                  <a:lnTo>
                    <a:pt x="13098" y="151538"/>
                  </a:lnTo>
                  <a:lnTo>
                    <a:pt x="13229" y="151920"/>
                  </a:lnTo>
                  <a:lnTo>
                    <a:pt x="13387" y="152302"/>
                  </a:lnTo>
                  <a:lnTo>
                    <a:pt x="13532" y="152684"/>
                  </a:lnTo>
                  <a:lnTo>
                    <a:pt x="13703" y="153052"/>
                  </a:lnTo>
                  <a:lnTo>
                    <a:pt x="13874" y="153434"/>
                  </a:lnTo>
                  <a:lnTo>
                    <a:pt x="14045" y="153789"/>
                  </a:lnTo>
                  <a:lnTo>
                    <a:pt x="14230" y="154158"/>
                  </a:lnTo>
                  <a:lnTo>
                    <a:pt x="14427" y="154513"/>
                  </a:lnTo>
                  <a:lnTo>
                    <a:pt x="14625" y="154869"/>
                  </a:lnTo>
                  <a:lnTo>
                    <a:pt x="14835" y="155211"/>
                  </a:lnTo>
                  <a:lnTo>
                    <a:pt x="15059" y="155553"/>
                  </a:lnTo>
                  <a:lnTo>
                    <a:pt x="15270" y="155896"/>
                  </a:lnTo>
                  <a:lnTo>
                    <a:pt x="15507" y="156225"/>
                  </a:lnTo>
                  <a:lnTo>
                    <a:pt x="15744" y="156554"/>
                  </a:lnTo>
                  <a:lnTo>
                    <a:pt x="15980" y="156883"/>
                  </a:lnTo>
                  <a:lnTo>
                    <a:pt x="16231" y="157199"/>
                  </a:lnTo>
                  <a:lnTo>
                    <a:pt x="16494" y="157515"/>
                  </a:lnTo>
                  <a:lnTo>
                    <a:pt x="16757" y="157817"/>
                  </a:lnTo>
                  <a:lnTo>
                    <a:pt x="17020" y="158120"/>
                  </a:lnTo>
                  <a:lnTo>
                    <a:pt x="17297" y="158410"/>
                  </a:lnTo>
                  <a:lnTo>
                    <a:pt x="17573" y="158699"/>
                  </a:lnTo>
                  <a:lnTo>
                    <a:pt x="17863" y="158989"/>
                  </a:lnTo>
                  <a:lnTo>
                    <a:pt x="18152" y="159265"/>
                  </a:lnTo>
                  <a:lnTo>
                    <a:pt x="18455" y="159529"/>
                  </a:lnTo>
                  <a:lnTo>
                    <a:pt x="18758" y="159805"/>
                  </a:lnTo>
                  <a:lnTo>
                    <a:pt x="19074" y="160055"/>
                  </a:lnTo>
                  <a:lnTo>
                    <a:pt x="19390" y="160305"/>
                  </a:lnTo>
                  <a:lnTo>
                    <a:pt x="19706" y="160555"/>
                  </a:lnTo>
                  <a:lnTo>
                    <a:pt x="20035" y="160792"/>
                  </a:lnTo>
                  <a:lnTo>
                    <a:pt x="20364" y="161029"/>
                  </a:lnTo>
                  <a:lnTo>
                    <a:pt x="20706" y="161253"/>
                  </a:lnTo>
                  <a:lnTo>
                    <a:pt x="21048" y="161464"/>
                  </a:lnTo>
                  <a:lnTo>
                    <a:pt x="21391" y="161674"/>
                  </a:lnTo>
                  <a:lnTo>
                    <a:pt x="21746" y="161885"/>
                  </a:lnTo>
                  <a:lnTo>
                    <a:pt x="22101" y="162082"/>
                  </a:lnTo>
                  <a:lnTo>
                    <a:pt x="22457" y="162267"/>
                  </a:lnTo>
                  <a:lnTo>
                    <a:pt x="22825" y="162451"/>
                  </a:lnTo>
                  <a:lnTo>
                    <a:pt x="23194" y="162622"/>
                  </a:lnTo>
                  <a:lnTo>
                    <a:pt x="23563" y="162780"/>
                  </a:lnTo>
                  <a:lnTo>
                    <a:pt x="23944" y="162938"/>
                  </a:lnTo>
                  <a:lnTo>
                    <a:pt x="24326" y="163096"/>
                  </a:lnTo>
                  <a:lnTo>
                    <a:pt x="24708" y="163241"/>
                  </a:lnTo>
                  <a:lnTo>
                    <a:pt x="25103" y="163372"/>
                  </a:lnTo>
                  <a:lnTo>
                    <a:pt x="25498" y="163491"/>
                  </a:lnTo>
                  <a:lnTo>
                    <a:pt x="25893" y="163609"/>
                  </a:lnTo>
                  <a:lnTo>
                    <a:pt x="26287" y="163715"/>
                  </a:lnTo>
                  <a:lnTo>
                    <a:pt x="26696" y="163820"/>
                  </a:lnTo>
                  <a:lnTo>
                    <a:pt x="27104" y="163912"/>
                  </a:lnTo>
                  <a:lnTo>
                    <a:pt x="27512" y="163991"/>
                  </a:lnTo>
                  <a:lnTo>
                    <a:pt x="27393" y="164333"/>
                  </a:lnTo>
                  <a:lnTo>
                    <a:pt x="28275" y="164412"/>
                  </a:lnTo>
                  <a:lnTo>
                    <a:pt x="29144" y="164504"/>
                  </a:lnTo>
                  <a:lnTo>
                    <a:pt x="30000" y="164623"/>
                  </a:lnTo>
                  <a:lnTo>
                    <a:pt x="30842" y="164741"/>
                  </a:lnTo>
                  <a:lnTo>
                    <a:pt x="31671" y="164886"/>
                  </a:lnTo>
                  <a:lnTo>
                    <a:pt x="32474" y="165031"/>
                  </a:lnTo>
                  <a:lnTo>
                    <a:pt x="33264" y="165189"/>
                  </a:lnTo>
                  <a:lnTo>
                    <a:pt x="34041" y="165373"/>
                  </a:lnTo>
                  <a:lnTo>
                    <a:pt x="34804" y="165558"/>
                  </a:lnTo>
                  <a:lnTo>
                    <a:pt x="35555" y="165755"/>
                  </a:lnTo>
                  <a:lnTo>
                    <a:pt x="36292" y="165966"/>
                  </a:lnTo>
                  <a:lnTo>
                    <a:pt x="37003" y="166189"/>
                  </a:lnTo>
                  <a:lnTo>
                    <a:pt x="37713" y="166426"/>
                  </a:lnTo>
                  <a:lnTo>
                    <a:pt x="38398" y="166676"/>
                  </a:lnTo>
                  <a:lnTo>
                    <a:pt x="39082" y="166927"/>
                  </a:lnTo>
                  <a:lnTo>
                    <a:pt x="39741" y="167203"/>
                  </a:lnTo>
                  <a:lnTo>
                    <a:pt x="40386" y="167479"/>
                  </a:lnTo>
                  <a:lnTo>
                    <a:pt x="41017" y="167769"/>
                  </a:lnTo>
                  <a:lnTo>
                    <a:pt x="41649" y="168059"/>
                  </a:lnTo>
                  <a:lnTo>
                    <a:pt x="42255" y="168375"/>
                  </a:lnTo>
                  <a:lnTo>
                    <a:pt x="42847" y="168690"/>
                  </a:lnTo>
                  <a:lnTo>
                    <a:pt x="43426" y="169020"/>
                  </a:lnTo>
                  <a:lnTo>
                    <a:pt x="43992" y="169349"/>
                  </a:lnTo>
                  <a:lnTo>
                    <a:pt x="44545" y="169704"/>
                  </a:lnTo>
                  <a:lnTo>
                    <a:pt x="45098" y="170046"/>
                  </a:lnTo>
                  <a:lnTo>
                    <a:pt x="45625" y="170415"/>
                  </a:lnTo>
                  <a:lnTo>
                    <a:pt x="46138" y="170783"/>
                  </a:lnTo>
                  <a:lnTo>
                    <a:pt x="46638" y="171165"/>
                  </a:lnTo>
                  <a:lnTo>
                    <a:pt x="47138" y="171547"/>
                  </a:lnTo>
                  <a:lnTo>
                    <a:pt x="47612" y="171942"/>
                  </a:lnTo>
                  <a:lnTo>
                    <a:pt x="48086" y="172350"/>
                  </a:lnTo>
                  <a:lnTo>
                    <a:pt x="48547" y="172758"/>
                  </a:lnTo>
                  <a:lnTo>
                    <a:pt x="48994" y="173166"/>
                  </a:lnTo>
                  <a:lnTo>
                    <a:pt x="49429" y="173587"/>
                  </a:lnTo>
                  <a:lnTo>
                    <a:pt x="49850" y="174022"/>
                  </a:lnTo>
                  <a:lnTo>
                    <a:pt x="50258" y="174456"/>
                  </a:lnTo>
                  <a:lnTo>
                    <a:pt x="50666" y="174890"/>
                  </a:lnTo>
                  <a:lnTo>
                    <a:pt x="51048" y="175338"/>
                  </a:lnTo>
                  <a:lnTo>
                    <a:pt x="51430" y="175786"/>
                  </a:lnTo>
                  <a:lnTo>
                    <a:pt x="51798" y="176246"/>
                  </a:lnTo>
                  <a:lnTo>
                    <a:pt x="52167" y="176707"/>
                  </a:lnTo>
                  <a:lnTo>
                    <a:pt x="52509" y="177168"/>
                  </a:lnTo>
                  <a:lnTo>
                    <a:pt x="52851" y="177642"/>
                  </a:lnTo>
                  <a:lnTo>
                    <a:pt x="53180" y="178116"/>
                  </a:lnTo>
                  <a:lnTo>
                    <a:pt x="53496" y="178589"/>
                  </a:lnTo>
                  <a:lnTo>
                    <a:pt x="53799" y="179076"/>
                  </a:lnTo>
                  <a:lnTo>
                    <a:pt x="54102" y="179564"/>
                  </a:lnTo>
                  <a:lnTo>
                    <a:pt x="54392" y="180051"/>
                  </a:lnTo>
                  <a:lnTo>
                    <a:pt x="54668" y="180538"/>
                  </a:lnTo>
                  <a:lnTo>
                    <a:pt x="54944" y="181038"/>
                  </a:lnTo>
                  <a:lnTo>
                    <a:pt x="55208" y="181538"/>
                  </a:lnTo>
                  <a:lnTo>
                    <a:pt x="55458" y="182038"/>
                  </a:lnTo>
                  <a:lnTo>
                    <a:pt x="55708" y="182538"/>
                  </a:lnTo>
                  <a:lnTo>
                    <a:pt x="55945" y="183039"/>
                  </a:lnTo>
                  <a:lnTo>
                    <a:pt x="56169" y="183552"/>
                  </a:lnTo>
                  <a:lnTo>
                    <a:pt x="56392" y="184052"/>
                  </a:lnTo>
                  <a:lnTo>
                    <a:pt x="56800" y="185079"/>
                  </a:lnTo>
                  <a:lnTo>
                    <a:pt x="57182" y="186093"/>
                  </a:lnTo>
                  <a:lnTo>
                    <a:pt x="57538" y="187119"/>
                  </a:lnTo>
                  <a:lnTo>
                    <a:pt x="57867" y="188146"/>
                  </a:lnTo>
                  <a:lnTo>
                    <a:pt x="58156" y="189160"/>
                  </a:lnTo>
                  <a:lnTo>
                    <a:pt x="58433" y="190186"/>
                  </a:lnTo>
                  <a:lnTo>
                    <a:pt x="58683" y="191187"/>
                  </a:lnTo>
                  <a:lnTo>
                    <a:pt x="58893" y="192200"/>
                  </a:lnTo>
                  <a:lnTo>
                    <a:pt x="59091" y="193188"/>
                  </a:lnTo>
                  <a:lnTo>
                    <a:pt x="59262" y="194175"/>
                  </a:lnTo>
                  <a:lnTo>
                    <a:pt x="59420" y="195136"/>
                  </a:lnTo>
                  <a:lnTo>
                    <a:pt x="59552" y="196084"/>
                  </a:lnTo>
                  <a:lnTo>
                    <a:pt x="59670" y="197018"/>
                  </a:lnTo>
                  <a:lnTo>
                    <a:pt x="59762" y="197940"/>
                  </a:lnTo>
                  <a:lnTo>
                    <a:pt x="59841" y="198835"/>
                  </a:lnTo>
                  <a:lnTo>
                    <a:pt x="59907" y="199704"/>
                  </a:lnTo>
                  <a:lnTo>
                    <a:pt x="59960" y="200559"/>
                  </a:lnTo>
                  <a:lnTo>
                    <a:pt x="59986" y="201375"/>
                  </a:lnTo>
                  <a:lnTo>
                    <a:pt x="60012" y="202165"/>
                  </a:lnTo>
                  <a:lnTo>
                    <a:pt x="60025" y="202929"/>
                  </a:lnTo>
                  <a:lnTo>
                    <a:pt x="60039" y="203666"/>
                  </a:lnTo>
                  <a:lnTo>
                    <a:pt x="60025" y="204364"/>
                  </a:lnTo>
                  <a:lnTo>
                    <a:pt x="59999" y="205654"/>
                  </a:lnTo>
                  <a:lnTo>
                    <a:pt x="59947" y="206773"/>
                  </a:lnTo>
                  <a:lnTo>
                    <a:pt x="59894" y="207733"/>
                  </a:lnTo>
                  <a:lnTo>
                    <a:pt x="59828" y="208510"/>
                  </a:lnTo>
                  <a:lnTo>
                    <a:pt x="59775" y="209076"/>
                  </a:lnTo>
                  <a:lnTo>
                    <a:pt x="59710" y="209550"/>
                  </a:lnTo>
                  <a:lnTo>
                    <a:pt x="98213" y="209550"/>
                  </a:lnTo>
                  <a:lnTo>
                    <a:pt x="98213" y="166229"/>
                  </a:lnTo>
                  <a:lnTo>
                    <a:pt x="98226" y="165294"/>
                  </a:lnTo>
                  <a:lnTo>
                    <a:pt x="98265" y="164386"/>
                  </a:lnTo>
                  <a:lnTo>
                    <a:pt x="98331" y="163491"/>
                  </a:lnTo>
                  <a:lnTo>
                    <a:pt x="98423" y="162622"/>
                  </a:lnTo>
                  <a:lnTo>
                    <a:pt x="98542" y="161766"/>
                  </a:lnTo>
                  <a:lnTo>
                    <a:pt x="98687" y="160937"/>
                  </a:lnTo>
                  <a:lnTo>
                    <a:pt x="98845" y="160121"/>
                  </a:lnTo>
                  <a:lnTo>
                    <a:pt x="99029" y="159331"/>
                  </a:lnTo>
                  <a:lnTo>
                    <a:pt x="99240" y="158555"/>
                  </a:lnTo>
                  <a:lnTo>
                    <a:pt x="99463" y="157804"/>
                  </a:lnTo>
                  <a:lnTo>
                    <a:pt x="99700" y="157067"/>
                  </a:lnTo>
                  <a:lnTo>
                    <a:pt x="99963" y="156343"/>
                  </a:lnTo>
                  <a:lnTo>
                    <a:pt x="100253" y="155645"/>
                  </a:lnTo>
                  <a:lnTo>
                    <a:pt x="100543" y="154961"/>
                  </a:lnTo>
                  <a:lnTo>
                    <a:pt x="100859" y="154303"/>
                  </a:lnTo>
                  <a:lnTo>
                    <a:pt x="101188" y="153645"/>
                  </a:lnTo>
                  <a:lnTo>
                    <a:pt x="101530" y="153026"/>
                  </a:lnTo>
                  <a:lnTo>
                    <a:pt x="101885" y="152407"/>
                  </a:lnTo>
                  <a:lnTo>
                    <a:pt x="102254" y="151815"/>
                  </a:lnTo>
                  <a:lnTo>
                    <a:pt x="102636" y="151236"/>
                  </a:lnTo>
                  <a:lnTo>
                    <a:pt x="103017" y="150670"/>
                  </a:lnTo>
                  <a:lnTo>
                    <a:pt x="103425" y="150130"/>
                  </a:lnTo>
                  <a:lnTo>
                    <a:pt x="103834" y="149603"/>
                  </a:lnTo>
                  <a:lnTo>
                    <a:pt x="104242" y="149090"/>
                  </a:lnTo>
                  <a:lnTo>
                    <a:pt x="104663" y="148590"/>
                  </a:lnTo>
                  <a:lnTo>
                    <a:pt x="105097" y="148116"/>
                  </a:lnTo>
                  <a:lnTo>
                    <a:pt x="105532" y="147642"/>
                  </a:lnTo>
                  <a:lnTo>
                    <a:pt x="105966" y="147194"/>
                  </a:lnTo>
                  <a:lnTo>
                    <a:pt x="106414" y="146760"/>
                  </a:lnTo>
                  <a:lnTo>
                    <a:pt x="106861" y="146352"/>
                  </a:lnTo>
                  <a:lnTo>
                    <a:pt x="107309" y="145944"/>
                  </a:lnTo>
                  <a:lnTo>
                    <a:pt x="107756" y="145562"/>
                  </a:lnTo>
                  <a:lnTo>
                    <a:pt x="108191" y="145180"/>
                  </a:lnTo>
                  <a:lnTo>
                    <a:pt x="108638" y="144825"/>
                  </a:lnTo>
                  <a:lnTo>
                    <a:pt x="109086" y="144483"/>
                  </a:lnTo>
                  <a:lnTo>
                    <a:pt x="109533" y="144154"/>
                  </a:lnTo>
                  <a:lnTo>
                    <a:pt x="109968" y="143838"/>
                  </a:lnTo>
                  <a:lnTo>
                    <a:pt x="110402" y="143535"/>
                  </a:lnTo>
                  <a:lnTo>
                    <a:pt x="110837" y="143245"/>
                  </a:lnTo>
                  <a:lnTo>
                    <a:pt x="111258" y="142969"/>
                  </a:lnTo>
                  <a:lnTo>
                    <a:pt x="112074" y="142456"/>
                  </a:lnTo>
                  <a:lnTo>
                    <a:pt x="112864" y="141995"/>
                  </a:lnTo>
                  <a:lnTo>
                    <a:pt x="113614" y="141587"/>
                  </a:lnTo>
                  <a:lnTo>
                    <a:pt x="114312" y="141231"/>
                  </a:lnTo>
                  <a:lnTo>
                    <a:pt x="114957" y="140915"/>
                  </a:lnTo>
                  <a:lnTo>
                    <a:pt x="115536" y="140652"/>
                  </a:lnTo>
                  <a:lnTo>
                    <a:pt x="116036" y="140428"/>
                  </a:lnTo>
                  <a:lnTo>
                    <a:pt x="116471" y="140257"/>
                  </a:lnTo>
                  <a:lnTo>
                    <a:pt x="117076" y="140020"/>
                  </a:lnTo>
                  <a:lnTo>
                    <a:pt x="117287" y="139941"/>
                  </a:lnTo>
                  <a:lnTo>
                    <a:pt x="117813" y="139915"/>
                  </a:lnTo>
                  <a:lnTo>
                    <a:pt x="118327" y="139862"/>
                  </a:lnTo>
                  <a:lnTo>
                    <a:pt x="118840" y="139810"/>
                  </a:lnTo>
                  <a:lnTo>
                    <a:pt x="119353" y="139744"/>
                  </a:lnTo>
                  <a:lnTo>
                    <a:pt x="119854" y="139652"/>
                  </a:lnTo>
                  <a:lnTo>
                    <a:pt x="120367" y="139573"/>
                  </a:lnTo>
                  <a:lnTo>
                    <a:pt x="120867" y="139467"/>
                  </a:lnTo>
                  <a:lnTo>
                    <a:pt x="121367" y="139349"/>
                  </a:lnTo>
                  <a:lnTo>
                    <a:pt x="121868" y="139231"/>
                  </a:lnTo>
                  <a:lnTo>
                    <a:pt x="122368" y="139099"/>
                  </a:lnTo>
                  <a:lnTo>
                    <a:pt x="122855" y="138954"/>
                  </a:lnTo>
                  <a:lnTo>
                    <a:pt x="123355" y="138796"/>
                  </a:lnTo>
                  <a:lnTo>
                    <a:pt x="123842" y="138625"/>
                  </a:lnTo>
                  <a:lnTo>
                    <a:pt x="124316" y="138454"/>
                  </a:lnTo>
                  <a:lnTo>
                    <a:pt x="124803" y="138270"/>
                  </a:lnTo>
                  <a:lnTo>
                    <a:pt x="125277" y="138072"/>
                  </a:lnTo>
                  <a:lnTo>
                    <a:pt x="125395" y="138559"/>
                  </a:lnTo>
                  <a:lnTo>
                    <a:pt x="125527" y="139046"/>
                  </a:lnTo>
                  <a:lnTo>
                    <a:pt x="125672" y="139533"/>
                  </a:lnTo>
                  <a:lnTo>
                    <a:pt x="125830" y="140020"/>
                  </a:lnTo>
                  <a:lnTo>
                    <a:pt x="125988" y="140494"/>
                  </a:lnTo>
                  <a:lnTo>
                    <a:pt x="126172" y="140968"/>
                  </a:lnTo>
                  <a:lnTo>
                    <a:pt x="126343" y="141429"/>
                  </a:lnTo>
                  <a:lnTo>
                    <a:pt x="126541" y="141890"/>
                  </a:lnTo>
                  <a:lnTo>
                    <a:pt x="126738" y="142350"/>
                  </a:lnTo>
                  <a:lnTo>
                    <a:pt x="126949" y="142798"/>
                  </a:lnTo>
                  <a:lnTo>
                    <a:pt x="127172" y="143245"/>
                  </a:lnTo>
                  <a:lnTo>
                    <a:pt x="127396" y="143693"/>
                  </a:lnTo>
                  <a:lnTo>
                    <a:pt x="127633" y="144127"/>
                  </a:lnTo>
                  <a:lnTo>
                    <a:pt x="127883" y="144562"/>
                  </a:lnTo>
                  <a:lnTo>
                    <a:pt x="128133" y="144983"/>
                  </a:lnTo>
                  <a:lnTo>
                    <a:pt x="128397" y="145404"/>
                  </a:lnTo>
                  <a:lnTo>
                    <a:pt x="128673" y="145812"/>
                  </a:lnTo>
                  <a:lnTo>
                    <a:pt x="128949" y="146220"/>
                  </a:lnTo>
                  <a:lnTo>
                    <a:pt x="129239" y="146628"/>
                  </a:lnTo>
                  <a:lnTo>
                    <a:pt x="129542" y="147023"/>
                  </a:lnTo>
                  <a:lnTo>
                    <a:pt x="129845" y="147405"/>
                  </a:lnTo>
                  <a:lnTo>
                    <a:pt x="130147" y="147787"/>
                  </a:lnTo>
                  <a:lnTo>
                    <a:pt x="130476" y="148169"/>
                  </a:lnTo>
                  <a:lnTo>
                    <a:pt x="130792" y="148537"/>
                  </a:lnTo>
                  <a:lnTo>
                    <a:pt x="131135" y="148893"/>
                  </a:lnTo>
                  <a:lnTo>
                    <a:pt x="131477" y="149248"/>
                  </a:lnTo>
                  <a:lnTo>
                    <a:pt x="131819" y="149590"/>
                  </a:lnTo>
                  <a:lnTo>
                    <a:pt x="132175" y="149932"/>
                  </a:lnTo>
                  <a:lnTo>
                    <a:pt x="132543" y="150275"/>
                  </a:lnTo>
                  <a:lnTo>
                    <a:pt x="132912" y="150591"/>
                  </a:lnTo>
                  <a:lnTo>
                    <a:pt x="133280" y="150920"/>
                  </a:lnTo>
                  <a:lnTo>
                    <a:pt x="133662" y="151222"/>
                  </a:lnTo>
                  <a:lnTo>
                    <a:pt x="134057" y="151525"/>
                  </a:lnTo>
                  <a:lnTo>
                    <a:pt x="134439" y="151828"/>
                  </a:lnTo>
                  <a:lnTo>
                    <a:pt x="134847" y="152104"/>
                  </a:lnTo>
                  <a:lnTo>
                    <a:pt x="135255" y="152394"/>
                  </a:lnTo>
                  <a:lnTo>
                    <a:pt x="135663" y="152657"/>
                  </a:lnTo>
                  <a:lnTo>
                    <a:pt x="136084" y="152921"/>
                  </a:lnTo>
                  <a:lnTo>
                    <a:pt x="136505" y="153184"/>
                  </a:lnTo>
                  <a:lnTo>
                    <a:pt x="136940" y="153421"/>
                  </a:lnTo>
                  <a:lnTo>
                    <a:pt x="137374" y="153658"/>
                  </a:lnTo>
                  <a:lnTo>
                    <a:pt x="137809" y="153895"/>
                  </a:lnTo>
                  <a:lnTo>
                    <a:pt x="138256" y="154105"/>
                  </a:lnTo>
                  <a:lnTo>
                    <a:pt x="138704" y="154316"/>
                  </a:lnTo>
                  <a:lnTo>
                    <a:pt x="139151" y="154527"/>
                  </a:lnTo>
                  <a:lnTo>
                    <a:pt x="139612" y="154711"/>
                  </a:lnTo>
                  <a:lnTo>
                    <a:pt x="140073" y="154895"/>
                  </a:lnTo>
                  <a:lnTo>
                    <a:pt x="140547" y="155066"/>
                  </a:lnTo>
                  <a:lnTo>
                    <a:pt x="141020" y="155237"/>
                  </a:lnTo>
                  <a:lnTo>
                    <a:pt x="141494" y="155382"/>
                  </a:lnTo>
                  <a:lnTo>
                    <a:pt x="141981" y="155527"/>
                  </a:lnTo>
                  <a:lnTo>
                    <a:pt x="142468" y="155659"/>
                  </a:lnTo>
                  <a:lnTo>
                    <a:pt x="142955" y="155790"/>
                  </a:lnTo>
                  <a:lnTo>
                    <a:pt x="143442" y="155896"/>
                  </a:lnTo>
                  <a:lnTo>
                    <a:pt x="143943" y="156001"/>
                  </a:lnTo>
                  <a:lnTo>
                    <a:pt x="144443" y="156093"/>
                  </a:lnTo>
                  <a:lnTo>
                    <a:pt x="144943" y="156185"/>
                  </a:lnTo>
                  <a:lnTo>
                    <a:pt x="145443" y="156251"/>
                  </a:lnTo>
                  <a:lnTo>
                    <a:pt x="145957" y="156317"/>
                  </a:lnTo>
                  <a:lnTo>
                    <a:pt x="146470" y="156369"/>
                  </a:lnTo>
                  <a:lnTo>
                    <a:pt x="146983" y="156409"/>
                  </a:lnTo>
                  <a:lnTo>
                    <a:pt x="147497" y="156435"/>
                  </a:lnTo>
                  <a:lnTo>
                    <a:pt x="148023" y="156448"/>
                  </a:lnTo>
                  <a:lnTo>
                    <a:pt x="149103" y="156448"/>
                  </a:lnTo>
                  <a:lnTo>
                    <a:pt x="149669" y="156422"/>
                  </a:lnTo>
                  <a:lnTo>
                    <a:pt x="150222" y="156396"/>
                  </a:lnTo>
                  <a:lnTo>
                    <a:pt x="150775" y="156356"/>
                  </a:lnTo>
                  <a:lnTo>
                    <a:pt x="151327" y="156290"/>
                  </a:lnTo>
                  <a:lnTo>
                    <a:pt x="151880" y="156225"/>
                  </a:lnTo>
                  <a:lnTo>
                    <a:pt x="152433" y="156132"/>
                  </a:lnTo>
                  <a:lnTo>
                    <a:pt x="152973" y="156040"/>
                  </a:lnTo>
                  <a:lnTo>
                    <a:pt x="153381" y="155975"/>
                  </a:lnTo>
                  <a:lnTo>
                    <a:pt x="153802" y="155909"/>
                  </a:lnTo>
                  <a:lnTo>
                    <a:pt x="154210" y="155830"/>
                  </a:lnTo>
                  <a:lnTo>
                    <a:pt x="154605" y="155751"/>
                  </a:lnTo>
                  <a:lnTo>
                    <a:pt x="155013" y="155645"/>
                  </a:lnTo>
                  <a:lnTo>
                    <a:pt x="155408" y="155553"/>
                  </a:lnTo>
                  <a:lnTo>
                    <a:pt x="155803" y="155448"/>
                  </a:lnTo>
                  <a:lnTo>
                    <a:pt x="156198" y="155329"/>
                  </a:lnTo>
                  <a:lnTo>
                    <a:pt x="156975" y="155079"/>
                  </a:lnTo>
                  <a:lnTo>
                    <a:pt x="157738" y="154790"/>
                  </a:lnTo>
                  <a:lnTo>
                    <a:pt x="158488" y="154487"/>
                  </a:lnTo>
                  <a:lnTo>
                    <a:pt x="159212" y="154145"/>
                  </a:lnTo>
                  <a:lnTo>
                    <a:pt x="159936" y="153789"/>
                  </a:lnTo>
                  <a:lnTo>
                    <a:pt x="160634" y="153394"/>
                  </a:lnTo>
                  <a:lnTo>
                    <a:pt x="161332" y="152986"/>
                  </a:lnTo>
                  <a:lnTo>
                    <a:pt x="162003" y="152539"/>
                  </a:lnTo>
                  <a:lnTo>
                    <a:pt x="162648" y="152078"/>
                  </a:lnTo>
                  <a:lnTo>
                    <a:pt x="163280" y="151591"/>
                  </a:lnTo>
                  <a:lnTo>
                    <a:pt x="163899" y="151091"/>
                  </a:lnTo>
                  <a:lnTo>
                    <a:pt x="164491" y="150551"/>
                  </a:lnTo>
                  <a:lnTo>
                    <a:pt x="164780" y="150920"/>
                  </a:lnTo>
                  <a:lnTo>
                    <a:pt x="165057" y="151288"/>
                  </a:lnTo>
                  <a:lnTo>
                    <a:pt x="165360" y="151631"/>
                  </a:lnTo>
                  <a:lnTo>
                    <a:pt x="165662" y="151973"/>
                  </a:lnTo>
                  <a:lnTo>
                    <a:pt x="165978" y="152302"/>
                  </a:lnTo>
                  <a:lnTo>
                    <a:pt x="166307" y="152631"/>
                  </a:lnTo>
                  <a:lnTo>
                    <a:pt x="166637" y="152934"/>
                  </a:lnTo>
                  <a:lnTo>
                    <a:pt x="166979" y="153236"/>
                  </a:lnTo>
                  <a:lnTo>
                    <a:pt x="167334" y="153526"/>
                  </a:lnTo>
                  <a:lnTo>
                    <a:pt x="167690" y="153803"/>
                  </a:lnTo>
                  <a:lnTo>
                    <a:pt x="168058" y="154079"/>
                  </a:lnTo>
                  <a:lnTo>
                    <a:pt x="168440" y="154329"/>
                  </a:lnTo>
                  <a:lnTo>
                    <a:pt x="168809" y="154579"/>
                  </a:lnTo>
                  <a:lnTo>
                    <a:pt x="169203" y="154816"/>
                  </a:lnTo>
                  <a:lnTo>
                    <a:pt x="169598" y="155040"/>
                  </a:lnTo>
                  <a:lnTo>
                    <a:pt x="170006" y="155251"/>
                  </a:lnTo>
                  <a:lnTo>
                    <a:pt x="170414" y="155461"/>
                  </a:lnTo>
                  <a:lnTo>
                    <a:pt x="170823" y="155645"/>
                  </a:lnTo>
                  <a:lnTo>
                    <a:pt x="171244" y="155817"/>
                  </a:lnTo>
                  <a:lnTo>
                    <a:pt x="171678" y="155988"/>
                  </a:lnTo>
                  <a:lnTo>
                    <a:pt x="172099" y="156146"/>
                  </a:lnTo>
                  <a:lnTo>
                    <a:pt x="172547" y="156277"/>
                  </a:lnTo>
                  <a:lnTo>
                    <a:pt x="172981" y="156409"/>
                  </a:lnTo>
                  <a:lnTo>
                    <a:pt x="173429" y="156527"/>
                  </a:lnTo>
                  <a:lnTo>
                    <a:pt x="173876" y="156633"/>
                  </a:lnTo>
                  <a:lnTo>
                    <a:pt x="174337" y="156712"/>
                  </a:lnTo>
                  <a:lnTo>
                    <a:pt x="174798" y="156791"/>
                  </a:lnTo>
                  <a:lnTo>
                    <a:pt x="175259" y="156856"/>
                  </a:lnTo>
                  <a:lnTo>
                    <a:pt x="175733" y="156896"/>
                  </a:lnTo>
                  <a:lnTo>
                    <a:pt x="176206" y="156935"/>
                  </a:lnTo>
                  <a:lnTo>
                    <a:pt x="176680" y="156962"/>
                  </a:lnTo>
                  <a:lnTo>
                    <a:pt x="177154" y="156962"/>
                  </a:lnTo>
                  <a:lnTo>
                    <a:pt x="177786" y="156949"/>
                  </a:lnTo>
                  <a:lnTo>
                    <a:pt x="178405" y="156922"/>
                  </a:lnTo>
                  <a:lnTo>
                    <a:pt x="179023" y="156856"/>
                  </a:lnTo>
                  <a:lnTo>
                    <a:pt x="179629" y="156777"/>
                  </a:lnTo>
                  <a:lnTo>
                    <a:pt x="180234" y="156672"/>
                  </a:lnTo>
                  <a:lnTo>
                    <a:pt x="180827" y="156541"/>
                  </a:lnTo>
                  <a:lnTo>
                    <a:pt x="181419" y="156396"/>
                  </a:lnTo>
                  <a:lnTo>
                    <a:pt x="181985" y="156211"/>
                  </a:lnTo>
                  <a:lnTo>
                    <a:pt x="182564" y="156027"/>
                  </a:lnTo>
                  <a:lnTo>
                    <a:pt x="183117" y="155817"/>
                  </a:lnTo>
                  <a:lnTo>
                    <a:pt x="183657" y="155580"/>
                  </a:lnTo>
                  <a:lnTo>
                    <a:pt x="184197" y="155329"/>
                  </a:lnTo>
                  <a:lnTo>
                    <a:pt x="184723" y="155053"/>
                  </a:lnTo>
                  <a:lnTo>
                    <a:pt x="185237" y="154763"/>
                  </a:lnTo>
                  <a:lnTo>
                    <a:pt x="185737" y="154448"/>
                  </a:lnTo>
                  <a:lnTo>
                    <a:pt x="186224" y="154118"/>
                  </a:lnTo>
                  <a:lnTo>
                    <a:pt x="186685" y="153776"/>
                  </a:lnTo>
                  <a:lnTo>
                    <a:pt x="187145" y="153408"/>
                  </a:lnTo>
                  <a:lnTo>
                    <a:pt x="187593" y="153026"/>
                  </a:lnTo>
                  <a:lnTo>
                    <a:pt x="188027" y="152631"/>
                  </a:lnTo>
                  <a:lnTo>
                    <a:pt x="188448" y="152223"/>
                  </a:lnTo>
                  <a:lnTo>
                    <a:pt x="188843" y="151789"/>
                  </a:lnTo>
                  <a:lnTo>
                    <a:pt x="189225" y="151341"/>
                  </a:lnTo>
                  <a:lnTo>
                    <a:pt x="189594" y="150893"/>
                  </a:lnTo>
                  <a:lnTo>
                    <a:pt x="189949" y="150419"/>
                  </a:lnTo>
                  <a:lnTo>
                    <a:pt x="190278" y="149932"/>
                  </a:lnTo>
                  <a:lnTo>
                    <a:pt x="190594" y="149432"/>
                  </a:lnTo>
                  <a:lnTo>
                    <a:pt x="190884" y="148919"/>
                  </a:lnTo>
                  <a:lnTo>
                    <a:pt x="191160" y="148392"/>
                  </a:lnTo>
                  <a:lnTo>
                    <a:pt x="191423" y="147853"/>
                  </a:lnTo>
                  <a:lnTo>
                    <a:pt x="191660" y="147300"/>
                  </a:lnTo>
                  <a:lnTo>
                    <a:pt x="191884" y="146747"/>
                  </a:lnTo>
                  <a:lnTo>
                    <a:pt x="192555" y="147115"/>
                  </a:lnTo>
                  <a:lnTo>
                    <a:pt x="193240" y="147458"/>
                  </a:lnTo>
                  <a:lnTo>
                    <a:pt x="193938" y="147787"/>
                  </a:lnTo>
                  <a:lnTo>
                    <a:pt x="194648" y="148076"/>
                  </a:lnTo>
                  <a:lnTo>
                    <a:pt x="195359" y="148366"/>
                  </a:lnTo>
                  <a:lnTo>
                    <a:pt x="196083" y="148616"/>
                  </a:lnTo>
                  <a:lnTo>
                    <a:pt x="196820" y="148853"/>
                  </a:lnTo>
                  <a:lnTo>
                    <a:pt x="197558" y="149050"/>
                  </a:lnTo>
                  <a:lnTo>
                    <a:pt x="198308" y="149235"/>
                  </a:lnTo>
                  <a:lnTo>
                    <a:pt x="199058" y="149406"/>
                  </a:lnTo>
                  <a:lnTo>
                    <a:pt x="199822" y="149538"/>
                  </a:lnTo>
                  <a:lnTo>
                    <a:pt x="200585" y="149656"/>
                  </a:lnTo>
                  <a:lnTo>
                    <a:pt x="201349" y="149735"/>
                  </a:lnTo>
                  <a:lnTo>
                    <a:pt x="202125" y="149801"/>
                  </a:lnTo>
                  <a:lnTo>
                    <a:pt x="202889" y="149840"/>
                  </a:lnTo>
                  <a:lnTo>
                    <a:pt x="203665" y="149853"/>
                  </a:lnTo>
                  <a:lnTo>
                    <a:pt x="204205" y="149840"/>
                  </a:lnTo>
                  <a:lnTo>
                    <a:pt x="204745" y="149827"/>
                  </a:lnTo>
                  <a:lnTo>
                    <a:pt x="205271" y="149801"/>
                  </a:lnTo>
                  <a:lnTo>
                    <a:pt x="205798" y="149761"/>
                  </a:lnTo>
                  <a:lnTo>
                    <a:pt x="206324" y="149709"/>
                  </a:lnTo>
                  <a:lnTo>
                    <a:pt x="206851" y="149643"/>
                  </a:lnTo>
                  <a:lnTo>
                    <a:pt x="207364" y="149564"/>
                  </a:lnTo>
                  <a:lnTo>
                    <a:pt x="207878" y="149485"/>
                  </a:lnTo>
                  <a:lnTo>
                    <a:pt x="208391" y="149380"/>
                  </a:lnTo>
                  <a:lnTo>
                    <a:pt x="208904" y="149274"/>
                  </a:lnTo>
                  <a:lnTo>
                    <a:pt x="209405" y="149156"/>
                  </a:lnTo>
                  <a:lnTo>
                    <a:pt x="209905" y="149024"/>
                  </a:lnTo>
                  <a:lnTo>
                    <a:pt x="210392" y="148893"/>
                  </a:lnTo>
                  <a:lnTo>
                    <a:pt x="210892" y="148735"/>
                  </a:lnTo>
                  <a:lnTo>
                    <a:pt x="211366" y="148577"/>
                  </a:lnTo>
                  <a:lnTo>
                    <a:pt x="211853" y="148405"/>
                  </a:lnTo>
                  <a:lnTo>
                    <a:pt x="212327" y="148221"/>
                  </a:lnTo>
                  <a:lnTo>
                    <a:pt x="212801" y="148037"/>
                  </a:lnTo>
                  <a:lnTo>
                    <a:pt x="213262" y="147839"/>
                  </a:lnTo>
                  <a:lnTo>
                    <a:pt x="213735" y="147629"/>
                  </a:lnTo>
                  <a:lnTo>
                    <a:pt x="214183" y="147405"/>
                  </a:lnTo>
                  <a:lnTo>
                    <a:pt x="214631" y="147181"/>
                  </a:lnTo>
                  <a:lnTo>
                    <a:pt x="215078" y="146944"/>
                  </a:lnTo>
                  <a:lnTo>
                    <a:pt x="215526" y="146694"/>
                  </a:lnTo>
                  <a:lnTo>
                    <a:pt x="215960" y="146444"/>
                  </a:lnTo>
                  <a:lnTo>
                    <a:pt x="216381" y="146181"/>
                  </a:lnTo>
                  <a:lnTo>
                    <a:pt x="216803" y="145904"/>
                  </a:lnTo>
                  <a:lnTo>
                    <a:pt x="217224" y="145628"/>
                  </a:lnTo>
                  <a:lnTo>
                    <a:pt x="217632" y="145338"/>
                  </a:lnTo>
                  <a:lnTo>
                    <a:pt x="218040" y="145036"/>
                  </a:lnTo>
                  <a:lnTo>
                    <a:pt x="218435" y="144733"/>
                  </a:lnTo>
                  <a:lnTo>
                    <a:pt x="218830" y="144417"/>
                  </a:lnTo>
                  <a:lnTo>
                    <a:pt x="219067" y="144338"/>
                  </a:lnTo>
                  <a:lnTo>
                    <a:pt x="219304" y="144219"/>
                  </a:lnTo>
                  <a:lnTo>
                    <a:pt x="219527" y="144088"/>
                  </a:lnTo>
                  <a:lnTo>
                    <a:pt x="219738" y="143917"/>
                  </a:lnTo>
                  <a:lnTo>
                    <a:pt x="220238" y="143469"/>
                  </a:lnTo>
                  <a:lnTo>
                    <a:pt x="220725" y="143008"/>
                  </a:lnTo>
                  <a:lnTo>
                    <a:pt x="221186" y="142535"/>
                  </a:lnTo>
                  <a:lnTo>
                    <a:pt x="221647" y="142061"/>
                  </a:lnTo>
                  <a:lnTo>
                    <a:pt x="222068" y="141560"/>
                  </a:lnTo>
                  <a:lnTo>
                    <a:pt x="222489" y="141060"/>
                  </a:lnTo>
                  <a:lnTo>
                    <a:pt x="222871" y="140534"/>
                  </a:lnTo>
                  <a:lnTo>
                    <a:pt x="223253" y="140007"/>
                  </a:lnTo>
                  <a:lnTo>
                    <a:pt x="223608" y="139481"/>
                  </a:lnTo>
                  <a:lnTo>
                    <a:pt x="223950" y="138928"/>
                  </a:lnTo>
                  <a:lnTo>
                    <a:pt x="224266" y="138375"/>
                  </a:lnTo>
                  <a:lnTo>
                    <a:pt x="224569" y="137822"/>
                  </a:lnTo>
                  <a:lnTo>
                    <a:pt x="224859" y="137243"/>
                  </a:lnTo>
                  <a:lnTo>
                    <a:pt x="225122" y="136677"/>
                  </a:lnTo>
                  <a:lnTo>
                    <a:pt x="225372" y="136084"/>
                  </a:lnTo>
                  <a:lnTo>
                    <a:pt x="225596" y="135492"/>
                  </a:lnTo>
                  <a:lnTo>
                    <a:pt x="225793" y="135045"/>
                  </a:lnTo>
                  <a:lnTo>
                    <a:pt x="225978" y="134597"/>
                  </a:lnTo>
                  <a:lnTo>
                    <a:pt x="226149" y="134136"/>
                  </a:lnTo>
                  <a:lnTo>
                    <a:pt x="226320" y="133662"/>
                  </a:lnTo>
                  <a:lnTo>
                    <a:pt x="226465" y="133202"/>
                  </a:lnTo>
                  <a:lnTo>
                    <a:pt x="226623" y="132728"/>
                  </a:lnTo>
                  <a:lnTo>
                    <a:pt x="226754" y="132241"/>
                  </a:lnTo>
                  <a:lnTo>
                    <a:pt x="226886" y="131767"/>
                  </a:lnTo>
                  <a:lnTo>
                    <a:pt x="226991" y="131280"/>
                  </a:lnTo>
                  <a:lnTo>
                    <a:pt x="227110" y="130793"/>
                  </a:lnTo>
                  <a:lnTo>
                    <a:pt x="227202" y="130292"/>
                  </a:lnTo>
                  <a:lnTo>
                    <a:pt x="227294" y="129805"/>
                  </a:lnTo>
                  <a:lnTo>
                    <a:pt x="227360" y="129305"/>
                  </a:lnTo>
                  <a:lnTo>
                    <a:pt x="227426" y="128792"/>
                  </a:lnTo>
                  <a:lnTo>
                    <a:pt x="227491" y="128292"/>
                  </a:lnTo>
                  <a:lnTo>
                    <a:pt x="227531" y="127778"/>
                  </a:lnTo>
                  <a:lnTo>
                    <a:pt x="228136" y="127581"/>
                  </a:lnTo>
                  <a:lnTo>
                    <a:pt x="228716" y="127357"/>
                  </a:lnTo>
                  <a:lnTo>
                    <a:pt x="229295" y="127107"/>
                  </a:lnTo>
                  <a:lnTo>
                    <a:pt x="229861" y="126844"/>
                  </a:lnTo>
                  <a:lnTo>
                    <a:pt x="230400" y="126554"/>
                  </a:lnTo>
                  <a:lnTo>
                    <a:pt x="230940" y="126238"/>
                  </a:lnTo>
                  <a:lnTo>
                    <a:pt x="231467" y="125909"/>
                  </a:lnTo>
                  <a:lnTo>
                    <a:pt x="231967" y="125567"/>
                  </a:lnTo>
                  <a:lnTo>
                    <a:pt x="232454" y="125198"/>
                  </a:lnTo>
                  <a:lnTo>
                    <a:pt x="232928" y="124816"/>
                  </a:lnTo>
                  <a:lnTo>
                    <a:pt x="233389" y="124408"/>
                  </a:lnTo>
                  <a:lnTo>
                    <a:pt x="233836" y="123987"/>
                  </a:lnTo>
                  <a:lnTo>
                    <a:pt x="234257" y="123553"/>
                  </a:lnTo>
                  <a:lnTo>
                    <a:pt x="234665" y="123092"/>
                  </a:lnTo>
                  <a:lnTo>
                    <a:pt x="235060" y="122631"/>
                  </a:lnTo>
                  <a:lnTo>
                    <a:pt x="235429" y="122144"/>
                  </a:lnTo>
                  <a:lnTo>
                    <a:pt x="235784" y="121644"/>
                  </a:lnTo>
                  <a:lnTo>
                    <a:pt x="236113" y="121131"/>
                  </a:lnTo>
                  <a:lnTo>
                    <a:pt x="236429" y="120604"/>
                  </a:lnTo>
                  <a:lnTo>
                    <a:pt x="236719" y="120064"/>
                  </a:lnTo>
                  <a:lnTo>
                    <a:pt x="236995" y="119525"/>
                  </a:lnTo>
                  <a:lnTo>
                    <a:pt x="237245" y="118959"/>
                  </a:lnTo>
                  <a:lnTo>
                    <a:pt x="237469" y="118379"/>
                  </a:lnTo>
                  <a:lnTo>
                    <a:pt x="237680" y="117800"/>
                  </a:lnTo>
                  <a:lnTo>
                    <a:pt x="237864" y="117208"/>
                  </a:lnTo>
                  <a:lnTo>
                    <a:pt x="238022" y="116602"/>
                  </a:lnTo>
                  <a:lnTo>
                    <a:pt x="238167" y="115997"/>
                  </a:lnTo>
                  <a:lnTo>
                    <a:pt x="238272" y="115378"/>
                  </a:lnTo>
                  <a:lnTo>
                    <a:pt x="238364" y="114746"/>
                  </a:lnTo>
                  <a:lnTo>
                    <a:pt x="238430" y="114115"/>
                  </a:lnTo>
                  <a:lnTo>
                    <a:pt x="238470" y="113470"/>
                  </a:lnTo>
                  <a:lnTo>
                    <a:pt x="238483" y="112824"/>
                  </a:lnTo>
                  <a:lnTo>
                    <a:pt x="238483" y="112416"/>
                  </a:lnTo>
                  <a:lnTo>
                    <a:pt x="238470" y="112022"/>
                  </a:lnTo>
                  <a:lnTo>
                    <a:pt x="238443" y="111627"/>
                  </a:lnTo>
                  <a:lnTo>
                    <a:pt x="238404" y="111232"/>
                  </a:lnTo>
                  <a:lnTo>
                    <a:pt x="238364" y="110837"/>
                  </a:lnTo>
                  <a:lnTo>
                    <a:pt x="238312" y="110455"/>
                  </a:lnTo>
                  <a:lnTo>
                    <a:pt x="238246" y="110060"/>
                  </a:lnTo>
                  <a:lnTo>
                    <a:pt x="238180" y="109678"/>
                  </a:lnTo>
                  <a:lnTo>
                    <a:pt x="238088" y="109310"/>
                  </a:lnTo>
                  <a:lnTo>
                    <a:pt x="238009" y="108928"/>
                  </a:lnTo>
                  <a:lnTo>
                    <a:pt x="237904" y="108560"/>
                  </a:lnTo>
                  <a:lnTo>
                    <a:pt x="237798" y="108178"/>
                  </a:lnTo>
                  <a:lnTo>
                    <a:pt x="237680" y="107822"/>
                  </a:lnTo>
                  <a:lnTo>
                    <a:pt x="237548" y="107454"/>
                  </a:lnTo>
                  <a:lnTo>
                    <a:pt x="237417" y="107098"/>
                  </a:lnTo>
                  <a:lnTo>
                    <a:pt x="237272" y="106743"/>
                  </a:lnTo>
                  <a:lnTo>
                    <a:pt x="237127" y="106388"/>
                  </a:lnTo>
                  <a:lnTo>
                    <a:pt x="236956" y="106045"/>
                  </a:lnTo>
                  <a:lnTo>
                    <a:pt x="236798" y="105703"/>
                  </a:lnTo>
                  <a:lnTo>
                    <a:pt x="236614" y="105361"/>
                  </a:lnTo>
                  <a:lnTo>
                    <a:pt x="236429" y="105032"/>
                  </a:lnTo>
                  <a:lnTo>
                    <a:pt x="236232" y="104703"/>
                  </a:lnTo>
                  <a:lnTo>
                    <a:pt x="236034" y="104374"/>
                  </a:lnTo>
                  <a:lnTo>
                    <a:pt x="235824" y="104058"/>
                  </a:lnTo>
                  <a:lnTo>
                    <a:pt x="235613" y="103742"/>
                  </a:lnTo>
                  <a:lnTo>
                    <a:pt x="235389" y="103426"/>
                  </a:lnTo>
                  <a:lnTo>
                    <a:pt x="235152" y="103123"/>
                  </a:lnTo>
                  <a:lnTo>
                    <a:pt x="234916" y="102833"/>
                  </a:lnTo>
                  <a:lnTo>
                    <a:pt x="234665" y="102544"/>
                  </a:lnTo>
                  <a:lnTo>
                    <a:pt x="234415" y="102254"/>
                  </a:lnTo>
                  <a:lnTo>
                    <a:pt x="234152" y="101978"/>
                  </a:lnTo>
                  <a:lnTo>
                    <a:pt x="233876" y="101701"/>
                  </a:lnTo>
                  <a:lnTo>
                    <a:pt x="234600" y="101306"/>
                  </a:lnTo>
                  <a:lnTo>
                    <a:pt x="235297" y="100885"/>
                  </a:lnTo>
                  <a:lnTo>
                    <a:pt x="235982" y="100451"/>
                  </a:lnTo>
                  <a:lnTo>
                    <a:pt x="236653" y="99990"/>
                  </a:lnTo>
                  <a:lnTo>
                    <a:pt x="237298" y="99503"/>
                  </a:lnTo>
                  <a:lnTo>
                    <a:pt x="237930" y="99003"/>
                  </a:lnTo>
                  <a:lnTo>
                    <a:pt x="238549" y="98476"/>
                  </a:lnTo>
                  <a:lnTo>
                    <a:pt x="239154" y="97937"/>
                  </a:lnTo>
                  <a:lnTo>
                    <a:pt x="239720" y="97371"/>
                  </a:lnTo>
                  <a:lnTo>
                    <a:pt x="240286" y="96791"/>
                  </a:lnTo>
                  <a:lnTo>
                    <a:pt x="240826" y="96199"/>
                  </a:lnTo>
                  <a:lnTo>
                    <a:pt x="241339" y="95580"/>
                  </a:lnTo>
                  <a:lnTo>
                    <a:pt x="241840" y="94948"/>
                  </a:lnTo>
                  <a:lnTo>
                    <a:pt x="242313" y="94290"/>
                  </a:lnTo>
                  <a:lnTo>
                    <a:pt x="242761" y="93632"/>
                  </a:lnTo>
                  <a:lnTo>
                    <a:pt x="243195" y="92948"/>
                  </a:lnTo>
                  <a:lnTo>
                    <a:pt x="243603" y="92263"/>
                  </a:lnTo>
                  <a:lnTo>
                    <a:pt x="243985" y="91552"/>
                  </a:lnTo>
                  <a:lnTo>
                    <a:pt x="244354" y="90828"/>
                  </a:lnTo>
                  <a:lnTo>
                    <a:pt x="244683" y="90091"/>
                  </a:lnTo>
                  <a:lnTo>
                    <a:pt x="244999" y="89341"/>
                  </a:lnTo>
                  <a:lnTo>
                    <a:pt x="245288" y="88590"/>
                  </a:lnTo>
                  <a:lnTo>
                    <a:pt x="245552" y="87814"/>
                  </a:lnTo>
                  <a:lnTo>
                    <a:pt x="245789" y="87037"/>
                  </a:lnTo>
                  <a:lnTo>
                    <a:pt x="245999" y="86247"/>
                  </a:lnTo>
                  <a:lnTo>
                    <a:pt x="246183" y="85458"/>
                  </a:lnTo>
                  <a:lnTo>
                    <a:pt x="246341" y="84641"/>
                  </a:lnTo>
                  <a:lnTo>
                    <a:pt x="246473" y="83825"/>
                  </a:lnTo>
                  <a:lnTo>
                    <a:pt x="246578" y="83009"/>
                  </a:lnTo>
                  <a:lnTo>
                    <a:pt x="246644" y="82180"/>
                  </a:lnTo>
                  <a:lnTo>
                    <a:pt x="246697" y="81351"/>
                  </a:lnTo>
                  <a:lnTo>
                    <a:pt x="246710" y="80508"/>
                  </a:lnTo>
                  <a:lnTo>
                    <a:pt x="246697" y="79955"/>
                  </a:lnTo>
                  <a:lnTo>
                    <a:pt x="246684" y="79415"/>
                  </a:lnTo>
                  <a:lnTo>
                    <a:pt x="246657" y="78863"/>
                  </a:lnTo>
                  <a:lnTo>
                    <a:pt x="246605" y="78336"/>
                  </a:lnTo>
                  <a:lnTo>
                    <a:pt x="246552" y="77796"/>
                  </a:lnTo>
                  <a:lnTo>
                    <a:pt x="246486" y="77257"/>
                  </a:lnTo>
                  <a:lnTo>
                    <a:pt x="246407" y="76730"/>
                  </a:lnTo>
                  <a:lnTo>
                    <a:pt x="246328" y="76217"/>
                  </a:lnTo>
                  <a:lnTo>
                    <a:pt x="246223" y="75690"/>
                  </a:lnTo>
                  <a:lnTo>
                    <a:pt x="246118" y="75177"/>
                  </a:lnTo>
                  <a:lnTo>
                    <a:pt x="245999" y="74663"/>
                  </a:lnTo>
                  <a:lnTo>
                    <a:pt x="245868" y="74150"/>
                  </a:lnTo>
                  <a:lnTo>
                    <a:pt x="245723" y="73650"/>
                  </a:lnTo>
                  <a:lnTo>
                    <a:pt x="245565" y="73150"/>
                  </a:lnTo>
                  <a:lnTo>
                    <a:pt x="245394" y="72663"/>
                  </a:lnTo>
                  <a:lnTo>
                    <a:pt x="245223" y="72176"/>
                  </a:lnTo>
                  <a:lnTo>
                    <a:pt x="245038" y="71689"/>
                  </a:lnTo>
                  <a:lnTo>
                    <a:pt x="244841" y="71201"/>
                  </a:lnTo>
                  <a:lnTo>
                    <a:pt x="244643" y="70728"/>
                  </a:lnTo>
                  <a:lnTo>
                    <a:pt x="244433" y="70267"/>
                  </a:lnTo>
                  <a:lnTo>
                    <a:pt x="244196" y="69806"/>
                  </a:lnTo>
                  <a:lnTo>
                    <a:pt x="243972" y="69345"/>
                  </a:lnTo>
                  <a:lnTo>
                    <a:pt x="243722" y="68898"/>
                  </a:lnTo>
                  <a:lnTo>
                    <a:pt x="243472" y="68450"/>
                  </a:lnTo>
                  <a:lnTo>
                    <a:pt x="243209" y="68003"/>
                  </a:lnTo>
                  <a:lnTo>
                    <a:pt x="242932" y="67568"/>
                  </a:lnTo>
                  <a:lnTo>
                    <a:pt x="242656" y="67147"/>
                  </a:lnTo>
                  <a:lnTo>
                    <a:pt x="242366" y="66726"/>
                  </a:lnTo>
                  <a:lnTo>
                    <a:pt x="242076" y="66318"/>
                  </a:lnTo>
                  <a:lnTo>
                    <a:pt x="241761" y="65910"/>
                  </a:lnTo>
                  <a:lnTo>
                    <a:pt x="241445" y="65502"/>
                  </a:lnTo>
                  <a:lnTo>
                    <a:pt x="241129" y="65107"/>
                  </a:lnTo>
                  <a:lnTo>
                    <a:pt x="240800" y="64725"/>
                  </a:lnTo>
                  <a:lnTo>
                    <a:pt x="240457" y="64343"/>
                  </a:lnTo>
                  <a:lnTo>
                    <a:pt x="240115" y="63975"/>
                  </a:lnTo>
                  <a:lnTo>
                    <a:pt x="239760" y="63606"/>
                  </a:lnTo>
                  <a:lnTo>
                    <a:pt x="239391" y="63251"/>
                  </a:lnTo>
                  <a:lnTo>
                    <a:pt x="239023" y="62895"/>
                  </a:lnTo>
                  <a:lnTo>
                    <a:pt x="238641" y="62553"/>
                  </a:lnTo>
                  <a:lnTo>
                    <a:pt x="238259" y="62224"/>
                  </a:lnTo>
                  <a:lnTo>
                    <a:pt x="237864" y="61895"/>
                  </a:lnTo>
                  <a:lnTo>
                    <a:pt x="237469" y="61579"/>
                  </a:lnTo>
                  <a:lnTo>
                    <a:pt x="237061" y="61276"/>
                  </a:lnTo>
                  <a:lnTo>
                    <a:pt x="236653" y="60973"/>
                  </a:lnTo>
                  <a:lnTo>
                    <a:pt x="236232" y="60684"/>
                  </a:lnTo>
                  <a:lnTo>
                    <a:pt x="235797" y="60407"/>
                  </a:lnTo>
                  <a:lnTo>
                    <a:pt x="235363" y="60131"/>
                  </a:lnTo>
                  <a:lnTo>
                    <a:pt x="234929" y="59868"/>
                  </a:lnTo>
                  <a:lnTo>
                    <a:pt x="234481" y="59604"/>
                  </a:lnTo>
                  <a:lnTo>
                    <a:pt x="234034" y="59367"/>
                  </a:lnTo>
                  <a:lnTo>
                    <a:pt x="233573" y="59131"/>
                  </a:lnTo>
                  <a:lnTo>
                    <a:pt x="233112" y="58894"/>
                  </a:lnTo>
                  <a:lnTo>
                    <a:pt x="232638" y="58683"/>
                  </a:lnTo>
                  <a:lnTo>
                    <a:pt x="232164" y="58472"/>
                  </a:lnTo>
                  <a:lnTo>
                    <a:pt x="231690" y="58275"/>
                  </a:lnTo>
                  <a:lnTo>
                    <a:pt x="231203" y="58091"/>
                  </a:lnTo>
                  <a:lnTo>
                    <a:pt x="230716" y="57906"/>
                  </a:lnTo>
                  <a:lnTo>
                    <a:pt x="230216" y="57748"/>
                  </a:lnTo>
                  <a:lnTo>
                    <a:pt x="229716" y="57590"/>
                  </a:lnTo>
                  <a:lnTo>
                    <a:pt x="229216" y="57446"/>
                  </a:lnTo>
                  <a:lnTo>
                    <a:pt x="228702" y="57314"/>
                  </a:lnTo>
                  <a:lnTo>
                    <a:pt x="228189" y="57182"/>
                  </a:lnTo>
                  <a:lnTo>
                    <a:pt x="227676" y="57077"/>
                  </a:lnTo>
                  <a:lnTo>
                    <a:pt x="227149" y="56972"/>
                  </a:lnTo>
                  <a:lnTo>
                    <a:pt x="227228" y="56550"/>
                  </a:lnTo>
                  <a:lnTo>
                    <a:pt x="227307" y="56116"/>
                  </a:lnTo>
                  <a:lnTo>
                    <a:pt x="227360" y="55695"/>
                  </a:lnTo>
                  <a:lnTo>
                    <a:pt x="227412" y="55274"/>
                  </a:lnTo>
                  <a:lnTo>
                    <a:pt x="227452" y="54839"/>
                  </a:lnTo>
                  <a:lnTo>
                    <a:pt x="227478" y="54405"/>
                  </a:lnTo>
                  <a:lnTo>
                    <a:pt x="227491" y="53970"/>
                  </a:lnTo>
                  <a:lnTo>
                    <a:pt x="227504" y="53536"/>
                  </a:lnTo>
                  <a:lnTo>
                    <a:pt x="227491" y="53102"/>
                  </a:lnTo>
                  <a:lnTo>
                    <a:pt x="227478" y="52667"/>
                  </a:lnTo>
                  <a:lnTo>
                    <a:pt x="227452" y="52246"/>
                  </a:lnTo>
                  <a:lnTo>
                    <a:pt x="227412" y="51825"/>
                  </a:lnTo>
                  <a:lnTo>
                    <a:pt x="227360" y="51390"/>
                  </a:lnTo>
                  <a:lnTo>
                    <a:pt x="227307" y="50982"/>
                  </a:lnTo>
                  <a:lnTo>
                    <a:pt x="227241" y="50561"/>
                  </a:lnTo>
                  <a:lnTo>
                    <a:pt x="227162" y="50153"/>
                  </a:lnTo>
                  <a:lnTo>
                    <a:pt x="227070" y="49732"/>
                  </a:lnTo>
                  <a:lnTo>
                    <a:pt x="226965" y="49337"/>
                  </a:lnTo>
                  <a:lnTo>
                    <a:pt x="226859" y="48929"/>
                  </a:lnTo>
                  <a:lnTo>
                    <a:pt x="226741" y="48534"/>
                  </a:lnTo>
                  <a:lnTo>
                    <a:pt x="226609" y="48139"/>
                  </a:lnTo>
                  <a:lnTo>
                    <a:pt x="226478" y="47757"/>
                  </a:lnTo>
                  <a:lnTo>
                    <a:pt x="226333" y="47362"/>
                  </a:lnTo>
                  <a:lnTo>
                    <a:pt x="226175" y="46981"/>
                  </a:lnTo>
                  <a:lnTo>
                    <a:pt x="226004" y="46612"/>
                  </a:lnTo>
                  <a:lnTo>
                    <a:pt x="225833" y="46243"/>
                  </a:lnTo>
                  <a:lnTo>
                    <a:pt x="225648" y="45875"/>
                  </a:lnTo>
                  <a:lnTo>
                    <a:pt x="225464" y="45519"/>
                  </a:lnTo>
                  <a:lnTo>
                    <a:pt x="225267" y="45164"/>
                  </a:lnTo>
                  <a:lnTo>
                    <a:pt x="225056" y="44809"/>
                  </a:lnTo>
                  <a:lnTo>
                    <a:pt x="224845" y="44466"/>
                  </a:lnTo>
                  <a:lnTo>
                    <a:pt x="224622" y="44124"/>
                  </a:lnTo>
                  <a:lnTo>
                    <a:pt x="224385" y="43795"/>
                  </a:lnTo>
                  <a:lnTo>
                    <a:pt x="224148" y="43466"/>
                  </a:lnTo>
                  <a:lnTo>
                    <a:pt x="223898" y="43137"/>
                  </a:lnTo>
                  <a:lnTo>
                    <a:pt x="223648" y="42821"/>
                  </a:lnTo>
                  <a:lnTo>
                    <a:pt x="223384" y="42518"/>
                  </a:lnTo>
                  <a:lnTo>
                    <a:pt x="223121" y="42215"/>
                  </a:lnTo>
                  <a:lnTo>
                    <a:pt x="222845" y="41913"/>
                  </a:lnTo>
                  <a:lnTo>
                    <a:pt x="222555" y="41623"/>
                  </a:lnTo>
                  <a:lnTo>
                    <a:pt x="222265" y="41347"/>
                  </a:lnTo>
                  <a:lnTo>
                    <a:pt x="221976" y="41070"/>
                  </a:lnTo>
                  <a:lnTo>
                    <a:pt x="221673" y="40807"/>
                  </a:lnTo>
                  <a:lnTo>
                    <a:pt x="221357" y="40544"/>
                  </a:lnTo>
                  <a:lnTo>
                    <a:pt x="221041" y="40280"/>
                  </a:lnTo>
                  <a:lnTo>
                    <a:pt x="220725" y="40043"/>
                  </a:lnTo>
                  <a:lnTo>
                    <a:pt x="220396" y="39806"/>
                  </a:lnTo>
                  <a:lnTo>
                    <a:pt x="220067" y="39570"/>
                  </a:lnTo>
                  <a:lnTo>
                    <a:pt x="219725" y="39346"/>
                  </a:lnTo>
                  <a:lnTo>
                    <a:pt x="219383" y="39135"/>
                  </a:lnTo>
                  <a:lnTo>
                    <a:pt x="219027" y="38925"/>
                  </a:lnTo>
                  <a:lnTo>
                    <a:pt x="218672" y="38727"/>
                  </a:lnTo>
                  <a:lnTo>
                    <a:pt x="218316" y="38530"/>
                  </a:lnTo>
                  <a:lnTo>
                    <a:pt x="217948" y="38345"/>
                  </a:lnTo>
                  <a:lnTo>
                    <a:pt x="217579" y="38174"/>
                  </a:lnTo>
                  <a:lnTo>
                    <a:pt x="217197" y="38016"/>
                  </a:lnTo>
                  <a:lnTo>
                    <a:pt x="216816" y="37858"/>
                  </a:lnTo>
                  <a:lnTo>
                    <a:pt x="216434" y="37713"/>
                  </a:lnTo>
                  <a:lnTo>
                    <a:pt x="216052" y="37569"/>
                  </a:lnTo>
                  <a:lnTo>
                    <a:pt x="215657" y="37450"/>
                  </a:lnTo>
                  <a:lnTo>
                    <a:pt x="215262" y="37332"/>
                  </a:lnTo>
                  <a:lnTo>
                    <a:pt x="214854" y="37213"/>
                  </a:lnTo>
                  <a:lnTo>
                    <a:pt x="214446" y="37121"/>
                  </a:lnTo>
                  <a:lnTo>
                    <a:pt x="214038" y="37029"/>
                  </a:lnTo>
                  <a:lnTo>
                    <a:pt x="213630" y="36950"/>
                  </a:lnTo>
                  <a:lnTo>
                    <a:pt x="213209" y="36884"/>
                  </a:lnTo>
                  <a:lnTo>
                    <a:pt x="212788" y="36818"/>
                  </a:lnTo>
                  <a:lnTo>
                    <a:pt x="212366" y="36779"/>
                  </a:lnTo>
                  <a:lnTo>
                    <a:pt x="211945" y="36739"/>
                  </a:lnTo>
                  <a:lnTo>
                    <a:pt x="211511" y="36713"/>
                  </a:lnTo>
                  <a:lnTo>
                    <a:pt x="211090" y="36687"/>
                  </a:lnTo>
                  <a:lnTo>
                    <a:pt x="210655" y="36687"/>
                  </a:lnTo>
                  <a:lnTo>
                    <a:pt x="210195" y="36700"/>
                  </a:lnTo>
                  <a:lnTo>
                    <a:pt x="209734" y="36713"/>
                  </a:lnTo>
                  <a:lnTo>
                    <a:pt x="209273" y="36739"/>
                  </a:lnTo>
                  <a:lnTo>
                    <a:pt x="208812" y="36792"/>
                  </a:lnTo>
                  <a:lnTo>
                    <a:pt x="208760" y="36292"/>
                  </a:lnTo>
                  <a:lnTo>
                    <a:pt x="208707" y="35805"/>
                  </a:lnTo>
                  <a:lnTo>
                    <a:pt x="208641" y="35318"/>
                  </a:lnTo>
                  <a:lnTo>
                    <a:pt x="208562" y="34844"/>
                  </a:lnTo>
                  <a:lnTo>
                    <a:pt x="208483" y="34357"/>
                  </a:lnTo>
                  <a:lnTo>
                    <a:pt x="208378" y="33883"/>
                  </a:lnTo>
                  <a:lnTo>
                    <a:pt x="208259" y="33422"/>
                  </a:lnTo>
                  <a:lnTo>
                    <a:pt x="208141" y="32948"/>
                  </a:lnTo>
                  <a:lnTo>
                    <a:pt x="208036" y="32567"/>
                  </a:lnTo>
                  <a:lnTo>
                    <a:pt x="207930" y="32172"/>
                  </a:lnTo>
                  <a:lnTo>
                    <a:pt x="207825" y="31790"/>
                  </a:lnTo>
                  <a:lnTo>
                    <a:pt x="207693" y="31408"/>
                  </a:lnTo>
                  <a:lnTo>
                    <a:pt x="207575" y="31026"/>
                  </a:lnTo>
                  <a:lnTo>
                    <a:pt x="207430" y="30658"/>
                  </a:lnTo>
                  <a:lnTo>
                    <a:pt x="207285" y="30289"/>
                  </a:lnTo>
                  <a:lnTo>
                    <a:pt x="207141" y="29921"/>
                  </a:lnTo>
                  <a:lnTo>
                    <a:pt x="206969" y="29552"/>
                  </a:lnTo>
                  <a:lnTo>
                    <a:pt x="206811" y="29197"/>
                  </a:lnTo>
                  <a:lnTo>
                    <a:pt x="206640" y="28841"/>
                  </a:lnTo>
                  <a:lnTo>
                    <a:pt x="206456" y="28486"/>
                  </a:lnTo>
                  <a:lnTo>
                    <a:pt x="206259" y="28144"/>
                  </a:lnTo>
                  <a:lnTo>
                    <a:pt x="206074" y="27801"/>
                  </a:lnTo>
                  <a:lnTo>
                    <a:pt x="205864" y="27472"/>
                  </a:lnTo>
                  <a:lnTo>
                    <a:pt x="205653" y="27130"/>
                  </a:lnTo>
                  <a:lnTo>
                    <a:pt x="205442" y="26801"/>
                  </a:lnTo>
                  <a:lnTo>
                    <a:pt x="205219" y="26485"/>
                  </a:lnTo>
                  <a:lnTo>
                    <a:pt x="204995" y="26169"/>
                  </a:lnTo>
                  <a:lnTo>
                    <a:pt x="204758" y="25853"/>
                  </a:lnTo>
                  <a:lnTo>
                    <a:pt x="204521" y="25537"/>
                  </a:lnTo>
                  <a:lnTo>
                    <a:pt x="204271" y="25234"/>
                  </a:lnTo>
                  <a:lnTo>
                    <a:pt x="204021" y="24932"/>
                  </a:lnTo>
                  <a:lnTo>
                    <a:pt x="203758" y="24642"/>
                  </a:lnTo>
                  <a:lnTo>
                    <a:pt x="203494" y="24353"/>
                  </a:lnTo>
                  <a:lnTo>
                    <a:pt x="203231" y="24076"/>
                  </a:lnTo>
                  <a:lnTo>
                    <a:pt x="202955" y="23800"/>
                  </a:lnTo>
                  <a:lnTo>
                    <a:pt x="202665" y="23523"/>
                  </a:lnTo>
                  <a:lnTo>
                    <a:pt x="202375" y="23260"/>
                  </a:lnTo>
                  <a:lnTo>
                    <a:pt x="202086" y="22997"/>
                  </a:lnTo>
                  <a:lnTo>
                    <a:pt x="201783" y="22747"/>
                  </a:lnTo>
                  <a:lnTo>
                    <a:pt x="201480" y="22496"/>
                  </a:lnTo>
                  <a:lnTo>
                    <a:pt x="201178" y="22260"/>
                  </a:lnTo>
                  <a:lnTo>
                    <a:pt x="200862" y="22023"/>
                  </a:lnTo>
                  <a:lnTo>
                    <a:pt x="200546" y="21799"/>
                  </a:lnTo>
                  <a:lnTo>
                    <a:pt x="200217" y="21575"/>
                  </a:lnTo>
                  <a:lnTo>
                    <a:pt x="199901" y="21351"/>
                  </a:lnTo>
                  <a:lnTo>
                    <a:pt x="199558" y="21141"/>
                  </a:lnTo>
                  <a:lnTo>
                    <a:pt x="199229" y="20943"/>
                  </a:lnTo>
                  <a:lnTo>
                    <a:pt x="198887" y="20746"/>
                  </a:lnTo>
                  <a:lnTo>
                    <a:pt x="198545" y="20561"/>
                  </a:lnTo>
                  <a:lnTo>
                    <a:pt x="198189" y="20377"/>
                  </a:lnTo>
                  <a:lnTo>
                    <a:pt x="197834" y="20206"/>
                  </a:lnTo>
                  <a:lnTo>
                    <a:pt x="197479" y="20035"/>
                  </a:lnTo>
                  <a:lnTo>
                    <a:pt x="197110" y="19877"/>
                  </a:lnTo>
                  <a:lnTo>
                    <a:pt x="196755" y="19719"/>
                  </a:lnTo>
                  <a:lnTo>
                    <a:pt x="196373" y="19574"/>
                  </a:lnTo>
                  <a:lnTo>
                    <a:pt x="196004" y="19443"/>
                  </a:lnTo>
                  <a:lnTo>
                    <a:pt x="195623" y="19311"/>
                  </a:lnTo>
                  <a:lnTo>
                    <a:pt x="195241" y="19179"/>
                  </a:lnTo>
                  <a:lnTo>
                    <a:pt x="194859" y="19074"/>
                  </a:lnTo>
                  <a:lnTo>
                    <a:pt x="194477" y="18955"/>
                  </a:lnTo>
                  <a:lnTo>
                    <a:pt x="194082" y="18863"/>
                  </a:lnTo>
                  <a:lnTo>
                    <a:pt x="193687" y="18771"/>
                  </a:lnTo>
                  <a:lnTo>
                    <a:pt x="193293" y="18692"/>
                  </a:lnTo>
                  <a:lnTo>
                    <a:pt x="192898" y="18613"/>
                  </a:lnTo>
                  <a:lnTo>
                    <a:pt x="192490" y="18547"/>
                  </a:lnTo>
                  <a:lnTo>
                    <a:pt x="192082" y="18495"/>
                  </a:lnTo>
                  <a:lnTo>
                    <a:pt x="191673" y="18442"/>
                  </a:lnTo>
                  <a:lnTo>
                    <a:pt x="191265" y="18403"/>
                  </a:lnTo>
                  <a:lnTo>
                    <a:pt x="190857" y="18376"/>
                  </a:lnTo>
                  <a:lnTo>
                    <a:pt x="190436" y="18350"/>
                  </a:lnTo>
                  <a:lnTo>
                    <a:pt x="190015" y="18337"/>
                  </a:lnTo>
                  <a:lnTo>
                    <a:pt x="189607" y="18324"/>
                  </a:lnTo>
                  <a:lnTo>
                    <a:pt x="188922" y="18337"/>
                  </a:lnTo>
                  <a:lnTo>
                    <a:pt x="188251" y="18376"/>
                  </a:lnTo>
                  <a:lnTo>
                    <a:pt x="187593" y="18442"/>
                  </a:lnTo>
                  <a:lnTo>
                    <a:pt x="186935" y="18521"/>
                  </a:lnTo>
                  <a:lnTo>
                    <a:pt x="186290" y="18626"/>
                  </a:lnTo>
                  <a:lnTo>
                    <a:pt x="185645" y="18745"/>
                  </a:lnTo>
                  <a:lnTo>
                    <a:pt x="185013" y="18890"/>
                  </a:lnTo>
                  <a:lnTo>
                    <a:pt x="184381" y="19061"/>
                  </a:lnTo>
                  <a:lnTo>
                    <a:pt x="183907" y="19179"/>
                  </a:lnTo>
                  <a:lnTo>
                    <a:pt x="183433" y="19324"/>
                  </a:lnTo>
                  <a:lnTo>
                    <a:pt x="182959" y="19469"/>
                  </a:lnTo>
                  <a:lnTo>
                    <a:pt x="182499" y="19627"/>
                  </a:lnTo>
                  <a:lnTo>
                    <a:pt x="182038" y="19798"/>
                  </a:lnTo>
                  <a:lnTo>
                    <a:pt x="181577" y="19982"/>
                  </a:lnTo>
                  <a:lnTo>
                    <a:pt x="181116" y="20180"/>
                  </a:lnTo>
                  <a:lnTo>
                    <a:pt x="180669" y="20377"/>
                  </a:lnTo>
                  <a:lnTo>
                    <a:pt x="180234" y="20601"/>
                  </a:lnTo>
                  <a:lnTo>
                    <a:pt x="179800" y="20825"/>
                  </a:lnTo>
                  <a:lnTo>
                    <a:pt x="179366" y="21062"/>
                  </a:lnTo>
                  <a:lnTo>
                    <a:pt x="178944" y="21312"/>
                  </a:lnTo>
                  <a:lnTo>
                    <a:pt x="178523" y="21575"/>
                  </a:lnTo>
                  <a:lnTo>
                    <a:pt x="178102" y="21838"/>
                  </a:lnTo>
                  <a:lnTo>
                    <a:pt x="177694" y="22115"/>
                  </a:lnTo>
                  <a:lnTo>
                    <a:pt x="177299" y="22417"/>
                  </a:lnTo>
                  <a:lnTo>
                    <a:pt x="177088" y="21917"/>
                  </a:lnTo>
                  <a:lnTo>
                    <a:pt x="176865" y="21417"/>
                  </a:lnTo>
                  <a:lnTo>
                    <a:pt x="176641" y="20930"/>
                  </a:lnTo>
                  <a:lnTo>
                    <a:pt x="176404" y="20443"/>
                  </a:lnTo>
                  <a:lnTo>
                    <a:pt x="176154" y="19969"/>
                  </a:lnTo>
                  <a:lnTo>
                    <a:pt x="175904" y="19495"/>
                  </a:lnTo>
                  <a:lnTo>
                    <a:pt x="175640" y="19021"/>
                  </a:lnTo>
                  <a:lnTo>
                    <a:pt x="175364" y="18561"/>
                  </a:lnTo>
                  <a:lnTo>
                    <a:pt x="175087" y="18113"/>
                  </a:lnTo>
                  <a:lnTo>
                    <a:pt x="174811" y="17652"/>
                  </a:lnTo>
                  <a:lnTo>
                    <a:pt x="174508" y="17218"/>
                  </a:lnTo>
                  <a:lnTo>
                    <a:pt x="174206" y="16783"/>
                  </a:lnTo>
                  <a:lnTo>
                    <a:pt x="173903" y="16349"/>
                  </a:lnTo>
                  <a:lnTo>
                    <a:pt x="173587" y="15915"/>
                  </a:lnTo>
                  <a:lnTo>
                    <a:pt x="173258" y="15507"/>
                  </a:lnTo>
                  <a:lnTo>
                    <a:pt x="172929" y="15085"/>
                  </a:lnTo>
                  <a:lnTo>
                    <a:pt x="172586" y="14690"/>
                  </a:lnTo>
                  <a:lnTo>
                    <a:pt x="172244" y="14282"/>
                  </a:lnTo>
                  <a:lnTo>
                    <a:pt x="171889" y="13888"/>
                  </a:lnTo>
                  <a:lnTo>
                    <a:pt x="171533" y="13506"/>
                  </a:lnTo>
                  <a:lnTo>
                    <a:pt x="171165" y="13124"/>
                  </a:lnTo>
                  <a:lnTo>
                    <a:pt x="170796" y="12755"/>
                  </a:lnTo>
                  <a:lnTo>
                    <a:pt x="170414" y="12387"/>
                  </a:lnTo>
                  <a:lnTo>
                    <a:pt x="170020" y="12031"/>
                  </a:lnTo>
                  <a:lnTo>
                    <a:pt x="169638" y="11689"/>
                  </a:lnTo>
                  <a:lnTo>
                    <a:pt x="169230" y="11334"/>
                  </a:lnTo>
                  <a:lnTo>
                    <a:pt x="168835" y="11005"/>
                  </a:lnTo>
                  <a:lnTo>
                    <a:pt x="168414" y="10676"/>
                  </a:lnTo>
                  <a:lnTo>
                    <a:pt x="168006" y="10360"/>
                  </a:lnTo>
                  <a:lnTo>
                    <a:pt x="167584" y="10044"/>
                  </a:lnTo>
                  <a:lnTo>
                    <a:pt x="167150" y="9741"/>
                  </a:lnTo>
                  <a:lnTo>
                    <a:pt x="166716" y="9438"/>
                  </a:lnTo>
                  <a:lnTo>
                    <a:pt x="166281" y="9149"/>
                  </a:lnTo>
                  <a:lnTo>
                    <a:pt x="165834" y="8859"/>
                  </a:lnTo>
                  <a:lnTo>
                    <a:pt x="165386" y="8596"/>
                  </a:lnTo>
                  <a:lnTo>
                    <a:pt x="164925" y="8319"/>
                  </a:lnTo>
                  <a:lnTo>
                    <a:pt x="164465" y="8069"/>
                  </a:lnTo>
                  <a:lnTo>
                    <a:pt x="164004" y="7819"/>
                  </a:lnTo>
                  <a:lnTo>
                    <a:pt x="163530" y="7582"/>
                  </a:lnTo>
                  <a:lnTo>
                    <a:pt x="163056" y="7345"/>
                  </a:lnTo>
                  <a:lnTo>
                    <a:pt x="162582" y="7121"/>
                  </a:lnTo>
                  <a:lnTo>
                    <a:pt x="162095" y="6911"/>
                  </a:lnTo>
                  <a:lnTo>
                    <a:pt x="161608" y="6700"/>
                  </a:lnTo>
                  <a:lnTo>
                    <a:pt x="161108" y="6503"/>
                  </a:lnTo>
                  <a:lnTo>
                    <a:pt x="160621" y="6305"/>
                  </a:lnTo>
                  <a:lnTo>
                    <a:pt x="160121" y="6134"/>
                  </a:lnTo>
                  <a:lnTo>
                    <a:pt x="159607" y="5963"/>
                  </a:lnTo>
                  <a:lnTo>
                    <a:pt x="159107" y="5792"/>
                  </a:lnTo>
                  <a:lnTo>
                    <a:pt x="158594" y="5647"/>
                  </a:lnTo>
                  <a:lnTo>
                    <a:pt x="158067" y="5502"/>
                  </a:lnTo>
                  <a:lnTo>
                    <a:pt x="157554" y="5371"/>
                  </a:lnTo>
                  <a:lnTo>
                    <a:pt x="157027" y="5239"/>
                  </a:lnTo>
                  <a:lnTo>
                    <a:pt x="156501" y="5121"/>
                  </a:lnTo>
                  <a:lnTo>
                    <a:pt x="155974" y="5015"/>
                  </a:lnTo>
                  <a:lnTo>
                    <a:pt x="155434" y="4923"/>
                  </a:lnTo>
                  <a:lnTo>
                    <a:pt x="154908" y="4831"/>
                  </a:lnTo>
                  <a:lnTo>
                    <a:pt x="154368" y="4765"/>
                  </a:lnTo>
                  <a:lnTo>
                    <a:pt x="153828" y="4686"/>
                  </a:lnTo>
                  <a:lnTo>
                    <a:pt x="153276" y="4634"/>
                  </a:lnTo>
                  <a:lnTo>
                    <a:pt x="152736" y="4594"/>
                  </a:lnTo>
                  <a:lnTo>
                    <a:pt x="152183" y="4555"/>
                  </a:lnTo>
                  <a:lnTo>
                    <a:pt x="151630" y="4528"/>
                  </a:lnTo>
                  <a:lnTo>
                    <a:pt x="151077" y="4515"/>
                  </a:lnTo>
                  <a:lnTo>
                    <a:pt x="150524" y="4502"/>
                  </a:lnTo>
                  <a:lnTo>
                    <a:pt x="149616" y="4515"/>
                  </a:lnTo>
                  <a:lnTo>
                    <a:pt x="148721" y="4555"/>
                  </a:lnTo>
                  <a:lnTo>
                    <a:pt x="147839" y="4634"/>
                  </a:lnTo>
                  <a:lnTo>
                    <a:pt x="146944" y="4726"/>
                  </a:lnTo>
                  <a:lnTo>
                    <a:pt x="146075" y="4844"/>
                  </a:lnTo>
                  <a:lnTo>
                    <a:pt x="145206" y="4989"/>
                  </a:lnTo>
                  <a:lnTo>
                    <a:pt x="144338" y="5160"/>
                  </a:lnTo>
                  <a:lnTo>
                    <a:pt x="143482" y="5358"/>
                  </a:lnTo>
                  <a:lnTo>
                    <a:pt x="142837" y="5529"/>
                  </a:lnTo>
                  <a:lnTo>
                    <a:pt x="142192" y="5700"/>
                  </a:lnTo>
                  <a:lnTo>
                    <a:pt x="141560" y="5897"/>
                  </a:lnTo>
                  <a:lnTo>
                    <a:pt x="140928" y="6121"/>
                  </a:lnTo>
                  <a:lnTo>
                    <a:pt x="140349" y="6332"/>
                  </a:lnTo>
                  <a:lnTo>
                    <a:pt x="139770" y="6555"/>
                  </a:lnTo>
                  <a:lnTo>
                    <a:pt x="139204" y="6792"/>
                  </a:lnTo>
                  <a:lnTo>
                    <a:pt x="138625" y="7042"/>
                  </a:lnTo>
                  <a:lnTo>
                    <a:pt x="138072" y="7293"/>
                  </a:lnTo>
                  <a:lnTo>
                    <a:pt x="137519" y="7569"/>
                  </a:lnTo>
                  <a:lnTo>
                    <a:pt x="136966" y="7859"/>
                  </a:lnTo>
                  <a:lnTo>
                    <a:pt x="136413" y="8148"/>
                  </a:lnTo>
                  <a:lnTo>
                    <a:pt x="135873" y="8464"/>
                  </a:lnTo>
                  <a:lnTo>
                    <a:pt x="135347" y="8780"/>
                  </a:lnTo>
                  <a:lnTo>
                    <a:pt x="134820" y="9109"/>
                  </a:lnTo>
                  <a:lnTo>
                    <a:pt x="134307" y="9465"/>
                  </a:lnTo>
                  <a:lnTo>
                    <a:pt x="133794" y="9820"/>
                  </a:lnTo>
                  <a:lnTo>
                    <a:pt x="133280" y="10189"/>
                  </a:lnTo>
                  <a:lnTo>
                    <a:pt x="132780" y="10570"/>
                  </a:lnTo>
                  <a:lnTo>
                    <a:pt x="132293" y="10952"/>
                  </a:lnTo>
                  <a:lnTo>
                    <a:pt x="131938" y="10333"/>
                  </a:lnTo>
                  <a:lnTo>
                    <a:pt x="131569" y="9728"/>
                  </a:lnTo>
                  <a:lnTo>
                    <a:pt x="131174" y="9149"/>
                  </a:lnTo>
                  <a:lnTo>
                    <a:pt x="130766" y="8569"/>
                  </a:lnTo>
                  <a:lnTo>
                    <a:pt x="130345" y="8003"/>
                  </a:lnTo>
                  <a:lnTo>
                    <a:pt x="129897" y="7464"/>
                  </a:lnTo>
                  <a:lnTo>
                    <a:pt x="129437" y="6937"/>
                  </a:lnTo>
                  <a:lnTo>
                    <a:pt x="128963" y="6424"/>
                  </a:lnTo>
                  <a:lnTo>
                    <a:pt x="128462" y="5937"/>
                  </a:lnTo>
                  <a:lnTo>
                    <a:pt x="127962" y="5450"/>
                  </a:lnTo>
                  <a:lnTo>
                    <a:pt x="127436" y="4989"/>
                  </a:lnTo>
                  <a:lnTo>
                    <a:pt x="126896" y="4555"/>
                  </a:lnTo>
                  <a:lnTo>
                    <a:pt x="126343" y="4133"/>
                  </a:lnTo>
                  <a:lnTo>
                    <a:pt x="125777" y="3725"/>
                  </a:lnTo>
                  <a:lnTo>
                    <a:pt x="125198" y="3344"/>
                  </a:lnTo>
                  <a:lnTo>
                    <a:pt x="124606" y="2975"/>
                  </a:lnTo>
                  <a:lnTo>
                    <a:pt x="124000" y="2620"/>
                  </a:lnTo>
                  <a:lnTo>
                    <a:pt x="123381" y="2290"/>
                  </a:lnTo>
                  <a:lnTo>
                    <a:pt x="122763" y="1988"/>
                  </a:lnTo>
                  <a:lnTo>
                    <a:pt x="122118" y="1698"/>
                  </a:lnTo>
                  <a:lnTo>
                    <a:pt x="121473" y="1435"/>
                  </a:lnTo>
                  <a:lnTo>
                    <a:pt x="120814" y="1198"/>
                  </a:lnTo>
                  <a:lnTo>
                    <a:pt x="120143" y="974"/>
                  </a:lnTo>
                  <a:lnTo>
                    <a:pt x="119472" y="777"/>
                  </a:lnTo>
                  <a:lnTo>
                    <a:pt x="118774" y="592"/>
                  </a:lnTo>
                  <a:lnTo>
                    <a:pt x="118090" y="434"/>
                  </a:lnTo>
                  <a:lnTo>
                    <a:pt x="117379" y="303"/>
                  </a:lnTo>
                  <a:lnTo>
                    <a:pt x="116681" y="197"/>
                  </a:lnTo>
                  <a:lnTo>
                    <a:pt x="115957" y="105"/>
                  </a:lnTo>
                  <a:lnTo>
                    <a:pt x="115246" y="53"/>
                  </a:lnTo>
                  <a:lnTo>
                    <a:pt x="114509" y="13"/>
                  </a:lnTo>
                  <a:lnTo>
                    <a:pt x="113785" y="0"/>
                  </a:lnTo>
                  <a:close/>
                </a:path>
              </a:pathLst>
            </a:custGeom>
            <a:solidFill>
              <a:srgbClr val="E4EA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6"/>
            <p:cNvSpPr/>
            <p:nvPr/>
          </p:nvSpPr>
          <p:spPr>
            <a:xfrm>
              <a:off x="4780475" y="3381225"/>
              <a:ext cx="1092925" cy="285350"/>
            </a:xfrm>
            <a:custGeom>
              <a:rect b="b" l="l" r="r" t="t"/>
              <a:pathLst>
                <a:path extrusionOk="0" h="11414" w="43717">
                  <a:moveTo>
                    <a:pt x="41333" y="7833"/>
                  </a:moveTo>
                  <a:lnTo>
                    <a:pt x="41452" y="7846"/>
                  </a:lnTo>
                  <a:lnTo>
                    <a:pt x="41570" y="7859"/>
                  </a:lnTo>
                  <a:lnTo>
                    <a:pt x="41689" y="7886"/>
                  </a:lnTo>
                  <a:lnTo>
                    <a:pt x="41794" y="7925"/>
                  </a:lnTo>
                  <a:lnTo>
                    <a:pt x="41899" y="7978"/>
                  </a:lnTo>
                  <a:lnTo>
                    <a:pt x="42005" y="8044"/>
                  </a:lnTo>
                  <a:lnTo>
                    <a:pt x="42097" y="8109"/>
                  </a:lnTo>
                  <a:lnTo>
                    <a:pt x="42176" y="8188"/>
                  </a:lnTo>
                  <a:lnTo>
                    <a:pt x="42255" y="8267"/>
                  </a:lnTo>
                  <a:lnTo>
                    <a:pt x="42321" y="8360"/>
                  </a:lnTo>
                  <a:lnTo>
                    <a:pt x="42387" y="8465"/>
                  </a:lnTo>
                  <a:lnTo>
                    <a:pt x="42439" y="8570"/>
                  </a:lnTo>
                  <a:lnTo>
                    <a:pt x="42479" y="8675"/>
                  </a:lnTo>
                  <a:lnTo>
                    <a:pt x="42505" y="8794"/>
                  </a:lnTo>
                  <a:lnTo>
                    <a:pt x="42518" y="8912"/>
                  </a:lnTo>
                  <a:lnTo>
                    <a:pt x="42531" y="9031"/>
                  </a:lnTo>
                  <a:lnTo>
                    <a:pt x="42518" y="9163"/>
                  </a:lnTo>
                  <a:lnTo>
                    <a:pt x="42505" y="9281"/>
                  </a:lnTo>
                  <a:lnTo>
                    <a:pt x="42479" y="9386"/>
                  </a:lnTo>
                  <a:lnTo>
                    <a:pt x="42439" y="9505"/>
                  </a:lnTo>
                  <a:lnTo>
                    <a:pt x="42387" y="9610"/>
                  </a:lnTo>
                  <a:lnTo>
                    <a:pt x="42321" y="9702"/>
                  </a:lnTo>
                  <a:lnTo>
                    <a:pt x="42255" y="9794"/>
                  </a:lnTo>
                  <a:lnTo>
                    <a:pt x="42176" y="9887"/>
                  </a:lnTo>
                  <a:lnTo>
                    <a:pt x="42097" y="9952"/>
                  </a:lnTo>
                  <a:lnTo>
                    <a:pt x="42005" y="10031"/>
                  </a:lnTo>
                  <a:lnTo>
                    <a:pt x="41899" y="10084"/>
                  </a:lnTo>
                  <a:lnTo>
                    <a:pt x="41794" y="10137"/>
                  </a:lnTo>
                  <a:lnTo>
                    <a:pt x="41689" y="10176"/>
                  </a:lnTo>
                  <a:lnTo>
                    <a:pt x="41570" y="10202"/>
                  </a:lnTo>
                  <a:lnTo>
                    <a:pt x="41452" y="10229"/>
                  </a:lnTo>
                  <a:lnTo>
                    <a:pt x="41215" y="10229"/>
                  </a:lnTo>
                  <a:lnTo>
                    <a:pt x="41097" y="10202"/>
                  </a:lnTo>
                  <a:lnTo>
                    <a:pt x="40978" y="10176"/>
                  </a:lnTo>
                  <a:lnTo>
                    <a:pt x="40873" y="10137"/>
                  </a:lnTo>
                  <a:lnTo>
                    <a:pt x="40767" y="10084"/>
                  </a:lnTo>
                  <a:lnTo>
                    <a:pt x="40662" y="10031"/>
                  </a:lnTo>
                  <a:lnTo>
                    <a:pt x="40570" y="9952"/>
                  </a:lnTo>
                  <a:lnTo>
                    <a:pt x="40491" y="9887"/>
                  </a:lnTo>
                  <a:lnTo>
                    <a:pt x="40412" y="9794"/>
                  </a:lnTo>
                  <a:lnTo>
                    <a:pt x="40346" y="9702"/>
                  </a:lnTo>
                  <a:lnTo>
                    <a:pt x="40280" y="9610"/>
                  </a:lnTo>
                  <a:lnTo>
                    <a:pt x="40228" y="9505"/>
                  </a:lnTo>
                  <a:lnTo>
                    <a:pt x="40188" y="9386"/>
                  </a:lnTo>
                  <a:lnTo>
                    <a:pt x="40162" y="9281"/>
                  </a:lnTo>
                  <a:lnTo>
                    <a:pt x="40136" y="9163"/>
                  </a:lnTo>
                  <a:lnTo>
                    <a:pt x="40136" y="9031"/>
                  </a:lnTo>
                  <a:lnTo>
                    <a:pt x="40136" y="8912"/>
                  </a:lnTo>
                  <a:lnTo>
                    <a:pt x="40162" y="8794"/>
                  </a:lnTo>
                  <a:lnTo>
                    <a:pt x="40188" y="8675"/>
                  </a:lnTo>
                  <a:lnTo>
                    <a:pt x="40228" y="8570"/>
                  </a:lnTo>
                  <a:lnTo>
                    <a:pt x="40280" y="8465"/>
                  </a:lnTo>
                  <a:lnTo>
                    <a:pt x="40346" y="8360"/>
                  </a:lnTo>
                  <a:lnTo>
                    <a:pt x="40412" y="8267"/>
                  </a:lnTo>
                  <a:lnTo>
                    <a:pt x="40491" y="8188"/>
                  </a:lnTo>
                  <a:lnTo>
                    <a:pt x="40570" y="8109"/>
                  </a:lnTo>
                  <a:lnTo>
                    <a:pt x="40662" y="8044"/>
                  </a:lnTo>
                  <a:lnTo>
                    <a:pt x="40767" y="7978"/>
                  </a:lnTo>
                  <a:lnTo>
                    <a:pt x="40873" y="7925"/>
                  </a:lnTo>
                  <a:lnTo>
                    <a:pt x="40978" y="7886"/>
                  </a:lnTo>
                  <a:lnTo>
                    <a:pt x="41097" y="7859"/>
                  </a:lnTo>
                  <a:lnTo>
                    <a:pt x="41215" y="7846"/>
                  </a:lnTo>
                  <a:lnTo>
                    <a:pt x="41333" y="7833"/>
                  </a:lnTo>
                  <a:close/>
                  <a:moveTo>
                    <a:pt x="0" y="1"/>
                  </a:moveTo>
                  <a:lnTo>
                    <a:pt x="0" y="9623"/>
                  </a:lnTo>
                  <a:lnTo>
                    <a:pt x="39030" y="9623"/>
                  </a:lnTo>
                  <a:lnTo>
                    <a:pt x="39083" y="9821"/>
                  </a:lnTo>
                  <a:lnTo>
                    <a:pt x="39161" y="9992"/>
                  </a:lnTo>
                  <a:lnTo>
                    <a:pt x="39240" y="10176"/>
                  </a:lnTo>
                  <a:lnTo>
                    <a:pt x="39346" y="10334"/>
                  </a:lnTo>
                  <a:lnTo>
                    <a:pt x="39451" y="10492"/>
                  </a:lnTo>
                  <a:lnTo>
                    <a:pt x="39583" y="10637"/>
                  </a:lnTo>
                  <a:lnTo>
                    <a:pt x="39714" y="10782"/>
                  </a:lnTo>
                  <a:lnTo>
                    <a:pt x="39859" y="10900"/>
                  </a:lnTo>
                  <a:lnTo>
                    <a:pt x="40017" y="11019"/>
                  </a:lnTo>
                  <a:lnTo>
                    <a:pt x="40188" y="11124"/>
                  </a:lnTo>
                  <a:lnTo>
                    <a:pt x="40359" y="11203"/>
                  </a:lnTo>
                  <a:lnTo>
                    <a:pt x="40544" y="11282"/>
                  </a:lnTo>
                  <a:lnTo>
                    <a:pt x="40728" y="11335"/>
                  </a:lnTo>
                  <a:lnTo>
                    <a:pt x="40925" y="11374"/>
                  </a:lnTo>
                  <a:lnTo>
                    <a:pt x="41123" y="11400"/>
                  </a:lnTo>
                  <a:lnTo>
                    <a:pt x="41333" y="11414"/>
                  </a:lnTo>
                  <a:lnTo>
                    <a:pt x="41570" y="11400"/>
                  </a:lnTo>
                  <a:lnTo>
                    <a:pt x="41807" y="11361"/>
                  </a:lnTo>
                  <a:lnTo>
                    <a:pt x="42044" y="11308"/>
                  </a:lnTo>
                  <a:lnTo>
                    <a:pt x="42255" y="11229"/>
                  </a:lnTo>
                  <a:lnTo>
                    <a:pt x="42466" y="11124"/>
                  </a:lnTo>
                  <a:lnTo>
                    <a:pt x="42663" y="11005"/>
                  </a:lnTo>
                  <a:lnTo>
                    <a:pt x="42847" y="10874"/>
                  </a:lnTo>
                  <a:lnTo>
                    <a:pt x="43018" y="10716"/>
                  </a:lnTo>
                  <a:lnTo>
                    <a:pt x="43163" y="10545"/>
                  </a:lnTo>
                  <a:lnTo>
                    <a:pt x="43308" y="10360"/>
                  </a:lnTo>
                  <a:lnTo>
                    <a:pt x="43426" y="10163"/>
                  </a:lnTo>
                  <a:lnTo>
                    <a:pt x="43519" y="9966"/>
                  </a:lnTo>
                  <a:lnTo>
                    <a:pt x="43611" y="9742"/>
                  </a:lnTo>
                  <a:lnTo>
                    <a:pt x="43663" y="9518"/>
                  </a:lnTo>
                  <a:lnTo>
                    <a:pt x="43703" y="9281"/>
                  </a:lnTo>
                  <a:lnTo>
                    <a:pt x="43716" y="9031"/>
                  </a:lnTo>
                  <a:lnTo>
                    <a:pt x="43703" y="8794"/>
                  </a:lnTo>
                  <a:lnTo>
                    <a:pt x="43663" y="8557"/>
                  </a:lnTo>
                  <a:lnTo>
                    <a:pt x="43611" y="8333"/>
                  </a:lnTo>
                  <a:lnTo>
                    <a:pt x="43519" y="8109"/>
                  </a:lnTo>
                  <a:lnTo>
                    <a:pt x="43426" y="7899"/>
                  </a:lnTo>
                  <a:lnTo>
                    <a:pt x="43308" y="7701"/>
                  </a:lnTo>
                  <a:lnTo>
                    <a:pt x="43163" y="7517"/>
                  </a:lnTo>
                  <a:lnTo>
                    <a:pt x="43018" y="7359"/>
                  </a:lnTo>
                  <a:lnTo>
                    <a:pt x="42847" y="7201"/>
                  </a:lnTo>
                  <a:lnTo>
                    <a:pt x="42663" y="7056"/>
                  </a:lnTo>
                  <a:lnTo>
                    <a:pt x="42466" y="6938"/>
                  </a:lnTo>
                  <a:lnTo>
                    <a:pt x="42255" y="6846"/>
                  </a:lnTo>
                  <a:lnTo>
                    <a:pt x="42044" y="6767"/>
                  </a:lnTo>
                  <a:lnTo>
                    <a:pt x="41807" y="6701"/>
                  </a:lnTo>
                  <a:lnTo>
                    <a:pt x="41570" y="6675"/>
                  </a:lnTo>
                  <a:lnTo>
                    <a:pt x="41333" y="6661"/>
                  </a:lnTo>
                  <a:lnTo>
                    <a:pt x="41123" y="6661"/>
                  </a:lnTo>
                  <a:lnTo>
                    <a:pt x="40925" y="6688"/>
                  </a:lnTo>
                  <a:lnTo>
                    <a:pt x="40728" y="6727"/>
                  </a:lnTo>
                  <a:lnTo>
                    <a:pt x="40544" y="6793"/>
                  </a:lnTo>
                  <a:lnTo>
                    <a:pt x="40359" y="6859"/>
                  </a:lnTo>
                  <a:lnTo>
                    <a:pt x="40188" y="6951"/>
                  </a:lnTo>
                  <a:lnTo>
                    <a:pt x="40017" y="7056"/>
                  </a:lnTo>
                  <a:lnTo>
                    <a:pt x="39859" y="7162"/>
                  </a:lnTo>
                  <a:lnTo>
                    <a:pt x="39714" y="7293"/>
                  </a:lnTo>
                  <a:lnTo>
                    <a:pt x="39583" y="7425"/>
                  </a:lnTo>
                  <a:lnTo>
                    <a:pt x="39451" y="7570"/>
                  </a:lnTo>
                  <a:lnTo>
                    <a:pt x="39346" y="7728"/>
                  </a:lnTo>
                  <a:lnTo>
                    <a:pt x="39240" y="7899"/>
                  </a:lnTo>
                  <a:lnTo>
                    <a:pt x="39161" y="8070"/>
                  </a:lnTo>
                  <a:lnTo>
                    <a:pt x="39083" y="8254"/>
                  </a:lnTo>
                  <a:lnTo>
                    <a:pt x="39030" y="8439"/>
                  </a:lnTo>
                  <a:lnTo>
                    <a:pt x="1172" y="84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6"/>
            <p:cNvSpPr/>
            <p:nvPr/>
          </p:nvSpPr>
          <p:spPr>
            <a:xfrm>
              <a:off x="4627775" y="3408875"/>
              <a:ext cx="1245625" cy="398875"/>
            </a:xfrm>
            <a:custGeom>
              <a:rect b="b" l="l" r="r" t="t"/>
              <a:pathLst>
                <a:path extrusionOk="0" h="15955" w="49825">
                  <a:moveTo>
                    <a:pt x="47441" y="12374"/>
                  </a:moveTo>
                  <a:lnTo>
                    <a:pt x="47560" y="12387"/>
                  </a:lnTo>
                  <a:lnTo>
                    <a:pt x="47678" y="12401"/>
                  </a:lnTo>
                  <a:lnTo>
                    <a:pt x="47797" y="12427"/>
                  </a:lnTo>
                  <a:lnTo>
                    <a:pt x="47902" y="12466"/>
                  </a:lnTo>
                  <a:lnTo>
                    <a:pt x="48007" y="12519"/>
                  </a:lnTo>
                  <a:lnTo>
                    <a:pt x="48113" y="12585"/>
                  </a:lnTo>
                  <a:lnTo>
                    <a:pt x="48205" y="12651"/>
                  </a:lnTo>
                  <a:lnTo>
                    <a:pt x="48284" y="12730"/>
                  </a:lnTo>
                  <a:lnTo>
                    <a:pt x="48363" y="12809"/>
                  </a:lnTo>
                  <a:lnTo>
                    <a:pt x="48429" y="12901"/>
                  </a:lnTo>
                  <a:lnTo>
                    <a:pt x="48495" y="13006"/>
                  </a:lnTo>
                  <a:lnTo>
                    <a:pt x="48547" y="13111"/>
                  </a:lnTo>
                  <a:lnTo>
                    <a:pt x="48587" y="13217"/>
                  </a:lnTo>
                  <a:lnTo>
                    <a:pt x="48613" y="13335"/>
                  </a:lnTo>
                  <a:lnTo>
                    <a:pt x="48626" y="13454"/>
                  </a:lnTo>
                  <a:lnTo>
                    <a:pt x="48639" y="13572"/>
                  </a:lnTo>
                  <a:lnTo>
                    <a:pt x="48626" y="13691"/>
                  </a:lnTo>
                  <a:lnTo>
                    <a:pt x="48613" y="13809"/>
                  </a:lnTo>
                  <a:lnTo>
                    <a:pt x="48587" y="13927"/>
                  </a:lnTo>
                  <a:lnTo>
                    <a:pt x="48547" y="14033"/>
                  </a:lnTo>
                  <a:lnTo>
                    <a:pt x="48495" y="14138"/>
                  </a:lnTo>
                  <a:lnTo>
                    <a:pt x="48429" y="14243"/>
                  </a:lnTo>
                  <a:lnTo>
                    <a:pt x="48363" y="14336"/>
                  </a:lnTo>
                  <a:lnTo>
                    <a:pt x="48284" y="14415"/>
                  </a:lnTo>
                  <a:lnTo>
                    <a:pt x="48205" y="14494"/>
                  </a:lnTo>
                  <a:lnTo>
                    <a:pt x="48113" y="14559"/>
                  </a:lnTo>
                  <a:lnTo>
                    <a:pt x="48007" y="14625"/>
                  </a:lnTo>
                  <a:lnTo>
                    <a:pt x="47902" y="14678"/>
                  </a:lnTo>
                  <a:lnTo>
                    <a:pt x="47797" y="14717"/>
                  </a:lnTo>
                  <a:lnTo>
                    <a:pt x="47678" y="14744"/>
                  </a:lnTo>
                  <a:lnTo>
                    <a:pt x="47560" y="14770"/>
                  </a:lnTo>
                  <a:lnTo>
                    <a:pt x="47323" y="14770"/>
                  </a:lnTo>
                  <a:lnTo>
                    <a:pt x="47205" y="14744"/>
                  </a:lnTo>
                  <a:lnTo>
                    <a:pt x="47086" y="14717"/>
                  </a:lnTo>
                  <a:lnTo>
                    <a:pt x="46981" y="14678"/>
                  </a:lnTo>
                  <a:lnTo>
                    <a:pt x="46875" y="14625"/>
                  </a:lnTo>
                  <a:lnTo>
                    <a:pt x="46770" y="14559"/>
                  </a:lnTo>
                  <a:lnTo>
                    <a:pt x="46678" y="14494"/>
                  </a:lnTo>
                  <a:lnTo>
                    <a:pt x="46599" y="14415"/>
                  </a:lnTo>
                  <a:lnTo>
                    <a:pt x="46520" y="14336"/>
                  </a:lnTo>
                  <a:lnTo>
                    <a:pt x="46454" y="14243"/>
                  </a:lnTo>
                  <a:lnTo>
                    <a:pt x="46388" y="14138"/>
                  </a:lnTo>
                  <a:lnTo>
                    <a:pt x="46336" y="14033"/>
                  </a:lnTo>
                  <a:lnTo>
                    <a:pt x="46296" y="13927"/>
                  </a:lnTo>
                  <a:lnTo>
                    <a:pt x="46270" y="13809"/>
                  </a:lnTo>
                  <a:lnTo>
                    <a:pt x="46244" y="13691"/>
                  </a:lnTo>
                  <a:lnTo>
                    <a:pt x="46244" y="13572"/>
                  </a:lnTo>
                  <a:lnTo>
                    <a:pt x="46244" y="13454"/>
                  </a:lnTo>
                  <a:lnTo>
                    <a:pt x="46270" y="13335"/>
                  </a:lnTo>
                  <a:lnTo>
                    <a:pt x="46296" y="13217"/>
                  </a:lnTo>
                  <a:lnTo>
                    <a:pt x="46336" y="13111"/>
                  </a:lnTo>
                  <a:lnTo>
                    <a:pt x="46388" y="13006"/>
                  </a:lnTo>
                  <a:lnTo>
                    <a:pt x="46454" y="12901"/>
                  </a:lnTo>
                  <a:lnTo>
                    <a:pt x="46520" y="12809"/>
                  </a:lnTo>
                  <a:lnTo>
                    <a:pt x="46599" y="12730"/>
                  </a:lnTo>
                  <a:lnTo>
                    <a:pt x="46678" y="12651"/>
                  </a:lnTo>
                  <a:lnTo>
                    <a:pt x="46770" y="12585"/>
                  </a:lnTo>
                  <a:lnTo>
                    <a:pt x="46875" y="12519"/>
                  </a:lnTo>
                  <a:lnTo>
                    <a:pt x="46981" y="12466"/>
                  </a:lnTo>
                  <a:lnTo>
                    <a:pt x="47086" y="12427"/>
                  </a:lnTo>
                  <a:lnTo>
                    <a:pt x="47205" y="12401"/>
                  </a:lnTo>
                  <a:lnTo>
                    <a:pt x="47323" y="12387"/>
                  </a:lnTo>
                  <a:lnTo>
                    <a:pt x="47441" y="12374"/>
                  </a:lnTo>
                  <a:close/>
                  <a:moveTo>
                    <a:pt x="0" y="0"/>
                  </a:moveTo>
                  <a:lnTo>
                    <a:pt x="0" y="14164"/>
                  </a:lnTo>
                  <a:lnTo>
                    <a:pt x="45138" y="14164"/>
                  </a:lnTo>
                  <a:lnTo>
                    <a:pt x="45191" y="14349"/>
                  </a:lnTo>
                  <a:lnTo>
                    <a:pt x="45269" y="14533"/>
                  </a:lnTo>
                  <a:lnTo>
                    <a:pt x="45348" y="14704"/>
                  </a:lnTo>
                  <a:lnTo>
                    <a:pt x="45454" y="14875"/>
                  </a:lnTo>
                  <a:lnTo>
                    <a:pt x="45559" y="15033"/>
                  </a:lnTo>
                  <a:lnTo>
                    <a:pt x="45691" y="15178"/>
                  </a:lnTo>
                  <a:lnTo>
                    <a:pt x="45822" y="15323"/>
                  </a:lnTo>
                  <a:lnTo>
                    <a:pt x="45967" y="15441"/>
                  </a:lnTo>
                  <a:lnTo>
                    <a:pt x="46125" y="15560"/>
                  </a:lnTo>
                  <a:lnTo>
                    <a:pt x="46296" y="15652"/>
                  </a:lnTo>
                  <a:lnTo>
                    <a:pt x="46467" y="15744"/>
                  </a:lnTo>
                  <a:lnTo>
                    <a:pt x="46652" y="15823"/>
                  </a:lnTo>
                  <a:lnTo>
                    <a:pt x="46836" y="15876"/>
                  </a:lnTo>
                  <a:lnTo>
                    <a:pt x="47033" y="15915"/>
                  </a:lnTo>
                  <a:lnTo>
                    <a:pt x="47231" y="15941"/>
                  </a:lnTo>
                  <a:lnTo>
                    <a:pt x="47441" y="15955"/>
                  </a:lnTo>
                  <a:lnTo>
                    <a:pt x="47678" y="15941"/>
                  </a:lnTo>
                  <a:lnTo>
                    <a:pt x="47915" y="15902"/>
                  </a:lnTo>
                  <a:lnTo>
                    <a:pt x="48152" y="15849"/>
                  </a:lnTo>
                  <a:lnTo>
                    <a:pt x="48363" y="15770"/>
                  </a:lnTo>
                  <a:lnTo>
                    <a:pt x="48574" y="15665"/>
                  </a:lnTo>
                  <a:lnTo>
                    <a:pt x="48771" y="15547"/>
                  </a:lnTo>
                  <a:lnTo>
                    <a:pt x="48955" y="15402"/>
                  </a:lnTo>
                  <a:lnTo>
                    <a:pt x="49126" y="15257"/>
                  </a:lnTo>
                  <a:lnTo>
                    <a:pt x="49271" y="15086"/>
                  </a:lnTo>
                  <a:lnTo>
                    <a:pt x="49416" y="14902"/>
                  </a:lnTo>
                  <a:lnTo>
                    <a:pt x="49534" y="14704"/>
                  </a:lnTo>
                  <a:lnTo>
                    <a:pt x="49627" y="14494"/>
                  </a:lnTo>
                  <a:lnTo>
                    <a:pt x="49719" y="14283"/>
                  </a:lnTo>
                  <a:lnTo>
                    <a:pt x="49771" y="14046"/>
                  </a:lnTo>
                  <a:lnTo>
                    <a:pt x="49811" y="13822"/>
                  </a:lnTo>
                  <a:lnTo>
                    <a:pt x="49824" y="13572"/>
                  </a:lnTo>
                  <a:lnTo>
                    <a:pt x="49811" y="13335"/>
                  </a:lnTo>
                  <a:lnTo>
                    <a:pt x="49771" y="13098"/>
                  </a:lnTo>
                  <a:lnTo>
                    <a:pt x="49719" y="12861"/>
                  </a:lnTo>
                  <a:lnTo>
                    <a:pt x="49627" y="12651"/>
                  </a:lnTo>
                  <a:lnTo>
                    <a:pt x="49534" y="12440"/>
                  </a:lnTo>
                  <a:lnTo>
                    <a:pt x="49416" y="12243"/>
                  </a:lnTo>
                  <a:lnTo>
                    <a:pt x="49271" y="12058"/>
                  </a:lnTo>
                  <a:lnTo>
                    <a:pt x="49126" y="11887"/>
                  </a:lnTo>
                  <a:lnTo>
                    <a:pt x="48955" y="11742"/>
                  </a:lnTo>
                  <a:lnTo>
                    <a:pt x="48771" y="11598"/>
                  </a:lnTo>
                  <a:lnTo>
                    <a:pt x="48574" y="11479"/>
                  </a:lnTo>
                  <a:lnTo>
                    <a:pt x="48363" y="11387"/>
                  </a:lnTo>
                  <a:lnTo>
                    <a:pt x="48152" y="11308"/>
                  </a:lnTo>
                  <a:lnTo>
                    <a:pt x="47915" y="11242"/>
                  </a:lnTo>
                  <a:lnTo>
                    <a:pt x="47678" y="11203"/>
                  </a:lnTo>
                  <a:lnTo>
                    <a:pt x="47441" y="11189"/>
                  </a:lnTo>
                  <a:lnTo>
                    <a:pt x="47231" y="11203"/>
                  </a:lnTo>
                  <a:lnTo>
                    <a:pt x="47033" y="11229"/>
                  </a:lnTo>
                  <a:lnTo>
                    <a:pt x="46836" y="11268"/>
                  </a:lnTo>
                  <a:lnTo>
                    <a:pt x="46652" y="11334"/>
                  </a:lnTo>
                  <a:lnTo>
                    <a:pt x="46467" y="11400"/>
                  </a:lnTo>
                  <a:lnTo>
                    <a:pt x="46296" y="11492"/>
                  </a:lnTo>
                  <a:lnTo>
                    <a:pt x="46125" y="11584"/>
                  </a:lnTo>
                  <a:lnTo>
                    <a:pt x="45967" y="11703"/>
                  </a:lnTo>
                  <a:lnTo>
                    <a:pt x="45822" y="11834"/>
                  </a:lnTo>
                  <a:lnTo>
                    <a:pt x="45691" y="11966"/>
                  </a:lnTo>
                  <a:lnTo>
                    <a:pt x="45559" y="12111"/>
                  </a:lnTo>
                  <a:lnTo>
                    <a:pt x="45454" y="12269"/>
                  </a:lnTo>
                  <a:lnTo>
                    <a:pt x="45348" y="12440"/>
                  </a:lnTo>
                  <a:lnTo>
                    <a:pt x="45269" y="12611"/>
                  </a:lnTo>
                  <a:lnTo>
                    <a:pt x="45191" y="12795"/>
                  </a:lnTo>
                  <a:lnTo>
                    <a:pt x="45138" y="12980"/>
                  </a:lnTo>
                  <a:lnTo>
                    <a:pt x="1185" y="129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6"/>
            <p:cNvSpPr/>
            <p:nvPr/>
          </p:nvSpPr>
          <p:spPr>
            <a:xfrm>
              <a:off x="3266675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41" y="50404"/>
                  </a:lnTo>
                  <a:lnTo>
                    <a:pt x="3133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70" y="50720"/>
                  </a:lnTo>
                  <a:lnTo>
                    <a:pt x="3436" y="50825"/>
                  </a:lnTo>
                  <a:lnTo>
                    <a:pt x="3475" y="50931"/>
                  </a:lnTo>
                  <a:lnTo>
                    <a:pt x="3515" y="51036"/>
                  </a:lnTo>
                  <a:lnTo>
                    <a:pt x="3554" y="51154"/>
                  </a:lnTo>
                  <a:lnTo>
                    <a:pt x="3567" y="51273"/>
                  </a:lnTo>
                  <a:lnTo>
                    <a:pt x="3581" y="51391"/>
                  </a:lnTo>
                  <a:lnTo>
                    <a:pt x="3567" y="51510"/>
                  </a:lnTo>
                  <a:lnTo>
                    <a:pt x="3554" y="51628"/>
                  </a:lnTo>
                  <a:lnTo>
                    <a:pt x="3515" y="51747"/>
                  </a:lnTo>
                  <a:lnTo>
                    <a:pt x="3475" y="51852"/>
                  </a:lnTo>
                  <a:lnTo>
                    <a:pt x="3436" y="51957"/>
                  </a:lnTo>
                  <a:lnTo>
                    <a:pt x="3370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33" y="52313"/>
                  </a:lnTo>
                  <a:lnTo>
                    <a:pt x="3041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51" y="52589"/>
                  </a:lnTo>
                  <a:lnTo>
                    <a:pt x="2133" y="52563"/>
                  </a:lnTo>
                  <a:lnTo>
                    <a:pt x="2027" y="52536"/>
                  </a:lnTo>
                  <a:lnTo>
                    <a:pt x="1909" y="52497"/>
                  </a:lnTo>
                  <a:lnTo>
                    <a:pt x="1803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27" y="52234"/>
                  </a:lnTo>
                  <a:lnTo>
                    <a:pt x="1448" y="52155"/>
                  </a:lnTo>
                  <a:lnTo>
                    <a:pt x="1382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198" y="51628"/>
                  </a:lnTo>
                  <a:lnTo>
                    <a:pt x="1185" y="51510"/>
                  </a:lnTo>
                  <a:lnTo>
                    <a:pt x="1185" y="51391"/>
                  </a:lnTo>
                  <a:lnTo>
                    <a:pt x="1185" y="51273"/>
                  </a:lnTo>
                  <a:lnTo>
                    <a:pt x="1198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82" y="50720"/>
                  </a:lnTo>
                  <a:lnTo>
                    <a:pt x="1448" y="50628"/>
                  </a:lnTo>
                  <a:lnTo>
                    <a:pt x="1527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03" y="50338"/>
                  </a:lnTo>
                  <a:lnTo>
                    <a:pt x="1909" y="50286"/>
                  </a:lnTo>
                  <a:lnTo>
                    <a:pt x="2027" y="50246"/>
                  </a:lnTo>
                  <a:lnTo>
                    <a:pt x="2133" y="50220"/>
                  </a:lnTo>
                  <a:lnTo>
                    <a:pt x="2251" y="50207"/>
                  </a:lnTo>
                  <a:lnTo>
                    <a:pt x="2383" y="50193"/>
                  </a:lnTo>
                  <a:close/>
                  <a:moveTo>
                    <a:pt x="12018" y="1"/>
                  </a:moveTo>
                  <a:lnTo>
                    <a:pt x="12018" y="31817"/>
                  </a:lnTo>
                  <a:lnTo>
                    <a:pt x="1777" y="41690"/>
                  </a:lnTo>
                  <a:lnTo>
                    <a:pt x="1777" y="49088"/>
                  </a:lnTo>
                  <a:lnTo>
                    <a:pt x="1593" y="49140"/>
                  </a:lnTo>
                  <a:lnTo>
                    <a:pt x="1409" y="49219"/>
                  </a:lnTo>
                  <a:lnTo>
                    <a:pt x="1237" y="49311"/>
                  </a:lnTo>
                  <a:lnTo>
                    <a:pt x="1066" y="49404"/>
                  </a:lnTo>
                  <a:lnTo>
                    <a:pt x="908" y="49522"/>
                  </a:lnTo>
                  <a:lnTo>
                    <a:pt x="764" y="49640"/>
                  </a:lnTo>
                  <a:lnTo>
                    <a:pt x="632" y="49785"/>
                  </a:lnTo>
                  <a:lnTo>
                    <a:pt x="500" y="49930"/>
                  </a:lnTo>
                  <a:lnTo>
                    <a:pt x="395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79" y="50786"/>
                  </a:lnTo>
                  <a:lnTo>
                    <a:pt x="26" y="50983"/>
                  </a:lnTo>
                  <a:lnTo>
                    <a:pt x="13" y="51194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05" y="52102"/>
                  </a:lnTo>
                  <a:lnTo>
                    <a:pt x="184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40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48" y="53590"/>
                  </a:lnTo>
                  <a:lnTo>
                    <a:pt x="1672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0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83" y="53221"/>
                  </a:lnTo>
                  <a:lnTo>
                    <a:pt x="4054" y="53076"/>
                  </a:lnTo>
                  <a:lnTo>
                    <a:pt x="4212" y="52905"/>
                  </a:lnTo>
                  <a:lnTo>
                    <a:pt x="4344" y="52721"/>
                  </a:lnTo>
                  <a:lnTo>
                    <a:pt x="4463" y="52523"/>
                  </a:lnTo>
                  <a:lnTo>
                    <a:pt x="4568" y="52313"/>
                  </a:lnTo>
                  <a:lnTo>
                    <a:pt x="4647" y="52102"/>
                  </a:lnTo>
                  <a:lnTo>
                    <a:pt x="4713" y="51865"/>
                  </a:lnTo>
                  <a:lnTo>
                    <a:pt x="4739" y="51641"/>
                  </a:lnTo>
                  <a:lnTo>
                    <a:pt x="4752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73" y="50786"/>
                  </a:lnTo>
                  <a:lnTo>
                    <a:pt x="4620" y="50601"/>
                  </a:lnTo>
                  <a:lnTo>
                    <a:pt x="4541" y="50417"/>
                  </a:lnTo>
                  <a:lnTo>
                    <a:pt x="4463" y="50246"/>
                  </a:lnTo>
                  <a:lnTo>
                    <a:pt x="4357" y="50075"/>
                  </a:lnTo>
                  <a:lnTo>
                    <a:pt x="4239" y="49917"/>
                  </a:lnTo>
                  <a:lnTo>
                    <a:pt x="4120" y="49772"/>
                  </a:lnTo>
                  <a:lnTo>
                    <a:pt x="3975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0" y="49219"/>
                  </a:lnTo>
                  <a:lnTo>
                    <a:pt x="3146" y="49140"/>
                  </a:lnTo>
                  <a:lnTo>
                    <a:pt x="2962" y="49088"/>
                  </a:lnTo>
                  <a:lnTo>
                    <a:pt x="2962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6"/>
            <p:cNvSpPr/>
            <p:nvPr/>
          </p:nvSpPr>
          <p:spPr>
            <a:xfrm>
              <a:off x="3416725" y="1856250"/>
              <a:ext cx="330100" cy="1567450"/>
            </a:xfrm>
            <a:custGeom>
              <a:rect b="b" l="l" r="r" t="t"/>
              <a:pathLst>
                <a:path extrusionOk="0" h="62698" w="13204">
                  <a:moveTo>
                    <a:pt x="2383" y="59117"/>
                  </a:moveTo>
                  <a:lnTo>
                    <a:pt x="2502" y="59131"/>
                  </a:lnTo>
                  <a:lnTo>
                    <a:pt x="2620" y="59144"/>
                  </a:lnTo>
                  <a:lnTo>
                    <a:pt x="2739" y="59170"/>
                  </a:lnTo>
                  <a:lnTo>
                    <a:pt x="2857" y="59210"/>
                  </a:lnTo>
                  <a:lnTo>
                    <a:pt x="2949" y="59262"/>
                  </a:lnTo>
                  <a:lnTo>
                    <a:pt x="3055" y="59328"/>
                  </a:lnTo>
                  <a:lnTo>
                    <a:pt x="3147" y="59394"/>
                  </a:lnTo>
                  <a:lnTo>
                    <a:pt x="3226" y="59473"/>
                  </a:lnTo>
                  <a:lnTo>
                    <a:pt x="3305" y="59552"/>
                  </a:lnTo>
                  <a:lnTo>
                    <a:pt x="3384" y="59644"/>
                  </a:lnTo>
                  <a:lnTo>
                    <a:pt x="3436" y="59749"/>
                  </a:lnTo>
                  <a:lnTo>
                    <a:pt x="3489" y="59855"/>
                  </a:lnTo>
                  <a:lnTo>
                    <a:pt x="3528" y="59960"/>
                  </a:lnTo>
                  <a:lnTo>
                    <a:pt x="3555" y="60078"/>
                  </a:lnTo>
                  <a:lnTo>
                    <a:pt x="3581" y="60197"/>
                  </a:lnTo>
                  <a:lnTo>
                    <a:pt x="3581" y="60315"/>
                  </a:lnTo>
                  <a:lnTo>
                    <a:pt x="3581" y="60434"/>
                  </a:lnTo>
                  <a:lnTo>
                    <a:pt x="3555" y="60552"/>
                  </a:lnTo>
                  <a:lnTo>
                    <a:pt x="3528" y="60671"/>
                  </a:lnTo>
                  <a:lnTo>
                    <a:pt x="3489" y="60776"/>
                  </a:lnTo>
                  <a:lnTo>
                    <a:pt x="3436" y="60881"/>
                  </a:lnTo>
                  <a:lnTo>
                    <a:pt x="3384" y="60987"/>
                  </a:lnTo>
                  <a:lnTo>
                    <a:pt x="3305" y="61079"/>
                  </a:lnTo>
                  <a:lnTo>
                    <a:pt x="3226" y="61158"/>
                  </a:lnTo>
                  <a:lnTo>
                    <a:pt x="3147" y="61237"/>
                  </a:lnTo>
                  <a:lnTo>
                    <a:pt x="3055" y="61303"/>
                  </a:lnTo>
                  <a:lnTo>
                    <a:pt x="2949" y="61368"/>
                  </a:lnTo>
                  <a:lnTo>
                    <a:pt x="2857" y="61421"/>
                  </a:lnTo>
                  <a:lnTo>
                    <a:pt x="2739" y="61460"/>
                  </a:lnTo>
                  <a:lnTo>
                    <a:pt x="2620" y="61487"/>
                  </a:lnTo>
                  <a:lnTo>
                    <a:pt x="2502" y="61513"/>
                  </a:lnTo>
                  <a:lnTo>
                    <a:pt x="2265" y="61513"/>
                  </a:lnTo>
                  <a:lnTo>
                    <a:pt x="2146" y="61487"/>
                  </a:lnTo>
                  <a:lnTo>
                    <a:pt x="2028" y="61460"/>
                  </a:lnTo>
                  <a:lnTo>
                    <a:pt x="1923" y="61421"/>
                  </a:lnTo>
                  <a:lnTo>
                    <a:pt x="1817" y="61368"/>
                  </a:lnTo>
                  <a:lnTo>
                    <a:pt x="1712" y="61303"/>
                  </a:lnTo>
                  <a:lnTo>
                    <a:pt x="1620" y="61237"/>
                  </a:lnTo>
                  <a:lnTo>
                    <a:pt x="1541" y="61158"/>
                  </a:lnTo>
                  <a:lnTo>
                    <a:pt x="1462" y="61079"/>
                  </a:lnTo>
                  <a:lnTo>
                    <a:pt x="1396" y="60987"/>
                  </a:lnTo>
                  <a:lnTo>
                    <a:pt x="1330" y="60881"/>
                  </a:lnTo>
                  <a:lnTo>
                    <a:pt x="1278" y="60776"/>
                  </a:lnTo>
                  <a:lnTo>
                    <a:pt x="1238" y="60671"/>
                  </a:lnTo>
                  <a:lnTo>
                    <a:pt x="1212" y="60552"/>
                  </a:lnTo>
                  <a:lnTo>
                    <a:pt x="1199" y="60434"/>
                  </a:lnTo>
                  <a:lnTo>
                    <a:pt x="1185" y="60315"/>
                  </a:lnTo>
                  <a:lnTo>
                    <a:pt x="1199" y="60197"/>
                  </a:lnTo>
                  <a:lnTo>
                    <a:pt x="1212" y="60078"/>
                  </a:lnTo>
                  <a:lnTo>
                    <a:pt x="1238" y="59960"/>
                  </a:lnTo>
                  <a:lnTo>
                    <a:pt x="1278" y="59855"/>
                  </a:lnTo>
                  <a:lnTo>
                    <a:pt x="1330" y="59749"/>
                  </a:lnTo>
                  <a:lnTo>
                    <a:pt x="1396" y="59644"/>
                  </a:lnTo>
                  <a:lnTo>
                    <a:pt x="1462" y="59552"/>
                  </a:lnTo>
                  <a:lnTo>
                    <a:pt x="1541" y="59473"/>
                  </a:lnTo>
                  <a:lnTo>
                    <a:pt x="1620" y="59394"/>
                  </a:lnTo>
                  <a:lnTo>
                    <a:pt x="1712" y="59328"/>
                  </a:lnTo>
                  <a:lnTo>
                    <a:pt x="1817" y="59262"/>
                  </a:lnTo>
                  <a:lnTo>
                    <a:pt x="1923" y="59210"/>
                  </a:lnTo>
                  <a:lnTo>
                    <a:pt x="2028" y="59170"/>
                  </a:lnTo>
                  <a:lnTo>
                    <a:pt x="2146" y="59144"/>
                  </a:lnTo>
                  <a:lnTo>
                    <a:pt x="2265" y="59131"/>
                  </a:lnTo>
                  <a:lnTo>
                    <a:pt x="2383" y="59117"/>
                  </a:lnTo>
                  <a:close/>
                  <a:moveTo>
                    <a:pt x="12032" y="0"/>
                  </a:moveTo>
                  <a:lnTo>
                    <a:pt x="12032" y="40741"/>
                  </a:lnTo>
                  <a:lnTo>
                    <a:pt x="1791" y="50614"/>
                  </a:lnTo>
                  <a:lnTo>
                    <a:pt x="1791" y="58012"/>
                  </a:lnTo>
                  <a:lnTo>
                    <a:pt x="1607" y="58064"/>
                  </a:lnTo>
                  <a:lnTo>
                    <a:pt x="1422" y="58143"/>
                  </a:lnTo>
                  <a:lnTo>
                    <a:pt x="1238" y="58235"/>
                  </a:lnTo>
                  <a:lnTo>
                    <a:pt x="1080" y="58328"/>
                  </a:lnTo>
                  <a:lnTo>
                    <a:pt x="922" y="58446"/>
                  </a:lnTo>
                  <a:lnTo>
                    <a:pt x="777" y="58564"/>
                  </a:lnTo>
                  <a:lnTo>
                    <a:pt x="632" y="58709"/>
                  </a:lnTo>
                  <a:lnTo>
                    <a:pt x="514" y="58854"/>
                  </a:lnTo>
                  <a:lnTo>
                    <a:pt x="396" y="59012"/>
                  </a:lnTo>
                  <a:lnTo>
                    <a:pt x="303" y="59170"/>
                  </a:lnTo>
                  <a:lnTo>
                    <a:pt x="211" y="59341"/>
                  </a:lnTo>
                  <a:lnTo>
                    <a:pt x="145" y="59525"/>
                  </a:lnTo>
                  <a:lnTo>
                    <a:pt x="80" y="59710"/>
                  </a:lnTo>
                  <a:lnTo>
                    <a:pt x="40" y="59907"/>
                  </a:lnTo>
                  <a:lnTo>
                    <a:pt x="14" y="60118"/>
                  </a:lnTo>
                  <a:lnTo>
                    <a:pt x="1" y="60315"/>
                  </a:lnTo>
                  <a:lnTo>
                    <a:pt x="14" y="60565"/>
                  </a:lnTo>
                  <a:lnTo>
                    <a:pt x="53" y="60789"/>
                  </a:lnTo>
                  <a:lnTo>
                    <a:pt x="119" y="61026"/>
                  </a:lnTo>
                  <a:lnTo>
                    <a:pt x="198" y="61237"/>
                  </a:lnTo>
                  <a:lnTo>
                    <a:pt x="290" y="61447"/>
                  </a:lnTo>
                  <a:lnTo>
                    <a:pt x="409" y="61645"/>
                  </a:lnTo>
                  <a:lnTo>
                    <a:pt x="554" y="61829"/>
                  </a:lnTo>
                  <a:lnTo>
                    <a:pt x="698" y="62000"/>
                  </a:lnTo>
                  <a:lnTo>
                    <a:pt x="869" y="62145"/>
                  </a:lnTo>
                  <a:lnTo>
                    <a:pt x="1054" y="62290"/>
                  </a:lnTo>
                  <a:lnTo>
                    <a:pt x="1251" y="62408"/>
                  </a:lnTo>
                  <a:lnTo>
                    <a:pt x="1462" y="62514"/>
                  </a:lnTo>
                  <a:lnTo>
                    <a:pt x="1672" y="62593"/>
                  </a:lnTo>
                  <a:lnTo>
                    <a:pt x="1909" y="62645"/>
                  </a:lnTo>
                  <a:lnTo>
                    <a:pt x="2146" y="62685"/>
                  </a:lnTo>
                  <a:lnTo>
                    <a:pt x="2383" y="62698"/>
                  </a:lnTo>
                  <a:lnTo>
                    <a:pt x="2633" y="62685"/>
                  </a:lnTo>
                  <a:lnTo>
                    <a:pt x="2870" y="62645"/>
                  </a:lnTo>
                  <a:lnTo>
                    <a:pt x="3094" y="62593"/>
                  </a:lnTo>
                  <a:lnTo>
                    <a:pt x="3305" y="62514"/>
                  </a:lnTo>
                  <a:lnTo>
                    <a:pt x="3515" y="62408"/>
                  </a:lnTo>
                  <a:lnTo>
                    <a:pt x="3713" y="62290"/>
                  </a:lnTo>
                  <a:lnTo>
                    <a:pt x="3897" y="62145"/>
                  </a:lnTo>
                  <a:lnTo>
                    <a:pt x="4068" y="62000"/>
                  </a:lnTo>
                  <a:lnTo>
                    <a:pt x="4226" y="61829"/>
                  </a:lnTo>
                  <a:lnTo>
                    <a:pt x="4358" y="61645"/>
                  </a:lnTo>
                  <a:lnTo>
                    <a:pt x="4476" y="61447"/>
                  </a:lnTo>
                  <a:lnTo>
                    <a:pt x="4582" y="61237"/>
                  </a:lnTo>
                  <a:lnTo>
                    <a:pt x="4661" y="61026"/>
                  </a:lnTo>
                  <a:lnTo>
                    <a:pt x="4713" y="60789"/>
                  </a:lnTo>
                  <a:lnTo>
                    <a:pt x="4753" y="60565"/>
                  </a:lnTo>
                  <a:lnTo>
                    <a:pt x="4766" y="60315"/>
                  </a:lnTo>
                  <a:lnTo>
                    <a:pt x="4753" y="60105"/>
                  </a:lnTo>
                  <a:lnTo>
                    <a:pt x="4726" y="59907"/>
                  </a:lnTo>
                  <a:lnTo>
                    <a:pt x="4687" y="59710"/>
                  </a:lnTo>
                  <a:lnTo>
                    <a:pt x="4634" y="59525"/>
                  </a:lnTo>
                  <a:lnTo>
                    <a:pt x="4555" y="59341"/>
                  </a:lnTo>
                  <a:lnTo>
                    <a:pt x="4463" y="59170"/>
                  </a:lnTo>
                  <a:lnTo>
                    <a:pt x="4371" y="58999"/>
                  </a:lnTo>
                  <a:lnTo>
                    <a:pt x="4252" y="58841"/>
                  </a:lnTo>
                  <a:lnTo>
                    <a:pt x="4134" y="58696"/>
                  </a:lnTo>
                  <a:lnTo>
                    <a:pt x="3989" y="58564"/>
                  </a:lnTo>
                  <a:lnTo>
                    <a:pt x="3844" y="58433"/>
                  </a:lnTo>
                  <a:lnTo>
                    <a:pt x="3686" y="58328"/>
                  </a:lnTo>
                  <a:lnTo>
                    <a:pt x="3515" y="58222"/>
                  </a:lnTo>
                  <a:lnTo>
                    <a:pt x="3344" y="58143"/>
                  </a:lnTo>
                  <a:lnTo>
                    <a:pt x="3160" y="58064"/>
                  </a:lnTo>
                  <a:lnTo>
                    <a:pt x="2976" y="58012"/>
                  </a:lnTo>
                  <a:lnTo>
                    <a:pt x="2976" y="51127"/>
                  </a:lnTo>
                  <a:lnTo>
                    <a:pt x="13204" y="41241"/>
                  </a:lnTo>
                  <a:lnTo>
                    <a:pt x="132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6"/>
            <p:cNvSpPr/>
            <p:nvPr/>
          </p:nvSpPr>
          <p:spPr>
            <a:xfrm>
              <a:off x="3839600" y="1316875"/>
              <a:ext cx="642400" cy="242550"/>
            </a:xfrm>
            <a:custGeom>
              <a:rect b="b" l="l" r="r" t="t"/>
              <a:pathLst>
                <a:path extrusionOk="0" h="9702" w="25696">
                  <a:moveTo>
                    <a:pt x="2383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39" y="1237"/>
                  </a:lnTo>
                  <a:lnTo>
                    <a:pt x="2857" y="1277"/>
                  </a:lnTo>
                  <a:lnTo>
                    <a:pt x="2949" y="1330"/>
                  </a:lnTo>
                  <a:lnTo>
                    <a:pt x="3055" y="1395"/>
                  </a:lnTo>
                  <a:lnTo>
                    <a:pt x="3147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11"/>
                  </a:lnTo>
                  <a:lnTo>
                    <a:pt x="3436" y="1817"/>
                  </a:lnTo>
                  <a:lnTo>
                    <a:pt x="3489" y="1922"/>
                  </a:lnTo>
                  <a:lnTo>
                    <a:pt x="3529" y="2027"/>
                  </a:lnTo>
                  <a:lnTo>
                    <a:pt x="3555" y="2146"/>
                  </a:lnTo>
                  <a:lnTo>
                    <a:pt x="3581" y="2264"/>
                  </a:lnTo>
                  <a:lnTo>
                    <a:pt x="3581" y="2383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38"/>
                  </a:lnTo>
                  <a:lnTo>
                    <a:pt x="3489" y="2856"/>
                  </a:lnTo>
                  <a:lnTo>
                    <a:pt x="3436" y="2949"/>
                  </a:lnTo>
                  <a:lnTo>
                    <a:pt x="3384" y="3054"/>
                  </a:lnTo>
                  <a:lnTo>
                    <a:pt x="3305" y="3146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83"/>
                  </a:lnTo>
                  <a:lnTo>
                    <a:pt x="2949" y="3436"/>
                  </a:lnTo>
                  <a:lnTo>
                    <a:pt x="2857" y="3488"/>
                  </a:lnTo>
                  <a:lnTo>
                    <a:pt x="2739" y="3528"/>
                  </a:lnTo>
                  <a:lnTo>
                    <a:pt x="2620" y="3554"/>
                  </a:lnTo>
                  <a:lnTo>
                    <a:pt x="2502" y="3580"/>
                  </a:lnTo>
                  <a:lnTo>
                    <a:pt x="2265" y="3580"/>
                  </a:lnTo>
                  <a:lnTo>
                    <a:pt x="2146" y="3554"/>
                  </a:lnTo>
                  <a:lnTo>
                    <a:pt x="2028" y="3528"/>
                  </a:lnTo>
                  <a:lnTo>
                    <a:pt x="1923" y="3488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46"/>
                  </a:lnTo>
                  <a:lnTo>
                    <a:pt x="1396" y="3054"/>
                  </a:lnTo>
                  <a:lnTo>
                    <a:pt x="1330" y="2949"/>
                  </a:lnTo>
                  <a:lnTo>
                    <a:pt x="1278" y="2856"/>
                  </a:lnTo>
                  <a:lnTo>
                    <a:pt x="1238" y="2738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5" y="2383"/>
                  </a:lnTo>
                  <a:lnTo>
                    <a:pt x="1199" y="2264"/>
                  </a:lnTo>
                  <a:lnTo>
                    <a:pt x="1212" y="2146"/>
                  </a:lnTo>
                  <a:lnTo>
                    <a:pt x="1238" y="2027"/>
                  </a:lnTo>
                  <a:lnTo>
                    <a:pt x="1278" y="1922"/>
                  </a:lnTo>
                  <a:lnTo>
                    <a:pt x="1330" y="1817"/>
                  </a:lnTo>
                  <a:lnTo>
                    <a:pt x="1396" y="1711"/>
                  </a:lnTo>
                  <a:lnTo>
                    <a:pt x="1462" y="1619"/>
                  </a:lnTo>
                  <a:lnTo>
                    <a:pt x="1541" y="1540"/>
                  </a:lnTo>
                  <a:lnTo>
                    <a:pt x="1620" y="1461"/>
                  </a:lnTo>
                  <a:lnTo>
                    <a:pt x="1712" y="1395"/>
                  </a:lnTo>
                  <a:lnTo>
                    <a:pt x="1817" y="1330"/>
                  </a:lnTo>
                  <a:lnTo>
                    <a:pt x="1923" y="1277"/>
                  </a:lnTo>
                  <a:lnTo>
                    <a:pt x="2028" y="1237"/>
                  </a:lnTo>
                  <a:lnTo>
                    <a:pt x="2146" y="1211"/>
                  </a:lnTo>
                  <a:lnTo>
                    <a:pt x="2265" y="1198"/>
                  </a:lnTo>
                  <a:lnTo>
                    <a:pt x="2383" y="1185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72" y="118"/>
                  </a:lnTo>
                  <a:lnTo>
                    <a:pt x="1462" y="197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53"/>
                  </a:lnTo>
                  <a:lnTo>
                    <a:pt x="698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0" y="1251"/>
                  </a:lnTo>
                  <a:lnTo>
                    <a:pt x="198" y="1461"/>
                  </a:lnTo>
                  <a:lnTo>
                    <a:pt x="119" y="1672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4" y="2633"/>
                  </a:lnTo>
                  <a:lnTo>
                    <a:pt x="53" y="2870"/>
                  </a:lnTo>
                  <a:lnTo>
                    <a:pt x="119" y="3093"/>
                  </a:lnTo>
                  <a:lnTo>
                    <a:pt x="198" y="3304"/>
                  </a:lnTo>
                  <a:lnTo>
                    <a:pt x="290" y="3515"/>
                  </a:lnTo>
                  <a:lnTo>
                    <a:pt x="409" y="3712"/>
                  </a:lnTo>
                  <a:lnTo>
                    <a:pt x="554" y="3896"/>
                  </a:lnTo>
                  <a:lnTo>
                    <a:pt x="698" y="4068"/>
                  </a:lnTo>
                  <a:lnTo>
                    <a:pt x="870" y="4225"/>
                  </a:lnTo>
                  <a:lnTo>
                    <a:pt x="1054" y="4357"/>
                  </a:lnTo>
                  <a:lnTo>
                    <a:pt x="1251" y="4476"/>
                  </a:lnTo>
                  <a:lnTo>
                    <a:pt x="1462" y="4581"/>
                  </a:lnTo>
                  <a:lnTo>
                    <a:pt x="1672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54" y="4752"/>
                  </a:lnTo>
                  <a:lnTo>
                    <a:pt x="2712" y="4739"/>
                  </a:lnTo>
                  <a:lnTo>
                    <a:pt x="2870" y="4713"/>
                  </a:lnTo>
                  <a:lnTo>
                    <a:pt x="3028" y="4673"/>
                  </a:lnTo>
                  <a:lnTo>
                    <a:pt x="3173" y="4634"/>
                  </a:lnTo>
                  <a:lnTo>
                    <a:pt x="3318" y="4568"/>
                  </a:lnTo>
                  <a:lnTo>
                    <a:pt x="3463" y="4502"/>
                  </a:lnTo>
                  <a:lnTo>
                    <a:pt x="3594" y="4436"/>
                  </a:lnTo>
                  <a:lnTo>
                    <a:pt x="8860" y="9702"/>
                  </a:lnTo>
                  <a:lnTo>
                    <a:pt x="25696" y="9702"/>
                  </a:lnTo>
                  <a:lnTo>
                    <a:pt x="25696" y="8517"/>
                  </a:lnTo>
                  <a:lnTo>
                    <a:pt x="9360" y="8517"/>
                  </a:lnTo>
                  <a:lnTo>
                    <a:pt x="4437" y="3594"/>
                  </a:lnTo>
                  <a:lnTo>
                    <a:pt x="4503" y="3462"/>
                  </a:lnTo>
                  <a:lnTo>
                    <a:pt x="4568" y="3317"/>
                  </a:lnTo>
                  <a:lnTo>
                    <a:pt x="4634" y="3172"/>
                  </a:lnTo>
                  <a:lnTo>
                    <a:pt x="4674" y="3028"/>
                  </a:lnTo>
                  <a:lnTo>
                    <a:pt x="4713" y="2870"/>
                  </a:lnTo>
                  <a:lnTo>
                    <a:pt x="4740" y="2712"/>
                  </a:lnTo>
                  <a:lnTo>
                    <a:pt x="4753" y="2554"/>
                  </a:lnTo>
                  <a:lnTo>
                    <a:pt x="4766" y="2383"/>
                  </a:lnTo>
                  <a:lnTo>
                    <a:pt x="4753" y="2146"/>
                  </a:lnTo>
                  <a:lnTo>
                    <a:pt x="4713" y="1909"/>
                  </a:lnTo>
                  <a:lnTo>
                    <a:pt x="4661" y="1672"/>
                  </a:lnTo>
                  <a:lnTo>
                    <a:pt x="4582" y="1461"/>
                  </a:lnTo>
                  <a:lnTo>
                    <a:pt x="4476" y="1251"/>
                  </a:lnTo>
                  <a:lnTo>
                    <a:pt x="4358" y="1053"/>
                  </a:lnTo>
                  <a:lnTo>
                    <a:pt x="4226" y="869"/>
                  </a:lnTo>
                  <a:lnTo>
                    <a:pt x="4068" y="698"/>
                  </a:lnTo>
                  <a:lnTo>
                    <a:pt x="3897" y="553"/>
                  </a:lnTo>
                  <a:lnTo>
                    <a:pt x="3713" y="408"/>
                  </a:lnTo>
                  <a:lnTo>
                    <a:pt x="3515" y="290"/>
                  </a:lnTo>
                  <a:lnTo>
                    <a:pt x="3305" y="197"/>
                  </a:lnTo>
                  <a:lnTo>
                    <a:pt x="3094" y="118"/>
                  </a:lnTo>
                  <a:lnTo>
                    <a:pt x="2870" y="53"/>
                  </a:lnTo>
                  <a:lnTo>
                    <a:pt x="2633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6"/>
            <p:cNvSpPr/>
            <p:nvPr/>
          </p:nvSpPr>
          <p:spPr>
            <a:xfrm>
              <a:off x="3839600" y="1601200"/>
              <a:ext cx="642400" cy="935625"/>
            </a:xfrm>
            <a:custGeom>
              <a:rect b="b" l="l" r="r" t="t"/>
              <a:pathLst>
                <a:path extrusionOk="0" h="37425" w="25696">
                  <a:moveTo>
                    <a:pt x="2502" y="33857"/>
                  </a:moveTo>
                  <a:lnTo>
                    <a:pt x="2620" y="33870"/>
                  </a:lnTo>
                  <a:lnTo>
                    <a:pt x="2739" y="33909"/>
                  </a:lnTo>
                  <a:lnTo>
                    <a:pt x="2857" y="33949"/>
                  </a:lnTo>
                  <a:lnTo>
                    <a:pt x="2949" y="34002"/>
                  </a:lnTo>
                  <a:lnTo>
                    <a:pt x="3055" y="34054"/>
                  </a:lnTo>
                  <a:lnTo>
                    <a:pt x="3147" y="34120"/>
                  </a:lnTo>
                  <a:lnTo>
                    <a:pt x="3226" y="34199"/>
                  </a:lnTo>
                  <a:lnTo>
                    <a:pt x="3305" y="34291"/>
                  </a:lnTo>
                  <a:lnTo>
                    <a:pt x="3384" y="34383"/>
                  </a:lnTo>
                  <a:lnTo>
                    <a:pt x="3436" y="34476"/>
                  </a:lnTo>
                  <a:lnTo>
                    <a:pt x="3489" y="34581"/>
                  </a:lnTo>
                  <a:lnTo>
                    <a:pt x="3529" y="34699"/>
                  </a:lnTo>
                  <a:lnTo>
                    <a:pt x="3555" y="34805"/>
                  </a:lnTo>
                  <a:lnTo>
                    <a:pt x="3581" y="34923"/>
                  </a:lnTo>
                  <a:lnTo>
                    <a:pt x="3581" y="35055"/>
                  </a:lnTo>
                  <a:lnTo>
                    <a:pt x="3581" y="35173"/>
                  </a:lnTo>
                  <a:lnTo>
                    <a:pt x="3555" y="35292"/>
                  </a:lnTo>
                  <a:lnTo>
                    <a:pt x="3529" y="35410"/>
                  </a:lnTo>
                  <a:lnTo>
                    <a:pt x="3489" y="35515"/>
                  </a:lnTo>
                  <a:lnTo>
                    <a:pt x="3436" y="35621"/>
                  </a:lnTo>
                  <a:lnTo>
                    <a:pt x="3384" y="35713"/>
                  </a:lnTo>
                  <a:lnTo>
                    <a:pt x="3305" y="35805"/>
                  </a:lnTo>
                  <a:lnTo>
                    <a:pt x="3226" y="35897"/>
                  </a:lnTo>
                  <a:lnTo>
                    <a:pt x="3147" y="35976"/>
                  </a:lnTo>
                  <a:lnTo>
                    <a:pt x="3055" y="36042"/>
                  </a:lnTo>
                  <a:lnTo>
                    <a:pt x="2949" y="36095"/>
                  </a:lnTo>
                  <a:lnTo>
                    <a:pt x="2857" y="36147"/>
                  </a:lnTo>
                  <a:lnTo>
                    <a:pt x="2739" y="36187"/>
                  </a:lnTo>
                  <a:lnTo>
                    <a:pt x="2620" y="36226"/>
                  </a:lnTo>
                  <a:lnTo>
                    <a:pt x="2502" y="36239"/>
                  </a:lnTo>
                  <a:lnTo>
                    <a:pt x="2265" y="36239"/>
                  </a:lnTo>
                  <a:lnTo>
                    <a:pt x="2146" y="36226"/>
                  </a:lnTo>
                  <a:lnTo>
                    <a:pt x="2028" y="36187"/>
                  </a:lnTo>
                  <a:lnTo>
                    <a:pt x="1923" y="36147"/>
                  </a:lnTo>
                  <a:lnTo>
                    <a:pt x="1817" y="36095"/>
                  </a:lnTo>
                  <a:lnTo>
                    <a:pt x="1712" y="36042"/>
                  </a:lnTo>
                  <a:lnTo>
                    <a:pt x="1620" y="35976"/>
                  </a:lnTo>
                  <a:lnTo>
                    <a:pt x="1541" y="35897"/>
                  </a:lnTo>
                  <a:lnTo>
                    <a:pt x="1462" y="35805"/>
                  </a:lnTo>
                  <a:lnTo>
                    <a:pt x="1396" y="35713"/>
                  </a:lnTo>
                  <a:lnTo>
                    <a:pt x="1330" y="35621"/>
                  </a:lnTo>
                  <a:lnTo>
                    <a:pt x="1278" y="35515"/>
                  </a:lnTo>
                  <a:lnTo>
                    <a:pt x="1238" y="35410"/>
                  </a:lnTo>
                  <a:lnTo>
                    <a:pt x="1212" y="35292"/>
                  </a:lnTo>
                  <a:lnTo>
                    <a:pt x="1199" y="35173"/>
                  </a:lnTo>
                  <a:lnTo>
                    <a:pt x="1185" y="35055"/>
                  </a:lnTo>
                  <a:lnTo>
                    <a:pt x="1199" y="34923"/>
                  </a:lnTo>
                  <a:lnTo>
                    <a:pt x="1212" y="34805"/>
                  </a:lnTo>
                  <a:lnTo>
                    <a:pt x="1238" y="34699"/>
                  </a:lnTo>
                  <a:lnTo>
                    <a:pt x="1278" y="34581"/>
                  </a:lnTo>
                  <a:lnTo>
                    <a:pt x="1330" y="34476"/>
                  </a:lnTo>
                  <a:lnTo>
                    <a:pt x="1396" y="34383"/>
                  </a:lnTo>
                  <a:lnTo>
                    <a:pt x="1462" y="34291"/>
                  </a:lnTo>
                  <a:lnTo>
                    <a:pt x="1541" y="34199"/>
                  </a:lnTo>
                  <a:lnTo>
                    <a:pt x="1620" y="34120"/>
                  </a:lnTo>
                  <a:lnTo>
                    <a:pt x="1712" y="34054"/>
                  </a:lnTo>
                  <a:lnTo>
                    <a:pt x="1817" y="34002"/>
                  </a:lnTo>
                  <a:lnTo>
                    <a:pt x="1923" y="33949"/>
                  </a:lnTo>
                  <a:lnTo>
                    <a:pt x="2028" y="33909"/>
                  </a:lnTo>
                  <a:lnTo>
                    <a:pt x="2146" y="33870"/>
                  </a:lnTo>
                  <a:lnTo>
                    <a:pt x="2265" y="33857"/>
                  </a:lnTo>
                  <a:close/>
                  <a:moveTo>
                    <a:pt x="1791" y="0"/>
                  </a:moveTo>
                  <a:lnTo>
                    <a:pt x="1791" y="32738"/>
                  </a:lnTo>
                  <a:lnTo>
                    <a:pt x="1607" y="32804"/>
                  </a:lnTo>
                  <a:lnTo>
                    <a:pt x="1422" y="32870"/>
                  </a:lnTo>
                  <a:lnTo>
                    <a:pt x="1251" y="32962"/>
                  </a:lnTo>
                  <a:lnTo>
                    <a:pt x="1080" y="33054"/>
                  </a:lnTo>
                  <a:lnTo>
                    <a:pt x="922" y="33172"/>
                  </a:lnTo>
                  <a:lnTo>
                    <a:pt x="777" y="33291"/>
                  </a:lnTo>
                  <a:lnTo>
                    <a:pt x="646" y="33436"/>
                  </a:lnTo>
                  <a:lnTo>
                    <a:pt x="514" y="33580"/>
                  </a:lnTo>
                  <a:lnTo>
                    <a:pt x="396" y="33738"/>
                  </a:lnTo>
                  <a:lnTo>
                    <a:pt x="303" y="33896"/>
                  </a:lnTo>
                  <a:lnTo>
                    <a:pt x="211" y="34081"/>
                  </a:lnTo>
                  <a:lnTo>
                    <a:pt x="146" y="34252"/>
                  </a:lnTo>
                  <a:lnTo>
                    <a:pt x="80" y="34449"/>
                  </a:lnTo>
                  <a:lnTo>
                    <a:pt x="40" y="34647"/>
                  </a:lnTo>
                  <a:lnTo>
                    <a:pt x="14" y="34844"/>
                  </a:lnTo>
                  <a:lnTo>
                    <a:pt x="1" y="35055"/>
                  </a:lnTo>
                  <a:lnTo>
                    <a:pt x="14" y="35292"/>
                  </a:lnTo>
                  <a:lnTo>
                    <a:pt x="53" y="35529"/>
                  </a:lnTo>
                  <a:lnTo>
                    <a:pt x="119" y="35752"/>
                  </a:lnTo>
                  <a:lnTo>
                    <a:pt x="198" y="35976"/>
                  </a:lnTo>
                  <a:lnTo>
                    <a:pt x="290" y="36187"/>
                  </a:lnTo>
                  <a:lnTo>
                    <a:pt x="409" y="36371"/>
                  </a:lnTo>
                  <a:lnTo>
                    <a:pt x="554" y="36555"/>
                  </a:lnTo>
                  <a:lnTo>
                    <a:pt x="698" y="36726"/>
                  </a:lnTo>
                  <a:lnTo>
                    <a:pt x="870" y="36884"/>
                  </a:lnTo>
                  <a:lnTo>
                    <a:pt x="1054" y="37016"/>
                  </a:lnTo>
                  <a:lnTo>
                    <a:pt x="1251" y="37135"/>
                  </a:lnTo>
                  <a:lnTo>
                    <a:pt x="1462" y="37240"/>
                  </a:lnTo>
                  <a:lnTo>
                    <a:pt x="1672" y="37319"/>
                  </a:lnTo>
                  <a:lnTo>
                    <a:pt x="1909" y="37385"/>
                  </a:lnTo>
                  <a:lnTo>
                    <a:pt x="2146" y="37411"/>
                  </a:lnTo>
                  <a:lnTo>
                    <a:pt x="2383" y="37424"/>
                  </a:lnTo>
                  <a:lnTo>
                    <a:pt x="2633" y="37411"/>
                  </a:lnTo>
                  <a:lnTo>
                    <a:pt x="2870" y="37385"/>
                  </a:lnTo>
                  <a:lnTo>
                    <a:pt x="3094" y="37319"/>
                  </a:lnTo>
                  <a:lnTo>
                    <a:pt x="3305" y="37240"/>
                  </a:lnTo>
                  <a:lnTo>
                    <a:pt x="3515" y="37135"/>
                  </a:lnTo>
                  <a:lnTo>
                    <a:pt x="3713" y="37016"/>
                  </a:lnTo>
                  <a:lnTo>
                    <a:pt x="3897" y="36884"/>
                  </a:lnTo>
                  <a:lnTo>
                    <a:pt x="4068" y="36726"/>
                  </a:lnTo>
                  <a:lnTo>
                    <a:pt x="4226" y="36555"/>
                  </a:lnTo>
                  <a:lnTo>
                    <a:pt x="4358" y="36371"/>
                  </a:lnTo>
                  <a:lnTo>
                    <a:pt x="4476" y="36187"/>
                  </a:lnTo>
                  <a:lnTo>
                    <a:pt x="4582" y="35976"/>
                  </a:lnTo>
                  <a:lnTo>
                    <a:pt x="4661" y="35752"/>
                  </a:lnTo>
                  <a:lnTo>
                    <a:pt x="4713" y="35529"/>
                  </a:lnTo>
                  <a:lnTo>
                    <a:pt x="4753" y="35292"/>
                  </a:lnTo>
                  <a:lnTo>
                    <a:pt x="4766" y="35055"/>
                  </a:lnTo>
                  <a:lnTo>
                    <a:pt x="4753" y="34844"/>
                  </a:lnTo>
                  <a:lnTo>
                    <a:pt x="4726" y="34647"/>
                  </a:lnTo>
                  <a:lnTo>
                    <a:pt x="4687" y="34449"/>
                  </a:lnTo>
                  <a:lnTo>
                    <a:pt x="4634" y="34252"/>
                  </a:lnTo>
                  <a:lnTo>
                    <a:pt x="4555" y="34081"/>
                  </a:lnTo>
                  <a:lnTo>
                    <a:pt x="4463" y="33896"/>
                  </a:lnTo>
                  <a:lnTo>
                    <a:pt x="4371" y="33738"/>
                  </a:lnTo>
                  <a:lnTo>
                    <a:pt x="4253" y="33580"/>
                  </a:lnTo>
                  <a:lnTo>
                    <a:pt x="4134" y="33436"/>
                  </a:lnTo>
                  <a:lnTo>
                    <a:pt x="3989" y="33291"/>
                  </a:lnTo>
                  <a:lnTo>
                    <a:pt x="3844" y="33172"/>
                  </a:lnTo>
                  <a:lnTo>
                    <a:pt x="3686" y="33054"/>
                  </a:lnTo>
                  <a:lnTo>
                    <a:pt x="3529" y="32962"/>
                  </a:lnTo>
                  <a:lnTo>
                    <a:pt x="3344" y="32870"/>
                  </a:lnTo>
                  <a:lnTo>
                    <a:pt x="3160" y="32804"/>
                  </a:lnTo>
                  <a:lnTo>
                    <a:pt x="2976" y="32738"/>
                  </a:lnTo>
                  <a:lnTo>
                    <a:pt x="2976" y="1185"/>
                  </a:lnTo>
                  <a:lnTo>
                    <a:pt x="25696" y="1185"/>
                  </a:lnTo>
                  <a:lnTo>
                    <a:pt x="2569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6"/>
            <p:cNvSpPr/>
            <p:nvPr/>
          </p:nvSpPr>
          <p:spPr>
            <a:xfrm>
              <a:off x="4503050" y="1503450"/>
              <a:ext cx="1081400" cy="686500"/>
            </a:xfrm>
            <a:custGeom>
              <a:rect b="b" l="l" r="r" t="t"/>
              <a:pathLst>
                <a:path extrusionOk="0" h="27460" w="43256">
                  <a:moveTo>
                    <a:pt x="40873" y="23879"/>
                  </a:moveTo>
                  <a:lnTo>
                    <a:pt x="41005" y="23893"/>
                  </a:lnTo>
                  <a:lnTo>
                    <a:pt x="41123" y="23906"/>
                  </a:lnTo>
                  <a:lnTo>
                    <a:pt x="41228" y="23932"/>
                  </a:lnTo>
                  <a:lnTo>
                    <a:pt x="41347" y="23971"/>
                  </a:lnTo>
                  <a:lnTo>
                    <a:pt x="41452" y="24024"/>
                  </a:lnTo>
                  <a:lnTo>
                    <a:pt x="41544" y="24090"/>
                  </a:lnTo>
                  <a:lnTo>
                    <a:pt x="41636" y="24156"/>
                  </a:lnTo>
                  <a:lnTo>
                    <a:pt x="41729" y="24235"/>
                  </a:lnTo>
                  <a:lnTo>
                    <a:pt x="41808" y="24314"/>
                  </a:lnTo>
                  <a:lnTo>
                    <a:pt x="41873" y="24406"/>
                  </a:lnTo>
                  <a:lnTo>
                    <a:pt x="41926" y="24511"/>
                  </a:lnTo>
                  <a:lnTo>
                    <a:pt x="41979" y="24616"/>
                  </a:lnTo>
                  <a:lnTo>
                    <a:pt x="42018" y="24722"/>
                  </a:lnTo>
                  <a:lnTo>
                    <a:pt x="42058" y="24840"/>
                  </a:lnTo>
                  <a:lnTo>
                    <a:pt x="42071" y="24959"/>
                  </a:lnTo>
                  <a:lnTo>
                    <a:pt x="42071" y="25077"/>
                  </a:lnTo>
                  <a:lnTo>
                    <a:pt x="42071" y="25209"/>
                  </a:lnTo>
                  <a:lnTo>
                    <a:pt x="42058" y="25327"/>
                  </a:lnTo>
                  <a:lnTo>
                    <a:pt x="42018" y="25433"/>
                  </a:lnTo>
                  <a:lnTo>
                    <a:pt x="41979" y="25551"/>
                  </a:lnTo>
                  <a:lnTo>
                    <a:pt x="41926" y="25656"/>
                  </a:lnTo>
                  <a:lnTo>
                    <a:pt x="41873" y="25749"/>
                  </a:lnTo>
                  <a:lnTo>
                    <a:pt x="41808" y="25841"/>
                  </a:lnTo>
                  <a:lnTo>
                    <a:pt x="41729" y="25933"/>
                  </a:lnTo>
                  <a:lnTo>
                    <a:pt x="41636" y="25999"/>
                  </a:lnTo>
                  <a:lnTo>
                    <a:pt x="41544" y="26078"/>
                  </a:lnTo>
                  <a:lnTo>
                    <a:pt x="41452" y="26130"/>
                  </a:lnTo>
                  <a:lnTo>
                    <a:pt x="41347" y="26183"/>
                  </a:lnTo>
                  <a:lnTo>
                    <a:pt x="41228" y="26222"/>
                  </a:lnTo>
                  <a:lnTo>
                    <a:pt x="41123" y="26249"/>
                  </a:lnTo>
                  <a:lnTo>
                    <a:pt x="41005" y="26275"/>
                  </a:lnTo>
                  <a:lnTo>
                    <a:pt x="40754" y="26275"/>
                  </a:lnTo>
                  <a:lnTo>
                    <a:pt x="40636" y="26249"/>
                  </a:lnTo>
                  <a:lnTo>
                    <a:pt x="40518" y="26222"/>
                  </a:lnTo>
                  <a:lnTo>
                    <a:pt x="40412" y="26183"/>
                  </a:lnTo>
                  <a:lnTo>
                    <a:pt x="40307" y="26130"/>
                  </a:lnTo>
                  <a:lnTo>
                    <a:pt x="40215" y="26078"/>
                  </a:lnTo>
                  <a:lnTo>
                    <a:pt x="40123" y="25999"/>
                  </a:lnTo>
                  <a:lnTo>
                    <a:pt x="40030" y="25933"/>
                  </a:lnTo>
                  <a:lnTo>
                    <a:pt x="39951" y="25841"/>
                  </a:lnTo>
                  <a:lnTo>
                    <a:pt x="39886" y="25749"/>
                  </a:lnTo>
                  <a:lnTo>
                    <a:pt x="39820" y="25656"/>
                  </a:lnTo>
                  <a:lnTo>
                    <a:pt x="39780" y="25551"/>
                  </a:lnTo>
                  <a:lnTo>
                    <a:pt x="39741" y="25433"/>
                  </a:lnTo>
                  <a:lnTo>
                    <a:pt x="39701" y="25327"/>
                  </a:lnTo>
                  <a:lnTo>
                    <a:pt x="39688" y="25209"/>
                  </a:lnTo>
                  <a:lnTo>
                    <a:pt x="39675" y="25077"/>
                  </a:lnTo>
                  <a:lnTo>
                    <a:pt x="39688" y="24959"/>
                  </a:lnTo>
                  <a:lnTo>
                    <a:pt x="39701" y="24840"/>
                  </a:lnTo>
                  <a:lnTo>
                    <a:pt x="39741" y="24722"/>
                  </a:lnTo>
                  <a:lnTo>
                    <a:pt x="39780" y="24616"/>
                  </a:lnTo>
                  <a:lnTo>
                    <a:pt x="39820" y="24511"/>
                  </a:lnTo>
                  <a:lnTo>
                    <a:pt x="39886" y="24406"/>
                  </a:lnTo>
                  <a:lnTo>
                    <a:pt x="39951" y="24314"/>
                  </a:lnTo>
                  <a:lnTo>
                    <a:pt x="40030" y="24235"/>
                  </a:lnTo>
                  <a:lnTo>
                    <a:pt x="40123" y="24156"/>
                  </a:lnTo>
                  <a:lnTo>
                    <a:pt x="40215" y="24090"/>
                  </a:lnTo>
                  <a:lnTo>
                    <a:pt x="40307" y="24024"/>
                  </a:lnTo>
                  <a:lnTo>
                    <a:pt x="40412" y="23971"/>
                  </a:lnTo>
                  <a:lnTo>
                    <a:pt x="40518" y="23932"/>
                  </a:lnTo>
                  <a:lnTo>
                    <a:pt x="40636" y="23906"/>
                  </a:lnTo>
                  <a:lnTo>
                    <a:pt x="40754" y="23893"/>
                  </a:lnTo>
                  <a:lnTo>
                    <a:pt x="40873" y="23879"/>
                  </a:lnTo>
                  <a:close/>
                  <a:moveTo>
                    <a:pt x="0" y="1"/>
                  </a:moveTo>
                  <a:lnTo>
                    <a:pt x="0" y="1185"/>
                  </a:lnTo>
                  <a:lnTo>
                    <a:pt x="20022" y="1185"/>
                  </a:lnTo>
                  <a:lnTo>
                    <a:pt x="40294" y="13388"/>
                  </a:lnTo>
                  <a:lnTo>
                    <a:pt x="40294" y="22774"/>
                  </a:lnTo>
                  <a:lnTo>
                    <a:pt x="40096" y="22839"/>
                  </a:lnTo>
                  <a:lnTo>
                    <a:pt x="39912" y="22905"/>
                  </a:lnTo>
                  <a:lnTo>
                    <a:pt x="39741" y="22997"/>
                  </a:lnTo>
                  <a:lnTo>
                    <a:pt x="39570" y="23090"/>
                  </a:lnTo>
                  <a:lnTo>
                    <a:pt x="39425" y="23208"/>
                  </a:lnTo>
                  <a:lnTo>
                    <a:pt x="39267" y="23326"/>
                  </a:lnTo>
                  <a:lnTo>
                    <a:pt x="39135" y="23458"/>
                  </a:lnTo>
                  <a:lnTo>
                    <a:pt x="39004" y="23616"/>
                  </a:lnTo>
                  <a:lnTo>
                    <a:pt x="38898" y="23774"/>
                  </a:lnTo>
                  <a:lnTo>
                    <a:pt x="38793" y="23932"/>
                  </a:lnTo>
                  <a:lnTo>
                    <a:pt x="38714" y="24103"/>
                  </a:lnTo>
                  <a:lnTo>
                    <a:pt x="38635" y="24287"/>
                  </a:lnTo>
                  <a:lnTo>
                    <a:pt x="38582" y="24485"/>
                  </a:lnTo>
                  <a:lnTo>
                    <a:pt x="38530" y="24669"/>
                  </a:lnTo>
                  <a:lnTo>
                    <a:pt x="38503" y="24880"/>
                  </a:lnTo>
                  <a:lnTo>
                    <a:pt x="38503" y="25077"/>
                  </a:lnTo>
                  <a:lnTo>
                    <a:pt x="38517" y="25327"/>
                  </a:lnTo>
                  <a:lnTo>
                    <a:pt x="38543" y="25564"/>
                  </a:lnTo>
                  <a:lnTo>
                    <a:pt x="38609" y="25788"/>
                  </a:lnTo>
                  <a:lnTo>
                    <a:pt x="38688" y="25999"/>
                  </a:lnTo>
                  <a:lnTo>
                    <a:pt x="38793" y="26209"/>
                  </a:lnTo>
                  <a:lnTo>
                    <a:pt x="38912" y="26407"/>
                  </a:lnTo>
                  <a:lnTo>
                    <a:pt x="39043" y="26591"/>
                  </a:lnTo>
                  <a:lnTo>
                    <a:pt x="39201" y="26762"/>
                  </a:lnTo>
                  <a:lnTo>
                    <a:pt x="39372" y="26920"/>
                  </a:lnTo>
                  <a:lnTo>
                    <a:pt x="39543" y="27052"/>
                  </a:lnTo>
                  <a:lnTo>
                    <a:pt x="39741" y="27170"/>
                  </a:lnTo>
                  <a:lnTo>
                    <a:pt x="39951" y="27276"/>
                  </a:lnTo>
                  <a:lnTo>
                    <a:pt x="40175" y="27355"/>
                  </a:lnTo>
                  <a:lnTo>
                    <a:pt x="40399" y="27407"/>
                  </a:lnTo>
                  <a:lnTo>
                    <a:pt x="40636" y="27447"/>
                  </a:lnTo>
                  <a:lnTo>
                    <a:pt x="40873" y="27460"/>
                  </a:lnTo>
                  <a:lnTo>
                    <a:pt x="41123" y="27447"/>
                  </a:lnTo>
                  <a:lnTo>
                    <a:pt x="41360" y="27407"/>
                  </a:lnTo>
                  <a:lnTo>
                    <a:pt x="41584" y="27355"/>
                  </a:lnTo>
                  <a:lnTo>
                    <a:pt x="41808" y="27276"/>
                  </a:lnTo>
                  <a:lnTo>
                    <a:pt x="42018" y="27170"/>
                  </a:lnTo>
                  <a:lnTo>
                    <a:pt x="42202" y="27052"/>
                  </a:lnTo>
                  <a:lnTo>
                    <a:pt x="42387" y="26920"/>
                  </a:lnTo>
                  <a:lnTo>
                    <a:pt x="42558" y="26762"/>
                  </a:lnTo>
                  <a:lnTo>
                    <a:pt x="42716" y="26591"/>
                  </a:lnTo>
                  <a:lnTo>
                    <a:pt x="42847" y="26407"/>
                  </a:lnTo>
                  <a:lnTo>
                    <a:pt x="42966" y="26209"/>
                  </a:lnTo>
                  <a:lnTo>
                    <a:pt x="43071" y="25999"/>
                  </a:lnTo>
                  <a:lnTo>
                    <a:pt x="43150" y="25788"/>
                  </a:lnTo>
                  <a:lnTo>
                    <a:pt x="43203" y="25564"/>
                  </a:lnTo>
                  <a:lnTo>
                    <a:pt x="43242" y="25327"/>
                  </a:lnTo>
                  <a:lnTo>
                    <a:pt x="43256" y="25077"/>
                  </a:lnTo>
                  <a:lnTo>
                    <a:pt x="43242" y="24880"/>
                  </a:lnTo>
                  <a:lnTo>
                    <a:pt x="43229" y="24669"/>
                  </a:lnTo>
                  <a:lnTo>
                    <a:pt x="43177" y="24485"/>
                  </a:lnTo>
                  <a:lnTo>
                    <a:pt x="43124" y="24287"/>
                  </a:lnTo>
                  <a:lnTo>
                    <a:pt x="43045" y="24103"/>
                  </a:lnTo>
                  <a:lnTo>
                    <a:pt x="42966" y="23932"/>
                  </a:lnTo>
                  <a:lnTo>
                    <a:pt x="42861" y="23774"/>
                  </a:lnTo>
                  <a:lnTo>
                    <a:pt x="42742" y="23616"/>
                  </a:lnTo>
                  <a:lnTo>
                    <a:pt x="42624" y="23471"/>
                  </a:lnTo>
                  <a:lnTo>
                    <a:pt x="42492" y="23326"/>
                  </a:lnTo>
                  <a:lnTo>
                    <a:pt x="42334" y="23208"/>
                  </a:lnTo>
                  <a:lnTo>
                    <a:pt x="42176" y="23090"/>
                  </a:lnTo>
                  <a:lnTo>
                    <a:pt x="42018" y="22997"/>
                  </a:lnTo>
                  <a:lnTo>
                    <a:pt x="41847" y="22905"/>
                  </a:lnTo>
                  <a:lnTo>
                    <a:pt x="41663" y="22839"/>
                  </a:lnTo>
                  <a:lnTo>
                    <a:pt x="41465" y="22774"/>
                  </a:lnTo>
                  <a:lnTo>
                    <a:pt x="41465" y="12730"/>
                  </a:lnTo>
                  <a:lnTo>
                    <a:pt x="2035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6"/>
            <p:cNvSpPr/>
            <p:nvPr/>
          </p:nvSpPr>
          <p:spPr>
            <a:xfrm>
              <a:off x="4503050" y="2207050"/>
              <a:ext cx="195175" cy="387675"/>
            </a:xfrm>
            <a:custGeom>
              <a:rect b="b" l="l" r="r" t="t"/>
              <a:pathLst>
                <a:path extrusionOk="0" h="15507" w="7807">
                  <a:moveTo>
                    <a:pt x="5424" y="11926"/>
                  </a:moveTo>
                  <a:lnTo>
                    <a:pt x="5542" y="11940"/>
                  </a:lnTo>
                  <a:lnTo>
                    <a:pt x="5661" y="11953"/>
                  </a:lnTo>
                  <a:lnTo>
                    <a:pt x="5779" y="11979"/>
                  </a:lnTo>
                  <a:lnTo>
                    <a:pt x="5898" y="12019"/>
                  </a:lnTo>
                  <a:lnTo>
                    <a:pt x="5990" y="12071"/>
                  </a:lnTo>
                  <a:lnTo>
                    <a:pt x="6095" y="12137"/>
                  </a:lnTo>
                  <a:lnTo>
                    <a:pt x="6187" y="12203"/>
                  </a:lnTo>
                  <a:lnTo>
                    <a:pt x="6266" y="12282"/>
                  </a:lnTo>
                  <a:lnTo>
                    <a:pt x="6345" y="12361"/>
                  </a:lnTo>
                  <a:lnTo>
                    <a:pt x="6424" y="12453"/>
                  </a:lnTo>
                  <a:lnTo>
                    <a:pt x="6477" y="12558"/>
                  </a:lnTo>
                  <a:lnTo>
                    <a:pt x="6529" y="12664"/>
                  </a:lnTo>
                  <a:lnTo>
                    <a:pt x="6569" y="12769"/>
                  </a:lnTo>
                  <a:lnTo>
                    <a:pt x="6595" y="12887"/>
                  </a:lnTo>
                  <a:lnTo>
                    <a:pt x="6622" y="13006"/>
                  </a:lnTo>
                  <a:lnTo>
                    <a:pt x="6622" y="13124"/>
                  </a:lnTo>
                  <a:lnTo>
                    <a:pt x="6622" y="13256"/>
                  </a:lnTo>
                  <a:lnTo>
                    <a:pt x="6595" y="13374"/>
                  </a:lnTo>
                  <a:lnTo>
                    <a:pt x="6569" y="13480"/>
                  </a:lnTo>
                  <a:lnTo>
                    <a:pt x="6529" y="13598"/>
                  </a:lnTo>
                  <a:lnTo>
                    <a:pt x="6477" y="13704"/>
                  </a:lnTo>
                  <a:lnTo>
                    <a:pt x="6424" y="13796"/>
                  </a:lnTo>
                  <a:lnTo>
                    <a:pt x="6345" y="13888"/>
                  </a:lnTo>
                  <a:lnTo>
                    <a:pt x="6266" y="13980"/>
                  </a:lnTo>
                  <a:lnTo>
                    <a:pt x="6187" y="14046"/>
                  </a:lnTo>
                  <a:lnTo>
                    <a:pt x="6095" y="14125"/>
                  </a:lnTo>
                  <a:lnTo>
                    <a:pt x="5990" y="14177"/>
                  </a:lnTo>
                  <a:lnTo>
                    <a:pt x="5898" y="14230"/>
                  </a:lnTo>
                  <a:lnTo>
                    <a:pt x="5779" y="14270"/>
                  </a:lnTo>
                  <a:lnTo>
                    <a:pt x="5661" y="14296"/>
                  </a:lnTo>
                  <a:lnTo>
                    <a:pt x="5542" y="14322"/>
                  </a:lnTo>
                  <a:lnTo>
                    <a:pt x="5305" y="14322"/>
                  </a:lnTo>
                  <a:lnTo>
                    <a:pt x="5187" y="14296"/>
                  </a:lnTo>
                  <a:lnTo>
                    <a:pt x="5068" y="14270"/>
                  </a:lnTo>
                  <a:lnTo>
                    <a:pt x="4963" y="14230"/>
                  </a:lnTo>
                  <a:lnTo>
                    <a:pt x="4858" y="14177"/>
                  </a:lnTo>
                  <a:lnTo>
                    <a:pt x="4752" y="14125"/>
                  </a:lnTo>
                  <a:lnTo>
                    <a:pt x="4660" y="14046"/>
                  </a:lnTo>
                  <a:lnTo>
                    <a:pt x="4581" y="13980"/>
                  </a:lnTo>
                  <a:lnTo>
                    <a:pt x="4502" y="13888"/>
                  </a:lnTo>
                  <a:lnTo>
                    <a:pt x="4436" y="13796"/>
                  </a:lnTo>
                  <a:lnTo>
                    <a:pt x="4371" y="13704"/>
                  </a:lnTo>
                  <a:lnTo>
                    <a:pt x="4318" y="13598"/>
                  </a:lnTo>
                  <a:lnTo>
                    <a:pt x="4278" y="13480"/>
                  </a:lnTo>
                  <a:lnTo>
                    <a:pt x="4252" y="13374"/>
                  </a:lnTo>
                  <a:lnTo>
                    <a:pt x="4239" y="13256"/>
                  </a:lnTo>
                  <a:lnTo>
                    <a:pt x="4226" y="13124"/>
                  </a:lnTo>
                  <a:lnTo>
                    <a:pt x="4239" y="13006"/>
                  </a:lnTo>
                  <a:lnTo>
                    <a:pt x="4252" y="12887"/>
                  </a:lnTo>
                  <a:lnTo>
                    <a:pt x="4278" y="12769"/>
                  </a:lnTo>
                  <a:lnTo>
                    <a:pt x="4318" y="12664"/>
                  </a:lnTo>
                  <a:lnTo>
                    <a:pt x="4371" y="12558"/>
                  </a:lnTo>
                  <a:lnTo>
                    <a:pt x="4436" y="12453"/>
                  </a:lnTo>
                  <a:lnTo>
                    <a:pt x="4502" y="12361"/>
                  </a:lnTo>
                  <a:lnTo>
                    <a:pt x="4581" y="12282"/>
                  </a:lnTo>
                  <a:lnTo>
                    <a:pt x="4660" y="12203"/>
                  </a:lnTo>
                  <a:lnTo>
                    <a:pt x="4752" y="12137"/>
                  </a:lnTo>
                  <a:lnTo>
                    <a:pt x="4858" y="12071"/>
                  </a:lnTo>
                  <a:lnTo>
                    <a:pt x="4963" y="12019"/>
                  </a:lnTo>
                  <a:lnTo>
                    <a:pt x="5068" y="11979"/>
                  </a:lnTo>
                  <a:lnTo>
                    <a:pt x="5187" y="11953"/>
                  </a:lnTo>
                  <a:lnTo>
                    <a:pt x="5305" y="11940"/>
                  </a:lnTo>
                  <a:lnTo>
                    <a:pt x="5424" y="11926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4871" y="1185"/>
                  </a:lnTo>
                  <a:lnTo>
                    <a:pt x="4871" y="10821"/>
                  </a:lnTo>
                  <a:lnTo>
                    <a:pt x="4673" y="10873"/>
                  </a:lnTo>
                  <a:lnTo>
                    <a:pt x="4489" y="10939"/>
                  </a:lnTo>
                  <a:lnTo>
                    <a:pt x="4318" y="11031"/>
                  </a:lnTo>
                  <a:lnTo>
                    <a:pt x="4147" y="11123"/>
                  </a:lnTo>
                  <a:lnTo>
                    <a:pt x="3989" y="11242"/>
                  </a:lnTo>
                  <a:lnTo>
                    <a:pt x="3831" y="11360"/>
                  </a:lnTo>
                  <a:lnTo>
                    <a:pt x="3699" y="11492"/>
                  </a:lnTo>
                  <a:lnTo>
                    <a:pt x="3568" y="11650"/>
                  </a:lnTo>
                  <a:lnTo>
                    <a:pt x="3449" y="11808"/>
                  </a:lnTo>
                  <a:lnTo>
                    <a:pt x="3344" y="11966"/>
                  </a:lnTo>
                  <a:lnTo>
                    <a:pt x="3265" y="12150"/>
                  </a:lnTo>
                  <a:lnTo>
                    <a:pt x="3186" y="12335"/>
                  </a:lnTo>
                  <a:lnTo>
                    <a:pt x="3120" y="12519"/>
                  </a:lnTo>
                  <a:lnTo>
                    <a:pt x="3081" y="12716"/>
                  </a:lnTo>
                  <a:lnTo>
                    <a:pt x="3054" y="12914"/>
                  </a:lnTo>
                  <a:lnTo>
                    <a:pt x="3041" y="13124"/>
                  </a:lnTo>
                  <a:lnTo>
                    <a:pt x="3054" y="13374"/>
                  </a:lnTo>
                  <a:lnTo>
                    <a:pt x="3094" y="13611"/>
                  </a:lnTo>
                  <a:lnTo>
                    <a:pt x="3160" y="13835"/>
                  </a:lnTo>
                  <a:lnTo>
                    <a:pt x="3239" y="14046"/>
                  </a:lnTo>
                  <a:lnTo>
                    <a:pt x="3331" y="14256"/>
                  </a:lnTo>
                  <a:lnTo>
                    <a:pt x="3449" y="14454"/>
                  </a:lnTo>
                  <a:lnTo>
                    <a:pt x="3594" y="14638"/>
                  </a:lnTo>
                  <a:lnTo>
                    <a:pt x="3739" y="14809"/>
                  </a:lnTo>
                  <a:lnTo>
                    <a:pt x="3910" y="14967"/>
                  </a:lnTo>
                  <a:lnTo>
                    <a:pt x="4094" y="15099"/>
                  </a:lnTo>
                  <a:lnTo>
                    <a:pt x="4292" y="15217"/>
                  </a:lnTo>
                  <a:lnTo>
                    <a:pt x="4502" y="15323"/>
                  </a:lnTo>
                  <a:lnTo>
                    <a:pt x="4713" y="15402"/>
                  </a:lnTo>
                  <a:lnTo>
                    <a:pt x="4950" y="15454"/>
                  </a:lnTo>
                  <a:lnTo>
                    <a:pt x="5187" y="15494"/>
                  </a:lnTo>
                  <a:lnTo>
                    <a:pt x="5424" y="15507"/>
                  </a:lnTo>
                  <a:lnTo>
                    <a:pt x="5674" y="15494"/>
                  </a:lnTo>
                  <a:lnTo>
                    <a:pt x="5911" y="15454"/>
                  </a:lnTo>
                  <a:lnTo>
                    <a:pt x="6134" y="15402"/>
                  </a:lnTo>
                  <a:lnTo>
                    <a:pt x="6345" y="15323"/>
                  </a:lnTo>
                  <a:lnTo>
                    <a:pt x="6556" y="15217"/>
                  </a:lnTo>
                  <a:lnTo>
                    <a:pt x="6753" y="15099"/>
                  </a:lnTo>
                  <a:lnTo>
                    <a:pt x="6937" y="14967"/>
                  </a:lnTo>
                  <a:lnTo>
                    <a:pt x="7109" y="14809"/>
                  </a:lnTo>
                  <a:lnTo>
                    <a:pt x="7267" y="14638"/>
                  </a:lnTo>
                  <a:lnTo>
                    <a:pt x="7398" y="14454"/>
                  </a:lnTo>
                  <a:lnTo>
                    <a:pt x="7517" y="14256"/>
                  </a:lnTo>
                  <a:lnTo>
                    <a:pt x="7622" y="14046"/>
                  </a:lnTo>
                  <a:lnTo>
                    <a:pt x="7701" y="13835"/>
                  </a:lnTo>
                  <a:lnTo>
                    <a:pt x="7754" y="13611"/>
                  </a:lnTo>
                  <a:lnTo>
                    <a:pt x="7793" y="13374"/>
                  </a:lnTo>
                  <a:lnTo>
                    <a:pt x="7806" y="13124"/>
                  </a:lnTo>
                  <a:lnTo>
                    <a:pt x="7793" y="12927"/>
                  </a:lnTo>
                  <a:lnTo>
                    <a:pt x="7767" y="12729"/>
                  </a:lnTo>
                  <a:lnTo>
                    <a:pt x="7727" y="12532"/>
                  </a:lnTo>
                  <a:lnTo>
                    <a:pt x="7675" y="12348"/>
                  </a:lnTo>
                  <a:lnTo>
                    <a:pt x="7596" y="12163"/>
                  </a:lnTo>
                  <a:lnTo>
                    <a:pt x="7517" y="11992"/>
                  </a:lnTo>
                  <a:lnTo>
                    <a:pt x="7411" y="11834"/>
                  </a:lnTo>
                  <a:lnTo>
                    <a:pt x="7306" y="11676"/>
                  </a:lnTo>
                  <a:lnTo>
                    <a:pt x="7188" y="11532"/>
                  </a:lnTo>
                  <a:lnTo>
                    <a:pt x="7043" y="11387"/>
                  </a:lnTo>
                  <a:lnTo>
                    <a:pt x="6911" y="11268"/>
                  </a:lnTo>
                  <a:lnTo>
                    <a:pt x="6753" y="11150"/>
                  </a:lnTo>
                  <a:lnTo>
                    <a:pt x="6582" y="11058"/>
                  </a:lnTo>
                  <a:lnTo>
                    <a:pt x="6411" y="10966"/>
                  </a:lnTo>
                  <a:lnTo>
                    <a:pt x="6240" y="10887"/>
                  </a:lnTo>
                  <a:lnTo>
                    <a:pt x="6056" y="10834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6"/>
            <p:cNvSpPr/>
            <p:nvPr/>
          </p:nvSpPr>
          <p:spPr>
            <a:xfrm>
              <a:off x="4514575" y="1581125"/>
              <a:ext cx="543325" cy="118825"/>
            </a:xfrm>
            <a:custGeom>
              <a:rect b="b" l="l" r="r" t="t"/>
              <a:pathLst>
                <a:path extrusionOk="0" h="4753" w="21733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8"/>
                  </a:lnTo>
                  <a:lnTo>
                    <a:pt x="19706" y="1225"/>
                  </a:lnTo>
                  <a:lnTo>
                    <a:pt x="19811" y="1264"/>
                  </a:lnTo>
                  <a:lnTo>
                    <a:pt x="19916" y="1317"/>
                  </a:lnTo>
                  <a:lnTo>
                    <a:pt x="20022" y="1382"/>
                  </a:lnTo>
                  <a:lnTo>
                    <a:pt x="20114" y="1448"/>
                  </a:lnTo>
                  <a:lnTo>
                    <a:pt x="20193" y="1527"/>
                  </a:lnTo>
                  <a:lnTo>
                    <a:pt x="20272" y="1606"/>
                  </a:lnTo>
                  <a:lnTo>
                    <a:pt x="20338" y="1698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4"/>
                  </a:lnTo>
                  <a:lnTo>
                    <a:pt x="20522" y="2133"/>
                  </a:lnTo>
                  <a:lnTo>
                    <a:pt x="20548" y="2251"/>
                  </a:lnTo>
                  <a:lnTo>
                    <a:pt x="20548" y="2370"/>
                  </a:lnTo>
                  <a:lnTo>
                    <a:pt x="20548" y="2488"/>
                  </a:lnTo>
                  <a:lnTo>
                    <a:pt x="20522" y="2620"/>
                  </a:lnTo>
                  <a:lnTo>
                    <a:pt x="20496" y="2725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3"/>
                  </a:lnTo>
                  <a:lnTo>
                    <a:pt x="20193" y="3212"/>
                  </a:lnTo>
                  <a:lnTo>
                    <a:pt x="20114" y="3291"/>
                  </a:lnTo>
                  <a:lnTo>
                    <a:pt x="20022" y="3370"/>
                  </a:lnTo>
                  <a:lnTo>
                    <a:pt x="19916" y="3423"/>
                  </a:lnTo>
                  <a:lnTo>
                    <a:pt x="19811" y="3475"/>
                  </a:lnTo>
                  <a:lnTo>
                    <a:pt x="19706" y="3515"/>
                  </a:lnTo>
                  <a:lnTo>
                    <a:pt x="19587" y="3541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1"/>
                  </a:lnTo>
                  <a:lnTo>
                    <a:pt x="18995" y="3515"/>
                  </a:lnTo>
                  <a:lnTo>
                    <a:pt x="18890" y="3475"/>
                  </a:lnTo>
                  <a:lnTo>
                    <a:pt x="18784" y="3423"/>
                  </a:lnTo>
                  <a:lnTo>
                    <a:pt x="18679" y="3370"/>
                  </a:lnTo>
                  <a:lnTo>
                    <a:pt x="18587" y="3291"/>
                  </a:lnTo>
                  <a:lnTo>
                    <a:pt x="18508" y="3212"/>
                  </a:lnTo>
                  <a:lnTo>
                    <a:pt x="18429" y="3133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5"/>
                  </a:lnTo>
                  <a:lnTo>
                    <a:pt x="18179" y="2620"/>
                  </a:lnTo>
                  <a:lnTo>
                    <a:pt x="18166" y="2488"/>
                  </a:lnTo>
                  <a:lnTo>
                    <a:pt x="18152" y="2370"/>
                  </a:lnTo>
                  <a:lnTo>
                    <a:pt x="18166" y="2251"/>
                  </a:lnTo>
                  <a:lnTo>
                    <a:pt x="18179" y="2133"/>
                  </a:lnTo>
                  <a:lnTo>
                    <a:pt x="18205" y="2014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8"/>
                  </a:lnTo>
                  <a:lnTo>
                    <a:pt x="18429" y="1606"/>
                  </a:lnTo>
                  <a:lnTo>
                    <a:pt x="18508" y="1527"/>
                  </a:lnTo>
                  <a:lnTo>
                    <a:pt x="18587" y="1448"/>
                  </a:lnTo>
                  <a:lnTo>
                    <a:pt x="18679" y="1382"/>
                  </a:lnTo>
                  <a:lnTo>
                    <a:pt x="18784" y="1317"/>
                  </a:lnTo>
                  <a:lnTo>
                    <a:pt x="18890" y="1264"/>
                  </a:lnTo>
                  <a:lnTo>
                    <a:pt x="18995" y="1225"/>
                  </a:lnTo>
                  <a:lnTo>
                    <a:pt x="19113" y="1198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0"/>
                  </a:moveTo>
                  <a:lnTo>
                    <a:pt x="18942" y="27"/>
                  </a:lnTo>
                  <a:lnTo>
                    <a:pt x="18745" y="66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5"/>
                  </a:lnTo>
                  <a:lnTo>
                    <a:pt x="17889" y="501"/>
                  </a:lnTo>
                  <a:lnTo>
                    <a:pt x="17731" y="632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7"/>
                  </a:lnTo>
                  <a:lnTo>
                    <a:pt x="0" y="1777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46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0"/>
                  </a:lnTo>
                  <a:lnTo>
                    <a:pt x="17889" y="4239"/>
                  </a:lnTo>
                  <a:lnTo>
                    <a:pt x="18034" y="4357"/>
                  </a:lnTo>
                  <a:lnTo>
                    <a:pt x="18205" y="4450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3"/>
                  </a:lnTo>
                  <a:lnTo>
                    <a:pt x="18942" y="4713"/>
                  </a:lnTo>
                  <a:lnTo>
                    <a:pt x="19140" y="4739"/>
                  </a:lnTo>
                  <a:lnTo>
                    <a:pt x="19350" y="4752"/>
                  </a:lnTo>
                  <a:lnTo>
                    <a:pt x="19600" y="4739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4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699"/>
                  </a:lnTo>
                  <a:lnTo>
                    <a:pt x="21443" y="3502"/>
                  </a:lnTo>
                  <a:lnTo>
                    <a:pt x="21549" y="3291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8"/>
                  </a:lnTo>
                  <a:lnTo>
                    <a:pt x="21443" y="1238"/>
                  </a:lnTo>
                  <a:lnTo>
                    <a:pt x="21325" y="1040"/>
                  </a:lnTo>
                  <a:lnTo>
                    <a:pt x="21180" y="856"/>
                  </a:lnTo>
                  <a:lnTo>
                    <a:pt x="21035" y="685"/>
                  </a:lnTo>
                  <a:lnTo>
                    <a:pt x="20864" y="540"/>
                  </a:lnTo>
                  <a:lnTo>
                    <a:pt x="20680" y="395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6"/>
            <p:cNvSpPr/>
            <p:nvPr/>
          </p:nvSpPr>
          <p:spPr>
            <a:xfrm>
              <a:off x="4514575" y="1714725"/>
              <a:ext cx="543325" cy="118825"/>
            </a:xfrm>
            <a:custGeom>
              <a:rect b="b" l="l" r="r" t="t"/>
              <a:pathLst>
                <a:path extrusionOk="0" h="4753" w="21733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9"/>
                  </a:lnTo>
                  <a:lnTo>
                    <a:pt x="19706" y="1225"/>
                  </a:lnTo>
                  <a:lnTo>
                    <a:pt x="19811" y="1278"/>
                  </a:lnTo>
                  <a:lnTo>
                    <a:pt x="19916" y="1317"/>
                  </a:lnTo>
                  <a:lnTo>
                    <a:pt x="20022" y="1383"/>
                  </a:lnTo>
                  <a:lnTo>
                    <a:pt x="20114" y="1449"/>
                  </a:lnTo>
                  <a:lnTo>
                    <a:pt x="20193" y="1528"/>
                  </a:lnTo>
                  <a:lnTo>
                    <a:pt x="20272" y="1607"/>
                  </a:lnTo>
                  <a:lnTo>
                    <a:pt x="20338" y="1699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5"/>
                  </a:lnTo>
                  <a:lnTo>
                    <a:pt x="20522" y="2133"/>
                  </a:lnTo>
                  <a:lnTo>
                    <a:pt x="20548" y="2252"/>
                  </a:lnTo>
                  <a:lnTo>
                    <a:pt x="20548" y="2370"/>
                  </a:lnTo>
                  <a:lnTo>
                    <a:pt x="20548" y="2502"/>
                  </a:lnTo>
                  <a:lnTo>
                    <a:pt x="20522" y="2620"/>
                  </a:lnTo>
                  <a:lnTo>
                    <a:pt x="20496" y="2726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4"/>
                  </a:lnTo>
                  <a:lnTo>
                    <a:pt x="20193" y="3226"/>
                  </a:lnTo>
                  <a:lnTo>
                    <a:pt x="20114" y="3292"/>
                  </a:lnTo>
                  <a:lnTo>
                    <a:pt x="20022" y="3371"/>
                  </a:lnTo>
                  <a:lnTo>
                    <a:pt x="19916" y="3423"/>
                  </a:lnTo>
                  <a:lnTo>
                    <a:pt x="19811" y="3476"/>
                  </a:lnTo>
                  <a:lnTo>
                    <a:pt x="19706" y="3515"/>
                  </a:lnTo>
                  <a:lnTo>
                    <a:pt x="19587" y="3542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2"/>
                  </a:lnTo>
                  <a:lnTo>
                    <a:pt x="18995" y="3515"/>
                  </a:lnTo>
                  <a:lnTo>
                    <a:pt x="18890" y="3476"/>
                  </a:lnTo>
                  <a:lnTo>
                    <a:pt x="18784" y="3423"/>
                  </a:lnTo>
                  <a:lnTo>
                    <a:pt x="18679" y="3371"/>
                  </a:lnTo>
                  <a:lnTo>
                    <a:pt x="18587" y="3292"/>
                  </a:lnTo>
                  <a:lnTo>
                    <a:pt x="18508" y="3226"/>
                  </a:lnTo>
                  <a:lnTo>
                    <a:pt x="18429" y="3134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6"/>
                  </a:lnTo>
                  <a:lnTo>
                    <a:pt x="18179" y="2620"/>
                  </a:lnTo>
                  <a:lnTo>
                    <a:pt x="18166" y="2502"/>
                  </a:lnTo>
                  <a:lnTo>
                    <a:pt x="18152" y="2370"/>
                  </a:lnTo>
                  <a:lnTo>
                    <a:pt x="18166" y="2252"/>
                  </a:lnTo>
                  <a:lnTo>
                    <a:pt x="18179" y="2133"/>
                  </a:lnTo>
                  <a:lnTo>
                    <a:pt x="18205" y="2015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9"/>
                  </a:lnTo>
                  <a:lnTo>
                    <a:pt x="18429" y="1607"/>
                  </a:lnTo>
                  <a:lnTo>
                    <a:pt x="18508" y="1528"/>
                  </a:lnTo>
                  <a:lnTo>
                    <a:pt x="18587" y="1449"/>
                  </a:lnTo>
                  <a:lnTo>
                    <a:pt x="18679" y="1383"/>
                  </a:lnTo>
                  <a:lnTo>
                    <a:pt x="18784" y="1317"/>
                  </a:lnTo>
                  <a:lnTo>
                    <a:pt x="18890" y="1278"/>
                  </a:lnTo>
                  <a:lnTo>
                    <a:pt x="18995" y="1225"/>
                  </a:lnTo>
                  <a:lnTo>
                    <a:pt x="19113" y="1199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1"/>
                  </a:moveTo>
                  <a:lnTo>
                    <a:pt x="18942" y="27"/>
                  </a:lnTo>
                  <a:lnTo>
                    <a:pt x="18745" y="67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6"/>
                  </a:lnTo>
                  <a:lnTo>
                    <a:pt x="17889" y="501"/>
                  </a:lnTo>
                  <a:lnTo>
                    <a:pt x="17731" y="633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8"/>
                  </a:lnTo>
                  <a:lnTo>
                    <a:pt x="0" y="1778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60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1"/>
                  </a:lnTo>
                  <a:lnTo>
                    <a:pt x="17889" y="4239"/>
                  </a:lnTo>
                  <a:lnTo>
                    <a:pt x="18034" y="4358"/>
                  </a:lnTo>
                  <a:lnTo>
                    <a:pt x="18205" y="4463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4"/>
                  </a:lnTo>
                  <a:lnTo>
                    <a:pt x="18942" y="4713"/>
                  </a:lnTo>
                  <a:lnTo>
                    <a:pt x="19140" y="4740"/>
                  </a:lnTo>
                  <a:lnTo>
                    <a:pt x="19350" y="4753"/>
                  </a:lnTo>
                  <a:lnTo>
                    <a:pt x="19600" y="4740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5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700"/>
                  </a:lnTo>
                  <a:lnTo>
                    <a:pt x="21443" y="3502"/>
                  </a:lnTo>
                  <a:lnTo>
                    <a:pt x="21549" y="3305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9"/>
                  </a:lnTo>
                  <a:lnTo>
                    <a:pt x="21443" y="1238"/>
                  </a:lnTo>
                  <a:lnTo>
                    <a:pt x="21325" y="1041"/>
                  </a:lnTo>
                  <a:lnTo>
                    <a:pt x="21180" y="856"/>
                  </a:lnTo>
                  <a:lnTo>
                    <a:pt x="21035" y="698"/>
                  </a:lnTo>
                  <a:lnTo>
                    <a:pt x="20864" y="540"/>
                  </a:lnTo>
                  <a:lnTo>
                    <a:pt x="20680" y="409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14"/>
                  </a:lnTo>
                  <a:lnTo>
                    <a:pt x="1935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6"/>
            <p:cNvSpPr/>
            <p:nvPr/>
          </p:nvSpPr>
          <p:spPr>
            <a:xfrm>
              <a:off x="5244800" y="2763850"/>
              <a:ext cx="1016575" cy="721400"/>
            </a:xfrm>
            <a:custGeom>
              <a:rect b="b" l="l" r="r" t="t"/>
              <a:pathLst>
                <a:path extrusionOk="0" h="28856" w="40663">
                  <a:moveTo>
                    <a:pt x="38280" y="25275"/>
                  </a:moveTo>
                  <a:lnTo>
                    <a:pt x="38412" y="25288"/>
                  </a:lnTo>
                  <a:lnTo>
                    <a:pt x="38530" y="25301"/>
                  </a:lnTo>
                  <a:lnTo>
                    <a:pt x="38636" y="25341"/>
                  </a:lnTo>
                  <a:lnTo>
                    <a:pt x="38754" y="25380"/>
                  </a:lnTo>
                  <a:lnTo>
                    <a:pt x="38859" y="25420"/>
                  </a:lnTo>
                  <a:lnTo>
                    <a:pt x="38952" y="25486"/>
                  </a:lnTo>
                  <a:lnTo>
                    <a:pt x="39044" y="25551"/>
                  </a:lnTo>
                  <a:lnTo>
                    <a:pt x="39136" y="25630"/>
                  </a:lnTo>
                  <a:lnTo>
                    <a:pt x="39202" y="25722"/>
                  </a:lnTo>
                  <a:lnTo>
                    <a:pt x="39281" y="25815"/>
                  </a:lnTo>
                  <a:lnTo>
                    <a:pt x="39333" y="25907"/>
                  </a:lnTo>
                  <a:lnTo>
                    <a:pt x="39386" y="26012"/>
                  </a:lnTo>
                  <a:lnTo>
                    <a:pt x="39425" y="26117"/>
                  </a:lnTo>
                  <a:lnTo>
                    <a:pt x="39452" y="26236"/>
                  </a:lnTo>
                  <a:lnTo>
                    <a:pt x="39478" y="26354"/>
                  </a:lnTo>
                  <a:lnTo>
                    <a:pt x="39478" y="26473"/>
                  </a:lnTo>
                  <a:lnTo>
                    <a:pt x="39478" y="26604"/>
                  </a:lnTo>
                  <a:lnTo>
                    <a:pt x="39452" y="26723"/>
                  </a:lnTo>
                  <a:lnTo>
                    <a:pt x="39425" y="26828"/>
                  </a:lnTo>
                  <a:lnTo>
                    <a:pt x="39386" y="26947"/>
                  </a:lnTo>
                  <a:lnTo>
                    <a:pt x="39333" y="27052"/>
                  </a:lnTo>
                  <a:lnTo>
                    <a:pt x="39281" y="27144"/>
                  </a:lnTo>
                  <a:lnTo>
                    <a:pt x="39202" y="27236"/>
                  </a:lnTo>
                  <a:lnTo>
                    <a:pt x="39136" y="27328"/>
                  </a:lnTo>
                  <a:lnTo>
                    <a:pt x="39044" y="27407"/>
                  </a:lnTo>
                  <a:lnTo>
                    <a:pt x="38952" y="27473"/>
                  </a:lnTo>
                  <a:lnTo>
                    <a:pt x="38859" y="27526"/>
                  </a:lnTo>
                  <a:lnTo>
                    <a:pt x="38754" y="27579"/>
                  </a:lnTo>
                  <a:lnTo>
                    <a:pt x="38636" y="27618"/>
                  </a:lnTo>
                  <a:lnTo>
                    <a:pt x="38530" y="27658"/>
                  </a:lnTo>
                  <a:lnTo>
                    <a:pt x="38412" y="27671"/>
                  </a:lnTo>
                  <a:lnTo>
                    <a:pt x="38162" y="27671"/>
                  </a:lnTo>
                  <a:lnTo>
                    <a:pt x="38043" y="27658"/>
                  </a:lnTo>
                  <a:lnTo>
                    <a:pt x="37925" y="27618"/>
                  </a:lnTo>
                  <a:lnTo>
                    <a:pt x="37819" y="27579"/>
                  </a:lnTo>
                  <a:lnTo>
                    <a:pt x="37714" y="27526"/>
                  </a:lnTo>
                  <a:lnTo>
                    <a:pt x="37609" y="27473"/>
                  </a:lnTo>
                  <a:lnTo>
                    <a:pt x="37517" y="27407"/>
                  </a:lnTo>
                  <a:lnTo>
                    <a:pt x="37438" y="27328"/>
                  </a:lnTo>
                  <a:lnTo>
                    <a:pt x="37359" y="27236"/>
                  </a:lnTo>
                  <a:lnTo>
                    <a:pt x="37293" y="27144"/>
                  </a:lnTo>
                  <a:lnTo>
                    <a:pt x="37227" y="27052"/>
                  </a:lnTo>
                  <a:lnTo>
                    <a:pt x="37174" y="26947"/>
                  </a:lnTo>
                  <a:lnTo>
                    <a:pt x="37135" y="26828"/>
                  </a:lnTo>
                  <a:lnTo>
                    <a:pt x="37109" y="26723"/>
                  </a:lnTo>
                  <a:lnTo>
                    <a:pt x="37095" y="26604"/>
                  </a:lnTo>
                  <a:lnTo>
                    <a:pt x="37082" y="26473"/>
                  </a:lnTo>
                  <a:lnTo>
                    <a:pt x="37095" y="26354"/>
                  </a:lnTo>
                  <a:lnTo>
                    <a:pt x="37109" y="26236"/>
                  </a:lnTo>
                  <a:lnTo>
                    <a:pt x="37135" y="26117"/>
                  </a:lnTo>
                  <a:lnTo>
                    <a:pt x="37174" y="26012"/>
                  </a:lnTo>
                  <a:lnTo>
                    <a:pt x="37227" y="25907"/>
                  </a:lnTo>
                  <a:lnTo>
                    <a:pt x="37293" y="25815"/>
                  </a:lnTo>
                  <a:lnTo>
                    <a:pt x="37359" y="25722"/>
                  </a:lnTo>
                  <a:lnTo>
                    <a:pt x="37438" y="25630"/>
                  </a:lnTo>
                  <a:lnTo>
                    <a:pt x="37517" y="25551"/>
                  </a:lnTo>
                  <a:lnTo>
                    <a:pt x="37609" y="25486"/>
                  </a:lnTo>
                  <a:lnTo>
                    <a:pt x="37714" y="25420"/>
                  </a:lnTo>
                  <a:lnTo>
                    <a:pt x="37819" y="25380"/>
                  </a:lnTo>
                  <a:lnTo>
                    <a:pt x="37925" y="25341"/>
                  </a:lnTo>
                  <a:lnTo>
                    <a:pt x="38043" y="25301"/>
                  </a:lnTo>
                  <a:lnTo>
                    <a:pt x="38162" y="25288"/>
                  </a:lnTo>
                  <a:lnTo>
                    <a:pt x="38280" y="25275"/>
                  </a:lnTo>
                  <a:close/>
                  <a:moveTo>
                    <a:pt x="1" y="1"/>
                  </a:moveTo>
                  <a:lnTo>
                    <a:pt x="1" y="19207"/>
                  </a:lnTo>
                  <a:lnTo>
                    <a:pt x="30264" y="19207"/>
                  </a:lnTo>
                  <a:lnTo>
                    <a:pt x="36266" y="25209"/>
                  </a:lnTo>
                  <a:lnTo>
                    <a:pt x="36187" y="25354"/>
                  </a:lnTo>
                  <a:lnTo>
                    <a:pt x="36121" y="25499"/>
                  </a:lnTo>
                  <a:lnTo>
                    <a:pt x="36056" y="25657"/>
                  </a:lnTo>
                  <a:lnTo>
                    <a:pt x="36003" y="25815"/>
                  </a:lnTo>
                  <a:lnTo>
                    <a:pt x="35963" y="25973"/>
                  </a:lnTo>
                  <a:lnTo>
                    <a:pt x="35924" y="26131"/>
                  </a:lnTo>
                  <a:lnTo>
                    <a:pt x="35911" y="26302"/>
                  </a:lnTo>
                  <a:lnTo>
                    <a:pt x="35911" y="26473"/>
                  </a:lnTo>
                  <a:lnTo>
                    <a:pt x="35924" y="26723"/>
                  </a:lnTo>
                  <a:lnTo>
                    <a:pt x="35950" y="26960"/>
                  </a:lnTo>
                  <a:lnTo>
                    <a:pt x="36016" y="27184"/>
                  </a:lnTo>
                  <a:lnTo>
                    <a:pt x="36095" y="27407"/>
                  </a:lnTo>
                  <a:lnTo>
                    <a:pt x="36187" y="27605"/>
                  </a:lnTo>
                  <a:lnTo>
                    <a:pt x="36306" y="27802"/>
                  </a:lnTo>
                  <a:lnTo>
                    <a:pt x="36450" y="27987"/>
                  </a:lnTo>
                  <a:lnTo>
                    <a:pt x="36608" y="28158"/>
                  </a:lnTo>
                  <a:lnTo>
                    <a:pt x="36766" y="28316"/>
                  </a:lnTo>
                  <a:lnTo>
                    <a:pt x="36951" y="28447"/>
                  </a:lnTo>
                  <a:lnTo>
                    <a:pt x="37148" y="28566"/>
                  </a:lnTo>
                  <a:lnTo>
                    <a:pt x="37359" y="28671"/>
                  </a:lnTo>
                  <a:lnTo>
                    <a:pt x="37583" y="28750"/>
                  </a:lnTo>
                  <a:lnTo>
                    <a:pt x="37806" y="28803"/>
                  </a:lnTo>
                  <a:lnTo>
                    <a:pt x="38043" y="28842"/>
                  </a:lnTo>
                  <a:lnTo>
                    <a:pt x="38280" y="28855"/>
                  </a:lnTo>
                  <a:lnTo>
                    <a:pt x="38530" y="28842"/>
                  </a:lnTo>
                  <a:lnTo>
                    <a:pt x="38767" y="28803"/>
                  </a:lnTo>
                  <a:lnTo>
                    <a:pt x="38991" y="28750"/>
                  </a:lnTo>
                  <a:lnTo>
                    <a:pt x="39215" y="28671"/>
                  </a:lnTo>
                  <a:lnTo>
                    <a:pt x="39412" y="28566"/>
                  </a:lnTo>
                  <a:lnTo>
                    <a:pt x="39610" y="28447"/>
                  </a:lnTo>
                  <a:lnTo>
                    <a:pt x="39794" y="28316"/>
                  </a:lnTo>
                  <a:lnTo>
                    <a:pt x="39965" y="28158"/>
                  </a:lnTo>
                  <a:lnTo>
                    <a:pt x="40123" y="27987"/>
                  </a:lnTo>
                  <a:lnTo>
                    <a:pt x="40255" y="27802"/>
                  </a:lnTo>
                  <a:lnTo>
                    <a:pt x="40373" y="27605"/>
                  </a:lnTo>
                  <a:lnTo>
                    <a:pt x="40479" y="27407"/>
                  </a:lnTo>
                  <a:lnTo>
                    <a:pt x="40557" y="27184"/>
                  </a:lnTo>
                  <a:lnTo>
                    <a:pt x="40610" y="26960"/>
                  </a:lnTo>
                  <a:lnTo>
                    <a:pt x="40650" y="26723"/>
                  </a:lnTo>
                  <a:lnTo>
                    <a:pt x="40663" y="26473"/>
                  </a:lnTo>
                  <a:lnTo>
                    <a:pt x="40650" y="26236"/>
                  </a:lnTo>
                  <a:lnTo>
                    <a:pt x="40610" y="25999"/>
                  </a:lnTo>
                  <a:lnTo>
                    <a:pt x="40557" y="25775"/>
                  </a:lnTo>
                  <a:lnTo>
                    <a:pt x="40479" y="25551"/>
                  </a:lnTo>
                  <a:lnTo>
                    <a:pt x="40373" y="25341"/>
                  </a:lnTo>
                  <a:lnTo>
                    <a:pt x="40255" y="25143"/>
                  </a:lnTo>
                  <a:lnTo>
                    <a:pt x="40123" y="24972"/>
                  </a:lnTo>
                  <a:lnTo>
                    <a:pt x="39965" y="24801"/>
                  </a:lnTo>
                  <a:lnTo>
                    <a:pt x="39794" y="24643"/>
                  </a:lnTo>
                  <a:lnTo>
                    <a:pt x="39610" y="24511"/>
                  </a:lnTo>
                  <a:lnTo>
                    <a:pt x="39412" y="24393"/>
                  </a:lnTo>
                  <a:lnTo>
                    <a:pt x="39215" y="24288"/>
                  </a:lnTo>
                  <a:lnTo>
                    <a:pt x="38991" y="24209"/>
                  </a:lnTo>
                  <a:lnTo>
                    <a:pt x="38767" y="24143"/>
                  </a:lnTo>
                  <a:lnTo>
                    <a:pt x="38530" y="24117"/>
                  </a:lnTo>
                  <a:lnTo>
                    <a:pt x="38280" y="24103"/>
                  </a:lnTo>
                  <a:lnTo>
                    <a:pt x="38122" y="24103"/>
                  </a:lnTo>
                  <a:lnTo>
                    <a:pt x="37977" y="24117"/>
                  </a:lnTo>
                  <a:lnTo>
                    <a:pt x="37819" y="24143"/>
                  </a:lnTo>
                  <a:lnTo>
                    <a:pt x="37675" y="24182"/>
                  </a:lnTo>
                  <a:lnTo>
                    <a:pt x="37530" y="24222"/>
                  </a:lnTo>
                  <a:lnTo>
                    <a:pt x="37398" y="24275"/>
                  </a:lnTo>
                  <a:lnTo>
                    <a:pt x="37253" y="24327"/>
                  </a:lnTo>
                  <a:lnTo>
                    <a:pt x="37122" y="24406"/>
                  </a:lnTo>
                  <a:lnTo>
                    <a:pt x="30764" y="18035"/>
                  </a:lnTo>
                  <a:lnTo>
                    <a:pt x="1172" y="18035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6"/>
            <p:cNvSpPr/>
            <p:nvPr/>
          </p:nvSpPr>
          <p:spPr>
            <a:xfrm>
              <a:off x="5370525" y="2744125"/>
              <a:ext cx="1047825" cy="619025"/>
            </a:xfrm>
            <a:custGeom>
              <a:rect b="b" l="l" r="r" t="t"/>
              <a:pathLst>
                <a:path extrusionOk="0" h="24761" w="41913">
                  <a:moveTo>
                    <a:pt x="39530" y="21180"/>
                  </a:moveTo>
                  <a:lnTo>
                    <a:pt x="39649" y="21193"/>
                  </a:lnTo>
                  <a:lnTo>
                    <a:pt x="39767" y="21207"/>
                  </a:lnTo>
                  <a:lnTo>
                    <a:pt x="39886" y="21233"/>
                  </a:lnTo>
                  <a:lnTo>
                    <a:pt x="39991" y="21272"/>
                  </a:lnTo>
                  <a:lnTo>
                    <a:pt x="40096" y="21325"/>
                  </a:lnTo>
                  <a:lnTo>
                    <a:pt x="40202" y="21391"/>
                  </a:lnTo>
                  <a:lnTo>
                    <a:pt x="40294" y="21457"/>
                  </a:lnTo>
                  <a:lnTo>
                    <a:pt x="40373" y="21536"/>
                  </a:lnTo>
                  <a:lnTo>
                    <a:pt x="40452" y="21615"/>
                  </a:lnTo>
                  <a:lnTo>
                    <a:pt x="40517" y="21707"/>
                  </a:lnTo>
                  <a:lnTo>
                    <a:pt x="40583" y="21812"/>
                  </a:lnTo>
                  <a:lnTo>
                    <a:pt x="40636" y="21917"/>
                  </a:lnTo>
                  <a:lnTo>
                    <a:pt x="40675" y="22023"/>
                  </a:lnTo>
                  <a:lnTo>
                    <a:pt x="40702" y="22141"/>
                  </a:lnTo>
                  <a:lnTo>
                    <a:pt x="40728" y="22260"/>
                  </a:lnTo>
                  <a:lnTo>
                    <a:pt x="40728" y="22378"/>
                  </a:lnTo>
                  <a:lnTo>
                    <a:pt x="40728" y="22497"/>
                  </a:lnTo>
                  <a:lnTo>
                    <a:pt x="40702" y="22615"/>
                  </a:lnTo>
                  <a:lnTo>
                    <a:pt x="40675" y="22734"/>
                  </a:lnTo>
                  <a:lnTo>
                    <a:pt x="40636" y="22839"/>
                  </a:lnTo>
                  <a:lnTo>
                    <a:pt x="40583" y="22944"/>
                  </a:lnTo>
                  <a:lnTo>
                    <a:pt x="40517" y="23049"/>
                  </a:lnTo>
                  <a:lnTo>
                    <a:pt x="40452" y="23142"/>
                  </a:lnTo>
                  <a:lnTo>
                    <a:pt x="40373" y="23221"/>
                  </a:lnTo>
                  <a:lnTo>
                    <a:pt x="40294" y="23300"/>
                  </a:lnTo>
                  <a:lnTo>
                    <a:pt x="40202" y="23365"/>
                  </a:lnTo>
                  <a:lnTo>
                    <a:pt x="40096" y="23431"/>
                  </a:lnTo>
                  <a:lnTo>
                    <a:pt x="39991" y="23484"/>
                  </a:lnTo>
                  <a:lnTo>
                    <a:pt x="39886" y="23523"/>
                  </a:lnTo>
                  <a:lnTo>
                    <a:pt x="39767" y="23550"/>
                  </a:lnTo>
                  <a:lnTo>
                    <a:pt x="39649" y="23576"/>
                  </a:lnTo>
                  <a:lnTo>
                    <a:pt x="39412" y="23576"/>
                  </a:lnTo>
                  <a:lnTo>
                    <a:pt x="39293" y="23550"/>
                  </a:lnTo>
                  <a:lnTo>
                    <a:pt x="39175" y="23523"/>
                  </a:lnTo>
                  <a:lnTo>
                    <a:pt x="39069" y="23484"/>
                  </a:lnTo>
                  <a:lnTo>
                    <a:pt x="38964" y="23431"/>
                  </a:lnTo>
                  <a:lnTo>
                    <a:pt x="38859" y="23365"/>
                  </a:lnTo>
                  <a:lnTo>
                    <a:pt x="38767" y="23300"/>
                  </a:lnTo>
                  <a:lnTo>
                    <a:pt x="38688" y="23221"/>
                  </a:lnTo>
                  <a:lnTo>
                    <a:pt x="38609" y="23142"/>
                  </a:lnTo>
                  <a:lnTo>
                    <a:pt x="38543" y="23049"/>
                  </a:lnTo>
                  <a:lnTo>
                    <a:pt x="38477" y="22944"/>
                  </a:lnTo>
                  <a:lnTo>
                    <a:pt x="38424" y="22839"/>
                  </a:lnTo>
                  <a:lnTo>
                    <a:pt x="38385" y="22734"/>
                  </a:lnTo>
                  <a:lnTo>
                    <a:pt x="38359" y="22615"/>
                  </a:lnTo>
                  <a:lnTo>
                    <a:pt x="38345" y="22497"/>
                  </a:lnTo>
                  <a:lnTo>
                    <a:pt x="38332" y="22378"/>
                  </a:lnTo>
                  <a:lnTo>
                    <a:pt x="38345" y="22260"/>
                  </a:lnTo>
                  <a:lnTo>
                    <a:pt x="38359" y="22141"/>
                  </a:lnTo>
                  <a:lnTo>
                    <a:pt x="38385" y="22023"/>
                  </a:lnTo>
                  <a:lnTo>
                    <a:pt x="38424" y="21917"/>
                  </a:lnTo>
                  <a:lnTo>
                    <a:pt x="38477" y="21812"/>
                  </a:lnTo>
                  <a:lnTo>
                    <a:pt x="38543" y="21707"/>
                  </a:lnTo>
                  <a:lnTo>
                    <a:pt x="38609" y="21615"/>
                  </a:lnTo>
                  <a:lnTo>
                    <a:pt x="38688" y="21536"/>
                  </a:lnTo>
                  <a:lnTo>
                    <a:pt x="38767" y="21457"/>
                  </a:lnTo>
                  <a:lnTo>
                    <a:pt x="38859" y="21391"/>
                  </a:lnTo>
                  <a:lnTo>
                    <a:pt x="38964" y="21325"/>
                  </a:lnTo>
                  <a:lnTo>
                    <a:pt x="39069" y="21272"/>
                  </a:lnTo>
                  <a:lnTo>
                    <a:pt x="39175" y="21233"/>
                  </a:lnTo>
                  <a:lnTo>
                    <a:pt x="39293" y="21207"/>
                  </a:lnTo>
                  <a:lnTo>
                    <a:pt x="39412" y="21193"/>
                  </a:lnTo>
                  <a:lnTo>
                    <a:pt x="39530" y="21180"/>
                  </a:lnTo>
                  <a:close/>
                  <a:moveTo>
                    <a:pt x="0" y="0"/>
                  </a:moveTo>
                  <a:lnTo>
                    <a:pt x="0" y="13914"/>
                  </a:lnTo>
                  <a:lnTo>
                    <a:pt x="30276" y="13914"/>
                  </a:lnTo>
                  <a:lnTo>
                    <a:pt x="37503" y="21141"/>
                  </a:lnTo>
                  <a:lnTo>
                    <a:pt x="37424" y="21272"/>
                  </a:lnTo>
                  <a:lnTo>
                    <a:pt x="37358" y="21417"/>
                  </a:lnTo>
                  <a:lnTo>
                    <a:pt x="37292" y="21575"/>
                  </a:lnTo>
                  <a:lnTo>
                    <a:pt x="37240" y="21720"/>
                  </a:lnTo>
                  <a:lnTo>
                    <a:pt x="37200" y="21878"/>
                  </a:lnTo>
                  <a:lnTo>
                    <a:pt x="37174" y="22049"/>
                  </a:lnTo>
                  <a:lnTo>
                    <a:pt x="37161" y="22207"/>
                  </a:lnTo>
                  <a:lnTo>
                    <a:pt x="37148" y="22378"/>
                  </a:lnTo>
                  <a:lnTo>
                    <a:pt x="37161" y="22628"/>
                  </a:lnTo>
                  <a:lnTo>
                    <a:pt x="37200" y="22852"/>
                  </a:lnTo>
                  <a:lnTo>
                    <a:pt x="37266" y="23089"/>
                  </a:lnTo>
                  <a:lnTo>
                    <a:pt x="37345" y="23300"/>
                  </a:lnTo>
                  <a:lnTo>
                    <a:pt x="37437" y="23510"/>
                  </a:lnTo>
                  <a:lnTo>
                    <a:pt x="37556" y="23708"/>
                  </a:lnTo>
                  <a:lnTo>
                    <a:pt x="37700" y="23892"/>
                  </a:lnTo>
                  <a:lnTo>
                    <a:pt x="37845" y="24063"/>
                  </a:lnTo>
                  <a:lnTo>
                    <a:pt x="38016" y="24208"/>
                  </a:lnTo>
                  <a:lnTo>
                    <a:pt x="38201" y="24353"/>
                  </a:lnTo>
                  <a:lnTo>
                    <a:pt x="38398" y="24471"/>
                  </a:lnTo>
                  <a:lnTo>
                    <a:pt x="38609" y="24576"/>
                  </a:lnTo>
                  <a:lnTo>
                    <a:pt x="38819" y="24655"/>
                  </a:lnTo>
                  <a:lnTo>
                    <a:pt x="39056" y="24708"/>
                  </a:lnTo>
                  <a:lnTo>
                    <a:pt x="39293" y="24748"/>
                  </a:lnTo>
                  <a:lnTo>
                    <a:pt x="39530" y="24761"/>
                  </a:lnTo>
                  <a:lnTo>
                    <a:pt x="39780" y="24748"/>
                  </a:lnTo>
                  <a:lnTo>
                    <a:pt x="40004" y="24708"/>
                  </a:lnTo>
                  <a:lnTo>
                    <a:pt x="40241" y="24655"/>
                  </a:lnTo>
                  <a:lnTo>
                    <a:pt x="40452" y="24576"/>
                  </a:lnTo>
                  <a:lnTo>
                    <a:pt x="40662" y="24471"/>
                  </a:lnTo>
                  <a:lnTo>
                    <a:pt x="40860" y="24353"/>
                  </a:lnTo>
                  <a:lnTo>
                    <a:pt x="41044" y="24208"/>
                  </a:lnTo>
                  <a:lnTo>
                    <a:pt x="41215" y="24063"/>
                  </a:lnTo>
                  <a:lnTo>
                    <a:pt x="41360" y="23892"/>
                  </a:lnTo>
                  <a:lnTo>
                    <a:pt x="41505" y="23708"/>
                  </a:lnTo>
                  <a:lnTo>
                    <a:pt x="41623" y="23510"/>
                  </a:lnTo>
                  <a:lnTo>
                    <a:pt x="41728" y="23300"/>
                  </a:lnTo>
                  <a:lnTo>
                    <a:pt x="41807" y="23089"/>
                  </a:lnTo>
                  <a:lnTo>
                    <a:pt x="41860" y="22852"/>
                  </a:lnTo>
                  <a:lnTo>
                    <a:pt x="41900" y="22628"/>
                  </a:lnTo>
                  <a:lnTo>
                    <a:pt x="41913" y="22378"/>
                  </a:lnTo>
                  <a:lnTo>
                    <a:pt x="41900" y="22141"/>
                  </a:lnTo>
                  <a:lnTo>
                    <a:pt x="41860" y="21904"/>
                  </a:lnTo>
                  <a:lnTo>
                    <a:pt x="41807" y="21667"/>
                  </a:lnTo>
                  <a:lnTo>
                    <a:pt x="41728" y="21457"/>
                  </a:lnTo>
                  <a:lnTo>
                    <a:pt x="41623" y="21246"/>
                  </a:lnTo>
                  <a:lnTo>
                    <a:pt x="41505" y="21049"/>
                  </a:lnTo>
                  <a:lnTo>
                    <a:pt x="41360" y="20864"/>
                  </a:lnTo>
                  <a:lnTo>
                    <a:pt x="41215" y="20693"/>
                  </a:lnTo>
                  <a:lnTo>
                    <a:pt x="41044" y="20548"/>
                  </a:lnTo>
                  <a:lnTo>
                    <a:pt x="40860" y="20404"/>
                  </a:lnTo>
                  <a:lnTo>
                    <a:pt x="40662" y="20285"/>
                  </a:lnTo>
                  <a:lnTo>
                    <a:pt x="40452" y="20193"/>
                  </a:lnTo>
                  <a:lnTo>
                    <a:pt x="40241" y="20114"/>
                  </a:lnTo>
                  <a:lnTo>
                    <a:pt x="40004" y="20048"/>
                  </a:lnTo>
                  <a:lnTo>
                    <a:pt x="39780" y="20009"/>
                  </a:lnTo>
                  <a:lnTo>
                    <a:pt x="39530" y="19996"/>
                  </a:lnTo>
                  <a:lnTo>
                    <a:pt x="39372" y="20009"/>
                  </a:lnTo>
                  <a:lnTo>
                    <a:pt x="39214" y="20022"/>
                  </a:lnTo>
                  <a:lnTo>
                    <a:pt x="39056" y="20048"/>
                  </a:lnTo>
                  <a:lnTo>
                    <a:pt x="38912" y="20088"/>
                  </a:lnTo>
                  <a:lnTo>
                    <a:pt x="38767" y="20127"/>
                  </a:lnTo>
                  <a:lnTo>
                    <a:pt x="38622" y="20180"/>
                  </a:lnTo>
                  <a:lnTo>
                    <a:pt x="38477" y="20246"/>
                  </a:lnTo>
                  <a:lnTo>
                    <a:pt x="38345" y="20311"/>
                  </a:lnTo>
                  <a:lnTo>
                    <a:pt x="30763" y="12729"/>
                  </a:lnTo>
                  <a:lnTo>
                    <a:pt x="1185" y="1272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6"/>
            <p:cNvSpPr/>
            <p:nvPr/>
          </p:nvSpPr>
          <p:spPr>
            <a:xfrm>
              <a:off x="4481975" y="1997075"/>
              <a:ext cx="863225" cy="642425"/>
            </a:xfrm>
            <a:custGeom>
              <a:rect b="b" l="l" r="r" t="t"/>
              <a:pathLst>
                <a:path extrusionOk="0" h="25697" w="34529">
                  <a:moveTo>
                    <a:pt x="32146" y="22116"/>
                  </a:moveTo>
                  <a:lnTo>
                    <a:pt x="32278" y="22129"/>
                  </a:lnTo>
                  <a:lnTo>
                    <a:pt x="32396" y="22142"/>
                  </a:lnTo>
                  <a:lnTo>
                    <a:pt x="32501" y="22168"/>
                  </a:lnTo>
                  <a:lnTo>
                    <a:pt x="32620" y="22208"/>
                  </a:lnTo>
                  <a:lnTo>
                    <a:pt x="32725" y="22260"/>
                  </a:lnTo>
                  <a:lnTo>
                    <a:pt x="32817" y="22326"/>
                  </a:lnTo>
                  <a:lnTo>
                    <a:pt x="32910" y="22392"/>
                  </a:lnTo>
                  <a:lnTo>
                    <a:pt x="33002" y="22471"/>
                  </a:lnTo>
                  <a:lnTo>
                    <a:pt x="33068" y="22550"/>
                  </a:lnTo>
                  <a:lnTo>
                    <a:pt x="33146" y="22642"/>
                  </a:lnTo>
                  <a:lnTo>
                    <a:pt x="33199" y="22748"/>
                  </a:lnTo>
                  <a:lnTo>
                    <a:pt x="33252" y="22853"/>
                  </a:lnTo>
                  <a:lnTo>
                    <a:pt x="33291" y="22958"/>
                  </a:lnTo>
                  <a:lnTo>
                    <a:pt x="33318" y="23077"/>
                  </a:lnTo>
                  <a:lnTo>
                    <a:pt x="33344" y="23195"/>
                  </a:lnTo>
                  <a:lnTo>
                    <a:pt x="33344" y="23314"/>
                  </a:lnTo>
                  <a:lnTo>
                    <a:pt x="33344" y="23432"/>
                  </a:lnTo>
                  <a:lnTo>
                    <a:pt x="33318" y="23551"/>
                  </a:lnTo>
                  <a:lnTo>
                    <a:pt x="33291" y="23669"/>
                  </a:lnTo>
                  <a:lnTo>
                    <a:pt x="33252" y="23774"/>
                  </a:lnTo>
                  <a:lnTo>
                    <a:pt x="33199" y="23880"/>
                  </a:lnTo>
                  <a:lnTo>
                    <a:pt x="33146" y="23985"/>
                  </a:lnTo>
                  <a:lnTo>
                    <a:pt x="33068" y="24077"/>
                  </a:lnTo>
                  <a:lnTo>
                    <a:pt x="33002" y="24156"/>
                  </a:lnTo>
                  <a:lnTo>
                    <a:pt x="32910" y="24235"/>
                  </a:lnTo>
                  <a:lnTo>
                    <a:pt x="32817" y="24301"/>
                  </a:lnTo>
                  <a:lnTo>
                    <a:pt x="32725" y="24367"/>
                  </a:lnTo>
                  <a:lnTo>
                    <a:pt x="32620" y="24419"/>
                  </a:lnTo>
                  <a:lnTo>
                    <a:pt x="32501" y="24459"/>
                  </a:lnTo>
                  <a:lnTo>
                    <a:pt x="32396" y="24485"/>
                  </a:lnTo>
                  <a:lnTo>
                    <a:pt x="32278" y="24511"/>
                  </a:lnTo>
                  <a:lnTo>
                    <a:pt x="32028" y="24511"/>
                  </a:lnTo>
                  <a:lnTo>
                    <a:pt x="31896" y="24485"/>
                  </a:lnTo>
                  <a:lnTo>
                    <a:pt x="31777" y="24459"/>
                  </a:lnTo>
                  <a:lnTo>
                    <a:pt x="31672" y="24406"/>
                  </a:lnTo>
                  <a:lnTo>
                    <a:pt x="31567" y="24353"/>
                  </a:lnTo>
                  <a:lnTo>
                    <a:pt x="31462" y="24288"/>
                  </a:lnTo>
                  <a:lnTo>
                    <a:pt x="31369" y="24222"/>
                  </a:lnTo>
                  <a:lnTo>
                    <a:pt x="31277" y="24130"/>
                  </a:lnTo>
                  <a:lnTo>
                    <a:pt x="31409" y="24130"/>
                  </a:lnTo>
                  <a:lnTo>
                    <a:pt x="31409" y="22958"/>
                  </a:lnTo>
                  <a:lnTo>
                    <a:pt x="31001" y="22958"/>
                  </a:lnTo>
                  <a:lnTo>
                    <a:pt x="31080" y="22774"/>
                  </a:lnTo>
                  <a:lnTo>
                    <a:pt x="31172" y="22616"/>
                  </a:lnTo>
                  <a:lnTo>
                    <a:pt x="31290" y="22471"/>
                  </a:lnTo>
                  <a:lnTo>
                    <a:pt x="31435" y="22353"/>
                  </a:lnTo>
                  <a:lnTo>
                    <a:pt x="31593" y="22260"/>
                  </a:lnTo>
                  <a:lnTo>
                    <a:pt x="31764" y="22182"/>
                  </a:lnTo>
                  <a:lnTo>
                    <a:pt x="31949" y="22129"/>
                  </a:lnTo>
                  <a:lnTo>
                    <a:pt x="32054" y="22116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5494" y="1186"/>
                  </a:lnTo>
                  <a:lnTo>
                    <a:pt x="15494" y="24130"/>
                  </a:lnTo>
                  <a:lnTo>
                    <a:pt x="29921" y="24130"/>
                  </a:lnTo>
                  <a:lnTo>
                    <a:pt x="29987" y="24301"/>
                  </a:lnTo>
                  <a:lnTo>
                    <a:pt x="30066" y="24459"/>
                  </a:lnTo>
                  <a:lnTo>
                    <a:pt x="30158" y="24617"/>
                  </a:lnTo>
                  <a:lnTo>
                    <a:pt x="30264" y="24762"/>
                  </a:lnTo>
                  <a:lnTo>
                    <a:pt x="30382" y="24893"/>
                  </a:lnTo>
                  <a:lnTo>
                    <a:pt x="30501" y="25025"/>
                  </a:lnTo>
                  <a:lnTo>
                    <a:pt x="30632" y="25143"/>
                  </a:lnTo>
                  <a:lnTo>
                    <a:pt x="30777" y="25249"/>
                  </a:lnTo>
                  <a:lnTo>
                    <a:pt x="30922" y="25354"/>
                  </a:lnTo>
                  <a:lnTo>
                    <a:pt x="31080" y="25446"/>
                  </a:lnTo>
                  <a:lnTo>
                    <a:pt x="31251" y="25512"/>
                  </a:lnTo>
                  <a:lnTo>
                    <a:pt x="31422" y="25578"/>
                  </a:lnTo>
                  <a:lnTo>
                    <a:pt x="31593" y="25630"/>
                  </a:lnTo>
                  <a:lnTo>
                    <a:pt x="31777" y="25670"/>
                  </a:lnTo>
                  <a:lnTo>
                    <a:pt x="31962" y="25683"/>
                  </a:lnTo>
                  <a:lnTo>
                    <a:pt x="32146" y="25696"/>
                  </a:lnTo>
                  <a:lnTo>
                    <a:pt x="32396" y="25683"/>
                  </a:lnTo>
                  <a:lnTo>
                    <a:pt x="32633" y="25644"/>
                  </a:lnTo>
                  <a:lnTo>
                    <a:pt x="32857" y="25591"/>
                  </a:lnTo>
                  <a:lnTo>
                    <a:pt x="33068" y="25512"/>
                  </a:lnTo>
                  <a:lnTo>
                    <a:pt x="33278" y="25407"/>
                  </a:lnTo>
                  <a:lnTo>
                    <a:pt x="33476" y="25288"/>
                  </a:lnTo>
                  <a:lnTo>
                    <a:pt x="33660" y="25143"/>
                  </a:lnTo>
                  <a:lnTo>
                    <a:pt x="33831" y="24999"/>
                  </a:lnTo>
                  <a:lnTo>
                    <a:pt x="33989" y="24827"/>
                  </a:lnTo>
                  <a:lnTo>
                    <a:pt x="34121" y="24643"/>
                  </a:lnTo>
                  <a:lnTo>
                    <a:pt x="34239" y="24446"/>
                  </a:lnTo>
                  <a:lnTo>
                    <a:pt x="34344" y="24235"/>
                  </a:lnTo>
                  <a:lnTo>
                    <a:pt x="34423" y="24024"/>
                  </a:lnTo>
                  <a:lnTo>
                    <a:pt x="34476" y="23787"/>
                  </a:lnTo>
                  <a:lnTo>
                    <a:pt x="34515" y="23551"/>
                  </a:lnTo>
                  <a:lnTo>
                    <a:pt x="34529" y="23314"/>
                  </a:lnTo>
                  <a:lnTo>
                    <a:pt x="34515" y="23077"/>
                  </a:lnTo>
                  <a:lnTo>
                    <a:pt x="34476" y="22840"/>
                  </a:lnTo>
                  <a:lnTo>
                    <a:pt x="34423" y="22603"/>
                  </a:lnTo>
                  <a:lnTo>
                    <a:pt x="34344" y="22392"/>
                  </a:lnTo>
                  <a:lnTo>
                    <a:pt x="34239" y="22182"/>
                  </a:lnTo>
                  <a:lnTo>
                    <a:pt x="34121" y="21984"/>
                  </a:lnTo>
                  <a:lnTo>
                    <a:pt x="33989" y="21800"/>
                  </a:lnTo>
                  <a:lnTo>
                    <a:pt x="33831" y="21629"/>
                  </a:lnTo>
                  <a:lnTo>
                    <a:pt x="33660" y="21484"/>
                  </a:lnTo>
                  <a:lnTo>
                    <a:pt x="33476" y="21339"/>
                  </a:lnTo>
                  <a:lnTo>
                    <a:pt x="33278" y="21221"/>
                  </a:lnTo>
                  <a:lnTo>
                    <a:pt x="33068" y="21128"/>
                  </a:lnTo>
                  <a:lnTo>
                    <a:pt x="32857" y="21036"/>
                  </a:lnTo>
                  <a:lnTo>
                    <a:pt x="32633" y="20984"/>
                  </a:lnTo>
                  <a:lnTo>
                    <a:pt x="32396" y="20944"/>
                  </a:lnTo>
                  <a:lnTo>
                    <a:pt x="32146" y="20931"/>
                  </a:lnTo>
                  <a:lnTo>
                    <a:pt x="31922" y="20944"/>
                  </a:lnTo>
                  <a:lnTo>
                    <a:pt x="31712" y="20970"/>
                  </a:lnTo>
                  <a:lnTo>
                    <a:pt x="31501" y="21023"/>
                  </a:lnTo>
                  <a:lnTo>
                    <a:pt x="31304" y="21089"/>
                  </a:lnTo>
                  <a:lnTo>
                    <a:pt x="31106" y="21168"/>
                  </a:lnTo>
                  <a:lnTo>
                    <a:pt x="30922" y="21273"/>
                  </a:lnTo>
                  <a:lnTo>
                    <a:pt x="30751" y="21392"/>
                  </a:lnTo>
                  <a:lnTo>
                    <a:pt x="30593" y="21523"/>
                  </a:lnTo>
                  <a:lnTo>
                    <a:pt x="30448" y="21655"/>
                  </a:lnTo>
                  <a:lnTo>
                    <a:pt x="30303" y="21813"/>
                  </a:lnTo>
                  <a:lnTo>
                    <a:pt x="30185" y="21984"/>
                  </a:lnTo>
                  <a:lnTo>
                    <a:pt x="30066" y="22155"/>
                  </a:lnTo>
                  <a:lnTo>
                    <a:pt x="29974" y="22339"/>
                  </a:lnTo>
                  <a:lnTo>
                    <a:pt x="29895" y="22537"/>
                  </a:lnTo>
                  <a:lnTo>
                    <a:pt x="29842" y="22748"/>
                  </a:lnTo>
                  <a:lnTo>
                    <a:pt x="29803" y="22958"/>
                  </a:lnTo>
                  <a:lnTo>
                    <a:pt x="16679" y="22958"/>
                  </a:lnTo>
                  <a:lnTo>
                    <a:pt x="1667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6"/>
            <p:cNvSpPr/>
            <p:nvPr/>
          </p:nvSpPr>
          <p:spPr>
            <a:xfrm>
              <a:off x="5823350" y="1374775"/>
              <a:ext cx="554850" cy="548300"/>
            </a:xfrm>
            <a:custGeom>
              <a:rect b="b" l="l" r="r" t="t"/>
              <a:pathLst>
                <a:path extrusionOk="0" h="21932" w="22194">
                  <a:moveTo>
                    <a:pt x="2383" y="1186"/>
                  </a:moveTo>
                  <a:lnTo>
                    <a:pt x="2501" y="1199"/>
                  </a:lnTo>
                  <a:lnTo>
                    <a:pt x="2620" y="1212"/>
                  </a:lnTo>
                  <a:lnTo>
                    <a:pt x="2738" y="1238"/>
                  </a:lnTo>
                  <a:lnTo>
                    <a:pt x="2844" y="1278"/>
                  </a:lnTo>
                  <a:lnTo>
                    <a:pt x="2949" y="1330"/>
                  </a:lnTo>
                  <a:lnTo>
                    <a:pt x="3054" y="1396"/>
                  </a:lnTo>
                  <a:lnTo>
                    <a:pt x="3146" y="1462"/>
                  </a:lnTo>
                  <a:lnTo>
                    <a:pt x="3225" y="1541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4" y="2146"/>
                  </a:lnTo>
                  <a:lnTo>
                    <a:pt x="3581" y="2265"/>
                  </a:lnTo>
                  <a:lnTo>
                    <a:pt x="3581" y="2383"/>
                  </a:lnTo>
                  <a:lnTo>
                    <a:pt x="3581" y="2502"/>
                  </a:lnTo>
                  <a:lnTo>
                    <a:pt x="3554" y="2620"/>
                  </a:lnTo>
                  <a:lnTo>
                    <a:pt x="3528" y="2739"/>
                  </a:lnTo>
                  <a:lnTo>
                    <a:pt x="3489" y="2857"/>
                  </a:lnTo>
                  <a:lnTo>
                    <a:pt x="3436" y="2949"/>
                  </a:lnTo>
                  <a:lnTo>
                    <a:pt x="3383" y="3055"/>
                  </a:lnTo>
                  <a:lnTo>
                    <a:pt x="3304" y="3147"/>
                  </a:lnTo>
                  <a:lnTo>
                    <a:pt x="3225" y="3226"/>
                  </a:lnTo>
                  <a:lnTo>
                    <a:pt x="3146" y="3305"/>
                  </a:lnTo>
                  <a:lnTo>
                    <a:pt x="3054" y="3384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38" y="3529"/>
                  </a:lnTo>
                  <a:lnTo>
                    <a:pt x="2620" y="3555"/>
                  </a:lnTo>
                  <a:lnTo>
                    <a:pt x="2501" y="3581"/>
                  </a:lnTo>
                  <a:lnTo>
                    <a:pt x="2264" y="3581"/>
                  </a:lnTo>
                  <a:lnTo>
                    <a:pt x="2146" y="3555"/>
                  </a:lnTo>
                  <a:lnTo>
                    <a:pt x="2027" y="3529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1" y="3384"/>
                  </a:lnTo>
                  <a:lnTo>
                    <a:pt x="1619" y="3305"/>
                  </a:lnTo>
                  <a:lnTo>
                    <a:pt x="1540" y="3226"/>
                  </a:lnTo>
                  <a:lnTo>
                    <a:pt x="1461" y="3147"/>
                  </a:lnTo>
                  <a:lnTo>
                    <a:pt x="1396" y="3055"/>
                  </a:lnTo>
                  <a:lnTo>
                    <a:pt x="1330" y="2949"/>
                  </a:lnTo>
                  <a:lnTo>
                    <a:pt x="1277" y="2857"/>
                  </a:lnTo>
                  <a:lnTo>
                    <a:pt x="1238" y="2739"/>
                  </a:lnTo>
                  <a:lnTo>
                    <a:pt x="1211" y="2620"/>
                  </a:lnTo>
                  <a:lnTo>
                    <a:pt x="1198" y="2502"/>
                  </a:lnTo>
                  <a:lnTo>
                    <a:pt x="1185" y="2383"/>
                  </a:lnTo>
                  <a:lnTo>
                    <a:pt x="1198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96" y="1712"/>
                  </a:lnTo>
                  <a:lnTo>
                    <a:pt x="1461" y="1620"/>
                  </a:lnTo>
                  <a:lnTo>
                    <a:pt x="1540" y="1541"/>
                  </a:lnTo>
                  <a:lnTo>
                    <a:pt x="1619" y="1462"/>
                  </a:lnTo>
                  <a:lnTo>
                    <a:pt x="1711" y="1396"/>
                  </a:lnTo>
                  <a:lnTo>
                    <a:pt x="1817" y="1330"/>
                  </a:lnTo>
                  <a:lnTo>
                    <a:pt x="1922" y="1278"/>
                  </a:lnTo>
                  <a:lnTo>
                    <a:pt x="2027" y="1238"/>
                  </a:lnTo>
                  <a:lnTo>
                    <a:pt x="2146" y="1212"/>
                  </a:lnTo>
                  <a:lnTo>
                    <a:pt x="2264" y="1199"/>
                  </a:lnTo>
                  <a:lnTo>
                    <a:pt x="2383" y="1186"/>
                  </a:lnTo>
                  <a:close/>
                  <a:moveTo>
                    <a:pt x="19930" y="18351"/>
                  </a:moveTo>
                  <a:lnTo>
                    <a:pt x="20048" y="18377"/>
                  </a:lnTo>
                  <a:lnTo>
                    <a:pt x="20167" y="18403"/>
                  </a:lnTo>
                  <a:lnTo>
                    <a:pt x="20272" y="18443"/>
                  </a:lnTo>
                  <a:lnTo>
                    <a:pt x="20377" y="18496"/>
                  </a:lnTo>
                  <a:lnTo>
                    <a:pt x="20483" y="18561"/>
                  </a:lnTo>
                  <a:lnTo>
                    <a:pt x="20575" y="18627"/>
                  </a:lnTo>
                  <a:lnTo>
                    <a:pt x="20654" y="18706"/>
                  </a:lnTo>
                  <a:lnTo>
                    <a:pt x="20733" y="18785"/>
                  </a:lnTo>
                  <a:lnTo>
                    <a:pt x="20799" y="18877"/>
                  </a:lnTo>
                  <a:lnTo>
                    <a:pt x="20864" y="18983"/>
                  </a:lnTo>
                  <a:lnTo>
                    <a:pt x="20917" y="19088"/>
                  </a:lnTo>
                  <a:lnTo>
                    <a:pt x="20956" y="19193"/>
                  </a:lnTo>
                  <a:lnTo>
                    <a:pt x="20983" y="19312"/>
                  </a:lnTo>
                  <a:lnTo>
                    <a:pt x="20996" y="19430"/>
                  </a:lnTo>
                  <a:lnTo>
                    <a:pt x="21009" y="19549"/>
                  </a:lnTo>
                  <a:lnTo>
                    <a:pt x="20996" y="19667"/>
                  </a:lnTo>
                  <a:lnTo>
                    <a:pt x="20983" y="19786"/>
                  </a:lnTo>
                  <a:lnTo>
                    <a:pt x="20956" y="19904"/>
                  </a:lnTo>
                  <a:lnTo>
                    <a:pt x="20917" y="20009"/>
                  </a:lnTo>
                  <a:lnTo>
                    <a:pt x="20864" y="20115"/>
                  </a:lnTo>
                  <a:lnTo>
                    <a:pt x="20799" y="20220"/>
                  </a:lnTo>
                  <a:lnTo>
                    <a:pt x="20733" y="20312"/>
                  </a:lnTo>
                  <a:lnTo>
                    <a:pt x="20654" y="20391"/>
                  </a:lnTo>
                  <a:lnTo>
                    <a:pt x="20575" y="20470"/>
                  </a:lnTo>
                  <a:lnTo>
                    <a:pt x="20483" y="20536"/>
                  </a:lnTo>
                  <a:lnTo>
                    <a:pt x="20377" y="20602"/>
                  </a:lnTo>
                  <a:lnTo>
                    <a:pt x="20272" y="20654"/>
                  </a:lnTo>
                  <a:lnTo>
                    <a:pt x="20167" y="20694"/>
                  </a:lnTo>
                  <a:lnTo>
                    <a:pt x="20048" y="20720"/>
                  </a:lnTo>
                  <a:lnTo>
                    <a:pt x="19930" y="20733"/>
                  </a:lnTo>
                  <a:lnTo>
                    <a:pt x="19811" y="20746"/>
                  </a:lnTo>
                  <a:lnTo>
                    <a:pt x="19693" y="20733"/>
                  </a:lnTo>
                  <a:lnTo>
                    <a:pt x="19574" y="20720"/>
                  </a:lnTo>
                  <a:lnTo>
                    <a:pt x="19456" y="20694"/>
                  </a:lnTo>
                  <a:lnTo>
                    <a:pt x="19337" y="20654"/>
                  </a:lnTo>
                  <a:lnTo>
                    <a:pt x="19245" y="20602"/>
                  </a:lnTo>
                  <a:lnTo>
                    <a:pt x="19140" y="20536"/>
                  </a:lnTo>
                  <a:lnTo>
                    <a:pt x="19048" y="20470"/>
                  </a:lnTo>
                  <a:lnTo>
                    <a:pt x="18969" y="20391"/>
                  </a:lnTo>
                  <a:lnTo>
                    <a:pt x="18890" y="20312"/>
                  </a:lnTo>
                  <a:lnTo>
                    <a:pt x="18811" y="20220"/>
                  </a:lnTo>
                  <a:lnTo>
                    <a:pt x="18758" y="20115"/>
                  </a:lnTo>
                  <a:lnTo>
                    <a:pt x="18706" y="20009"/>
                  </a:lnTo>
                  <a:lnTo>
                    <a:pt x="18666" y="19904"/>
                  </a:lnTo>
                  <a:lnTo>
                    <a:pt x="18640" y="19786"/>
                  </a:lnTo>
                  <a:lnTo>
                    <a:pt x="18613" y="19667"/>
                  </a:lnTo>
                  <a:lnTo>
                    <a:pt x="18613" y="19549"/>
                  </a:lnTo>
                  <a:lnTo>
                    <a:pt x="18613" y="19430"/>
                  </a:lnTo>
                  <a:lnTo>
                    <a:pt x="18640" y="19312"/>
                  </a:lnTo>
                  <a:lnTo>
                    <a:pt x="18666" y="19193"/>
                  </a:lnTo>
                  <a:lnTo>
                    <a:pt x="18706" y="19088"/>
                  </a:lnTo>
                  <a:lnTo>
                    <a:pt x="18758" y="18983"/>
                  </a:lnTo>
                  <a:lnTo>
                    <a:pt x="18811" y="18877"/>
                  </a:lnTo>
                  <a:lnTo>
                    <a:pt x="18890" y="18785"/>
                  </a:lnTo>
                  <a:lnTo>
                    <a:pt x="18969" y="18706"/>
                  </a:lnTo>
                  <a:lnTo>
                    <a:pt x="19048" y="18627"/>
                  </a:lnTo>
                  <a:lnTo>
                    <a:pt x="19140" y="18561"/>
                  </a:lnTo>
                  <a:lnTo>
                    <a:pt x="19245" y="18496"/>
                  </a:lnTo>
                  <a:lnTo>
                    <a:pt x="19337" y="18443"/>
                  </a:lnTo>
                  <a:lnTo>
                    <a:pt x="19456" y="18403"/>
                  </a:lnTo>
                  <a:lnTo>
                    <a:pt x="19574" y="18377"/>
                  </a:lnTo>
                  <a:lnTo>
                    <a:pt x="19693" y="18351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53"/>
                  </a:lnTo>
                  <a:lnTo>
                    <a:pt x="1672" y="119"/>
                  </a:lnTo>
                  <a:lnTo>
                    <a:pt x="1461" y="198"/>
                  </a:lnTo>
                  <a:lnTo>
                    <a:pt x="1251" y="290"/>
                  </a:lnTo>
                  <a:lnTo>
                    <a:pt x="1053" y="409"/>
                  </a:lnTo>
                  <a:lnTo>
                    <a:pt x="869" y="554"/>
                  </a:lnTo>
                  <a:lnTo>
                    <a:pt x="698" y="698"/>
                  </a:lnTo>
                  <a:lnTo>
                    <a:pt x="553" y="870"/>
                  </a:lnTo>
                  <a:lnTo>
                    <a:pt x="408" y="1054"/>
                  </a:lnTo>
                  <a:lnTo>
                    <a:pt x="290" y="1251"/>
                  </a:lnTo>
                  <a:lnTo>
                    <a:pt x="198" y="1462"/>
                  </a:lnTo>
                  <a:lnTo>
                    <a:pt x="119" y="1673"/>
                  </a:lnTo>
                  <a:lnTo>
                    <a:pt x="53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13" y="2633"/>
                  </a:lnTo>
                  <a:lnTo>
                    <a:pt x="53" y="2870"/>
                  </a:lnTo>
                  <a:lnTo>
                    <a:pt x="119" y="3094"/>
                  </a:lnTo>
                  <a:lnTo>
                    <a:pt x="198" y="3305"/>
                  </a:lnTo>
                  <a:lnTo>
                    <a:pt x="290" y="3515"/>
                  </a:lnTo>
                  <a:lnTo>
                    <a:pt x="408" y="3713"/>
                  </a:lnTo>
                  <a:lnTo>
                    <a:pt x="553" y="3897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53" y="4358"/>
                  </a:lnTo>
                  <a:lnTo>
                    <a:pt x="1251" y="4476"/>
                  </a:lnTo>
                  <a:lnTo>
                    <a:pt x="1461" y="4582"/>
                  </a:lnTo>
                  <a:lnTo>
                    <a:pt x="1672" y="4661"/>
                  </a:lnTo>
                  <a:lnTo>
                    <a:pt x="1909" y="4713"/>
                  </a:lnTo>
                  <a:lnTo>
                    <a:pt x="2146" y="4753"/>
                  </a:lnTo>
                  <a:lnTo>
                    <a:pt x="2383" y="4766"/>
                  </a:lnTo>
                  <a:lnTo>
                    <a:pt x="2554" y="4753"/>
                  </a:lnTo>
                  <a:lnTo>
                    <a:pt x="2725" y="4740"/>
                  </a:lnTo>
                  <a:lnTo>
                    <a:pt x="2883" y="4713"/>
                  </a:lnTo>
                  <a:lnTo>
                    <a:pt x="3041" y="4674"/>
                  </a:lnTo>
                  <a:lnTo>
                    <a:pt x="3199" y="4621"/>
                  </a:lnTo>
                  <a:lnTo>
                    <a:pt x="3344" y="4555"/>
                  </a:lnTo>
                  <a:lnTo>
                    <a:pt x="3489" y="4490"/>
                  </a:lnTo>
                  <a:lnTo>
                    <a:pt x="3633" y="4411"/>
                  </a:lnTo>
                  <a:lnTo>
                    <a:pt x="17692" y="18469"/>
                  </a:lnTo>
                  <a:lnTo>
                    <a:pt x="17626" y="18588"/>
                  </a:lnTo>
                  <a:lnTo>
                    <a:pt x="17573" y="18719"/>
                  </a:lnTo>
                  <a:lnTo>
                    <a:pt x="17534" y="18851"/>
                  </a:lnTo>
                  <a:lnTo>
                    <a:pt x="17494" y="18983"/>
                  </a:lnTo>
                  <a:lnTo>
                    <a:pt x="17468" y="19127"/>
                  </a:lnTo>
                  <a:lnTo>
                    <a:pt x="17442" y="19259"/>
                  </a:lnTo>
                  <a:lnTo>
                    <a:pt x="17442" y="19404"/>
                  </a:lnTo>
                  <a:lnTo>
                    <a:pt x="17429" y="19549"/>
                  </a:lnTo>
                  <a:lnTo>
                    <a:pt x="17442" y="19786"/>
                  </a:lnTo>
                  <a:lnTo>
                    <a:pt x="17481" y="20022"/>
                  </a:lnTo>
                  <a:lnTo>
                    <a:pt x="17534" y="20259"/>
                  </a:lnTo>
                  <a:lnTo>
                    <a:pt x="17613" y="20470"/>
                  </a:lnTo>
                  <a:lnTo>
                    <a:pt x="17718" y="20681"/>
                  </a:lnTo>
                  <a:lnTo>
                    <a:pt x="17837" y="20878"/>
                  </a:lnTo>
                  <a:lnTo>
                    <a:pt x="17968" y="21062"/>
                  </a:lnTo>
                  <a:lnTo>
                    <a:pt x="18126" y="21234"/>
                  </a:lnTo>
                  <a:lnTo>
                    <a:pt x="18297" y="21378"/>
                  </a:lnTo>
                  <a:lnTo>
                    <a:pt x="18482" y="21523"/>
                  </a:lnTo>
                  <a:lnTo>
                    <a:pt x="18679" y="21642"/>
                  </a:lnTo>
                  <a:lnTo>
                    <a:pt x="18890" y="21734"/>
                  </a:lnTo>
                  <a:lnTo>
                    <a:pt x="19100" y="21826"/>
                  </a:lnTo>
                  <a:lnTo>
                    <a:pt x="19337" y="21879"/>
                  </a:lnTo>
                  <a:lnTo>
                    <a:pt x="19561" y="21918"/>
                  </a:lnTo>
                  <a:lnTo>
                    <a:pt x="19811" y="21931"/>
                  </a:lnTo>
                  <a:lnTo>
                    <a:pt x="20048" y="21918"/>
                  </a:lnTo>
                  <a:lnTo>
                    <a:pt x="20285" y="21879"/>
                  </a:lnTo>
                  <a:lnTo>
                    <a:pt x="20522" y="21826"/>
                  </a:lnTo>
                  <a:lnTo>
                    <a:pt x="20733" y="21734"/>
                  </a:lnTo>
                  <a:lnTo>
                    <a:pt x="20943" y="21642"/>
                  </a:lnTo>
                  <a:lnTo>
                    <a:pt x="21141" y="21523"/>
                  </a:lnTo>
                  <a:lnTo>
                    <a:pt x="21325" y="21378"/>
                  </a:lnTo>
                  <a:lnTo>
                    <a:pt x="21496" y="21234"/>
                  </a:lnTo>
                  <a:lnTo>
                    <a:pt x="21641" y="21062"/>
                  </a:lnTo>
                  <a:lnTo>
                    <a:pt x="21786" y="20878"/>
                  </a:lnTo>
                  <a:lnTo>
                    <a:pt x="21904" y="20681"/>
                  </a:lnTo>
                  <a:lnTo>
                    <a:pt x="21996" y="20470"/>
                  </a:lnTo>
                  <a:lnTo>
                    <a:pt x="22075" y="20259"/>
                  </a:lnTo>
                  <a:lnTo>
                    <a:pt x="22141" y="20022"/>
                  </a:lnTo>
                  <a:lnTo>
                    <a:pt x="22181" y="19786"/>
                  </a:lnTo>
                  <a:lnTo>
                    <a:pt x="22194" y="19549"/>
                  </a:lnTo>
                  <a:lnTo>
                    <a:pt x="22181" y="19298"/>
                  </a:lnTo>
                  <a:lnTo>
                    <a:pt x="22141" y="19075"/>
                  </a:lnTo>
                  <a:lnTo>
                    <a:pt x="22075" y="18838"/>
                  </a:lnTo>
                  <a:lnTo>
                    <a:pt x="21996" y="18627"/>
                  </a:lnTo>
                  <a:lnTo>
                    <a:pt x="21904" y="18417"/>
                  </a:lnTo>
                  <a:lnTo>
                    <a:pt x="21786" y="18219"/>
                  </a:lnTo>
                  <a:lnTo>
                    <a:pt x="21641" y="18035"/>
                  </a:lnTo>
                  <a:lnTo>
                    <a:pt x="21496" y="17864"/>
                  </a:lnTo>
                  <a:lnTo>
                    <a:pt x="21325" y="17719"/>
                  </a:lnTo>
                  <a:lnTo>
                    <a:pt x="21141" y="17574"/>
                  </a:lnTo>
                  <a:lnTo>
                    <a:pt x="20943" y="17456"/>
                  </a:lnTo>
                  <a:lnTo>
                    <a:pt x="20733" y="17350"/>
                  </a:lnTo>
                  <a:lnTo>
                    <a:pt x="20522" y="17271"/>
                  </a:lnTo>
                  <a:lnTo>
                    <a:pt x="20285" y="17219"/>
                  </a:lnTo>
                  <a:lnTo>
                    <a:pt x="20048" y="17179"/>
                  </a:lnTo>
                  <a:lnTo>
                    <a:pt x="19811" y="17166"/>
                  </a:lnTo>
                  <a:lnTo>
                    <a:pt x="19627" y="17179"/>
                  </a:lnTo>
                  <a:lnTo>
                    <a:pt x="19443" y="17192"/>
                  </a:lnTo>
                  <a:lnTo>
                    <a:pt x="19272" y="17232"/>
                  </a:lnTo>
                  <a:lnTo>
                    <a:pt x="19100" y="17284"/>
                  </a:lnTo>
                  <a:lnTo>
                    <a:pt x="18929" y="17337"/>
                  </a:lnTo>
                  <a:lnTo>
                    <a:pt x="18771" y="17403"/>
                  </a:lnTo>
                  <a:lnTo>
                    <a:pt x="18613" y="17495"/>
                  </a:lnTo>
                  <a:lnTo>
                    <a:pt x="18469" y="17587"/>
                  </a:lnTo>
                  <a:lnTo>
                    <a:pt x="4449" y="3555"/>
                  </a:lnTo>
                  <a:lnTo>
                    <a:pt x="4515" y="3423"/>
                  </a:lnTo>
                  <a:lnTo>
                    <a:pt x="4581" y="3292"/>
                  </a:lnTo>
                  <a:lnTo>
                    <a:pt x="4634" y="3147"/>
                  </a:lnTo>
                  <a:lnTo>
                    <a:pt x="4686" y="3002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5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73"/>
                  </a:lnTo>
                  <a:lnTo>
                    <a:pt x="4581" y="1462"/>
                  </a:lnTo>
                  <a:lnTo>
                    <a:pt x="4476" y="1251"/>
                  </a:lnTo>
                  <a:lnTo>
                    <a:pt x="4357" y="1054"/>
                  </a:lnTo>
                  <a:lnTo>
                    <a:pt x="4213" y="870"/>
                  </a:lnTo>
                  <a:lnTo>
                    <a:pt x="4068" y="698"/>
                  </a:lnTo>
                  <a:lnTo>
                    <a:pt x="3897" y="554"/>
                  </a:lnTo>
                  <a:lnTo>
                    <a:pt x="3712" y="409"/>
                  </a:lnTo>
                  <a:lnTo>
                    <a:pt x="3515" y="290"/>
                  </a:lnTo>
                  <a:lnTo>
                    <a:pt x="3304" y="198"/>
                  </a:lnTo>
                  <a:lnTo>
                    <a:pt x="3094" y="119"/>
                  </a:lnTo>
                  <a:lnTo>
                    <a:pt x="2857" y="53"/>
                  </a:lnTo>
                  <a:lnTo>
                    <a:pt x="2633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6"/>
            <p:cNvSpPr/>
            <p:nvPr/>
          </p:nvSpPr>
          <p:spPr>
            <a:xfrm>
              <a:off x="5554800" y="2456500"/>
              <a:ext cx="1028750" cy="321200"/>
            </a:xfrm>
            <a:custGeom>
              <a:rect b="b" l="l" r="r" t="t"/>
              <a:pathLst>
                <a:path extrusionOk="0" h="12848" w="41150">
                  <a:moveTo>
                    <a:pt x="38767" y="1185"/>
                  </a:moveTo>
                  <a:lnTo>
                    <a:pt x="38886" y="1198"/>
                  </a:lnTo>
                  <a:lnTo>
                    <a:pt x="39004" y="1211"/>
                  </a:lnTo>
                  <a:lnTo>
                    <a:pt x="39123" y="1238"/>
                  </a:lnTo>
                  <a:lnTo>
                    <a:pt x="39228" y="1277"/>
                  </a:lnTo>
                  <a:lnTo>
                    <a:pt x="39333" y="1330"/>
                  </a:lnTo>
                  <a:lnTo>
                    <a:pt x="39439" y="1396"/>
                  </a:lnTo>
                  <a:lnTo>
                    <a:pt x="39531" y="1461"/>
                  </a:lnTo>
                  <a:lnTo>
                    <a:pt x="39610" y="1540"/>
                  </a:lnTo>
                  <a:lnTo>
                    <a:pt x="39689" y="1619"/>
                  </a:lnTo>
                  <a:lnTo>
                    <a:pt x="39755" y="1712"/>
                  </a:lnTo>
                  <a:lnTo>
                    <a:pt x="39820" y="1817"/>
                  </a:lnTo>
                  <a:lnTo>
                    <a:pt x="39873" y="1922"/>
                  </a:lnTo>
                  <a:lnTo>
                    <a:pt x="39912" y="2027"/>
                  </a:lnTo>
                  <a:lnTo>
                    <a:pt x="39939" y="2146"/>
                  </a:lnTo>
                  <a:lnTo>
                    <a:pt x="39952" y="2264"/>
                  </a:lnTo>
                  <a:lnTo>
                    <a:pt x="39965" y="2383"/>
                  </a:lnTo>
                  <a:lnTo>
                    <a:pt x="39952" y="2501"/>
                  </a:lnTo>
                  <a:lnTo>
                    <a:pt x="39939" y="2620"/>
                  </a:lnTo>
                  <a:lnTo>
                    <a:pt x="39912" y="2738"/>
                  </a:lnTo>
                  <a:lnTo>
                    <a:pt x="39873" y="2857"/>
                  </a:lnTo>
                  <a:lnTo>
                    <a:pt x="39820" y="2962"/>
                  </a:lnTo>
                  <a:lnTo>
                    <a:pt x="39755" y="3054"/>
                  </a:lnTo>
                  <a:lnTo>
                    <a:pt x="39689" y="3146"/>
                  </a:lnTo>
                  <a:lnTo>
                    <a:pt x="39610" y="3225"/>
                  </a:lnTo>
                  <a:lnTo>
                    <a:pt x="39531" y="3304"/>
                  </a:lnTo>
                  <a:lnTo>
                    <a:pt x="39439" y="3383"/>
                  </a:lnTo>
                  <a:lnTo>
                    <a:pt x="39333" y="3436"/>
                  </a:lnTo>
                  <a:lnTo>
                    <a:pt x="39228" y="3489"/>
                  </a:lnTo>
                  <a:lnTo>
                    <a:pt x="39123" y="3528"/>
                  </a:lnTo>
                  <a:lnTo>
                    <a:pt x="39004" y="3554"/>
                  </a:lnTo>
                  <a:lnTo>
                    <a:pt x="38886" y="3581"/>
                  </a:lnTo>
                  <a:lnTo>
                    <a:pt x="38649" y="3581"/>
                  </a:lnTo>
                  <a:lnTo>
                    <a:pt x="38530" y="3554"/>
                  </a:lnTo>
                  <a:lnTo>
                    <a:pt x="38412" y="3528"/>
                  </a:lnTo>
                  <a:lnTo>
                    <a:pt x="38307" y="3489"/>
                  </a:lnTo>
                  <a:lnTo>
                    <a:pt x="38201" y="3436"/>
                  </a:lnTo>
                  <a:lnTo>
                    <a:pt x="38096" y="3383"/>
                  </a:lnTo>
                  <a:lnTo>
                    <a:pt x="38004" y="3304"/>
                  </a:lnTo>
                  <a:lnTo>
                    <a:pt x="37925" y="3225"/>
                  </a:lnTo>
                  <a:lnTo>
                    <a:pt x="37846" y="3146"/>
                  </a:lnTo>
                  <a:lnTo>
                    <a:pt x="37780" y="3054"/>
                  </a:lnTo>
                  <a:lnTo>
                    <a:pt x="37714" y="2962"/>
                  </a:lnTo>
                  <a:lnTo>
                    <a:pt x="37662" y="2857"/>
                  </a:lnTo>
                  <a:lnTo>
                    <a:pt x="37622" y="2738"/>
                  </a:lnTo>
                  <a:lnTo>
                    <a:pt x="37596" y="2620"/>
                  </a:lnTo>
                  <a:lnTo>
                    <a:pt x="37569" y="2501"/>
                  </a:lnTo>
                  <a:lnTo>
                    <a:pt x="37569" y="2383"/>
                  </a:lnTo>
                  <a:lnTo>
                    <a:pt x="37569" y="2264"/>
                  </a:lnTo>
                  <a:lnTo>
                    <a:pt x="37596" y="2146"/>
                  </a:lnTo>
                  <a:lnTo>
                    <a:pt x="37622" y="2027"/>
                  </a:lnTo>
                  <a:lnTo>
                    <a:pt x="37662" y="1922"/>
                  </a:lnTo>
                  <a:lnTo>
                    <a:pt x="37714" y="1817"/>
                  </a:lnTo>
                  <a:lnTo>
                    <a:pt x="37780" y="1712"/>
                  </a:lnTo>
                  <a:lnTo>
                    <a:pt x="37846" y="1619"/>
                  </a:lnTo>
                  <a:lnTo>
                    <a:pt x="37925" y="1540"/>
                  </a:lnTo>
                  <a:lnTo>
                    <a:pt x="38004" y="1461"/>
                  </a:lnTo>
                  <a:lnTo>
                    <a:pt x="38096" y="1396"/>
                  </a:lnTo>
                  <a:lnTo>
                    <a:pt x="38201" y="1330"/>
                  </a:lnTo>
                  <a:lnTo>
                    <a:pt x="38307" y="1277"/>
                  </a:lnTo>
                  <a:lnTo>
                    <a:pt x="38412" y="1238"/>
                  </a:lnTo>
                  <a:lnTo>
                    <a:pt x="38530" y="1211"/>
                  </a:lnTo>
                  <a:lnTo>
                    <a:pt x="38649" y="1198"/>
                  </a:lnTo>
                  <a:lnTo>
                    <a:pt x="38767" y="1185"/>
                  </a:lnTo>
                  <a:close/>
                  <a:moveTo>
                    <a:pt x="38767" y="0"/>
                  </a:moveTo>
                  <a:lnTo>
                    <a:pt x="38557" y="13"/>
                  </a:lnTo>
                  <a:lnTo>
                    <a:pt x="38359" y="40"/>
                  </a:lnTo>
                  <a:lnTo>
                    <a:pt x="38162" y="79"/>
                  </a:lnTo>
                  <a:lnTo>
                    <a:pt x="37977" y="145"/>
                  </a:lnTo>
                  <a:lnTo>
                    <a:pt x="37793" y="211"/>
                  </a:lnTo>
                  <a:lnTo>
                    <a:pt x="37622" y="303"/>
                  </a:lnTo>
                  <a:lnTo>
                    <a:pt x="37451" y="408"/>
                  </a:lnTo>
                  <a:lnTo>
                    <a:pt x="37293" y="514"/>
                  </a:lnTo>
                  <a:lnTo>
                    <a:pt x="37148" y="645"/>
                  </a:lnTo>
                  <a:lnTo>
                    <a:pt x="37017" y="777"/>
                  </a:lnTo>
                  <a:lnTo>
                    <a:pt x="36885" y="922"/>
                  </a:lnTo>
                  <a:lnTo>
                    <a:pt x="36780" y="1080"/>
                  </a:lnTo>
                  <a:lnTo>
                    <a:pt x="36674" y="1251"/>
                  </a:lnTo>
                  <a:lnTo>
                    <a:pt x="36595" y="1422"/>
                  </a:lnTo>
                  <a:lnTo>
                    <a:pt x="36516" y="1606"/>
                  </a:lnTo>
                  <a:lnTo>
                    <a:pt x="36464" y="1790"/>
                  </a:lnTo>
                  <a:lnTo>
                    <a:pt x="1" y="1790"/>
                  </a:lnTo>
                  <a:lnTo>
                    <a:pt x="1" y="12848"/>
                  </a:lnTo>
                  <a:lnTo>
                    <a:pt x="1186" y="12848"/>
                  </a:lnTo>
                  <a:lnTo>
                    <a:pt x="1186" y="2975"/>
                  </a:lnTo>
                  <a:lnTo>
                    <a:pt x="36464" y="2975"/>
                  </a:lnTo>
                  <a:lnTo>
                    <a:pt x="36516" y="3160"/>
                  </a:lnTo>
                  <a:lnTo>
                    <a:pt x="36595" y="3344"/>
                  </a:lnTo>
                  <a:lnTo>
                    <a:pt x="36674" y="3528"/>
                  </a:lnTo>
                  <a:lnTo>
                    <a:pt x="36780" y="3686"/>
                  </a:lnTo>
                  <a:lnTo>
                    <a:pt x="36885" y="3844"/>
                  </a:lnTo>
                  <a:lnTo>
                    <a:pt x="37017" y="3989"/>
                  </a:lnTo>
                  <a:lnTo>
                    <a:pt x="37148" y="4134"/>
                  </a:lnTo>
                  <a:lnTo>
                    <a:pt x="37293" y="4252"/>
                  </a:lnTo>
                  <a:lnTo>
                    <a:pt x="37451" y="4371"/>
                  </a:lnTo>
                  <a:lnTo>
                    <a:pt x="37622" y="4463"/>
                  </a:lnTo>
                  <a:lnTo>
                    <a:pt x="37793" y="4555"/>
                  </a:lnTo>
                  <a:lnTo>
                    <a:pt x="37977" y="4634"/>
                  </a:lnTo>
                  <a:lnTo>
                    <a:pt x="38162" y="4686"/>
                  </a:lnTo>
                  <a:lnTo>
                    <a:pt x="38359" y="4726"/>
                  </a:lnTo>
                  <a:lnTo>
                    <a:pt x="38557" y="4752"/>
                  </a:lnTo>
                  <a:lnTo>
                    <a:pt x="38767" y="4765"/>
                  </a:lnTo>
                  <a:lnTo>
                    <a:pt x="39004" y="4752"/>
                  </a:lnTo>
                  <a:lnTo>
                    <a:pt x="39241" y="4713"/>
                  </a:lnTo>
                  <a:lnTo>
                    <a:pt x="39478" y="4660"/>
                  </a:lnTo>
                  <a:lnTo>
                    <a:pt x="39689" y="4581"/>
                  </a:lnTo>
                  <a:lnTo>
                    <a:pt x="39899" y="4476"/>
                  </a:lnTo>
                  <a:lnTo>
                    <a:pt x="40097" y="4357"/>
                  </a:lnTo>
                  <a:lnTo>
                    <a:pt x="40281" y="4226"/>
                  </a:lnTo>
                  <a:lnTo>
                    <a:pt x="40452" y="4068"/>
                  </a:lnTo>
                  <a:lnTo>
                    <a:pt x="40597" y="3897"/>
                  </a:lnTo>
                  <a:lnTo>
                    <a:pt x="40742" y="3712"/>
                  </a:lnTo>
                  <a:lnTo>
                    <a:pt x="40860" y="3515"/>
                  </a:lnTo>
                  <a:lnTo>
                    <a:pt x="40952" y="3304"/>
                  </a:lnTo>
                  <a:lnTo>
                    <a:pt x="41031" y="3094"/>
                  </a:lnTo>
                  <a:lnTo>
                    <a:pt x="41097" y="2870"/>
                  </a:lnTo>
                  <a:lnTo>
                    <a:pt x="41137" y="2633"/>
                  </a:lnTo>
                  <a:lnTo>
                    <a:pt x="41150" y="2383"/>
                  </a:lnTo>
                  <a:lnTo>
                    <a:pt x="41137" y="2146"/>
                  </a:lnTo>
                  <a:lnTo>
                    <a:pt x="41097" y="1909"/>
                  </a:lnTo>
                  <a:lnTo>
                    <a:pt x="41031" y="1685"/>
                  </a:lnTo>
                  <a:lnTo>
                    <a:pt x="40952" y="1461"/>
                  </a:lnTo>
                  <a:lnTo>
                    <a:pt x="40860" y="1251"/>
                  </a:lnTo>
                  <a:lnTo>
                    <a:pt x="40742" y="1053"/>
                  </a:lnTo>
                  <a:lnTo>
                    <a:pt x="40597" y="869"/>
                  </a:lnTo>
                  <a:lnTo>
                    <a:pt x="40452" y="698"/>
                  </a:lnTo>
                  <a:lnTo>
                    <a:pt x="40281" y="553"/>
                  </a:lnTo>
                  <a:lnTo>
                    <a:pt x="40097" y="408"/>
                  </a:lnTo>
                  <a:lnTo>
                    <a:pt x="39899" y="290"/>
                  </a:lnTo>
                  <a:lnTo>
                    <a:pt x="39689" y="198"/>
                  </a:lnTo>
                  <a:lnTo>
                    <a:pt x="39478" y="119"/>
                  </a:lnTo>
                  <a:lnTo>
                    <a:pt x="39241" y="53"/>
                  </a:lnTo>
                  <a:lnTo>
                    <a:pt x="39004" y="13"/>
                  </a:lnTo>
                  <a:lnTo>
                    <a:pt x="3876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2383075" y="650125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10952" y="1185"/>
                  </a:moveTo>
                  <a:lnTo>
                    <a:pt x="11071" y="1199"/>
                  </a:lnTo>
                  <a:lnTo>
                    <a:pt x="11176" y="1238"/>
                  </a:lnTo>
                  <a:lnTo>
                    <a:pt x="11294" y="1278"/>
                  </a:lnTo>
                  <a:lnTo>
                    <a:pt x="11400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76" y="1528"/>
                  </a:lnTo>
                  <a:lnTo>
                    <a:pt x="11755" y="1620"/>
                  </a:lnTo>
                  <a:lnTo>
                    <a:pt x="11821" y="1712"/>
                  </a:lnTo>
                  <a:lnTo>
                    <a:pt x="11874" y="1804"/>
                  </a:lnTo>
                  <a:lnTo>
                    <a:pt x="11926" y="1909"/>
                  </a:lnTo>
                  <a:lnTo>
                    <a:pt x="11966" y="2028"/>
                  </a:lnTo>
                  <a:lnTo>
                    <a:pt x="12005" y="2133"/>
                  </a:lnTo>
                  <a:lnTo>
                    <a:pt x="12018" y="2252"/>
                  </a:lnTo>
                  <a:lnTo>
                    <a:pt x="12018" y="2383"/>
                  </a:lnTo>
                  <a:lnTo>
                    <a:pt x="12018" y="2502"/>
                  </a:lnTo>
                  <a:lnTo>
                    <a:pt x="12005" y="2620"/>
                  </a:lnTo>
                  <a:lnTo>
                    <a:pt x="11966" y="2739"/>
                  </a:lnTo>
                  <a:lnTo>
                    <a:pt x="11926" y="2844"/>
                  </a:lnTo>
                  <a:lnTo>
                    <a:pt x="11874" y="2949"/>
                  </a:lnTo>
                  <a:lnTo>
                    <a:pt x="11821" y="3041"/>
                  </a:lnTo>
                  <a:lnTo>
                    <a:pt x="11755" y="3134"/>
                  </a:lnTo>
                  <a:lnTo>
                    <a:pt x="11676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400" y="3436"/>
                  </a:lnTo>
                  <a:lnTo>
                    <a:pt x="11294" y="3476"/>
                  </a:lnTo>
                  <a:lnTo>
                    <a:pt x="11176" y="3515"/>
                  </a:lnTo>
                  <a:lnTo>
                    <a:pt x="11071" y="3555"/>
                  </a:lnTo>
                  <a:lnTo>
                    <a:pt x="10952" y="3568"/>
                  </a:lnTo>
                  <a:lnTo>
                    <a:pt x="10821" y="3581"/>
                  </a:lnTo>
                  <a:lnTo>
                    <a:pt x="10702" y="3568"/>
                  </a:lnTo>
                  <a:lnTo>
                    <a:pt x="10584" y="3555"/>
                  </a:lnTo>
                  <a:lnTo>
                    <a:pt x="10465" y="3515"/>
                  </a:lnTo>
                  <a:lnTo>
                    <a:pt x="10360" y="3476"/>
                  </a:lnTo>
                  <a:lnTo>
                    <a:pt x="10254" y="3436"/>
                  </a:lnTo>
                  <a:lnTo>
                    <a:pt x="10162" y="3371"/>
                  </a:lnTo>
                  <a:lnTo>
                    <a:pt x="10070" y="3305"/>
                  </a:lnTo>
                  <a:lnTo>
                    <a:pt x="9978" y="3226"/>
                  </a:lnTo>
                  <a:lnTo>
                    <a:pt x="9899" y="3134"/>
                  </a:lnTo>
                  <a:lnTo>
                    <a:pt x="9833" y="3041"/>
                  </a:lnTo>
                  <a:lnTo>
                    <a:pt x="9767" y="2949"/>
                  </a:lnTo>
                  <a:lnTo>
                    <a:pt x="9728" y="2844"/>
                  </a:lnTo>
                  <a:lnTo>
                    <a:pt x="9688" y="2739"/>
                  </a:lnTo>
                  <a:lnTo>
                    <a:pt x="9649" y="2620"/>
                  </a:lnTo>
                  <a:lnTo>
                    <a:pt x="9636" y="2502"/>
                  </a:lnTo>
                  <a:lnTo>
                    <a:pt x="9623" y="2383"/>
                  </a:lnTo>
                  <a:lnTo>
                    <a:pt x="9636" y="2252"/>
                  </a:lnTo>
                  <a:lnTo>
                    <a:pt x="9649" y="2133"/>
                  </a:lnTo>
                  <a:lnTo>
                    <a:pt x="9688" y="2028"/>
                  </a:lnTo>
                  <a:lnTo>
                    <a:pt x="9728" y="1909"/>
                  </a:lnTo>
                  <a:lnTo>
                    <a:pt x="9767" y="1804"/>
                  </a:lnTo>
                  <a:lnTo>
                    <a:pt x="9833" y="1712"/>
                  </a:lnTo>
                  <a:lnTo>
                    <a:pt x="9899" y="1620"/>
                  </a:lnTo>
                  <a:lnTo>
                    <a:pt x="9978" y="1528"/>
                  </a:lnTo>
                  <a:lnTo>
                    <a:pt x="10070" y="1449"/>
                  </a:lnTo>
                  <a:lnTo>
                    <a:pt x="10162" y="1383"/>
                  </a:lnTo>
                  <a:lnTo>
                    <a:pt x="10254" y="1330"/>
                  </a:lnTo>
                  <a:lnTo>
                    <a:pt x="10360" y="1278"/>
                  </a:lnTo>
                  <a:lnTo>
                    <a:pt x="10465" y="1238"/>
                  </a:lnTo>
                  <a:lnTo>
                    <a:pt x="10584" y="1199"/>
                  </a:lnTo>
                  <a:lnTo>
                    <a:pt x="10702" y="1185"/>
                  </a:lnTo>
                  <a:close/>
                  <a:moveTo>
                    <a:pt x="10821" y="1"/>
                  </a:moveTo>
                  <a:lnTo>
                    <a:pt x="10584" y="14"/>
                  </a:lnTo>
                  <a:lnTo>
                    <a:pt x="10347" y="53"/>
                  </a:lnTo>
                  <a:lnTo>
                    <a:pt x="10123" y="106"/>
                  </a:lnTo>
                  <a:lnTo>
                    <a:pt x="9899" y="185"/>
                  </a:lnTo>
                  <a:lnTo>
                    <a:pt x="9688" y="290"/>
                  </a:lnTo>
                  <a:lnTo>
                    <a:pt x="9491" y="409"/>
                  </a:lnTo>
                  <a:lnTo>
                    <a:pt x="9320" y="540"/>
                  </a:lnTo>
                  <a:lnTo>
                    <a:pt x="9149" y="698"/>
                  </a:lnTo>
                  <a:lnTo>
                    <a:pt x="8991" y="870"/>
                  </a:lnTo>
                  <a:lnTo>
                    <a:pt x="8859" y="1054"/>
                  </a:lnTo>
                  <a:lnTo>
                    <a:pt x="8741" y="1251"/>
                  </a:lnTo>
                  <a:lnTo>
                    <a:pt x="8635" y="1449"/>
                  </a:lnTo>
                  <a:lnTo>
                    <a:pt x="8556" y="1672"/>
                  </a:lnTo>
                  <a:lnTo>
                    <a:pt x="8491" y="1896"/>
                  </a:lnTo>
                  <a:lnTo>
                    <a:pt x="8464" y="2133"/>
                  </a:lnTo>
                  <a:lnTo>
                    <a:pt x="8451" y="2383"/>
                  </a:lnTo>
                  <a:lnTo>
                    <a:pt x="8451" y="2581"/>
                  </a:lnTo>
                  <a:lnTo>
                    <a:pt x="8477" y="2778"/>
                  </a:lnTo>
                  <a:lnTo>
                    <a:pt x="8530" y="2976"/>
                  </a:lnTo>
                  <a:lnTo>
                    <a:pt x="8583" y="3173"/>
                  </a:lnTo>
                  <a:lnTo>
                    <a:pt x="8662" y="3357"/>
                  </a:lnTo>
                  <a:lnTo>
                    <a:pt x="8741" y="3529"/>
                  </a:lnTo>
                  <a:lnTo>
                    <a:pt x="8846" y="3687"/>
                  </a:lnTo>
                  <a:lnTo>
                    <a:pt x="8964" y="3844"/>
                  </a:lnTo>
                  <a:lnTo>
                    <a:pt x="9083" y="3989"/>
                  </a:lnTo>
                  <a:lnTo>
                    <a:pt x="9215" y="4134"/>
                  </a:lnTo>
                  <a:lnTo>
                    <a:pt x="9373" y="4253"/>
                  </a:lnTo>
                  <a:lnTo>
                    <a:pt x="9531" y="4371"/>
                  </a:lnTo>
                  <a:lnTo>
                    <a:pt x="9688" y="4463"/>
                  </a:lnTo>
                  <a:lnTo>
                    <a:pt x="9873" y="4555"/>
                  </a:lnTo>
                  <a:lnTo>
                    <a:pt x="10057" y="4621"/>
                  </a:lnTo>
                  <a:lnTo>
                    <a:pt x="10241" y="4687"/>
                  </a:lnTo>
                  <a:lnTo>
                    <a:pt x="10241" y="11571"/>
                  </a:lnTo>
                  <a:lnTo>
                    <a:pt x="0" y="21457"/>
                  </a:lnTo>
                  <a:lnTo>
                    <a:pt x="0" y="53774"/>
                  </a:lnTo>
                  <a:lnTo>
                    <a:pt x="1185" y="53774"/>
                  </a:lnTo>
                  <a:lnTo>
                    <a:pt x="1185" y="21957"/>
                  </a:lnTo>
                  <a:lnTo>
                    <a:pt x="11426" y="12072"/>
                  </a:lnTo>
                  <a:lnTo>
                    <a:pt x="11426" y="4687"/>
                  </a:lnTo>
                  <a:lnTo>
                    <a:pt x="11610" y="4621"/>
                  </a:lnTo>
                  <a:lnTo>
                    <a:pt x="11795" y="4555"/>
                  </a:lnTo>
                  <a:lnTo>
                    <a:pt x="11966" y="4463"/>
                  </a:lnTo>
                  <a:lnTo>
                    <a:pt x="12137" y="4358"/>
                  </a:lnTo>
                  <a:lnTo>
                    <a:pt x="12295" y="4253"/>
                  </a:lnTo>
                  <a:lnTo>
                    <a:pt x="12440" y="4121"/>
                  </a:lnTo>
                  <a:lnTo>
                    <a:pt x="12571" y="3989"/>
                  </a:lnTo>
                  <a:lnTo>
                    <a:pt x="12703" y="3844"/>
                  </a:lnTo>
                  <a:lnTo>
                    <a:pt x="12808" y="3687"/>
                  </a:lnTo>
                  <a:lnTo>
                    <a:pt x="12914" y="3529"/>
                  </a:lnTo>
                  <a:lnTo>
                    <a:pt x="12992" y="3344"/>
                  </a:lnTo>
                  <a:lnTo>
                    <a:pt x="13071" y="3173"/>
                  </a:lnTo>
                  <a:lnTo>
                    <a:pt x="13124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3" y="2383"/>
                  </a:lnTo>
                  <a:lnTo>
                    <a:pt x="13190" y="2133"/>
                  </a:lnTo>
                  <a:lnTo>
                    <a:pt x="13150" y="1896"/>
                  </a:lnTo>
                  <a:lnTo>
                    <a:pt x="13098" y="1672"/>
                  </a:lnTo>
                  <a:lnTo>
                    <a:pt x="13019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63" y="870"/>
                  </a:lnTo>
                  <a:lnTo>
                    <a:pt x="12505" y="698"/>
                  </a:lnTo>
                  <a:lnTo>
                    <a:pt x="12334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55" y="185"/>
                  </a:lnTo>
                  <a:lnTo>
                    <a:pt x="11531" y="106"/>
                  </a:lnTo>
                  <a:lnTo>
                    <a:pt x="11308" y="53"/>
                  </a:lnTo>
                  <a:lnTo>
                    <a:pt x="11071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2233000" y="650125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10939" y="1185"/>
                  </a:moveTo>
                  <a:lnTo>
                    <a:pt x="11058" y="1199"/>
                  </a:lnTo>
                  <a:lnTo>
                    <a:pt x="11176" y="1238"/>
                  </a:lnTo>
                  <a:lnTo>
                    <a:pt x="11282" y="1278"/>
                  </a:lnTo>
                  <a:lnTo>
                    <a:pt x="11387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63" y="1528"/>
                  </a:lnTo>
                  <a:lnTo>
                    <a:pt x="11742" y="1620"/>
                  </a:lnTo>
                  <a:lnTo>
                    <a:pt x="11808" y="1712"/>
                  </a:lnTo>
                  <a:lnTo>
                    <a:pt x="11874" y="1804"/>
                  </a:lnTo>
                  <a:lnTo>
                    <a:pt x="11927" y="1909"/>
                  </a:lnTo>
                  <a:lnTo>
                    <a:pt x="11966" y="2028"/>
                  </a:lnTo>
                  <a:lnTo>
                    <a:pt x="11993" y="2133"/>
                  </a:lnTo>
                  <a:lnTo>
                    <a:pt x="12006" y="2252"/>
                  </a:lnTo>
                  <a:lnTo>
                    <a:pt x="12019" y="2383"/>
                  </a:lnTo>
                  <a:lnTo>
                    <a:pt x="12006" y="2502"/>
                  </a:lnTo>
                  <a:lnTo>
                    <a:pt x="11993" y="2620"/>
                  </a:lnTo>
                  <a:lnTo>
                    <a:pt x="11966" y="2739"/>
                  </a:lnTo>
                  <a:lnTo>
                    <a:pt x="11927" y="2844"/>
                  </a:lnTo>
                  <a:lnTo>
                    <a:pt x="11874" y="2949"/>
                  </a:lnTo>
                  <a:lnTo>
                    <a:pt x="11808" y="3041"/>
                  </a:lnTo>
                  <a:lnTo>
                    <a:pt x="11742" y="3134"/>
                  </a:lnTo>
                  <a:lnTo>
                    <a:pt x="11663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387" y="3436"/>
                  </a:lnTo>
                  <a:lnTo>
                    <a:pt x="11282" y="3476"/>
                  </a:lnTo>
                  <a:lnTo>
                    <a:pt x="11176" y="3515"/>
                  </a:lnTo>
                  <a:lnTo>
                    <a:pt x="11058" y="3555"/>
                  </a:lnTo>
                  <a:lnTo>
                    <a:pt x="10939" y="3568"/>
                  </a:lnTo>
                  <a:lnTo>
                    <a:pt x="10821" y="3581"/>
                  </a:lnTo>
                  <a:lnTo>
                    <a:pt x="10703" y="3568"/>
                  </a:lnTo>
                  <a:lnTo>
                    <a:pt x="10584" y="3555"/>
                  </a:lnTo>
                  <a:lnTo>
                    <a:pt x="10466" y="3515"/>
                  </a:lnTo>
                  <a:lnTo>
                    <a:pt x="10347" y="3476"/>
                  </a:lnTo>
                  <a:lnTo>
                    <a:pt x="10242" y="3436"/>
                  </a:lnTo>
                  <a:lnTo>
                    <a:pt x="10150" y="3371"/>
                  </a:lnTo>
                  <a:lnTo>
                    <a:pt x="10057" y="3305"/>
                  </a:lnTo>
                  <a:lnTo>
                    <a:pt x="9979" y="3226"/>
                  </a:lnTo>
                  <a:lnTo>
                    <a:pt x="9900" y="3134"/>
                  </a:lnTo>
                  <a:lnTo>
                    <a:pt x="9821" y="3041"/>
                  </a:lnTo>
                  <a:lnTo>
                    <a:pt x="9768" y="2949"/>
                  </a:lnTo>
                  <a:lnTo>
                    <a:pt x="9715" y="2844"/>
                  </a:lnTo>
                  <a:lnTo>
                    <a:pt x="9676" y="2739"/>
                  </a:lnTo>
                  <a:lnTo>
                    <a:pt x="9649" y="2620"/>
                  </a:lnTo>
                  <a:lnTo>
                    <a:pt x="9623" y="2502"/>
                  </a:lnTo>
                  <a:lnTo>
                    <a:pt x="9623" y="2383"/>
                  </a:lnTo>
                  <a:lnTo>
                    <a:pt x="9623" y="2252"/>
                  </a:lnTo>
                  <a:lnTo>
                    <a:pt x="9649" y="2133"/>
                  </a:lnTo>
                  <a:lnTo>
                    <a:pt x="9676" y="2028"/>
                  </a:lnTo>
                  <a:lnTo>
                    <a:pt x="9715" y="1909"/>
                  </a:lnTo>
                  <a:lnTo>
                    <a:pt x="9768" y="1804"/>
                  </a:lnTo>
                  <a:lnTo>
                    <a:pt x="9821" y="1712"/>
                  </a:lnTo>
                  <a:lnTo>
                    <a:pt x="9900" y="1620"/>
                  </a:lnTo>
                  <a:lnTo>
                    <a:pt x="9979" y="1528"/>
                  </a:lnTo>
                  <a:lnTo>
                    <a:pt x="10057" y="1449"/>
                  </a:lnTo>
                  <a:lnTo>
                    <a:pt x="10150" y="1383"/>
                  </a:lnTo>
                  <a:lnTo>
                    <a:pt x="10242" y="1330"/>
                  </a:lnTo>
                  <a:lnTo>
                    <a:pt x="10347" y="1278"/>
                  </a:lnTo>
                  <a:lnTo>
                    <a:pt x="10466" y="1238"/>
                  </a:lnTo>
                  <a:lnTo>
                    <a:pt x="10584" y="1199"/>
                  </a:lnTo>
                  <a:lnTo>
                    <a:pt x="10703" y="1185"/>
                  </a:lnTo>
                  <a:close/>
                  <a:moveTo>
                    <a:pt x="10821" y="1"/>
                  </a:moveTo>
                  <a:lnTo>
                    <a:pt x="10571" y="14"/>
                  </a:lnTo>
                  <a:lnTo>
                    <a:pt x="10334" y="53"/>
                  </a:lnTo>
                  <a:lnTo>
                    <a:pt x="10110" y="106"/>
                  </a:lnTo>
                  <a:lnTo>
                    <a:pt x="9900" y="185"/>
                  </a:lnTo>
                  <a:lnTo>
                    <a:pt x="9689" y="290"/>
                  </a:lnTo>
                  <a:lnTo>
                    <a:pt x="9491" y="409"/>
                  </a:lnTo>
                  <a:lnTo>
                    <a:pt x="9307" y="540"/>
                  </a:lnTo>
                  <a:lnTo>
                    <a:pt x="9136" y="698"/>
                  </a:lnTo>
                  <a:lnTo>
                    <a:pt x="8978" y="870"/>
                  </a:lnTo>
                  <a:lnTo>
                    <a:pt x="8846" y="1054"/>
                  </a:lnTo>
                  <a:lnTo>
                    <a:pt x="8728" y="1251"/>
                  </a:lnTo>
                  <a:lnTo>
                    <a:pt x="8623" y="1449"/>
                  </a:lnTo>
                  <a:lnTo>
                    <a:pt x="8544" y="1672"/>
                  </a:lnTo>
                  <a:lnTo>
                    <a:pt x="8491" y="1896"/>
                  </a:lnTo>
                  <a:lnTo>
                    <a:pt x="8452" y="2133"/>
                  </a:lnTo>
                  <a:lnTo>
                    <a:pt x="8438" y="2383"/>
                  </a:lnTo>
                  <a:lnTo>
                    <a:pt x="8452" y="2581"/>
                  </a:lnTo>
                  <a:lnTo>
                    <a:pt x="8478" y="2778"/>
                  </a:lnTo>
                  <a:lnTo>
                    <a:pt x="8517" y="2976"/>
                  </a:lnTo>
                  <a:lnTo>
                    <a:pt x="8570" y="3173"/>
                  </a:lnTo>
                  <a:lnTo>
                    <a:pt x="8649" y="3357"/>
                  </a:lnTo>
                  <a:lnTo>
                    <a:pt x="8741" y="3529"/>
                  </a:lnTo>
                  <a:lnTo>
                    <a:pt x="8833" y="3687"/>
                  </a:lnTo>
                  <a:lnTo>
                    <a:pt x="8952" y="3844"/>
                  </a:lnTo>
                  <a:lnTo>
                    <a:pt x="9070" y="3989"/>
                  </a:lnTo>
                  <a:lnTo>
                    <a:pt x="9215" y="4134"/>
                  </a:lnTo>
                  <a:lnTo>
                    <a:pt x="9360" y="4253"/>
                  </a:lnTo>
                  <a:lnTo>
                    <a:pt x="9518" y="4371"/>
                  </a:lnTo>
                  <a:lnTo>
                    <a:pt x="9689" y="4463"/>
                  </a:lnTo>
                  <a:lnTo>
                    <a:pt x="9860" y="4555"/>
                  </a:lnTo>
                  <a:lnTo>
                    <a:pt x="10044" y="4621"/>
                  </a:lnTo>
                  <a:lnTo>
                    <a:pt x="10229" y="4687"/>
                  </a:lnTo>
                  <a:lnTo>
                    <a:pt x="10229" y="11571"/>
                  </a:lnTo>
                  <a:lnTo>
                    <a:pt x="1" y="21457"/>
                  </a:lnTo>
                  <a:lnTo>
                    <a:pt x="1" y="53774"/>
                  </a:lnTo>
                  <a:lnTo>
                    <a:pt x="1172" y="53774"/>
                  </a:lnTo>
                  <a:lnTo>
                    <a:pt x="1172" y="21957"/>
                  </a:lnTo>
                  <a:lnTo>
                    <a:pt x="11413" y="12072"/>
                  </a:lnTo>
                  <a:lnTo>
                    <a:pt x="11413" y="4687"/>
                  </a:lnTo>
                  <a:lnTo>
                    <a:pt x="11598" y="4621"/>
                  </a:lnTo>
                  <a:lnTo>
                    <a:pt x="11782" y="4555"/>
                  </a:lnTo>
                  <a:lnTo>
                    <a:pt x="11953" y="4463"/>
                  </a:lnTo>
                  <a:lnTo>
                    <a:pt x="12124" y="4358"/>
                  </a:lnTo>
                  <a:lnTo>
                    <a:pt x="12282" y="4253"/>
                  </a:lnTo>
                  <a:lnTo>
                    <a:pt x="12427" y="4121"/>
                  </a:lnTo>
                  <a:lnTo>
                    <a:pt x="12559" y="3989"/>
                  </a:lnTo>
                  <a:lnTo>
                    <a:pt x="12690" y="3844"/>
                  </a:lnTo>
                  <a:lnTo>
                    <a:pt x="12809" y="3687"/>
                  </a:lnTo>
                  <a:lnTo>
                    <a:pt x="12901" y="3529"/>
                  </a:lnTo>
                  <a:lnTo>
                    <a:pt x="12993" y="3344"/>
                  </a:lnTo>
                  <a:lnTo>
                    <a:pt x="13059" y="3173"/>
                  </a:lnTo>
                  <a:lnTo>
                    <a:pt x="13125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4" y="2383"/>
                  </a:lnTo>
                  <a:lnTo>
                    <a:pt x="13190" y="2133"/>
                  </a:lnTo>
                  <a:lnTo>
                    <a:pt x="13151" y="1896"/>
                  </a:lnTo>
                  <a:lnTo>
                    <a:pt x="13085" y="1672"/>
                  </a:lnTo>
                  <a:lnTo>
                    <a:pt x="13006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51" y="870"/>
                  </a:lnTo>
                  <a:lnTo>
                    <a:pt x="12506" y="698"/>
                  </a:lnTo>
                  <a:lnTo>
                    <a:pt x="12335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42" y="185"/>
                  </a:lnTo>
                  <a:lnTo>
                    <a:pt x="11519" y="106"/>
                  </a:lnTo>
                  <a:lnTo>
                    <a:pt x="11295" y="53"/>
                  </a:lnTo>
                  <a:lnTo>
                    <a:pt x="11058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6"/>
            <p:cNvSpPr/>
            <p:nvPr/>
          </p:nvSpPr>
          <p:spPr>
            <a:xfrm>
              <a:off x="1807825" y="1140475"/>
              <a:ext cx="250775" cy="1716875"/>
            </a:xfrm>
            <a:custGeom>
              <a:rect b="b" l="l" r="r" t="t"/>
              <a:pathLst>
                <a:path extrusionOk="0" h="68675" w="10031">
                  <a:moveTo>
                    <a:pt x="7648" y="1172"/>
                  </a:moveTo>
                  <a:lnTo>
                    <a:pt x="7780" y="1185"/>
                  </a:lnTo>
                  <a:lnTo>
                    <a:pt x="7898" y="1198"/>
                  </a:lnTo>
                  <a:lnTo>
                    <a:pt x="8004" y="1225"/>
                  </a:lnTo>
                  <a:lnTo>
                    <a:pt x="8122" y="1277"/>
                  </a:lnTo>
                  <a:lnTo>
                    <a:pt x="8228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504" y="1527"/>
                  </a:lnTo>
                  <a:lnTo>
                    <a:pt x="8583" y="1606"/>
                  </a:lnTo>
                  <a:lnTo>
                    <a:pt x="8649" y="1698"/>
                  </a:lnTo>
                  <a:lnTo>
                    <a:pt x="8701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33" y="2133"/>
                  </a:lnTo>
                  <a:lnTo>
                    <a:pt x="8846" y="2251"/>
                  </a:lnTo>
                  <a:lnTo>
                    <a:pt x="8846" y="2370"/>
                  </a:lnTo>
                  <a:lnTo>
                    <a:pt x="8846" y="2501"/>
                  </a:lnTo>
                  <a:lnTo>
                    <a:pt x="8833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1" y="2949"/>
                  </a:lnTo>
                  <a:lnTo>
                    <a:pt x="8649" y="3041"/>
                  </a:lnTo>
                  <a:lnTo>
                    <a:pt x="8583" y="3133"/>
                  </a:lnTo>
                  <a:lnTo>
                    <a:pt x="8504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28" y="3423"/>
                  </a:lnTo>
                  <a:lnTo>
                    <a:pt x="8122" y="3476"/>
                  </a:lnTo>
                  <a:lnTo>
                    <a:pt x="8004" y="3515"/>
                  </a:lnTo>
                  <a:lnTo>
                    <a:pt x="7898" y="3541"/>
                  </a:lnTo>
                  <a:lnTo>
                    <a:pt x="7780" y="3568"/>
                  </a:lnTo>
                  <a:lnTo>
                    <a:pt x="7530" y="3568"/>
                  </a:lnTo>
                  <a:lnTo>
                    <a:pt x="7411" y="3541"/>
                  </a:lnTo>
                  <a:lnTo>
                    <a:pt x="7293" y="3515"/>
                  </a:lnTo>
                  <a:lnTo>
                    <a:pt x="7188" y="3476"/>
                  </a:lnTo>
                  <a:lnTo>
                    <a:pt x="7082" y="3423"/>
                  </a:lnTo>
                  <a:lnTo>
                    <a:pt x="6990" y="3370"/>
                  </a:lnTo>
                  <a:lnTo>
                    <a:pt x="6898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61" y="3041"/>
                  </a:lnTo>
                  <a:lnTo>
                    <a:pt x="6595" y="2949"/>
                  </a:lnTo>
                  <a:lnTo>
                    <a:pt x="6556" y="2844"/>
                  </a:lnTo>
                  <a:lnTo>
                    <a:pt x="6516" y="2725"/>
                  </a:lnTo>
                  <a:lnTo>
                    <a:pt x="6477" y="2620"/>
                  </a:lnTo>
                  <a:lnTo>
                    <a:pt x="6464" y="2501"/>
                  </a:lnTo>
                  <a:lnTo>
                    <a:pt x="6464" y="2370"/>
                  </a:lnTo>
                  <a:lnTo>
                    <a:pt x="6464" y="2251"/>
                  </a:lnTo>
                  <a:lnTo>
                    <a:pt x="6477" y="2133"/>
                  </a:lnTo>
                  <a:lnTo>
                    <a:pt x="6516" y="2014"/>
                  </a:lnTo>
                  <a:lnTo>
                    <a:pt x="6556" y="1909"/>
                  </a:lnTo>
                  <a:lnTo>
                    <a:pt x="6595" y="1804"/>
                  </a:lnTo>
                  <a:lnTo>
                    <a:pt x="6661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98" y="1448"/>
                  </a:lnTo>
                  <a:lnTo>
                    <a:pt x="6990" y="1383"/>
                  </a:lnTo>
                  <a:lnTo>
                    <a:pt x="7082" y="1317"/>
                  </a:lnTo>
                  <a:lnTo>
                    <a:pt x="7188" y="1277"/>
                  </a:lnTo>
                  <a:lnTo>
                    <a:pt x="7293" y="1225"/>
                  </a:lnTo>
                  <a:lnTo>
                    <a:pt x="7411" y="1198"/>
                  </a:lnTo>
                  <a:lnTo>
                    <a:pt x="7530" y="1185"/>
                  </a:lnTo>
                  <a:lnTo>
                    <a:pt x="7648" y="1172"/>
                  </a:lnTo>
                  <a:close/>
                  <a:moveTo>
                    <a:pt x="7648" y="0"/>
                  </a:moveTo>
                  <a:lnTo>
                    <a:pt x="7411" y="14"/>
                  </a:lnTo>
                  <a:lnTo>
                    <a:pt x="7174" y="40"/>
                  </a:lnTo>
                  <a:lnTo>
                    <a:pt x="6951" y="106"/>
                  </a:lnTo>
                  <a:lnTo>
                    <a:pt x="6727" y="185"/>
                  </a:lnTo>
                  <a:lnTo>
                    <a:pt x="6516" y="277"/>
                  </a:lnTo>
                  <a:lnTo>
                    <a:pt x="6332" y="408"/>
                  </a:lnTo>
                  <a:lnTo>
                    <a:pt x="6148" y="540"/>
                  </a:lnTo>
                  <a:lnTo>
                    <a:pt x="5977" y="698"/>
                  </a:lnTo>
                  <a:lnTo>
                    <a:pt x="5819" y="856"/>
                  </a:lnTo>
                  <a:lnTo>
                    <a:pt x="5687" y="1040"/>
                  </a:lnTo>
                  <a:lnTo>
                    <a:pt x="5569" y="1238"/>
                  </a:lnTo>
                  <a:lnTo>
                    <a:pt x="5463" y="1448"/>
                  </a:lnTo>
                  <a:lnTo>
                    <a:pt x="5384" y="1672"/>
                  </a:lnTo>
                  <a:lnTo>
                    <a:pt x="5318" y="1896"/>
                  </a:lnTo>
                  <a:lnTo>
                    <a:pt x="5292" y="2133"/>
                  </a:lnTo>
                  <a:lnTo>
                    <a:pt x="5279" y="2370"/>
                  </a:lnTo>
                  <a:lnTo>
                    <a:pt x="5279" y="2580"/>
                  </a:lnTo>
                  <a:lnTo>
                    <a:pt x="5305" y="2778"/>
                  </a:lnTo>
                  <a:lnTo>
                    <a:pt x="5358" y="2975"/>
                  </a:lnTo>
                  <a:lnTo>
                    <a:pt x="5411" y="3160"/>
                  </a:lnTo>
                  <a:lnTo>
                    <a:pt x="5490" y="3344"/>
                  </a:lnTo>
                  <a:lnTo>
                    <a:pt x="5569" y="3515"/>
                  </a:lnTo>
                  <a:lnTo>
                    <a:pt x="5674" y="3686"/>
                  </a:lnTo>
                  <a:lnTo>
                    <a:pt x="5779" y="3844"/>
                  </a:lnTo>
                  <a:lnTo>
                    <a:pt x="5911" y="3989"/>
                  </a:lnTo>
                  <a:lnTo>
                    <a:pt x="6042" y="4121"/>
                  </a:lnTo>
                  <a:lnTo>
                    <a:pt x="6200" y="4252"/>
                  </a:lnTo>
                  <a:lnTo>
                    <a:pt x="6345" y="4357"/>
                  </a:lnTo>
                  <a:lnTo>
                    <a:pt x="6516" y="4463"/>
                  </a:lnTo>
                  <a:lnTo>
                    <a:pt x="6687" y="4555"/>
                  </a:lnTo>
                  <a:lnTo>
                    <a:pt x="6872" y="4621"/>
                  </a:lnTo>
                  <a:lnTo>
                    <a:pt x="7069" y="4673"/>
                  </a:lnTo>
                  <a:lnTo>
                    <a:pt x="7069" y="26156"/>
                  </a:lnTo>
                  <a:lnTo>
                    <a:pt x="0" y="33212"/>
                  </a:lnTo>
                  <a:lnTo>
                    <a:pt x="0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38" y="4621"/>
                  </a:lnTo>
                  <a:lnTo>
                    <a:pt x="8622" y="4555"/>
                  </a:lnTo>
                  <a:lnTo>
                    <a:pt x="8794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67" y="4121"/>
                  </a:lnTo>
                  <a:lnTo>
                    <a:pt x="9399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41" y="3515"/>
                  </a:lnTo>
                  <a:lnTo>
                    <a:pt x="9820" y="3344"/>
                  </a:lnTo>
                  <a:lnTo>
                    <a:pt x="9899" y="3160"/>
                  </a:lnTo>
                  <a:lnTo>
                    <a:pt x="9952" y="2975"/>
                  </a:lnTo>
                  <a:lnTo>
                    <a:pt x="10005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8" y="1896"/>
                  </a:lnTo>
                  <a:lnTo>
                    <a:pt x="9926" y="1672"/>
                  </a:lnTo>
                  <a:lnTo>
                    <a:pt x="9847" y="1448"/>
                  </a:lnTo>
                  <a:lnTo>
                    <a:pt x="9741" y="1238"/>
                  </a:lnTo>
                  <a:lnTo>
                    <a:pt x="9623" y="1040"/>
                  </a:lnTo>
                  <a:lnTo>
                    <a:pt x="9491" y="856"/>
                  </a:lnTo>
                  <a:lnTo>
                    <a:pt x="9333" y="698"/>
                  </a:lnTo>
                  <a:lnTo>
                    <a:pt x="9162" y="540"/>
                  </a:lnTo>
                  <a:lnTo>
                    <a:pt x="8978" y="408"/>
                  </a:lnTo>
                  <a:lnTo>
                    <a:pt x="8794" y="277"/>
                  </a:lnTo>
                  <a:lnTo>
                    <a:pt x="8583" y="185"/>
                  </a:lnTo>
                  <a:lnTo>
                    <a:pt x="8359" y="106"/>
                  </a:lnTo>
                  <a:lnTo>
                    <a:pt x="8135" y="40"/>
                  </a:lnTo>
                  <a:lnTo>
                    <a:pt x="7898" y="14"/>
                  </a:lnTo>
                  <a:lnTo>
                    <a:pt x="764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6"/>
            <p:cNvSpPr/>
            <p:nvPr/>
          </p:nvSpPr>
          <p:spPr>
            <a:xfrm>
              <a:off x="2707875" y="605375"/>
              <a:ext cx="681575" cy="1406550"/>
            </a:xfrm>
            <a:custGeom>
              <a:rect b="b" l="l" r="r" t="t"/>
              <a:pathLst>
                <a:path extrusionOk="0" h="56262" w="27263">
                  <a:moveTo>
                    <a:pt x="25011" y="1185"/>
                  </a:moveTo>
                  <a:lnTo>
                    <a:pt x="25130" y="1212"/>
                  </a:lnTo>
                  <a:lnTo>
                    <a:pt x="25248" y="1238"/>
                  </a:lnTo>
                  <a:lnTo>
                    <a:pt x="25353" y="1277"/>
                  </a:lnTo>
                  <a:lnTo>
                    <a:pt x="25459" y="1330"/>
                  </a:lnTo>
                  <a:lnTo>
                    <a:pt x="25551" y="1383"/>
                  </a:lnTo>
                  <a:lnTo>
                    <a:pt x="25643" y="1462"/>
                  </a:lnTo>
                  <a:lnTo>
                    <a:pt x="25735" y="1527"/>
                  </a:lnTo>
                  <a:lnTo>
                    <a:pt x="25814" y="1620"/>
                  </a:lnTo>
                  <a:lnTo>
                    <a:pt x="25880" y="1712"/>
                  </a:lnTo>
                  <a:lnTo>
                    <a:pt x="25946" y="1804"/>
                  </a:lnTo>
                  <a:lnTo>
                    <a:pt x="25985" y="1909"/>
                  </a:lnTo>
                  <a:lnTo>
                    <a:pt x="26038" y="2028"/>
                  </a:lnTo>
                  <a:lnTo>
                    <a:pt x="26064" y="2133"/>
                  </a:lnTo>
                  <a:lnTo>
                    <a:pt x="26077" y="2251"/>
                  </a:lnTo>
                  <a:lnTo>
                    <a:pt x="26091" y="2383"/>
                  </a:lnTo>
                  <a:lnTo>
                    <a:pt x="26077" y="2502"/>
                  </a:lnTo>
                  <a:lnTo>
                    <a:pt x="26064" y="2620"/>
                  </a:lnTo>
                  <a:lnTo>
                    <a:pt x="26038" y="2738"/>
                  </a:lnTo>
                  <a:lnTo>
                    <a:pt x="25985" y="2844"/>
                  </a:lnTo>
                  <a:lnTo>
                    <a:pt x="25946" y="2949"/>
                  </a:lnTo>
                  <a:lnTo>
                    <a:pt x="25880" y="3054"/>
                  </a:lnTo>
                  <a:lnTo>
                    <a:pt x="25814" y="3147"/>
                  </a:lnTo>
                  <a:lnTo>
                    <a:pt x="25735" y="3226"/>
                  </a:lnTo>
                  <a:lnTo>
                    <a:pt x="25643" y="3305"/>
                  </a:lnTo>
                  <a:lnTo>
                    <a:pt x="25551" y="3370"/>
                  </a:lnTo>
                  <a:lnTo>
                    <a:pt x="25459" y="3436"/>
                  </a:lnTo>
                  <a:lnTo>
                    <a:pt x="25353" y="3489"/>
                  </a:lnTo>
                  <a:lnTo>
                    <a:pt x="25248" y="3528"/>
                  </a:lnTo>
                  <a:lnTo>
                    <a:pt x="25130" y="3555"/>
                  </a:lnTo>
                  <a:lnTo>
                    <a:pt x="25011" y="3568"/>
                  </a:lnTo>
                  <a:lnTo>
                    <a:pt x="24893" y="3581"/>
                  </a:lnTo>
                  <a:lnTo>
                    <a:pt x="24761" y="3568"/>
                  </a:lnTo>
                  <a:lnTo>
                    <a:pt x="24643" y="3555"/>
                  </a:lnTo>
                  <a:lnTo>
                    <a:pt x="24537" y="3528"/>
                  </a:lnTo>
                  <a:lnTo>
                    <a:pt x="24419" y="3489"/>
                  </a:lnTo>
                  <a:lnTo>
                    <a:pt x="24313" y="3436"/>
                  </a:lnTo>
                  <a:lnTo>
                    <a:pt x="24221" y="3370"/>
                  </a:lnTo>
                  <a:lnTo>
                    <a:pt x="24129" y="3305"/>
                  </a:lnTo>
                  <a:lnTo>
                    <a:pt x="24037" y="3226"/>
                  </a:lnTo>
                  <a:lnTo>
                    <a:pt x="23958" y="3147"/>
                  </a:lnTo>
                  <a:lnTo>
                    <a:pt x="23892" y="3054"/>
                  </a:lnTo>
                  <a:lnTo>
                    <a:pt x="23840" y="2949"/>
                  </a:lnTo>
                  <a:lnTo>
                    <a:pt x="23787" y="2844"/>
                  </a:lnTo>
                  <a:lnTo>
                    <a:pt x="23747" y="2738"/>
                  </a:lnTo>
                  <a:lnTo>
                    <a:pt x="23721" y="2620"/>
                  </a:lnTo>
                  <a:lnTo>
                    <a:pt x="23695" y="2502"/>
                  </a:lnTo>
                  <a:lnTo>
                    <a:pt x="23695" y="2383"/>
                  </a:lnTo>
                  <a:lnTo>
                    <a:pt x="23695" y="2251"/>
                  </a:lnTo>
                  <a:lnTo>
                    <a:pt x="23721" y="2133"/>
                  </a:lnTo>
                  <a:lnTo>
                    <a:pt x="23747" y="2028"/>
                  </a:lnTo>
                  <a:lnTo>
                    <a:pt x="23787" y="1909"/>
                  </a:lnTo>
                  <a:lnTo>
                    <a:pt x="23840" y="1804"/>
                  </a:lnTo>
                  <a:lnTo>
                    <a:pt x="23892" y="1712"/>
                  </a:lnTo>
                  <a:lnTo>
                    <a:pt x="23958" y="1620"/>
                  </a:lnTo>
                  <a:lnTo>
                    <a:pt x="24037" y="1527"/>
                  </a:lnTo>
                  <a:lnTo>
                    <a:pt x="24129" y="1462"/>
                  </a:lnTo>
                  <a:lnTo>
                    <a:pt x="24221" y="1383"/>
                  </a:lnTo>
                  <a:lnTo>
                    <a:pt x="24313" y="1330"/>
                  </a:lnTo>
                  <a:lnTo>
                    <a:pt x="24419" y="1277"/>
                  </a:lnTo>
                  <a:lnTo>
                    <a:pt x="24537" y="1238"/>
                  </a:lnTo>
                  <a:lnTo>
                    <a:pt x="24643" y="1212"/>
                  </a:lnTo>
                  <a:lnTo>
                    <a:pt x="24761" y="1185"/>
                  </a:lnTo>
                  <a:close/>
                  <a:moveTo>
                    <a:pt x="24893" y="0"/>
                  </a:moveTo>
                  <a:lnTo>
                    <a:pt x="24643" y="14"/>
                  </a:lnTo>
                  <a:lnTo>
                    <a:pt x="24406" y="53"/>
                  </a:lnTo>
                  <a:lnTo>
                    <a:pt x="24182" y="106"/>
                  </a:lnTo>
                  <a:lnTo>
                    <a:pt x="23958" y="185"/>
                  </a:lnTo>
                  <a:lnTo>
                    <a:pt x="23761" y="290"/>
                  </a:lnTo>
                  <a:lnTo>
                    <a:pt x="23563" y="409"/>
                  </a:lnTo>
                  <a:lnTo>
                    <a:pt x="23379" y="540"/>
                  </a:lnTo>
                  <a:lnTo>
                    <a:pt x="23208" y="698"/>
                  </a:lnTo>
                  <a:lnTo>
                    <a:pt x="23050" y="869"/>
                  </a:lnTo>
                  <a:lnTo>
                    <a:pt x="22918" y="1054"/>
                  </a:lnTo>
                  <a:lnTo>
                    <a:pt x="22800" y="1251"/>
                  </a:lnTo>
                  <a:lnTo>
                    <a:pt x="22694" y="1448"/>
                  </a:lnTo>
                  <a:lnTo>
                    <a:pt x="22615" y="1672"/>
                  </a:lnTo>
                  <a:lnTo>
                    <a:pt x="22563" y="1896"/>
                  </a:lnTo>
                  <a:lnTo>
                    <a:pt x="22523" y="2133"/>
                  </a:lnTo>
                  <a:lnTo>
                    <a:pt x="22510" y="2383"/>
                  </a:lnTo>
                  <a:lnTo>
                    <a:pt x="22523" y="2581"/>
                  </a:lnTo>
                  <a:lnTo>
                    <a:pt x="22550" y="2791"/>
                  </a:lnTo>
                  <a:lnTo>
                    <a:pt x="22589" y="2975"/>
                  </a:lnTo>
                  <a:lnTo>
                    <a:pt x="22642" y="3173"/>
                  </a:lnTo>
                  <a:lnTo>
                    <a:pt x="22721" y="3357"/>
                  </a:lnTo>
                  <a:lnTo>
                    <a:pt x="22800" y="3528"/>
                  </a:lnTo>
                  <a:lnTo>
                    <a:pt x="22905" y="3686"/>
                  </a:lnTo>
                  <a:lnTo>
                    <a:pt x="23023" y="3844"/>
                  </a:lnTo>
                  <a:lnTo>
                    <a:pt x="23142" y="3989"/>
                  </a:lnTo>
                  <a:lnTo>
                    <a:pt x="23287" y="4134"/>
                  </a:lnTo>
                  <a:lnTo>
                    <a:pt x="23432" y="4252"/>
                  </a:lnTo>
                  <a:lnTo>
                    <a:pt x="23589" y="4371"/>
                  </a:lnTo>
                  <a:lnTo>
                    <a:pt x="23747" y="4463"/>
                  </a:lnTo>
                  <a:lnTo>
                    <a:pt x="23932" y="4555"/>
                  </a:lnTo>
                  <a:lnTo>
                    <a:pt x="24103" y="4621"/>
                  </a:lnTo>
                  <a:lnTo>
                    <a:pt x="24300" y="4687"/>
                  </a:lnTo>
                  <a:lnTo>
                    <a:pt x="24300" y="36977"/>
                  </a:lnTo>
                  <a:lnTo>
                    <a:pt x="0" y="36977"/>
                  </a:lnTo>
                  <a:lnTo>
                    <a:pt x="0" y="56261"/>
                  </a:lnTo>
                  <a:lnTo>
                    <a:pt x="1172" y="56261"/>
                  </a:lnTo>
                  <a:lnTo>
                    <a:pt x="1172" y="38162"/>
                  </a:lnTo>
                  <a:lnTo>
                    <a:pt x="25485" y="38162"/>
                  </a:lnTo>
                  <a:lnTo>
                    <a:pt x="25485" y="4687"/>
                  </a:lnTo>
                  <a:lnTo>
                    <a:pt x="25669" y="4621"/>
                  </a:lnTo>
                  <a:lnTo>
                    <a:pt x="25854" y="4555"/>
                  </a:lnTo>
                  <a:lnTo>
                    <a:pt x="26025" y="4463"/>
                  </a:lnTo>
                  <a:lnTo>
                    <a:pt x="26196" y="4371"/>
                  </a:lnTo>
                  <a:lnTo>
                    <a:pt x="26354" y="4252"/>
                  </a:lnTo>
                  <a:lnTo>
                    <a:pt x="26499" y="4134"/>
                  </a:lnTo>
                  <a:lnTo>
                    <a:pt x="26630" y="3989"/>
                  </a:lnTo>
                  <a:lnTo>
                    <a:pt x="26762" y="3844"/>
                  </a:lnTo>
                  <a:lnTo>
                    <a:pt x="26867" y="3686"/>
                  </a:lnTo>
                  <a:lnTo>
                    <a:pt x="26972" y="3528"/>
                  </a:lnTo>
                  <a:lnTo>
                    <a:pt x="27065" y="3357"/>
                  </a:lnTo>
                  <a:lnTo>
                    <a:pt x="27130" y="3173"/>
                  </a:lnTo>
                  <a:lnTo>
                    <a:pt x="27183" y="2975"/>
                  </a:lnTo>
                  <a:lnTo>
                    <a:pt x="27236" y="2791"/>
                  </a:lnTo>
                  <a:lnTo>
                    <a:pt x="27262" y="2581"/>
                  </a:lnTo>
                  <a:lnTo>
                    <a:pt x="27262" y="2383"/>
                  </a:lnTo>
                  <a:lnTo>
                    <a:pt x="27249" y="2133"/>
                  </a:lnTo>
                  <a:lnTo>
                    <a:pt x="27223" y="1896"/>
                  </a:lnTo>
                  <a:lnTo>
                    <a:pt x="27157" y="1672"/>
                  </a:lnTo>
                  <a:lnTo>
                    <a:pt x="27078" y="1448"/>
                  </a:lnTo>
                  <a:lnTo>
                    <a:pt x="26986" y="1251"/>
                  </a:lnTo>
                  <a:lnTo>
                    <a:pt x="26854" y="1054"/>
                  </a:lnTo>
                  <a:lnTo>
                    <a:pt x="26722" y="869"/>
                  </a:lnTo>
                  <a:lnTo>
                    <a:pt x="26564" y="698"/>
                  </a:lnTo>
                  <a:lnTo>
                    <a:pt x="26406" y="540"/>
                  </a:lnTo>
                  <a:lnTo>
                    <a:pt x="26222" y="409"/>
                  </a:lnTo>
                  <a:lnTo>
                    <a:pt x="26025" y="290"/>
                  </a:lnTo>
                  <a:lnTo>
                    <a:pt x="25814" y="185"/>
                  </a:lnTo>
                  <a:lnTo>
                    <a:pt x="25590" y="106"/>
                  </a:lnTo>
                  <a:lnTo>
                    <a:pt x="25367" y="53"/>
                  </a:lnTo>
                  <a:lnTo>
                    <a:pt x="25130" y="14"/>
                  </a:lnTo>
                  <a:lnTo>
                    <a:pt x="2489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6"/>
            <p:cNvSpPr/>
            <p:nvPr/>
          </p:nvSpPr>
          <p:spPr>
            <a:xfrm>
              <a:off x="3940300" y="605375"/>
              <a:ext cx="687500" cy="639125"/>
            </a:xfrm>
            <a:custGeom>
              <a:rect b="b" l="l" r="r" t="t"/>
              <a:pathLst>
                <a:path extrusionOk="0" h="25565" w="27500">
                  <a:moveTo>
                    <a:pt x="25235" y="1185"/>
                  </a:moveTo>
                  <a:lnTo>
                    <a:pt x="25367" y="1212"/>
                  </a:lnTo>
                  <a:lnTo>
                    <a:pt x="25472" y="1238"/>
                  </a:lnTo>
                  <a:lnTo>
                    <a:pt x="25591" y="1277"/>
                  </a:lnTo>
                  <a:lnTo>
                    <a:pt x="25696" y="1330"/>
                  </a:lnTo>
                  <a:lnTo>
                    <a:pt x="25788" y="1383"/>
                  </a:lnTo>
                  <a:lnTo>
                    <a:pt x="25880" y="1462"/>
                  </a:lnTo>
                  <a:lnTo>
                    <a:pt x="25959" y="1527"/>
                  </a:lnTo>
                  <a:lnTo>
                    <a:pt x="26038" y="1620"/>
                  </a:lnTo>
                  <a:lnTo>
                    <a:pt x="26117" y="1712"/>
                  </a:lnTo>
                  <a:lnTo>
                    <a:pt x="26170" y="1804"/>
                  </a:lnTo>
                  <a:lnTo>
                    <a:pt x="26222" y="1909"/>
                  </a:lnTo>
                  <a:lnTo>
                    <a:pt x="26262" y="2028"/>
                  </a:lnTo>
                  <a:lnTo>
                    <a:pt x="26288" y="2133"/>
                  </a:lnTo>
                  <a:lnTo>
                    <a:pt x="26315" y="2251"/>
                  </a:lnTo>
                  <a:lnTo>
                    <a:pt x="26315" y="2383"/>
                  </a:lnTo>
                  <a:lnTo>
                    <a:pt x="26315" y="2502"/>
                  </a:lnTo>
                  <a:lnTo>
                    <a:pt x="26288" y="2620"/>
                  </a:lnTo>
                  <a:lnTo>
                    <a:pt x="26262" y="2738"/>
                  </a:lnTo>
                  <a:lnTo>
                    <a:pt x="26222" y="2844"/>
                  </a:lnTo>
                  <a:lnTo>
                    <a:pt x="26170" y="2949"/>
                  </a:lnTo>
                  <a:lnTo>
                    <a:pt x="26117" y="3054"/>
                  </a:lnTo>
                  <a:lnTo>
                    <a:pt x="26038" y="3147"/>
                  </a:lnTo>
                  <a:lnTo>
                    <a:pt x="25959" y="3226"/>
                  </a:lnTo>
                  <a:lnTo>
                    <a:pt x="25880" y="3305"/>
                  </a:lnTo>
                  <a:lnTo>
                    <a:pt x="25788" y="3370"/>
                  </a:lnTo>
                  <a:lnTo>
                    <a:pt x="25696" y="3436"/>
                  </a:lnTo>
                  <a:lnTo>
                    <a:pt x="25591" y="3489"/>
                  </a:lnTo>
                  <a:lnTo>
                    <a:pt x="25472" y="3528"/>
                  </a:lnTo>
                  <a:lnTo>
                    <a:pt x="25367" y="3555"/>
                  </a:lnTo>
                  <a:lnTo>
                    <a:pt x="25235" y="3568"/>
                  </a:lnTo>
                  <a:lnTo>
                    <a:pt x="25117" y="3581"/>
                  </a:lnTo>
                  <a:lnTo>
                    <a:pt x="24998" y="3568"/>
                  </a:lnTo>
                  <a:lnTo>
                    <a:pt x="24880" y="3555"/>
                  </a:lnTo>
                  <a:lnTo>
                    <a:pt x="24761" y="3528"/>
                  </a:lnTo>
                  <a:lnTo>
                    <a:pt x="24656" y="3489"/>
                  </a:lnTo>
                  <a:lnTo>
                    <a:pt x="24551" y="3436"/>
                  </a:lnTo>
                  <a:lnTo>
                    <a:pt x="24445" y="3370"/>
                  </a:lnTo>
                  <a:lnTo>
                    <a:pt x="24353" y="3305"/>
                  </a:lnTo>
                  <a:lnTo>
                    <a:pt x="24274" y="3226"/>
                  </a:lnTo>
                  <a:lnTo>
                    <a:pt x="24195" y="3147"/>
                  </a:lnTo>
                  <a:lnTo>
                    <a:pt x="24129" y="3054"/>
                  </a:lnTo>
                  <a:lnTo>
                    <a:pt x="24064" y="2949"/>
                  </a:lnTo>
                  <a:lnTo>
                    <a:pt x="24011" y="2844"/>
                  </a:lnTo>
                  <a:lnTo>
                    <a:pt x="23971" y="2738"/>
                  </a:lnTo>
                  <a:lnTo>
                    <a:pt x="23945" y="2620"/>
                  </a:lnTo>
                  <a:lnTo>
                    <a:pt x="23932" y="2502"/>
                  </a:lnTo>
                  <a:lnTo>
                    <a:pt x="23919" y="2383"/>
                  </a:lnTo>
                  <a:lnTo>
                    <a:pt x="23932" y="2251"/>
                  </a:lnTo>
                  <a:lnTo>
                    <a:pt x="23945" y="2133"/>
                  </a:lnTo>
                  <a:lnTo>
                    <a:pt x="23971" y="2028"/>
                  </a:lnTo>
                  <a:lnTo>
                    <a:pt x="24011" y="1909"/>
                  </a:lnTo>
                  <a:lnTo>
                    <a:pt x="24064" y="1804"/>
                  </a:lnTo>
                  <a:lnTo>
                    <a:pt x="24129" y="1712"/>
                  </a:lnTo>
                  <a:lnTo>
                    <a:pt x="24195" y="1620"/>
                  </a:lnTo>
                  <a:lnTo>
                    <a:pt x="24274" y="1527"/>
                  </a:lnTo>
                  <a:lnTo>
                    <a:pt x="24353" y="1462"/>
                  </a:lnTo>
                  <a:lnTo>
                    <a:pt x="24445" y="1383"/>
                  </a:lnTo>
                  <a:lnTo>
                    <a:pt x="24551" y="1330"/>
                  </a:lnTo>
                  <a:lnTo>
                    <a:pt x="24656" y="1277"/>
                  </a:lnTo>
                  <a:lnTo>
                    <a:pt x="24761" y="1238"/>
                  </a:lnTo>
                  <a:lnTo>
                    <a:pt x="24880" y="1212"/>
                  </a:lnTo>
                  <a:lnTo>
                    <a:pt x="24998" y="1185"/>
                  </a:lnTo>
                  <a:close/>
                  <a:moveTo>
                    <a:pt x="25117" y="0"/>
                  </a:moveTo>
                  <a:lnTo>
                    <a:pt x="24880" y="14"/>
                  </a:lnTo>
                  <a:lnTo>
                    <a:pt x="24643" y="53"/>
                  </a:lnTo>
                  <a:lnTo>
                    <a:pt x="24419" y="106"/>
                  </a:lnTo>
                  <a:lnTo>
                    <a:pt x="24195" y="185"/>
                  </a:lnTo>
                  <a:lnTo>
                    <a:pt x="23985" y="290"/>
                  </a:lnTo>
                  <a:lnTo>
                    <a:pt x="23787" y="409"/>
                  </a:lnTo>
                  <a:lnTo>
                    <a:pt x="23603" y="540"/>
                  </a:lnTo>
                  <a:lnTo>
                    <a:pt x="23432" y="698"/>
                  </a:lnTo>
                  <a:lnTo>
                    <a:pt x="23287" y="869"/>
                  </a:lnTo>
                  <a:lnTo>
                    <a:pt x="23142" y="1054"/>
                  </a:lnTo>
                  <a:lnTo>
                    <a:pt x="23024" y="1251"/>
                  </a:lnTo>
                  <a:lnTo>
                    <a:pt x="22932" y="1448"/>
                  </a:lnTo>
                  <a:lnTo>
                    <a:pt x="22853" y="1672"/>
                  </a:lnTo>
                  <a:lnTo>
                    <a:pt x="22787" y="1896"/>
                  </a:lnTo>
                  <a:lnTo>
                    <a:pt x="22747" y="2133"/>
                  </a:lnTo>
                  <a:lnTo>
                    <a:pt x="22734" y="2383"/>
                  </a:lnTo>
                  <a:lnTo>
                    <a:pt x="22747" y="2581"/>
                  </a:lnTo>
                  <a:lnTo>
                    <a:pt x="22774" y="2791"/>
                  </a:lnTo>
                  <a:lnTo>
                    <a:pt x="22813" y="2975"/>
                  </a:lnTo>
                  <a:lnTo>
                    <a:pt x="22879" y="3173"/>
                  </a:lnTo>
                  <a:lnTo>
                    <a:pt x="22945" y="3357"/>
                  </a:lnTo>
                  <a:lnTo>
                    <a:pt x="23037" y="3528"/>
                  </a:lnTo>
                  <a:lnTo>
                    <a:pt x="23142" y="3686"/>
                  </a:lnTo>
                  <a:lnTo>
                    <a:pt x="23247" y="3844"/>
                  </a:lnTo>
                  <a:lnTo>
                    <a:pt x="23379" y="3989"/>
                  </a:lnTo>
                  <a:lnTo>
                    <a:pt x="23511" y="4134"/>
                  </a:lnTo>
                  <a:lnTo>
                    <a:pt x="23656" y="4252"/>
                  </a:lnTo>
                  <a:lnTo>
                    <a:pt x="23813" y="4371"/>
                  </a:lnTo>
                  <a:lnTo>
                    <a:pt x="23985" y="4463"/>
                  </a:lnTo>
                  <a:lnTo>
                    <a:pt x="24156" y="4555"/>
                  </a:lnTo>
                  <a:lnTo>
                    <a:pt x="24340" y="4621"/>
                  </a:lnTo>
                  <a:lnTo>
                    <a:pt x="24524" y="4687"/>
                  </a:lnTo>
                  <a:lnTo>
                    <a:pt x="24524" y="18535"/>
                  </a:lnTo>
                  <a:lnTo>
                    <a:pt x="1" y="18535"/>
                  </a:lnTo>
                  <a:lnTo>
                    <a:pt x="1" y="25564"/>
                  </a:lnTo>
                  <a:lnTo>
                    <a:pt x="1185" y="25564"/>
                  </a:lnTo>
                  <a:lnTo>
                    <a:pt x="1185" y="19719"/>
                  </a:lnTo>
                  <a:lnTo>
                    <a:pt x="25709" y="19719"/>
                  </a:lnTo>
                  <a:lnTo>
                    <a:pt x="25709" y="4687"/>
                  </a:lnTo>
                  <a:lnTo>
                    <a:pt x="25893" y="4621"/>
                  </a:lnTo>
                  <a:lnTo>
                    <a:pt x="26078" y="4555"/>
                  </a:lnTo>
                  <a:lnTo>
                    <a:pt x="26262" y="4463"/>
                  </a:lnTo>
                  <a:lnTo>
                    <a:pt x="26420" y="4371"/>
                  </a:lnTo>
                  <a:lnTo>
                    <a:pt x="26578" y="4252"/>
                  </a:lnTo>
                  <a:lnTo>
                    <a:pt x="26723" y="4134"/>
                  </a:lnTo>
                  <a:lnTo>
                    <a:pt x="26867" y="3989"/>
                  </a:lnTo>
                  <a:lnTo>
                    <a:pt x="26986" y="3844"/>
                  </a:lnTo>
                  <a:lnTo>
                    <a:pt x="27104" y="3686"/>
                  </a:lnTo>
                  <a:lnTo>
                    <a:pt x="27197" y="3528"/>
                  </a:lnTo>
                  <a:lnTo>
                    <a:pt x="27289" y="3357"/>
                  </a:lnTo>
                  <a:lnTo>
                    <a:pt x="27368" y="3173"/>
                  </a:lnTo>
                  <a:lnTo>
                    <a:pt x="27420" y="2975"/>
                  </a:lnTo>
                  <a:lnTo>
                    <a:pt x="27460" y="2791"/>
                  </a:lnTo>
                  <a:lnTo>
                    <a:pt x="27486" y="2581"/>
                  </a:lnTo>
                  <a:lnTo>
                    <a:pt x="27499" y="2383"/>
                  </a:lnTo>
                  <a:lnTo>
                    <a:pt x="27486" y="2133"/>
                  </a:lnTo>
                  <a:lnTo>
                    <a:pt x="27447" y="1896"/>
                  </a:lnTo>
                  <a:lnTo>
                    <a:pt x="27394" y="1672"/>
                  </a:lnTo>
                  <a:lnTo>
                    <a:pt x="27315" y="1448"/>
                  </a:lnTo>
                  <a:lnTo>
                    <a:pt x="27210" y="1251"/>
                  </a:lnTo>
                  <a:lnTo>
                    <a:pt x="27091" y="1054"/>
                  </a:lnTo>
                  <a:lnTo>
                    <a:pt x="26960" y="869"/>
                  </a:lnTo>
                  <a:lnTo>
                    <a:pt x="26802" y="698"/>
                  </a:lnTo>
                  <a:lnTo>
                    <a:pt x="26630" y="540"/>
                  </a:lnTo>
                  <a:lnTo>
                    <a:pt x="26446" y="409"/>
                  </a:lnTo>
                  <a:lnTo>
                    <a:pt x="26249" y="290"/>
                  </a:lnTo>
                  <a:lnTo>
                    <a:pt x="26038" y="185"/>
                  </a:lnTo>
                  <a:lnTo>
                    <a:pt x="25828" y="106"/>
                  </a:lnTo>
                  <a:lnTo>
                    <a:pt x="25604" y="53"/>
                  </a:lnTo>
                  <a:lnTo>
                    <a:pt x="25367" y="14"/>
                  </a:lnTo>
                  <a:lnTo>
                    <a:pt x="2511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4630725" y="784075"/>
              <a:ext cx="118825" cy="460425"/>
            </a:xfrm>
            <a:custGeom>
              <a:rect b="b" l="l" r="r" t="t"/>
              <a:pathLst>
                <a:path extrusionOk="0" h="18417" w="4753">
                  <a:moveTo>
                    <a:pt x="2370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5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5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0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78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78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20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9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" y="2593"/>
                  </a:lnTo>
                  <a:lnTo>
                    <a:pt x="27" y="2791"/>
                  </a:lnTo>
                  <a:lnTo>
                    <a:pt x="80" y="2988"/>
                  </a:lnTo>
                  <a:lnTo>
                    <a:pt x="132" y="3173"/>
                  </a:lnTo>
                  <a:lnTo>
                    <a:pt x="198" y="3357"/>
                  </a:lnTo>
                  <a:lnTo>
                    <a:pt x="290" y="3528"/>
                  </a:lnTo>
                  <a:lnTo>
                    <a:pt x="396" y="3699"/>
                  </a:lnTo>
                  <a:lnTo>
                    <a:pt x="501" y="3857"/>
                  </a:lnTo>
                  <a:lnTo>
                    <a:pt x="633" y="4002"/>
                  </a:lnTo>
                  <a:lnTo>
                    <a:pt x="764" y="4134"/>
                  </a:lnTo>
                  <a:lnTo>
                    <a:pt x="909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4" y="4634"/>
                  </a:lnTo>
                  <a:lnTo>
                    <a:pt x="1778" y="4686"/>
                  </a:lnTo>
                  <a:lnTo>
                    <a:pt x="1778" y="18416"/>
                  </a:lnTo>
                  <a:lnTo>
                    <a:pt x="2963" y="18416"/>
                  </a:lnTo>
                  <a:lnTo>
                    <a:pt x="2963" y="4686"/>
                  </a:lnTo>
                  <a:lnTo>
                    <a:pt x="3160" y="4634"/>
                  </a:lnTo>
                  <a:lnTo>
                    <a:pt x="3331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76" y="4134"/>
                  </a:lnTo>
                  <a:lnTo>
                    <a:pt x="4121" y="4002"/>
                  </a:lnTo>
                  <a:lnTo>
                    <a:pt x="4239" y="3857"/>
                  </a:lnTo>
                  <a:lnTo>
                    <a:pt x="4358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4" y="2988"/>
                  </a:lnTo>
                  <a:lnTo>
                    <a:pt x="4713" y="2791"/>
                  </a:lnTo>
                  <a:lnTo>
                    <a:pt x="4740" y="2593"/>
                  </a:lnTo>
                  <a:lnTo>
                    <a:pt x="4753" y="2383"/>
                  </a:lnTo>
                  <a:lnTo>
                    <a:pt x="4740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305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4760725" y="784075"/>
              <a:ext cx="118825" cy="460425"/>
            </a:xfrm>
            <a:custGeom>
              <a:rect b="b" l="l" r="r" t="t"/>
              <a:pathLst>
                <a:path extrusionOk="0" h="18417" w="4753">
                  <a:moveTo>
                    <a:pt x="2370" y="1185"/>
                  </a:moveTo>
                  <a:lnTo>
                    <a:pt x="2501" y="1198"/>
                  </a:ln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1"/>
                  </a:lnTo>
                  <a:lnTo>
                    <a:pt x="3225" y="1540"/>
                  </a:lnTo>
                  <a:lnTo>
                    <a:pt x="3304" y="1619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2"/>
                  </a:lnTo>
                  <a:lnTo>
                    <a:pt x="3515" y="2027"/>
                  </a:lnTo>
                  <a:lnTo>
                    <a:pt x="3554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54" y="2620"/>
                  </a:lnTo>
                  <a:lnTo>
                    <a:pt x="3515" y="2738"/>
                  </a:lnTo>
                  <a:lnTo>
                    <a:pt x="3475" y="2844"/>
                  </a:lnTo>
                  <a:lnTo>
                    <a:pt x="3423" y="2949"/>
                  </a:lnTo>
                  <a:lnTo>
                    <a:pt x="3370" y="3054"/>
                  </a:lnTo>
                  <a:lnTo>
                    <a:pt x="3304" y="3146"/>
                  </a:lnTo>
                  <a:lnTo>
                    <a:pt x="3225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5" y="3528"/>
                  </a:lnTo>
                  <a:lnTo>
                    <a:pt x="2620" y="3554"/>
                  </a:lnTo>
                  <a:lnTo>
                    <a:pt x="2501" y="3581"/>
                  </a:lnTo>
                  <a:lnTo>
                    <a:pt x="2251" y="3581"/>
                  </a:lnTo>
                  <a:lnTo>
                    <a:pt x="2133" y="3554"/>
                  </a:lnTo>
                  <a:lnTo>
                    <a:pt x="2014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19" y="3304"/>
                  </a:lnTo>
                  <a:lnTo>
                    <a:pt x="1527" y="3225"/>
                  </a:lnTo>
                  <a:lnTo>
                    <a:pt x="1448" y="3146"/>
                  </a:lnTo>
                  <a:lnTo>
                    <a:pt x="1382" y="3054"/>
                  </a:lnTo>
                  <a:lnTo>
                    <a:pt x="1317" y="2949"/>
                  </a:lnTo>
                  <a:lnTo>
                    <a:pt x="1277" y="2844"/>
                  </a:lnTo>
                  <a:lnTo>
                    <a:pt x="1238" y="2738"/>
                  </a:lnTo>
                  <a:lnTo>
                    <a:pt x="1198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8" y="2146"/>
                  </a:lnTo>
                  <a:lnTo>
                    <a:pt x="1238" y="2027"/>
                  </a:lnTo>
                  <a:lnTo>
                    <a:pt x="1277" y="1922"/>
                  </a:lnTo>
                  <a:lnTo>
                    <a:pt x="1317" y="1817"/>
                  </a:lnTo>
                  <a:lnTo>
                    <a:pt x="1382" y="1712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19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4" y="1238"/>
                  </a:lnTo>
                  <a:lnTo>
                    <a:pt x="2133" y="1211"/>
                  </a:lnTo>
                  <a:lnTo>
                    <a:pt x="2251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8" y="198"/>
                  </a:lnTo>
                  <a:lnTo>
                    <a:pt x="1238" y="290"/>
                  </a:lnTo>
                  <a:lnTo>
                    <a:pt x="1040" y="408"/>
                  </a:lnTo>
                  <a:lnTo>
                    <a:pt x="869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8" y="1053"/>
                  </a:lnTo>
                  <a:lnTo>
                    <a:pt x="290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0" y="2593"/>
                  </a:lnTo>
                  <a:lnTo>
                    <a:pt x="27" y="2791"/>
                  </a:lnTo>
                  <a:lnTo>
                    <a:pt x="79" y="2988"/>
                  </a:lnTo>
                  <a:lnTo>
                    <a:pt x="132" y="3173"/>
                  </a:lnTo>
                  <a:lnTo>
                    <a:pt x="211" y="3357"/>
                  </a:lnTo>
                  <a:lnTo>
                    <a:pt x="290" y="3528"/>
                  </a:lnTo>
                  <a:lnTo>
                    <a:pt x="395" y="3699"/>
                  </a:lnTo>
                  <a:lnTo>
                    <a:pt x="501" y="3857"/>
                  </a:lnTo>
                  <a:lnTo>
                    <a:pt x="632" y="4002"/>
                  </a:lnTo>
                  <a:lnTo>
                    <a:pt x="764" y="4134"/>
                  </a:lnTo>
                  <a:lnTo>
                    <a:pt x="922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3" y="4634"/>
                  </a:lnTo>
                  <a:lnTo>
                    <a:pt x="1791" y="4686"/>
                  </a:lnTo>
                  <a:lnTo>
                    <a:pt x="1791" y="18416"/>
                  </a:lnTo>
                  <a:lnTo>
                    <a:pt x="2962" y="18416"/>
                  </a:lnTo>
                  <a:lnTo>
                    <a:pt x="2962" y="4686"/>
                  </a:lnTo>
                  <a:lnTo>
                    <a:pt x="3160" y="4634"/>
                  </a:lnTo>
                  <a:lnTo>
                    <a:pt x="3344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89" y="4134"/>
                  </a:lnTo>
                  <a:lnTo>
                    <a:pt x="4120" y="4002"/>
                  </a:lnTo>
                  <a:lnTo>
                    <a:pt x="4239" y="3857"/>
                  </a:lnTo>
                  <a:lnTo>
                    <a:pt x="4357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3" y="2988"/>
                  </a:lnTo>
                  <a:lnTo>
                    <a:pt x="4713" y="2791"/>
                  </a:lnTo>
                  <a:lnTo>
                    <a:pt x="4739" y="2593"/>
                  </a:lnTo>
                  <a:lnTo>
                    <a:pt x="4752" y="2383"/>
                  </a:lnTo>
                  <a:lnTo>
                    <a:pt x="4739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4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699" y="408"/>
                  </a:lnTo>
                  <a:lnTo>
                    <a:pt x="3502" y="290"/>
                  </a:lnTo>
                  <a:lnTo>
                    <a:pt x="3304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6"/>
            <p:cNvSpPr/>
            <p:nvPr/>
          </p:nvSpPr>
          <p:spPr>
            <a:xfrm>
              <a:off x="2939550" y="694875"/>
              <a:ext cx="1050800" cy="1344350"/>
            </a:xfrm>
            <a:custGeom>
              <a:rect b="b" l="l" r="r" t="t"/>
              <a:pathLst>
                <a:path extrusionOk="0" h="53774" w="42032">
                  <a:moveTo>
                    <a:pt x="39649" y="1173"/>
                  </a:moveTo>
                  <a:lnTo>
                    <a:pt x="39767" y="1186"/>
                  </a:lnTo>
                  <a:lnTo>
                    <a:pt x="39886" y="1199"/>
                  </a:lnTo>
                  <a:lnTo>
                    <a:pt x="40004" y="1238"/>
                  </a:lnTo>
                  <a:lnTo>
                    <a:pt x="40123" y="1278"/>
                  </a:lnTo>
                  <a:lnTo>
                    <a:pt x="40228" y="1317"/>
                  </a:lnTo>
                  <a:lnTo>
                    <a:pt x="40320" y="1383"/>
                  </a:lnTo>
                  <a:lnTo>
                    <a:pt x="40412" y="1449"/>
                  </a:lnTo>
                  <a:lnTo>
                    <a:pt x="40491" y="1528"/>
                  </a:lnTo>
                  <a:lnTo>
                    <a:pt x="40570" y="1620"/>
                  </a:lnTo>
                  <a:lnTo>
                    <a:pt x="40649" y="1712"/>
                  </a:lnTo>
                  <a:lnTo>
                    <a:pt x="40702" y="1804"/>
                  </a:lnTo>
                  <a:lnTo>
                    <a:pt x="40755" y="1910"/>
                  </a:lnTo>
                  <a:lnTo>
                    <a:pt x="40794" y="2015"/>
                  </a:lnTo>
                  <a:lnTo>
                    <a:pt x="40821" y="2133"/>
                  </a:lnTo>
                  <a:lnTo>
                    <a:pt x="40847" y="2252"/>
                  </a:lnTo>
                  <a:lnTo>
                    <a:pt x="40847" y="2370"/>
                  </a:lnTo>
                  <a:lnTo>
                    <a:pt x="40847" y="2502"/>
                  </a:lnTo>
                  <a:lnTo>
                    <a:pt x="40821" y="2620"/>
                  </a:lnTo>
                  <a:lnTo>
                    <a:pt x="40794" y="2726"/>
                  </a:lnTo>
                  <a:lnTo>
                    <a:pt x="40755" y="2844"/>
                  </a:lnTo>
                  <a:lnTo>
                    <a:pt x="40702" y="2950"/>
                  </a:lnTo>
                  <a:lnTo>
                    <a:pt x="40649" y="3042"/>
                  </a:lnTo>
                  <a:lnTo>
                    <a:pt x="40570" y="3134"/>
                  </a:lnTo>
                  <a:lnTo>
                    <a:pt x="40491" y="3226"/>
                  </a:lnTo>
                  <a:lnTo>
                    <a:pt x="40412" y="3305"/>
                  </a:lnTo>
                  <a:lnTo>
                    <a:pt x="40320" y="3371"/>
                  </a:lnTo>
                  <a:lnTo>
                    <a:pt x="40228" y="3423"/>
                  </a:lnTo>
                  <a:lnTo>
                    <a:pt x="40123" y="3476"/>
                  </a:lnTo>
                  <a:lnTo>
                    <a:pt x="40004" y="3516"/>
                  </a:lnTo>
                  <a:lnTo>
                    <a:pt x="39886" y="3555"/>
                  </a:lnTo>
                  <a:lnTo>
                    <a:pt x="39767" y="3568"/>
                  </a:lnTo>
                  <a:lnTo>
                    <a:pt x="39531" y="3568"/>
                  </a:lnTo>
                  <a:lnTo>
                    <a:pt x="39412" y="3555"/>
                  </a:lnTo>
                  <a:lnTo>
                    <a:pt x="39294" y="3516"/>
                  </a:lnTo>
                  <a:lnTo>
                    <a:pt x="39188" y="3476"/>
                  </a:lnTo>
                  <a:lnTo>
                    <a:pt x="39083" y="3423"/>
                  </a:lnTo>
                  <a:lnTo>
                    <a:pt x="38978" y="3371"/>
                  </a:lnTo>
                  <a:lnTo>
                    <a:pt x="38886" y="3305"/>
                  </a:lnTo>
                  <a:lnTo>
                    <a:pt x="38807" y="3226"/>
                  </a:lnTo>
                  <a:lnTo>
                    <a:pt x="38728" y="3134"/>
                  </a:lnTo>
                  <a:lnTo>
                    <a:pt x="38662" y="3042"/>
                  </a:lnTo>
                  <a:lnTo>
                    <a:pt x="38596" y="2950"/>
                  </a:lnTo>
                  <a:lnTo>
                    <a:pt x="38543" y="2844"/>
                  </a:lnTo>
                  <a:lnTo>
                    <a:pt x="38504" y="2726"/>
                  </a:lnTo>
                  <a:lnTo>
                    <a:pt x="38477" y="2620"/>
                  </a:lnTo>
                  <a:lnTo>
                    <a:pt x="38464" y="2502"/>
                  </a:lnTo>
                  <a:lnTo>
                    <a:pt x="38451" y="2370"/>
                  </a:lnTo>
                  <a:lnTo>
                    <a:pt x="38464" y="2252"/>
                  </a:lnTo>
                  <a:lnTo>
                    <a:pt x="38477" y="2133"/>
                  </a:lnTo>
                  <a:lnTo>
                    <a:pt x="38504" y="2015"/>
                  </a:lnTo>
                  <a:lnTo>
                    <a:pt x="38543" y="1910"/>
                  </a:lnTo>
                  <a:lnTo>
                    <a:pt x="38596" y="1804"/>
                  </a:lnTo>
                  <a:lnTo>
                    <a:pt x="38662" y="1712"/>
                  </a:lnTo>
                  <a:lnTo>
                    <a:pt x="38728" y="1620"/>
                  </a:lnTo>
                  <a:lnTo>
                    <a:pt x="38807" y="1528"/>
                  </a:lnTo>
                  <a:lnTo>
                    <a:pt x="38886" y="1449"/>
                  </a:lnTo>
                  <a:lnTo>
                    <a:pt x="38978" y="1383"/>
                  </a:lnTo>
                  <a:lnTo>
                    <a:pt x="39083" y="1317"/>
                  </a:lnTo>
                  <a:lnTo>
                    <a:pt x="39188" y="1278"/>
                  </a:lnTo>
                  <a:lnTo>
                    <a:pt x="39294" y="1238"/>
                  </a:lnTo>
                  <a:lnTo>
                    <a:pt x="39412" y="1199"/>
                  </a:lnTo>
                  <a:lnTo>
                    <a:pt x="39531" y="1186"/>
                  </a:lnTo>
                  <a:lnTo>
                    <a:pt x="39649" y="1173"/>
                  </a:lnTo>
                  <a:close/>
                  <a:moveTo>
                    <a:pt x="39649" y="1"/>
                  </a:moveTo>
                  <a:lnTo>
                    <a:pt x="39412" y="14"/>
                  </a:lnTo>
                  <a:lnTo>
                    <a:pt x="39175" y="40"/>
                  </a:lnTo>
                  <a:lnTo>
                    <a:pt x="38951" y="106"/>
                  </a:lnTo>
                  <a:lnTo>
                    <a:pt x="38728" y="185"/>
                  </a:lnTo>
                  <a:lnTo>
                    <a:pt x="38517" y="291"/>
                  </a:lnTo>
                  <a:lnTo>
                    <a:pt x="38319" y="409"/>
                  </a:lnTo>
                  <a:lnTo>
                    <a:pt x="38135" y="541"/>
                  </a:lnTo>
                  <a:lnTo>
                    <a:pt x="37964" y="699"/>
                  </a:lnTo>
                  <a:lnTo>
                    <a:pt x="37819" y="870"/>
                  </a:lnTo>
                  <a:lnTo>
                    <a:pt x="37674" y="1041"/>
                  </a:lnTo>
                  <a:lnTo>
                    <a:pt x="37556" y="1238"/>
                  </a:lnTo>
                  <a:lnTo>
                    <a:pt x="37464" y="1449"/>
                  </a:lnTo>
                  <a:lnTo>
                    <a:pt x="37385" y="1673"/>
                  </a:lnTo>
                  <a:lnTo>
                    <a:pt x="37319" y="1897"/>
                  </a:lnTo>
                  <a:lnTo>
                    <a:pt x="37280" y="2133"/>
                  </a:lnTo>
                  <a:lnTo>
                    <a:pt x="37266" y="2370"/>
                  </a:lnTo>
                  <a:lnTo>
                    <a:pt x="37280" y="2607"/>
                  </a:lnTo>
                  <a:lnTo>
                    <a:pt x="37319" y="2844"/>
                  </a:lnTo>
                  <a:lnTo>
                    <a:pt x="37372" y="3068"/>
                  </a:lnTo>
                  <a:lnTo>
                    <a:pt x="37451" y="3279"/>
                  </a:lnTo>
                  <a:lnTo>
                    <a:pt x="25156" y="12717"/>
                  </a:lnTo>
                  <a:lnTo>
                    <a:pt x="25156" y="41308"/>
                  </a:lnTo>
                  <a:lnTo>
                    <a:pt x="1" y="41308"/>
                  </a:lnTo>
                  <a:lnTo>
                    <a:pt x="1" y="53774"/>
                  </a:lnTo>
                  <a:lnTo>
                    <a:pt x="1185" y="53774"/>
                  </a:lnTo>
                  <a:lnTo>
                    <a:pt x="1185" y="42493"/>
                  </a:lnTo>
                  <a:lnTo>
                    <a:pt x="26328" y="42493"/>
                  </a:lnTo>
                  <a:lnTo>
                    <a:pt x="26328" y="13296"/>
                  </a:lnTo>
                  <a:lnTo>
                    <a:pt x="38162" y="4226"/>
                  </a:lnTo>
                  <a:lnTo>
                    <a:pt x="38319" y="4345"/>
                  </a:lnTo>
                  <a:lnTo>
                    <a:pt x="38491" y="4450"/>
                  </a:lnTo>
                  <a:lnTo>
                    <a:pt x="38662" y="4542"/>
                  </a:lnTo>
                  <a:lnTo>
                    <a:pt x="38846" y="4608"/>
                  </a:lnTo>
                  <a:lnTo>
                    <a:pt x="39043" y="4674"/>
                  </a:lnTo>
                  <a:lnTo>
                    <a:pt x="39241" y="4713"/>
                  </a:lnTo>
                  <a:lnTo>
                    <a:pt x="39438" y="4740"/>
                  </a:lnTo>
                  <a:lnTo>
                    <a:pt x="39649" y="4753"/>
                  </a:lnTo>
                  <a:lnTo>
                    <a:pt x="39899" y="4740"/>
                  </a:lnTo>
                  <a:lnTo>
                    <a:pt x="40136" y="4700"/>
                  </a:lnTo>
                  <a:lnTo>
                    <a:pt x="40360" y="4648"/>
                  </a:lnTo>
                  <a:lnTo>
                    <a:pt x="40570" y="4569"/>
                  </a:lnTo>
                  <a:lnTo>
                    <a:pt x="40781" y="4463"/>
                  </a:lnTo>
                  <a:lnTo>
                    <a:pt x="40979" y="4345"/>
                  </a:lnTo>
                  <a:lnTo>
                    <a:pt x="41163" y="4213"/>
                  </a:lnTo>
                  <a:lnTo>
                    <a:pt x="41334" y="4055"/>
                  </a:lnTo>
                  <a:lnTo>
                    <a:pt x="41492" y="3884"/>
                  </a:lnTo>
                  <a:lnTo>
                    <a:pt x="41624" y="3700"/>
                  </a:lnTo>
                  <a:lnTo>
                    <a:pt x="41742" y="3502"/>
                  </a:lnTo>
                  <a:lnTo>
                    <a:pt x="41847" y="3305"/>
                  </a:lnTo>
                  <a:lnTo>
                    <a:pt x="41926" y="3081"/>
                  </a:lnTo>
                  <a:lnTo>
                    <a:pt x="41979" y="2857"/>
                  </a:lnTo>
                  <a:lnTo>
                    <a:pt x="42018" y="2620"/>
                  </a:lnTo>
                  <a:lnTo>
                    <a:pt x="42032" y="2370"/>
                  </a:lnTo>
                  <a:lnTo>
                    <a:pt x="42018" y="2133"/>
                  </a:lnTo>
                  <a:lnTo>
                    <a:pt x="41979" y="1897"/>
                  </a:lnTo>
                  <a:lnTo>
                    <a:pt x="41926" y="1673"/>
                  </a:lnTo>
                  <a:lnTo>
                    <a:pt x="41847" y="1449"/>
                  </a:lnTo>
                  <a:lnTo>
                    <a:pt x="41742" y="1238"/>
                  </a:lnTo>
                  <a:lnTo>
                    <a:pt x="41624" y="1041"/>
                  </a:lnTo>
                  <a:lnTo>
                    <a:pt x="41492" y="870"/>
                  </a:lnTo>
                  <a:lnTo>
                    <a:pt x="41334" y="699"/>
                  </a:lnTo>
                  <a:lnTo>
                    <a:pt x="41163" y="541"/>
                  </a:lnTo>
                  <a:lnTo>
                    <a:pt x="40979" y="409"/>
                  </a:lnTo>
                  <a:lnTo>
                    <a:pt x="40781" y="291"/>
                  </a:lnTo>
                  <a:lnTo>
                    <a:pt x="40570" y="185"/>
                  </a:lnTo>
                  <a:lnTo>
                    <a:pt x="40360" y="106"/>
                  </a:lnTo>
                  <a:lnTo>
                    <a:pt x="40136" y="40"/>
                  </a:lnTo>
                  <a:lnTo>
                    <a:pt x="39899" y="14"/>
                  </a:lnTo>
                  <a:lnTo>
                    <a:pt x="3964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6"/>
            <p:cNvSpPr/>
            <p:nvPr/>
          </p:nvSpPr>
          <p:spPr>
            <a:xfrm>
              <a:off x="2970825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54" y="50404"/>
                  </a:lnTo>
                  <a:lnTo>
                    <a:pt x="3146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83" y="50720"/>
                  </a:lnTo>
                  <a:lnTo>
                    <a:pt x="3436" y="50825"/>
                  </a:lnTo>
                  <a:lnTo>
                    <a:pt x="3488" y="50931"/>
                  </a:lnTo>
                  <a:lnTo>
                    <a:pt x="3528" y="51036"/>
                  </a:lnTo>
                  <a:lnTo>
                    <a:pt x="3554" y="51154"/>
                  </a:lnTo>
                  <a:lnTo>
                    <a:pt x="3581" y="51273"/>
                  </a:lnTo>
                  <a:lnTo>
                    <a:pt x="3581" y="51391"/>
                  </a:lnTo>
                  <a:lnTo>
                    <a:pt x="3581" y="51510"/>
                  </a:lnTo>
                  <a:lnTo>
                    <a:pt x="3554" y="51628"/>
                  </a:lnTo>
                  <a:lnTo>
                    <a:pt x="3528" y="51747"/>
                  </a:lnTo>
                  <a:lnTo>
                    <a:pt x="3488" y="51852"/>
                  </a:lnTo>
                  <a:lnTo>
                    <a:pt x="3436" y="51957"/>
                  </a:lnTo>
                  <a:lnTo>
                    <a:pt x="3383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46" y="52313"/>
                  </a:lnTo>
                  <a:lnTo>
                    <a:pt x="3054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64" y="52589"/>
                  </a:lnTo>
                  <a:lnTo>
                    <a:pt x="2146" y="52563"/>
                  </a:lnTo>
                  <a:lnTo>
                    <a:pt x="2027" y="52536"/>
                  </a:lnTo>
                  <a:lnTo>
                    <a:pt x="1922" y="52497"/>
                  </a:lnTo>
                  <a:lnTo>
                    <a:pt x="1817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40" y="52234"/>
                  </a:lnTo>
                  <a:lnTo>
                    <a:pt x="1461" y="52155"/>
                  </a:lnTo>
                  <a:lnTo>
                    <a:pt x="1395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211" y="51628"/>
                  </a:lnTo>
                  <a:lnTo>
                    <a:pt x="1198" y="51510"/>
                  </a:lnTo>
                  <a:lnTo>
                    <a:pt x="1185" y="51391"/>
                  </a:lnTo>
                  <a:lnTo>
                    <a:pt x="1198" y="51273"/>
                  </a:lnTo>
                  <a:lnTo>
                    <a:pt x="1211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95" y="50720"/>
                  </a:lnTo>
                  <a:lnTo>
                    <a:pt x="1461" y="50628"/>
                  </a:lnTo>
                  <a:lnTo>
                    <a:pt x="1540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17" y="50338"/>
                  </a:lnTo>
                  <a:lnTo>
                    <a:pt x="1922" y="50286"/>
                  </a:lnTo>
                  <a:lnTo>
                    <a:pt x="2027" y="50246"/>
                  </a:lnTo>
                  <a:lnTo>
                    <a:pt x="2146" y="50220"/>
                  </a:lnTo>
                  <a:lnTo>
                    <a:pt x="2264" y="50207"/>
                  </a:lnTo>
                  <a:lnTo>
                    <a:pt x="2383" y="50193"/>
                  </a:lnTo>
                  <a:close/>
                  <a:moveTo>
                    <a:pt x="12032" y="1"/>
                  </a:moveTo>
                  <a:lnTo>
                    <a:pt x="12032" y="31817"/>
                  </a:lnTo>
                  <a:lnTo>
                    <a:pt x="1790" y="41690"/>
                  </a:lnTo>
                  <a:lnTo>
                    <a:pt x="1790" y="49088"/>
                  </a:lnTo>
                  <a:lnTo>
                    <a:pt x="1593" y="49140"/>
                  </a:lnTo>
                  <a:lnTo>
                    <a:pt x="1422" y="49219"/>
                  </a:lnTo>
                  <a:lnTo>
                    <a:pt x="1237" y="49311"/>
                  </a:lnTo>
                  <a:lnTo>
                    <a:pt x="1080" y="49404"/>
                  </a:lnTo>
                  <a:lnTo>
                    <a:pt x="922" y="49522"/>
                  </a:lnTo>
                  <a:lnTo>
                    <a:pt x="777" y="49640"/>
                  </a:lnTo>
                  <a:lnTo>
                    <a:pt x="632" y="49785"/>
                  </a:lnTo>
                  <a:lnTo>
                    <a:pt x="513" y="49930"/>
                  </a:lnTo>
                  <a:lnTo>
                    <a:pt x="395" y="50088"/>
                  </a:lnTo>
                  <a:lnTo>
                    <a:pt x="303" y="50246"/>
                  </a:lnTo>
                  <a:lnTo>
                    <a:pt x="211" y="50417"/>
                  </a:lnTo>
                  <a:lnTo>
                    <a:pt x="145" y="50601"/>
                  </a:lnTo>
                  <a:lnTo>
                    <a:pt x="79" y="50786"/>
                  </a:lnTo>
                  <a:lnTo>
                    <a:pt x="40" y="50983"/>
                  </a:lnTo>
                  <a:lnTo>
                    <a:pt x="13" y="51181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19" y="52102"/>
                  </a:lnTo>
                  <a:lnTo>
                    <a:pt x="198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53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61" y="53590"/>
                  </a:lnTo>
                  <a:lnTo>
                    <a:pt x="1672" y="53669"/>
                  </a:lnTo>
                  <a:lnTo>
                    <a:pt x="1909" y="53721"/>
                  </a:lnTo>
                  <a:lnTo>
                    <a:pt x="2146" y="53761"/>
                  </a:lnTo>
                  <a:lnTo>
                    <a:pt x="2383" y="53774"/>
                  </a:lnTo>
                  <a:lnTo>
                    <a:pt x="2633" y="53761"/>
                  </a:lnTo>
                  <a:lnTo>
                    <a:pt x="2857" y="53721"/>
                  </a:lnTo>
                  <a:lnTo>
                    <a:pt x="3094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97" y="53221"/>
                  </a:lnTo>
                  <a:lnTo>
                    <a:pt x="4068" y="53076"/>
                  </a:lnTo>
                  <a:lnTo>
                    <a:pt x="4226" y="52905"/>
                  </a:lnTo>
                  <a:lnTo>
                    <a:pt x="4357" y="52721"/>
                  </a:lnTo>
                  <a:lnTo>
                    <a:pt x="4476" y="52523"/>
                  </a:lnTo>
                  <a:lnTo>
                    <a:pt x="4581" y="52313"/>
                  </a:lnTo>
                  <a:lnTo>
                    <a:pt x="4660" y="52102"/>
                  </a:lnTo>
                  <a:lnTo>
                    <a:pt x="4713" y="51865"/>
                  </a:lnTo>
                  <a:lnTo>
                    <a:pt x="4752" y="51641"/>
                  </a:lnTo>
                  <a:lnTo>
                    <a:pt x="4765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86" y="50786"/>
                  </a:lnTo>
                  <a:lnTo>
                    <a:pt x="4634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70" y="50075"/>
                  </a:lnTo>
                  <a:lnTo>
                    <a:pt x="4252" y="49917"/>
                  </a:lnTo>
                  <a:lnTo>
                    <a:pt x="4120" y="49772"/>
                  </a:lnTo>
                  <a:lnTo>
                    <a:pt x="3989" y="49640"/>
                  </a:lnTo>
                  <a:lnTo>
                    <a:pt x="3844" y="49509"/>
                  </a:lnTo>
                  <a:lnTo>
                    <a:pt x="3686" y="49404"/>
                  </a:lnTo>
                  <a:lnTo>
                    <a:pt x="3515" y="49298"/>
                  </a:lnTo>
                  <a:lnTo>
                    <a:pt x="3344" y="49219"/>
                  </a:lnTo>
                  <a:lnTo>
                    <a:pt x="3159" y="49140"/>
                  </a:lnTo>
                  <a:lnTo>
                    <a:pt x="2975" y="49088"/>
                  </a:lnTo>
                  <a:lnTo>
                    <a:pt x="2975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2441325" y="3138025"/>
              <a:ext cx="481475" cy="119175"/>
            </a:xfrm>
            <a:custGeom>
              <a:rect b="b" l="l" r="r" t="t"/>
              <a:pathLst>
                <a:path extrusionOk="0" h="4767" w="19259">
                  <a:moveTo>
                    <a:pt x="2488" y="1186"/>
                  </a:moveTo>
                  <a:lnTo>
                    <a:pt x="2620" y="1212"/>
                  </a:lnTo>
                  <a:lnTo>
                    <a:pt x="2725" y="1238"/>
                  </a:lnTo>
                  <a:lnTo>
                    <a:pt x="2843" y="1278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2"/>
                  </a:lnTo>
                  <a:lnTo>
                    <a:pt x="3212" y="1541"/>
                  </a:lnTo>
                  <a:lnTo>
                    <a:pt x="3291" y="1620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3"/>
                  </a:lnTo>
                  <a:lnTo>
                    <a:pt x="3515" y="2028"/>
                  </a:lnTo>
                  <a:lnTo>
                    <a:pt x="3541" y="2147"/>
                  </a:lnTo>
                  <a:lnTo>
                    <a:pt x="3567" y="2265"/>
                  </a:lnTo>
                  <a:lnTo>
                    <a:pt x="3567" y="2383"/>
                  </a:lnTo>
                  <a:lnTo>
                    <a:pt x="3567" y="2502"/>
                  </a:lnTo>
                  <a:lnTo>
                    <a:pt x="3541" y="2620"/>
                  </a:lnTo>
                  <a:lnTo>
                    <a:pt x="3515" y="2739"/>
                  </a:lnTo>
                  <a:lnTo>
                    <a:pt x="3475" y="2844"/>
                  </a:lnTo>
                  <a:lnTo>
                    <a:pt x="3423" y="2950"/>
                  </a:lnTo>
                  <a:lnTo>
                    <a:pt x="3370" y="3055"/>
                  </a:lnTo>
                  <a:lnTo>
                    <a:pt x="3291" y="3147"/>
                  </a:lnTo>
                  <a:lnTo>
                    <a:pt x="3212" y="3226"/>
                  </a:lnTo>
                  <a:lnTo>
                    <a:pt x="3133" y="3305"/>
                  </a:lnTo>
                  <a:lnTo>
                    <a:pt x="3041" y="3371"/>
                  </a:lnTo>
                  <a:lnTo>
                    <a:pt x="2949" y="3437"/>
                  </a:lnTo>
                  <a:lnTo>
                    <a:pt x="2843" y="3489"/>
                  </a:lnTo>
                  <a:lnTo>
                    <a:pt x="2725" y="3529"/>
                  </a:lnTo>
                  <a:lnTo>
                    <a:pt x="2620" y="3555"/>
                  </a:lnTo>
                  <a:lnTo>
                    <a:pt x="2488" y="3568"/>
                  </a:lnTo>
                  <a:lnTo>
                    <a:pt x="2370" y="3581"/>
                  </a:lnTo>
                  <a:lnTo>
                    <a:pt x="2251" y="3568"/>
                  </a:lnTo>
                  <a:lnTo>
                    <a:pt x="2133" y="3555"/>
                  </a:lnTo>
                  <a:lnTo>
                    <a:pt x="2014" y="3529"/>
                  </a:lnTo>
                  <a:lnTo>
                    <a:pt x="1909" y="3489"/>
                  </a:lnTo>
                  <a:lnTo>
                    <a:pt x="1803" y="3437"/>
                  </a:lnTo>
                  <a:lnTo>
                    <a:pt x="1698" y="3371"/>
                  </a:lnTo>
                  <a:lnTo>
                    <a:pt x="1606" y="3305"/>
                  </a:lnTo>
                  <a:lnTo>
                    <a:pt x="1527" y="3226"/>
                  </a:lnTo>
                  <a:lnTo>
                    <a:pt x="1448" y="3147"/>
                  </a:lnTo>
                  <a:lnTo>
                    <a:pt x="1382" y="3055"/>
                  </a:lnTo>
                  <a:lnTo>
                    <a:pt x="1316" y="2950"/>
                  </a:lnTo>
                  <a:lnTo>
                    <a:pt x="1264" y="2844"/>
                  </a:lnTo>
                  <a:lnTo>
                    <a:pt x="1224" y="2739"/>
                  </a:lnTo>
                  <a:lnTo>
                    <a:pt x="1198" y="2620"/>
                  </a:lnTo>
                  <a:lnTo>
                    <a:pt x="1185" y="2502"/>
                  </a:lnTo>
                  <a:lnTo>
                    <a:pt x="1172" y="2383"/>
                  </a:lnTo>
                  <a:lnTo>
                    <a:pt x="1185" y="2265"/>
                  </a:lnTo>
                  <a:lnTo>
                    <a:pt x="1198" y="2147"/>
                  </a:lnTo>
                  <a:lnTo>
                    <a:pt x="1224" y="2028"/>
                  </a:lnTo>
                  <a:lnTo>
                    <a:pt x="1264" y="1923"/>
                  </a:lnTo>
                  <a:lnTo>
                    <a:pt x="1316" y="1817"/>
                  </a:lnTo>
                  <a:lnTo>
                    <a:pt x="1382" y="1712"/>
                  </a:lnTo>
                  <a:lnTo>
                    <a:pt x="1448" y="1620"/>
                  </a:lnTo>
                  <a:lnTo>
                    <a:pt x="1527" y="1541"/>
                  </a:lnTo>
                  <a:lnTo>
                    <a:pt x="1606" y="1462"/>
                  </a:lnTo>
                  <a:lnTo>
                    <a:pt x="1698" y="1396"/>
                  </a:lnTo>
                  <a:lnTo>
                    <a:pt x="1803" y="1330"/>
                  </a:lnTo>
                  <a:lnTo>
                    <a:pt x="1909" y="1278"/>
                  </a:lnTo>
                  <a:lnTo>
                    <a:pt x="2014" y="1238"/>
                  </a:lnTo>
                  <a:lnTo>
                    <a:pt x="2133" y="1212"/>
                  </a:lnTo>
                  <a:lnTo>
                    <a:pt x="2251" y="1186"/>
                  </a:lnTo>
                  <a:close/>
                  <a:moveTo>
                    <a:pt x="17007" y="1186"/>
                  </a:moveTo>
                  <a:lnTo>
                    <a:pt x="17126" y="1212"/>
                  </a:lnTo>
                  <a:lnTo>
                    <a:pt x="17231" y="1238"/>
                  </a:lnTo>
                  <a:lnTo>
                    <a:pt x="17350" y="1278"/>
                  </a:lnTo>
                  <a:lnTo>
                    <a:pt x="17455" y="1330"/>
                  </a:lnTo>
                  <a:lnTo>
                    <a:pt x="17547" y="1396"/>
                  </a:lnTo>
                  <a:lnTo>
                    <a:pt x="17639" y="1462"/>
                  </a:lnTo>
                  <a:lnTo>
                    <a:pt x="17731" y="1541"/>
                  </a:lnTo>
                  <a:lnTo>
                    <a:pt x="17810" y="1620"/>
                  </a:lnTo>
                  <a:lnTo>
                    <a:pt x="17876" y="1712"/>
                  </a:lnTo>
                  <a:lnTo>
                    <a:pt x="17929" y="1817"/>
                  </a:lnTo>
                  <a:lnTo>
                    <a:pt x="17981" y="1923"/>
                  </a:lnTo>
                  <a:lnTo>
                    <a:pt x="18021" y="2028"/>
                  </a:lnTo>
                  <a:lnTo>
                    <a:pt x="18047" y="2147"/>
                  </a:lnTo>
                  <a:lnTo>
                    <a:pt x="18074" y="2265"/>
                  </a:lnTo>
                  <a:lnTo>
                    <a:pt x="18074" y="2383"/>
                  </a:lnTo>
                  <a:lnTo>
                    <a:pt x="18074" y="2502"/>
                  </a:lnTo>
                  <a:lnTo>
                    <a:pt x="18047" y="2620"/>
                  </a:lnTo>
                  <a:lnTo>
                    <a:pt x="18021" y="2739"/>
                  </a:lnTo>
                  <a:lnTo>
                    <a:pt x="17981" y="2844"/>
                  </a:lnTo>
                  <a:lnTo>
                    <a:pt x="17929" y="2950"/>
                  </a:lnTo>
                  <a:lnTo>
                    <a:pt x="17876" y="3055"/>
                  </a:lnTo>
                  <a:lnTo>
                    <a:pt x="17810" y="3147"/>
                  </a:lnTo>
                  <a:lnTo>
                    <a:pt x="17731" y="3226"/>
                  </a:lnTo>
                  <a:lnTo>
                    <a:pt x="17639" y="3305"/>
                  </a:lnTo>
                  <a:lnTo>
                    <a:pt x="17547" y="3371"/>
                  </a:lnTo>
                  <a:lnTo>
                    <a:pt x="17455" y="3437"/>
                  </a:lnTo>
                  <a:lnTo>
                    <a:pt x="17350" y="3489"/>
                  </a:lnTo>
                  <a:lnTo>
                    <a:pt x="17231" y="3529"/>
                  </a:lnTo>
                  <a:lnTo>
                    <a:pt x="17126" y="3555"/>
                  </a:lnTo>
                  <a:lnTo>
                    <a:pt x="17007" y="3568"/>
                  </a:lnTo>
                  <a:lnTo>
                    <a:pt x="16876" y="3581"/>
                  </a:lnTo>
                  <a:lnTo>
                    <a:pt x="16757" y="3568"/>
                  </a:lnTo>
                  <a:lnTo>
                    <a:pt x="16639" y="3555"/>
                  </a:lnTo>
                  <a:lnTo>
                    <a:pt x="16520" y="3529"/>
                  </a:lnTo>
                  <a:lnTo>
                    <a:pt x="16415" y="3489"/>
                  </a:lnTo>
                  <a:lnTo>
                    <a:pt x="16310" y="3437"/>
                  </a:lnTo>
                  <a:lnTo>
                    <a:pt x="16217" y="3371"/>
                  </a:lnTo>
                  <a:lnTo>
                    <a:pt x="16125" y="3305"/>
                  </a:lnTo>
                  <a:lnTo>
                    <a:pt x="16033" y="3226"/>
                  </a:lnTo>
                  <a:lnTo>
                    <a:pt x="15954" y="3147"/>
                  </a:lnTo>
                  <a:lnTo>
                    <a:pt x="15888" y="3055"/>
                  </a:lnTo>
                  <a:lnTo>
                    <a:pt x="15823" y="2950"/>
                  </a:lnTo>
                  <a:lnTo>
                    <a:pt x="15783" y="2844"/>
                  </a:lnTo>
                  <a:lnTo>
                    <a:pt x="15730" y="2739"/>
                  </a:lnTo>
                  <a:lnTo>
                    <a:pt x="15704" y="2620"/>
                  </a:lnTo>
                  <a:lnTo>
                    <a:pt x="15691" y="2502"/>
                  </a:lnTo>
                  <a:lnTo>
                    <a:pt x="15678" y="2383"/>
                  </a:lnTo>
                  <a:lnTo>
                    <a:pt x="15691" y="2265"/>
                  </a:lnTo>
                  <a:lnTo>
                    <a:pt x="15704" y="2147"/>
                  </a:lnTo>
                  <a:lnTo>
                    <a:pt x="15730" y="2028"/>
                  </a:lnTo>
                  <a:lnTo>
                    <a:pt x="15783" y="1923"/>
                  </a:lnTo>
                  <a:lnTo>
                    <a:pt x="15823" y="1817"/>
                  </a:lnTo>
                  <a:lnTo>
                    <a:pt x="15888" y="1712"/>
                  </a:lnTo>
                  <a:lnTo>
                    <a:pt x="15954" y="1620"/>
                  </a:lnTo>
                  <a:lnTo>
                    <a:pt x="16033" y="1541"/>
                  </a:lnTo>
                  <a:lnTo>
                    <a:pt x="16125" y="1462"/>
                  </a:lnTo>
                  <a:lnTo>
                    <a:pt x="16217" y="1396"/>
                  </a:lnTo>
                  <a:lnTo>
                    <a:pt x="16310" y="1330"/>
                  </a:lnTo>
                  <a:lnTo>
                    <a:pt x="16415" y="1278"/>
                  </a:lnTo>
                  <a:lnTo>
                    <a:pt x="16520" y="1238"/>
                  </a:lnTo>
                  <a:lnTo>
                    <a:pt x="16639" y="1212"/>
                  </a:lnTo>
                  <a:lnTo>
                    <a:pt x="16757" y="1186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54"/>
                  </a:lnTo>
                  <a:lnTo>
                    <a:pt x="1672" y="106"/>
                  </a:lnTo>
                  <a:lnTo>
                    <a:pt x="1448" y="185"/>
                  </a:lnTo>
                  <a:lnTo>
                    <a:pt x="1237" y="290"/>
                  </a:lnTo>
                  <a:lnTo>
                    <a:pt x="1040" y="409"/>
                  </a:lnTo>
                  <a:lnTo>
                    <a:pt x="856" y="554"/>
                  </a:lnTo>
                  <a:lnTo>
                    <a:pt x="698" y="699"/>
                  </a:lnTo>
                  <a:lnTo>
                    <a:pt x="540" y="870"/>
                  </a:lnTo>
                  <a:lnTo>
                    <a:pt x="395" y="1054"/>
                  </a:lnTo>
                  <a:lnTo>
                    <a:pt x="277" y="1251"/>
                  </a:lnTo>
                  <a:lnTo>
                    <a:pt x="184" y="1462"/>
                  </a:lnTo>
                  <a:lnTo>
                    <a:pt x="105" y="1673"/>
                  </a:lnTo>
                  <a:lnTo>
                    <a:pt x="40" y="1910"/>
                  </a:lnTo>
                  <a:lnTo>
                    <a:pt x="0" y="2147"/>
                  </a:lnTo>
                  <a:lnTo>
                    <a:pt x="0" y="2383"/>
                  </a:lnTo>
                  <a:lnTo>
                    <a:pt x="0" y="2620"/>
                  </a:lnTo>
                  <a:lnTo>
                    <a:pt x="40" y="2857"/>
                  </a:lnTo>
                  <a:lnTo>
                    <a:pt x="105" y="3094"/>
                  </a:lnTo>
                  <a:lnTo>
                    <a:pt x="184" y="3305"/>
                  </a:lnTo>
                  <a:lnTo>
                    <a:pt x="277" y="3516"/>
                  </a:lnTo>
                  <a:lnTo>
                    <a:pt x="395" y="3713"/>
                  </a:lnTo>
                  <a:lnTo>
                    <a:pt x="540" y="3897"/>
                  </a:lnTo>
                  <a:lnTo>
                    <a:pt x="698" y="4068"/>
                  </a:lnTo>
                  <a:lnTo>
                    <a:pt x="856" y="4213"/>
                  </a:lnTo>
                  <a:lnTo>
                    <a:pt x="1040" y="4358"/>
                  </a:lnTo>
                  <a:lnTo>
                    <a:pt x="1237" y="4476"/>
                  </a:lnTo>
                  <a:lnTo>
                    <a:pt x="1448" y="4569"/>
                  </a:lnTo>
                  <a:lnTo>
                    <a:pt x="1672" y="4661"/>
                  </a:lnTo>
                  <a:lnTo>
                    <a:pt x="1896" y="4713"/>
                  </a:lnTo>
                  <a:lnTo>
                    <a:pt x="2133" y="4753"/>
                  </a:lnTo>
                  <a:lnTo>
                    <a:pt x="2370" y="4766"/>
                  </a:lnTo>
                  <a:lnTo>
                    <a:pt x="2580" y="4753"/>
                  </a:lnTo>
                  <a:lnTo>
                    <a:pt x="2778" y="4727"/>
                  </a:lnTo>
                  <a:lnTo>
                    <a:pt x="2975" y="4687"/>
                  </a:lnTo>
                  <a:lnTo>
                    <a:pt x="3159" y="4621"/>
                  </a:lnTo>
                  <a:lnTo>
                    <a:pt x="3344" y="4555"/>
                  </a:lnTo>
                  <a:lnTo>
                    <a:pt x="3515" y="4463"/>
                  </a:lnTo>
                  <a:lnTo>
                    <a:pt x="3686" y="4371"/>
                  </a:lnTo>
                  <a:lnTo>
                    <a:pt x="3844" y="4253"/>
                  </a:lnTo>
                  <a:lnTo>
                    <a:pt x="3989" y="4121"/>
                  </a:lnTo>
                  <a:lnTo>
                    <a:pt x="4120" y="3989"/>
                  </a:lnTo>
                  <a:lnTo>
                    <a:pt x="4252" y="3845"/>
                  </a:lnTo>
                  <a:lnTo>
                    <a:pt x="4357" y="3687"/>
                  </a:lnTo>
                  <a:lnTo>
                    <a:pt x="4462" y="3516"/>
                  </a:lnTo>
                  <a:lnTo>
                    <a:pt x="4541" y="3344"/>
                  </a:lnTo>
                  <a:lnTo>
                    <a:pt x="4620" y="3160"/>
                  </a:lnTo>
                  <a:lnTo>
                    <a:pt x="4673" y="2976"/>
                  </a:lnTo>
                  <a:lnTo>
                    <a:pt x="14572" y="2976"/>
                  </a:lnTo>
                  <a:lnTo>
                    <a:pt x="14638" y="3160"/>
                  </a:lnTo>
                  <a:lnTo>
                    <a:pt x="14704" y="3344"/>
                  </a:lnTo>
                  <a:lnTo>
                    <a:pt x="14796" y="3516"/>
                  </a:lnTo>
                  <a:lnTo>
                    <a:pt x="14888" y="3687"/>
                  </a:lnTo>
                  <a:lnTo>
                    <a:pt x="15006" y="3845"/>
                  </a:lnTo>
                  <a:lnTo>
                    <a:pt x="15125" y="3989"/>
                  </a:lnTo>
                  <a:lnTo>
                    <a:pt x="15270" y="4121"/>
                  </a:lnTo>
                  <a:lnTo>
                    <a:pt x="15415" y="4253"/>
                  </a:lnTo>
                  <a:lnTo>
                    <a:pt x="15572" y="4371"/>
                  </a:lnTo>
                  <a:lnTo>
                    <a:pt x="15730" y="4463"/>
                  </a:lnTo>
                  <a:lnTo>
                    <a:pt x="15915" y="4555"/>
                  </a:lnTo>
                  <a:lnTo>
                    <a:pt x="16086" y="4621"/>
                  </a:lnTo>
                  <a:lnTo>
                    <a:pt x="16283" y="4687"/>
                  </a:lnTo>
                  <a:lnTo>
                    <a:pt x="16481" y="4727"/>
                  </a:lnTo>
                  <a:lnTo>
                    <a:pt x="16678" y="4753"/>
                  </a:lnTo>
                  <a:lnTo>
                    <a:pt x="16876" y="4766"/>
                  </a:lnTo>
                  <a:lnTo>
                    <a:pt x="17126" y="4753"/>
                  </a:lnTo>
                  <a:lnTo>
                    <a:pt x="17363" y="4713"/>
                  </a:lnTo>
                  <a:lnTo>
                    <a:pt x="17586" y="4661"/>
                  </a:lnTo>
                  <a:lnTo>
                    <a:pt x="17810" y="4569"/>
                  </a:lnTo>
                  <a:lnTo>
                    <a:pt x="18008" y="4476"/>
                  </a:lnTo>
                  <a:lnTo>
                    <a:pt x="18205" y="4358"/>
                  </a:lnTo>
                  <a:lnTo>
                    <a:pt x="18389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0" y="3713"/>
                  </a:lnTo>
                  <a:lnTo>
                    <a:pt x="18969" y="3516"/>
                  </a:lnTo>
                  <a:lnTo>
                    <a:pt x="19074" y="3305"/>
                  </a:lnTo>
                  <a:lnTo>
                    <a:pt x="19153" y="3094"/>
                  </a:lnTo>
                  <a:lnTo>
                    <a:pt x="19206" y="2857"/>
                  </a:lnTo>
                  <a:lnTo>
                    <a:pt x="19245" y="2620"/>
                  </a:lnTo>
                  <a:lnTo>
                    <a:pt x="19258" y="2383"/>
                  </a:lnTo>
                  <a:lnTo>
                    <a:pt x="19245" y="2147"/>
                  </a:lnTo>
                  <a:lnTo>
                    <a:pt x="19206" y="1910"/>
                  </a:lnTo>
                  <a:lnTo>
                    <a:pt x="19153" y="1673"/>
                  </a:lnTo>
                  <a:lnTo>
                    <a:pt x="19074" y="1462"/>
                  </a:lnTo>
                  <a:lnTo>
                    <a:pt x="18969" y="1251"/>
                  </a:lnTo>
                  <a:lnTo>
                    <a:pt x="18850" y="1054"/>
                  </a:lnTo>
                  <a:lnTo>
                    <a:pt x="18719" y="870"/>
                  </a:lnTo>
                  <a:lnTo>
                    <a:pt x="18561" y="699"/>
                  </a:lnTo>
                  <a:lnTo>
                    <a:pt x="18389" y="554"/>
                  </a:lnTo>
                  <a:lnTo>
                    <a:pt x="18205" y="409"/>
                  </a:lnTo>
                  <a:lnTo>
                    <a:pt x="18008" y="290"/>
                  </a:lnTo>
                  <a:lnTo>
                    <a:pt x="17810" y="185"/>
                  </a:lnTo>
                  <a:lnTo>
                    <a:pt x="17586" y="106"/>
                  </a:lnTo>
                  <a:lnTo>
                    <a:pt x="17363" y="54"/>
                  </a:lnTo>
                  <a:lnTo>
                    <a:pt x="17126" y="14"/>
                  </a:lnTo>
                  <a:lnTo>
                    <a:pt x="16876" y="1"/>
                  </a:lnTo>
                  <a:lnTo>
                    <a:pt x="16678" y="14"/>
                  </a:lnTo>
                  <a:lnTo>
                    <a:pt x="16481" y="40"/>
                  </a:lnTo>
                  <a:lnTo>
                    <a:pt x="16283" y="80"/>
                  </a:lnTo>
                  <a:lnTo>
                    <a:pt x="16086" y="146"/>
                  </a:lnTo>
                  <a:lnTo>
                    <a:pt x="15915" y="212"/>
                  </a:lnTo>
                  <a:lnTo>
                    <a:pt x="15730" y="304"/>
                  </a:lnTo>
                  <a:lnTo>
                    <a:pt x="15572" y="396"/>
                  </a:lnTo>
                  <a:lnTo>
                    <a:pt x="15415" y="514"/>
                  </a:lnTo>
                  <a:lnTo>
                    <a:pt x="15270" y="633"/>
                  </a:lnTo>
                  <a:lnTo>
                    <a:pt x="15125" y="778"/>
                  </a:lnTo>
                  <a:lnTo>
                    <a:pt x="15006" y="922"/>
                  </a:lnTo>
                  <a:lnTo>
                    <a:pt x="14888" y="1080"/>
                  </a:lnTo>
                  <a:lnTo>
                    <a:pt x="14796" y="1251"/>
                  </a:lnTo>
                  <a:lnTo>
                    <a:pt x="14704" y="1423"/>
                  </a:lnTo>
                  <a:lnTo>
                    <a:pt x="14638" y="1607"/>
                  </a:lnTo>
                  <a:lnTo>
                    <a:pt x="14572" y="1791"/>
                  </a:lnTo>
                  <a:lnTo>
                    <a:pt x="4673" y="1791"/>
                  </a:lnTo>
                  <a:lnTo>
                    <a:pt x="4620" y="1607"/>
                  </a:lnTo>
                  <a:lnTo>
                    <a:pt x="4541" y="1423"/>
                  </a:lnTo>
                  <a:lnTo>
                    <a:pt x="4462" y="1251"/>
                  </a:lnTo>
                  <a:lnTo>
                    <a:pt x="4357" y="1080"/>
                  </a:lnTo>
                  <a:lnTo>
                    <a:pt x="4252" y="922"/>
                  </a:lnTo>
                  <a:lnTo>
                    <a:pt x="4120" y="778"/>
                  </a:lnTo>
                  <a:lnTo>
                    <a:pt x="3989" y="633"/>
                  </a:lnTo>
                  <a:lnTo>
                    <a:pt x="3844" y="514"/>
                  </a:lnTo>
                  <a:lnTo>
                    <a:pt x="3686" y="396"/>
                  </a:lnTo>
                  <a:lnTo>
                    <a:pt x="3515" y="304"/>
                  </a:lnTo>
                  <a:lnTo>
                    <a:pt x="3344" y="212"/>
                  </a:lnTo>
                  <a:lnTo>
                    <a:pt x="3159" y="146"/>
                  </a:lnTo>
                  <a:lnTo>
                    <a:pt x="2975" y="80"/>
                  </a:lnTo>
                  <a:lnTo>
                    <a:pt x="2778" y="40"/>
                  </a:lnTo>
                  <a:lnTo>
                    <a:pt x="258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1084150" y="2637825"/>
              <a:ext cx="931350" cy="455800"/>
            </a:xfrm>
            <a:custGeom>
              <a:rect b="b" l="l" r="r" t="t"/>
              <a:pathLst>
                <a:path extrusionOk="0" h="18232" w="37254">
                  <a:moveTo>
                    <a:pt x="2489" y="1185"/>
                  </a:moveTo>
                  <a:lnTo>
                    <a:pt x="2620" y="1198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3"/>
                  </a:lnTo>
                  <a:lnTo>
                    <a:pt x="3134" y="1448"/>
                  </a:lnTo>
                  <a:lnTo>
                    <a:pt x="3213" y="1527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09"/>
                  </a:lnTo>
                  <a:lnTo>
                    <a:pt x="3516" y="2014"/>
                  </a:lnTo>
                  <a:lnTo>
                    <a:pt x="3542" y="2133"/>
                  </a:lnTo>
                  <a:lnTo>
                    <a:pt x="3568" y="2251"/>
                  </a:lnTo>
                  <a:lnTo>
                    <a:pt x="3568" y="2370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41"/>
                  </a:lnTo>
                  <a:lnTo>
                    <a:pt x="3292" y="3133"/>
                  </a:lnTo>
                  <a:lnTo>
                    <a:pt x="3213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5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5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33"/>
                  </a:lnTo>
                  <a:lnTo>
                    <a:pt x="1383" y="3041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70"/>
                  </a:lnTo>
                  <a:lnTo>
                    <a:pt x="1186" y="2251"/>
                  </a:lnTo>
                  <a:lnTo>
                    <a:pt x="1199" y="2133"/>
                  </a:lnTo>
                  <a:lnTo>
                    <a:pt x="1225" y="2014"/>
                  </a:lnTo>
                  <a:lnTo>
                    <a:pt x="1265" y="1909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27"/>
                  </a:lnTo>
                  <a:lnTo>
                    <a:pt x="1607" y="1448"/>
                  </a:lnTo>
                  <a:lnTo>
                    <a:pt x="1699" y="1383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198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40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38"/>
                  </a:lnTo>
                  <a:lnTo>
                    <a:pt x="185" y="1448"/>
                  </a:lnTo>
                  <a:lnTo>
                    <a:pt x="106" y="1672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699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4"/>
                  </a:lnTo>
                  <a:lnTo>
                    <a:pt x="1238" y="4463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39"/>
                  </a:lnTo>
                  <a:lnTo>
                    <a:pt x="2370" y="4752"/>
                  </a:lnTo>
                  <a:lnTo>
                    <a:pt x="2528" y="4752"/>
                  </a:lnTo>
                  <a:lnTo>
                    <a:pt x="2686" y="4739"/>
                  </a:lnTo>
                  <a:lnTo>
                    <a:pt x="2844" y="4713"/>
                  </a:lnTo>
                  <a:lnTo>
                    <a:pt x="2989" y="4673"/>
                  </a:lnTo>
                  <a:lnTo>
                    <a:pt x="16547" y="18232"/>
                  </a:lnTo>
                  <a:lnTo>
                    <a:pt x="37254" y="18232"/>
                  </a:lnTo>
                  <a:lnTo>
                    <a:pt x="37254" y="17047"/>
                  </a:lnTo>
                  <a:lnTo>
                    <a:pt x="17034" y="17047"/>
                  </a:lnTo>
                  <a:lnTo>
                    <a:pt x="4055" y="4068"/>
                  </a:lnTo>
                  <a:lnTo>
                    <a:pt x="4200" y="3897"/>
                  </a:lnTo>
                  <a:lnTo>
                    <a:pt x="4345" y="3712"/>
                  </a:lnTo>
                  <a:lnTo>
                    <a:pt x="4463" y="3515"/>
                  </a:lnTo>
                  <a:lnTo>
                    <a:pt x="4569" y="3304"/>
                  </a:lnTo>
                  <a:lnTo>
                    <a:pt x="4648" y="3081"/>
                  </a:lnTo>
                  <a:lnTo>
                    <a:pt x="4700" y="2857"/>
                  </a:lnTo>
                  <a:lnTo>
                    <a:pt x="4740" y="2620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2"/>
                  </a:lnTo>
                  <a:lnTo>
                    <a:pt x="4569" y="1448"/>
                  </a:lnTo>
                  <a:lnTo>
                    <a:pt x="4463" y="1238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6"/>
            <p:cNvSpPr/>
            <p:nvPr/>
          </p:nvSpPr>
          <p:spPr>
            <a:xfrm>
              <a:off x="1084150" y="2820125"/>
              <a:ext cx="931350" cy="443650"/>
            </a:xfrm>
            <a:custGeom>
              <a:rect b="b" l="l" r="r" t="t"/>
              <a:pathLst>
                <a:path extrusionOk="0" h="17746" w="37254">
                  <a:moveTo>
                    <a:pt x="2370" y="1172"/>
                  </a:moveTo>
                  <a:lnTo>
                    <a:pt x="2489" y="1186"/>
                  </a:lnTo>
                  <a:lnTo>
                    <a:pt x="2620" y="1199"/>
                  </a:lnTo>
                  <a:lnTo>
                    <a:pt x="2726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2" y="1383"/>
                  </a:lnTo>
                  <a:lnTo>
                    <a:pt x="3134" y="1449"/>
                  </a:lnTo>
                  <a:lnTo>
                    <a:pt x="3213" y="1528"/>
                  </a:lnTo>
                  <a:lnTo>
                    <a:pt x="3292" y="1620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10"/>
                  </a:lnTo>
                  <a:lnTo>
                    <a:pt x="3516" y="2015"/>
                  </a:lnTo>
                  <a:lnTo>
                    <a:pt x="3542" y="2133"/>
                  </a:lnTo>
                  <a:lnTo>
                    <a:pt x="3568" y="2252"/>
                  </a:lnTo>
                  <a:lnTo>
                    <a:pt x="3568" y="2370"/>
                  </a:lnTo>
                  <a:lnTo>
                    <a:pt x="3568" y="2502"/>
                  </a:lnTo>
                  <a:lnTo>
                    <a:pt x="3542" y="2620"/>
                  </a:lnTo>
                  <a:lnTo>
                    <a:pt x="3516" y="2726"/>
                  </a:lnTo>
                  <a:lnTo>
                    <a:pt x="3476" y="2844"/>
                  </a:lnTo>
                  <a:lnTo>
                    <a:pt x="3423" y="2950"/>
                  </a:lnTo>
                  <a:lnTo>
                    <a:pt x="3371" y="3042"/>
                  </a:lnTo>
                  <a:lnTo>
                    <a:pt x="3292" y="3134"/>
                  </a:lnTo>
                  <a:lnTo>
                    <a:pt x="3213" y="3226"/>
                  </a:lnTo>
                  <a:lnTo>
                    <a:pt x="3134" y="3305"/>
                  </a:lnTo>
                  <a:lnTo>
                    <a:pt x="3042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6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6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1"/>
                  </a:lnTo>
                  <a:lnTo>
                    <a:pt x="1607" y="3305"/>
                  </a:lnTo>
                  <a:lnTo>
                    <a:pt x="1528" y="3226"/>
                  </a:lnTo>
                  <a:lnTo>
                    <a:pt x="1449" y="3134"/>
                  </a:lnTo>
                  <a:lnTo>
                    <a:pt x="1383" y="3042"/>
                  </a:lnTo>
                  <a:lnTo>
                    <a:pt x="1317" y="2950"/>
                  </a:lnTo>
                  <a:lnTo>
                    <a:pt x="1265" y="2844"/>
                  </a:lnTo>
                  <a:lnTo>
                    <a:pt x="1225" y="2726"/>
                  </a:lnTo>
                  <a:lnTo>
                    <a:pt x="1199" y="2620"/>
                  </a:lnTo>
                  <a:lnTo>
                    <a:pt x="1186" y="2502"/>
                  </a:lnTo>
                  <a:lnTo>
                    <a:pt x="1172" y="2370"/>
                  </a:lnTo>
                  <a:lnTo>
                    <a:pt x="1186" y="2252"/>
                  </a:lnTo>
                  <a:lnTo>
                    <a:pt x="1199" y="2133"/>
                  </a:lnTo>
                  <a:lnTo>
                    <a:pt x="1225" y="2015"/>
                  </a:lnTo>
                  <a:lnTo>
                    <a:pt x="1265" y="1910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20"/>
                  </a:lnTo>
                  <a:lnTo>
                    <a:pt x="1528" y="1528"/>
                  </a:lnTo>
                  <a:lnTo>
                    <a:pt x="1607" y="1449"/>
                  </a:lnTo>
                  <a:lnTo>
                    <a:pt x="1699" y="1383"/>
                  </a:lnTo>
                  <a:lnTo>
                    <a:pt x="1804" y="1317"/>
                  </a:lnTo>
                  <a:lnTo>
                    <a:pt x="1910" y="1278"/>
                  </a:lnTo>
                  <a:lnTo>
                    <a:pt x="2015" y="1238"/>
                  </a:lnTo>
                  <a:lnTo>
                    <a:pt x="2133" y="1199"/>
                  </a:lnTo>
                  <a:lnTo>
                    <a:pt x="2252" y="1186"/>
                  </a:lnTo>
                  <a:lnTo>
                    <a:pt x="2370" y="1172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1"/>
                  </a:lnTo>
                  <a:lnTo>
                    <a:pt x="1041" y="409"/>
                  </a:lnTo>
                  <a:lnTo>
                    <a:pt x="856" y="541"/>
                  </a:lnTo>
                  <a:lnTo>
                    <a:pt x="685" y="699"/>
                  </a:lnTo>
                  <a:lnTo>
                    <a:pt x="541" y="870"/>
                  </a:lnTo>
                  <a:lnTo>
                    <a:pt x="396" y="1041"/>
                  </a:lnTo>
                  <a:lnTo>
                    <a:pt x="277" y="1238"/>
                  </a:lnTo>
                  <a:lnTo>
                    <a:pt x="185" y="1449"/>
                  </a:lnTo>
                  <a:lnTo>
                    <a:pt x="106" y="1673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5"/>
                  </a:lnTo>
                  <a:lnTo>
                    <a:pt x="277" y="3502"/>
                  </a:lnTo>
                  <a:lnTo>
                    <a:pt x="396" y="3700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5"/>
                  </a:lnTo>
                  <a:lnTo>
                    <a:pt x="1238" y="4463"/>
                  </a:lnTo>
                  <a:lnTo>
                    <a:pt x="1449" y="4569"/>
                  </a:lnTo>
                  <a:lnTo>
                    <a:pt x="1673" y="4648"/>
                  </a:lnTo>
                  <a:lnTo>
                    <a:pt x="1896" y="4700"/>
                  </a:lnTo>
                  <a:lnTo>
                    <a:pt x="2133" y="4740"/>
                  </a:lnTo>
                  <a:lnTo>
                    <a:pt x="2370" y="4753"/>
                  </a:lnTo>
                  <a:lnTo>
                    <a:pt x="2634" y="4740"/>
                  </a:lnTo>
                  <a:lnTo>
                    <a:pt x="2884" y="4700"/>
                  </a:lnTo>
                  <a:lnTo>
                    <a:pt x="3121" y="4635"/>
                  </a:lnTo>
                  <a:lnTo>
                    <a:pt x="3344" y="4542"/>
                  </a:lnTo>
                  <a:lnTo>
                    <a:pt x="16547" y="17745"/>
                  </a:lnTo>
                  <a:lnTo>
                    <a:pt x="37254" y="17745"/>
                  </a:lnTo>
                  <a:lnTo>
                    <a:pt x="37254" y="16561"/>
                  </a:lnTo>
                  <a:lnTo>
                    <a:pt x="17034" y="16561"/>
                  </a:lnTo>
                  <a:lnTo>
                    <a:pt x="4279" y="3805"/>
                  </a:lnTo>
                  <a:lnTo>
                    <a:pt x="4384" y="3647"/>
                  </a:lnTo>
                  <a:lnTo>
                    <a:pt x="4476" y="3489"/>
                  </a:lnTo>
                  <a:lnTo>
                    <a:pt x="4555" y="3318"/>
                  </a:lnTo>
                  <a:lnTo>
                    <a:pt x="4621" y="3134"/>
                  </a:lnTo>
                  <a:lnTo>
                    <a:pt x="4674" y="2963"/>
                  </a:lnTo>
                  <a:lnTo>
                    <a:pt x="4713" y="2765"/>
                  </a:lnTo>
                  <a:lnTo>
                    <a:pt x="4740" y="2568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3"/>
                  </a:lnTo>
                  <a:lnTo>
                    <a:pt x="4569" y="1449"/>
                  </a:lnTo>
                  <a:lnTo>
                    <a:pt x="4463" y="1238"/>
                  </a:lnTo>
                  <a:lnTo>
                    <a:pt x="4345" y="1041"/>
                  </a:lnTo>
                  <a:lnTo>
                    <a:pt x="4213" y="870"/>
                  </a:lnTo>
                  <a:lnTo>
                    <a:pt x="4055" y="699"/>
                  </a:lnTo>
                  <a:lnTo>
                    <a:pt x="3884" y="541"/>
                  </a:lnTo>
                  <a:lnTo>
                    <a:pt x="3700" y="409"/>
                  </a:lnTo>
                  <a:lnTo>
                    <a:pt x="3502" y="291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6"/>
            <p:cNvSpPr/>
            <p:nvPr/>
          </p:nvSpPr>
          <p:spPr>
            <a:xfrm>
              <a:off x="1084150" y="3024175"/>
              <a:ext cx="931350" cy="434425"/>
            </a:xfrm>
            <a:custGeom>
              <a:rect b="b" l="l" r="r" t="t"/>
              <a:pathLst>
                <a:path extrusionOk="0" h="17377" w="37254">
                  <a:moveTo>
                    <a:pt x="2489" y="1185"/>
                  </a:move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2"/>
                  </a:lnTo>
                  <a:lnTo>
                    <a:pt x="3134" y="1461"/>
                  </a:lnTo>
                  <a:lnTo>
                    <a:pt x="3213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8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55" y="2528"/>
                  </a:lnTo>
                  <a:lnTo>
                    <a:pt x="3529" y="2673"/>
                  </a:lnTo>
                  <a:lnTo>
                    <a:pt x="3489" y="2804"/>
                  </a:lnTo>
                  <a:lnTo>
                    <a:pt x="3437" y="2936"/>
                  </a:lnTo>
                  <a:lnTo>
                    <a:pt x="2923" y="3436"/>
                  </a:lnTo>
                  <a:lnTo>
                    <a:pt x="2805" y="3502"/>
                  </a:lnTo>
                  <a:lnTo>
                    <a:pt x="2660" y="3541"/>
                  </a:lnTo>
                  <a:lnTo>
                    <a:pt x="2515" y="3568"/>
                  </a:lnTo>
                  <a:lnTo>
                    <a:pt x="2370" y="3581"/>
                  </a:lnTo>
                  <a:lnTo>
                    <a:pt x="2252" y="3568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8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82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33"/>
                  </a:lnTo>
                  <a:lnTo>
                    <a:pt x="1" y="2383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85" y="4068"/>
                  </a:lnTo>
                  <a:lnTo>
                    <a:pt x="856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52"/>
                  </a:lnTo>
                  <a:lnTo>
                    <a:pt x="2370" y="4766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73" y="4621"/>
                  </a:lnTo>
                  <a:lnTo>
                    <a:pt x="3318" y="4568"/>
                  </a:lnTo>
                  <a:lnTo>
                    <a:pt x="3450" y="4502"/>
                  </a:lnTo>
                  <a:lnTo>
                    <a:pt x="3595" y="4423"/>
                  </a:lnTo>
                  <a:lnTo>
                    <a:pt x="16547" y="17376"/>
                  </a:lnTo>
                  <a:lnTo>
                    <a:pt x="37254" y="17376"/>
                  </a:lnTo>
                  <a:lnTo>
                    <a:pt x="37254" y="16205"/>
                  </a:lnTo>
                  <a:lnTo>
                    <a:pt x="17034" y="16205"/>
                  </a:lnTo>
                  <a:lnTo>
                    <a:pt x="4424" y="3581"/>
                  </a:lnTo>
                  <a:lnTo>
                    <a:pt x="4503" y="3449"/>
                  </a:lnTo>
                  <a:lnTo>
                    <a:pt x="4569" y="3304"/>
                  </a:lnTo>
                  <a:lnTo>
                    <a:pt x="4621" y="3160"/>
                  </a:lnTo>
                  <a:lnTo>
                    <a:pt x="4661" y="3015"/>
                  </a:lnTo>
                  <a:lnTo>
                    <a:pt x="4700" y="2857"/>
                  </a:lnTo>
                  <a:lnTo>
                    <a:pt x="4727" y="2699"/>
                  </a:lnTo>
                  <a:lnTo>
                    <a:pt x="4740" y="2541"/>
                  </a:lnTo>
                  <a:lnTo>
                    <a:pt x="4753" y="2383"/>
                  </a:lnTo>
                  <a:lnTo>
                    <a:pt x="4740" y="2133"/>
                  </a:lnTo>
                  <a:lnTo>
                    <a:pt x="4700" y="1909"/>
                  </a:lnTo>
                  <a:lnTo>
                    <a:pt x="4648" y="1672"/>
                  </a:lnTo>
                  <a:lnTo>
                    <a:pt x="4569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6"/>
            <p:cNvSpPr/>
            <p:nvPr/>
          </p:nvSpPr>
          <p:spPr>
            <a:xfrm>
              <a:off x="1128575" y="3519125"/>
              <a:ext cx="933000" cy="118825"/>
            </a:xfrm>
            <a:custGeom>
              <a:rect b="b" l="l" r="r" t="t"/>
              <a:pathLst>
                <a:path extrusionOk="0" h="4753" w="37320">
                  <a:moveTo>
                    <a:pt x="2502" y="1185"/>
                  </a:moveTo>
                  <a:lnTo>
                    <a:pt x="2620" y="1198"/>
                  </a:lnTo>
                  <a:lnTo>
                    <a:pt x="2739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55" y="1382"/>
                  </a:lnTo>
                  <a:lnTo>
                    <a:pt x="3147" y="1448"/>
                  </a:lnTo>
                  <a:lnTo>
                    <a:pt x="3226" y="1527"/>
                  </a:lnTo>
                  <a:lnTo>
                    <a:pt x="3305" y="1619"/>
                  </a:lnTo>
                  <a:lnTo>
                    <a:pt x="3371" y="1712"/>
                  </a:lnTo>
                  <a:lnTo>
                    <a:pt x="3437" y="1804"/>
                  </a:lnTo>
                  <a:lnTo>
                    <a:pt x="3489" y="1909"/>
                  </a:lnTo>
                  <a:lnTo>
                    <a:pt x="3529" y="2014"/>
                  </a:lnTo>
                  <a:lnTo>
                    <a:pt x="3555" y="2133"/>
                  </a:lnTo>
                  <a:lnTo>
                    <a:pt x="3581" y="2251"/>
                  </a:lnTo>
                  <a:lnTo>
                    <a:pt x="3581" y="2370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25"/>
                  </a:lnTo>
                  <a:lnTo>
                    <a:pt x="3489" y="2844"/>
                  </a:lnTo>
                  <a:lnTo>
                    <a:pt x="3437" y="2949"/>
                  </a:lnTo>
                  <a:lnTo>
                    <a:pt x="3371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70"/>
                  </a:lnTo>
                  <a:lnTo>
                    <a:pt x="2950" y="3423"/>
                  </a:lnTo>
                  <a:lnTo>
                    <a:pt x="2844" y="3475"/>
                  </a:lnTo>
                  <a:lnTo>
                    <a:pt x="2739" y="3515"/>
                  </a:lnTo>
                  <a:lnTo>
                    <a:pt x="2620" y="3554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7" y="3554"/>
                  </a:lnTo>
                  <a:lnTo>
                    <a:pt x="2028" y="3515"/>
                  </a:lnTo>
                  <a:lnTo>
                    <a:pt x="1923" y="3475"/>
                  </a:lnTo>
                  <a:lnTo>
                    <a:pt x="1818" y="3423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33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8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6" y="2370"/>
                  </a:lnTo>
                  <a:lnTo>
                    <a:pt x="1199" y="2251"/>
                  </a:lnTo>
                  <a:lnTo>
                    <a:pt x="1212" y="2133"/>
                  </a:lnTo>
                  <a:lnTo>
                    <a:pt x="1238" y="2014"/>
                  </a:lnTo>
                  <a:lnTo>
                    <a:pt x="1278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19"/>
                  </a:lnTo>
                  <a:lnTo>
                    <a:pt x="1541" y="1527"/>
                  </a:lnTo>
                  <a:lnTo>
                    <a:pt x="1620" y="1448"/>
                  </a:lnTo>
                  <a:lnTo>
                    <a:pt x="1712" y="1382"/>
                  </a:lnTo>
                  <a:lnTo>
                    <a:pt x="1818" y="1330"/>
                  </a:lnTo>
                  <a:lnTo>
                    <a:pt x="1923" y="1277"/>
                  </a:lnTo>
                  <a:lnTo>
                    <a:pt x="2028" y="1238"/>
                  </a:lnTo>
                  <a:lnTo>
                    <a:pt x="2147" y="1198"/>
                  </a:lnTo>
                  <a:lnTo>
                    <a:pt x="2265" y="1185"/>
                  </a:lnTo>
                  <a:close/>
                  <a:moveTo>
                    <a:pt x="2384" y="0"/>
                  </a:moveTo>
                  <a:lnTo>
                    <a:pt x="2147" y="13"/>
                  </a:lnTo>
                  <a:lnTo>
                    <a:pt x="1910" y="40"/>
                  </a:lnTo>
                  <a:lnTo>
                    <a:pt x="1673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40"/>
                  </a:lnTo>
                  <a:lnTo>
                    <a:pt x="699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1" y="1238"/>
                  </a:lnTo>
                  <a:lnTo>
                    <a:pt x="198" y="1448"/>
                  </a:lnTo>
                  <a:lnTo>
                    <a:pt x="106" y="1672"/>
                  </a:lnTo>
                  <a:lnTo>
                    <a:pt x="54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4" y="2857"/>
                  </a:lnTo>
                  <a:lnTo>
                    <a:pt x="106" y="3081"/>
                  </a:lnTo>
                  <a:lnTo>
                    <a:pt x="198" y="3304"/>
                  </a:lnTo>
                  <a:lnTo>
                    <a:pt x="291" y="3515"/>
                  </a:lnTo>
                  <a:lnTo>
                    <a:pt x="409" y="3699"/>
                  </a:lnTo>
                  <a:lnTo>
                    <a:pt x="554" y="3883"/>
                  </a:lnTo>
                  <a:lnTo>
                    <a:pt x="699" y="4055"/>
                  </a:lnTo>
                  <a:lnTo>
                    <a:pt x="870" y="4213"/>
                  </a:lnTo>
                  <a:lnTo>
                    <a:pt x="1054" y="4344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3" y="4647"/>
                  </a:lnTo>
                  <a:lnTo>
                    <a:pt x="1910" y="4700"/>
                  </a:lnTo>
                  <a:lnTo>
                    <a:pt x="2147" y="4739"/>
                  </a:lnTo>
                  <a:lnTo>
                    <a:pt x="2384" y="4752"/>
                  </a:lnTo>
                  <a:lnTo>
                    <a:pt x="2594" y="4752"/>
                  </a:lnTo>
                  <a:lnTo>
                    <a:pt x="2792" y="4726"/>
                  </a:lnTo>
                  <a:lnTo>
                    <a:pt x="2989" y="4673"/>
                  </a:lnTo>
                  <a:lnTo>
                    <a:pt x="3173" y="4621"/>
                  </a:lnTo>
                  <a:lnTo>
                    <a:pt x="3358" y="4542"/>
                  </a:lnTo>
                  <a:lnTo>
                    <a:pt x="3529" y="4463"/>
                  </a:lnTo>
                  <a:lnTo>
                    <a:pt x="3700" y="4357"/>
                  </a:lnTo>
                  <a:lnTo>
                    <a:pt x="3858" y="4252"/>
                  </a:lnTo>
                  <a:lnTo>
                    <a:pt x="4003" y="4120"/>
                  </a:lnTo>
                  <a:lnTo>
                    <a:pt x="4134" y="3989"/>
                  </a:lnTo>
                  <a:lnTo>
                    <a:pt x="4266" y="3831"/>
                  </a:lnTo>
                  <a:lnTo>
                    <a:pt x="4371" y="3673"/>
                  </a:lnTo>
                  <a:lnTo>
                    <a:pt x="4477" y="3515"/>
                  </a:lnTo>
                  <a:lnTo>
                    <a:pt x="4556" y="3344"/>
                  </a:lnTo>
                  <a:lnTo>
                    <a:pt x="4634" y="3159"/>
                  </a:lnTo>
                  <a:lnTo>
                    <a:pt x="4687" y="2962"/>
                  </a:lnTo>
                  <a:lnTo>
                    <a:pt x="37319" y="2962"/>
                  </a:lnTo>
                  <a:lnTo>
                    <a:pt x="37319" y="1790"/>
                  </a:lnTo>
                  <a:lnTo>
                    <a:pt x="4687" y="1790"/>
                  </a:lnTo>
                  <a:lnTo>
                    <a:pt x="4634" y="1593"/>
                  </a:lnTo>
                  <a:lnTo>
                    <a:pt x="4556" y="1409"/>
                  </a:lnTo>
                  <a:lnTo>
                    <a:pt x="4477" y="1238"/>
                  </a:lnTo>
                  <a:lnTo>
                    <a:pt x="4371" y="1067"/>
                  </a:lnTo>
                  <a:lnTo>
                    <a:pt x="4266" y="922"/>
                  </a:lnTo>
                  <a:lnTo>
                    <a:pt x="4134" y="764"/>
                  </a:lnTo>
                  <a:lnTo>
                    <a:pt x="4003" y="632"/>
                  </a:lnTo>
                  <a:lnTo>
                    <a:pt x="3858" y="500"/>
                  </a:lnTo>
                  <a:lnTo>
                    <a:pt x="3700" y="395"/>
                  </a:lnTo>
                  <a:lnTo>
                    <a:pt x="3529" y="290"/>
                  </a:lnTo>
                  <a:lnTo>
                    <a:pt x="3358" y="211"/>
                  </a:lnTo>
                  <a:lnTo>
                    <a:pt x="3173" y="132"/>
                  </a:lnTo>
                  <a:lnTo>
                    <a:pt x="2989" y="79"/>
                  </a:lnTo>
                  <a:lnTo>
                    <a:pt x="2792" y="27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1294775" y="3652725"/>
              <a:ext cx="766800" cy="118825"/>
            </a:xfrm>
            <a:custGeom>
              <a:rect b="b" l="l" r="r" t="t"/>
              <a:pathLst>
                <a:path extrusionOk="0" h="4753" w="30672">
                  <a:moveTo>
                    <a:pt x="2383" y="1172"/>
                  </a:moveTo>
                  <a:lnTo>
                    <a:pt x="2502" y="1185"/>
                  </a:lnTo>
                  <a:lnTo>
                    <a:pt x="2620" y="1199"/>
                  </a:lnTo>
                  <a:lnTo>
                    <a:pt x="2739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54" y="1383"/>
                  </a:lnTo>
                  <a:lnTo>
                    <a:pt x="3147" y="1449"/>
                  </a:lnTo>
                  <a:lnTo>
                    <a:pt x="3226" y="1528"/>
                  </a:lnTo>
                  <a:lnTo>
                    <a:pt x="3305" y="1620"/>
                  </a:lnTo>
                  <a:lnTo>
                    <a:pt x="3370" y="1712"/>
                  </a:lnTo>
                  <a:lnTo>
                    <a:pt x="3436" y="1804"/>
                  </a:lnTo>
                  <a:lnTo>
                    <a:pt x="3489" y="1909"/>
                  </a:lnTo>
                  <a:lnTo>
                    <a:pt x="3528" y="2015"/>
                  </a:lnTo>
                  <a:lnTo>
                    <a:pt x="3555" y="2133"/>
                  </a:lnTo>
                  <a:lnTo>
                    <a:pt x="3581" y="2252"/>
                  </a:lnTo>
                  <a:lnTo>
                    <a:pt x="3581" y="2370"/>
                  </a:lnTo>
                  <a:lnTo>
                    <a:pt x="3581" y="2502"/>
                  </a:lnTo>
                  <a:lnTo>
                    <a:pt x="3555" y="2620"/>
                  </a:lnTo>
                  <a:lnTo>
                    <a:pt x="3528" y="2725"/>
                  </a:lnTo>
                  <a:lnTo>
                    <a:pt x="3489" y="2844"/>
                  </a:lnTo>
                  <a:lnTo>
                    <a:pt x="3436" y="2949"/>
                  </a:lnTo>
                  <a:lnTo>
                    <a:pt x="3370" y="3041"/>
                  </a:lnTo>
                  <a:lnTo>
                    <a:pt x="3305" y="3134"/>
                  </a:lnTo>
                  <a:lnTo>
                    <a:pt x="3226" y="3226"/>
                  </a:lnTo>
                  <a:lnTo>
                    <a:pt x="3147" y="3305"/>
                  </a:lnTo>
                  <a:lnTo>
                    <a:pt x="3054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39" y="3515"/>
                  </a:lnTo>
                  <a:lnTo>
                    <a:pt x="2620" y="3542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2"/>
                  </a:lnTo>
                  <a:lnTo>
                    <a:pt x="2028" y="3515"/>
                  </a:lnTo>
                  <a:lnTo>
                    <a:pt x="1922" y="3476"/>
                  </a:lnTo>
                  <a:lnTo>
                    <a:pt x="1817" y="3423"/>
                  </a:lnTo>
                  <a:lnTo>
                    <a:pt x="1712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7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8" y="2502"/>
                  </a:lnTo>
                  <a:lnTo>
                    <a:pt x="1185" y="2370"/>
                  </a:lnTo>
                  <a:lnTo>
                    <a:pt x="1198" y="2252"/>
                  </a:lnTo>
                  <a:lnTo>
                    <a:pt x="1212" y="2133"/>
                  </a:lnTo>
                  <a:lnTo>
                    <a:pt x="1238" y="2015"/>
                  </a:lnTo>
                  <a:lnTo>
                    <a:pt x="1277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12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lnTo>
                    <a:pt x="2383" y="1172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72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9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53" y="869"/>
                  </a:lnTo>
                  <a:lnTo>
                    <a:pt x="409" y="1041"/>
                  </a:lnTo>
                  <a:lnTo>
                    <a:pt x="290" y="1238"/>
                  </a:lnTo>
                  <a:lnTo>
                    <a:pt x="198" y="1449"/>
                  </a:lnTo>
                  <a:lnTo>
                    <a:pt x="119" y="1672"/>
                  </a:lnTo>
                  <a:lnTo>
                    <a:pt x="53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3" y="2857"/>
                  </a:lnTo>
                  <a:lnTo>
                    <a:pt x="119" y="3081"/>
                  </a:lnTo>
                  <a:lnTo>
                    <a:pt x="198" y="3305"/>
                  </a:lnTo>
                  <a:lnTo>
                    <a:pt x="290" y="3502"/>
                  </a:lnTo>
                  <a:lnTo>
                    <a:pt x="409" y="3700"/>
                  </a:lnTo>
                  <a:lnTo>
                    <a:pt x="553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54" y="4345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2" y="4647"/>
                  </a:lnTo>
                  <a:lnTo>
                    <a:pt x="1909" y="4700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94" y="4740"/>
                  </a:lnTo>
                  <a:lnTo>
                    <a:pt x="2791" y="4713"/>
                  </a:lnTo>
                  <a:lnTo>
                    <a:pt x="2989" y="4674"/>
                  </a:lnTo>
                  <a:lnTo>
                    <a:pt x="3173" y="4621"/>
                  </a:lnTo>
                  <a:lnTo>
                    <a:pt x="3357" y="4542"/>
                  </a:lnTo>
                  <a:lnTo>
                    <a:pt x="3528" y="4463"/>
                  </a:lnTo>
                  <a:lnTo>
                    <a:pt x="3699" y="4358"/>
                  </a:lnTo>
                  <a:lnTo>
                    <a:pt x="3857" y="4239"/>
                  </a:lnTo>
                  <a:lnTo>
                    <a:pt x="4002" y="4121"/>
                  </a:lnTo>
                  <a:lnTo>
                    <a:pt x="4134" y="3989"/>
                  </a:lnTo>
                  <a:lnTo>
                    <a:pt x="4265" y="3831"/>
                  </a:lnTo>
                  <a:lnTo>
                    <a:pt x="4371" y="3673"/>
                  </a:lnTo>
                  <a:lnTo>
                    <a:pt x="4476" y="3515"/>
                  </a:lnTo>
                  <a:lnTo>
                    <a:pt x="4555" y="3331"/>
                  </a:lnTo>
                  <a:lnTo>
                    <a:pt x="4634" y="3160"/>
                  </a:lnTo>
                  <a:lnTo>
                    <a:pt x="4687" y="2962"/>
                  </a:lnTo>
                  <a:lnTo>
                    <a:pt x="30671" y="2962"/>
                  </a:lnTo>
                  <a:lnTo>
                    <a:pt x="30671" y="1791"/>
                  </a:lnTo>
                  <a:lnTo>
                    <a:pt x="4687" y="1791"/>
                  </a:lnTo>
                  <a:lnTo>
                    <a:pt x="4634" y="1593"/>
                  </a:lnTo>
                  <a:lnTo>
                    <a:pt x="4555" y="1409"/>
                  </a:lnTo>
                  <a:lnTo>
                    <a:pt x="4476" y="1238"/>
                  </a:lnTo>
                  <a:lnTo>
                    <a:pt x="4371" y="1067"/>
                  </a:lnTo>
                  <a:lnTo>
                    <a:pt x="4265" y="909"/>
                  </a:lnTo>
                  <a:lnTo>
                    <a:pt x="4134" y="764"/>
                  </a:lnTo>
                  <a:lnTo>
                    <a:pt x="4002" y="632"/>
                  </a:lnTo>
                  <a:lnTo>
                    <a:pt x="3857" y="501"/>
                  </a:lnTo>
                  <a:lnTo>
                    <a:pt x="3699" y="396"/>
                  </a:lnTo>
                  <a:lnTo>
                    <a:pt x="3528" y="290"/>
                  </a:lnTo>
                  <a:lnTo>
                    <a:pt x="3357" y="198"/>
                  </a:lnTo>
                  <a:lnTo>
                    <a:pt x="3173" y="132"/>
                  </a:lnTo>
                  <a:lnTo>
                    <a:pt x="2989" y="80"/>
                  </a:lnTo>
                  <a:lnTo>
                    <a:pt x="2791" y="27"/>
                  </a:lnTo>
                  <a:lnTo>
                    <a:pt x="259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2461400" y="3703400"/>
              <a:ext cx="119150" cy="1067925"/>
            </a:xfrm>
            <a:custGeom>
              <a:rect b="b" l="l" r="r" t="t"/>
              <a:pathLst>
                <a:path extrusionOk="0" h="42717" w="4766">
                  <a:moveTo>
                    <a:pt x="2383" y="39136"/>
                  </a:moveTo>
                  <a:lnTo>
                    <a:pt x="2501" y="39149"/>
                  </a:lnTo>
                  <a:lnTo>
                    <a:pt x="2620" y="39162"/>
                  </a:lnTo>
                  <a:lnTo>
                    <a:pt x="2738" y="39189"/>
                  </a:lnTo>
                  <a:lnTo>
                    <a:pt x="2843" y="39228"/>
                  </a:lnTo>
                  <a:lnTo>
                    <a:pt x="2949" y="39281"/>
                  </a:lnTo>
                  <a:lnTo>
                    <a:pt x="3054" y="39347"/>
                  </a:lnTo>
                  <a:lnTo>
                    <a:pt x="3146" y="39412"/>
                  </a:lnTo>
                  <a:lnTo>
                    <a:pt x="3225" y="39491"/>
                  </a:lnTo>
                  <a:lnTo>
                    <a:pt x="3304" y="39570"/>
                  </a:lnTo>
                  <a:lnTo>
                    <a:pt x="3370" y="39662"/>
                  </a:lnTo>
                  <a:lnTo>
                    <a:pt x="3436" y="39768"/>
                  </a:lnTo>
                  <a:lnTo>
                    <a:pt x="3488" y="39873"/>
                  </a:lnTo>
                  <a:lnTo>
                    <a:pt x="3528" y="39978"/>
                  </a:lnTo>
                  <a:lnTo>
                    <a:pt x="3554" y="40097"/>
                  </a:lnTo>
                  <a:lnTo>
                    <a:pt x="3567" y="40215"/>
                  </a:lnTo>
                  <a:lnTo>
                    <a:pt x="3581" y="40334"/>
                  </a:lnTo>
                  <a:lnTo>
                    <a:pt x="3567" y="40452"/>
                  </a:lnTo>
                  <a:lnTo>
                    <a:pt x="3554" y="40571"/>
                  </a:lnTo>
                  <a:lnTo>
                    <a:pt x="3528" y="40689"/>
                  </a:lnTo>
                  <a:lnTo>
                    <a:pt x="3488" y="40795"/>
                  </a:lnTo>
                  <a:lnTo>
                    <a:pt x="3436" y="40900"/>
                  </a:lnTo>
                  <a:lnTo>
                    <a:pt x="3370" y="41005"/>
                  </a:lnTo>
                  <a:lnTo>
                    <a:pt x="3304" y="41097"/>
                  </a:lnTo>
                  <a:lnTo>
                    <a:pt x="3225" y="41176"/>
                  </a:lnTo>
                  <a:lnTo>
                    <a:pt x="3146" y="41255"/>
                  </a:lnTo>
                  <a:lnTo>
                    <a:pt x="3054" y="41321"/>
                  </a:lnTo>
                  <a:lnTo>
                    <a:pt x="2949" y="41387"/>
                  </a:lnTo>
                  <a:lnTo>
                    <a:pt x="2843" y="41440"/>
                  </a:lnTo>
                  <a:lnTo>
                    <a:pt x="2738" y="41479"/>
                  </a:lnTo>
                  <a:lnTo>
                    <a:pt x="2620" y="41505"/>
                  </a:lnTo>
                  <a:lnTo>
                    <a:pt x="2501" y="41519"/>
                  </a:lnTo>
                  <a:lnTo>
                    <a:pt x="2383" y="41532"/>
                  </a:lnTo>
                  <a:lnTo>
                    <a:pt x="2264" y="41519"/>
                  </a:lnTo>
                  <a:lnTo>
                    <a:pt x="2146" y="41505"/>
                  </a:lnTo>
                  <a:lnTo>
                    <a:pt x="2027" y="41479"/>
                  </a:lnTo>
                  <a:lnTo>
                    <a:pt x="1922" y="41440"/>
                  </a:lnTo>
                  <a:lnTo>
                    <a:pt x="1817" y="41387"/>
                  </a:lnTo>
                  <a:lnTo>
                    <a:pt x="1711" y="41321"/>
                  </a:lnTo>
                  <a:lnTo>
                    <a:pt x="1619" y="41255"/>
                  </a:lnTo>
                  <a:lnTo>
                    <a:pt x="1540" y="41176"/>
                  </a:lnTo>
                  <a:lnTo>
                    <a:pt x="1461" y="41097"/>
                  </a:lnTo>
                  <a:lnTo>
                    <a:pt x="1395" y="41005"/>
                  </a:lnTo>
                  <a:lnTo>
                    <a:pt x="1330" y="40900"/>
                  </a:lnTo>
                  <a:lnTo>
                    <a:pt x="1277" y="40795"/>
                  </a:lnTo>
                  <a:lnTo>
                    <a:pt x="1237" y="40689"/>
                  </a:lnTo>
                  <a:lnTo>
                    <a:pt x="1211" y="40571"/>
                  </a:lnTo>
                  <a:lnTo>
                    <a:pt x="1185" y="40452"/>
                  </a:lnTo>
                  <a:lnTo>
                    <a:pt x="1185" y="40334"/>
                  </a:lnTo>
                  <a:lnTo>
                    <a:pt x="1185" y="40215"/>
                  </a:lnTo>
                  <a:lnTo>
                    <a:pt x="1211" y="40097"/>
                  </a:lnTo>
                  <a:lnTo>
                    <a:pt x="1237" y="39978"/>
                  </a:lnTo>
                  <a:lnTo>
                    <a:pt x="1277" y="39873"/>
                  </a:lnTo>
                  <a:lnTo>
                    <a:pt x="1330" y="39768"/>
                  </a:lnTo>
                  <a:lnTo>
                    <a:pt x="1395" y="39662"/>
                  </a:lnTo>
                  <a:lnTo>
                    <a:pt x="1461" y="39570"/>
                  </a:lnTo>
                  <a:lnTo>
                    <a:pt x="1540" y="39491"/>
                  </a:lnTo>
                  <a:lnTo>
                    <a:pt x="1619" y="39412"/>
                  </a:lnTo>
                  <a:lnTo>
                    <a:pt x="1711" y="39347"/>
                  </a:lnTo>
                  <a:lnTo>
                    <a:pt x="1817" y="39281"/>
                  </a:lnTo>
                  <a:lnTo>
                    <a:pt x="1922" y="39228"/>
                  </a:lnTo>
                  <a:lnTo>
                    <a:pt x="2027" y="39189"/>
                  </a:lnTo>
                  <a:lnTo>
                    <a:pt x="2146" y="39162"/>
                  </a:lnTo>
                  <a:lnTo>
                    <a:pt x="2264" y="39149"/>
                  </a:lnTo>
                  <a:lnTo>
                    <a:pt x="2383" y="39136"/>
                  </a:lnTo>
                  <a:close/>
                  <a:moveTo>
                    <a:pt x="1790" y="1"/>
                  </a:moveTo>
                  <a:lnTo>
                    <a:pt x="1790" y="38030"/>
                  </a:lnTo>
                  <a:lnTo>
                    <a:pt x="1606" y="38083"/>
                  </a:lnTo>
                  <a:lnTo>
                    <a:pt x="1422" y="38162"/>
                  </a:lnTo>
                  <a:lnTo>
                    <a:pt x="1251" y="38241"/>
                  </a:lnTo>
                  <a:lnTo>
                    <a:pt x="1079" y="38346"/>
                  </a:lnTo>
                  <a:lnTo>
                    <a:pt x="921" y="38451"/>
                  </a:lnTo>
                  <a:lnTo>
                    <a:pt x="777" y="38583"/>
                  </a:lnTo>
                  <a:lnTo>
                    <a:pt x="632" y="38715"/>
                  </a:lnTo>
                  <a:lnTo>
                    <a:pt x="513" y="38860"/>
                  </a:lnTo>
                  <a:lnTo>
                    <a:pt x="395" y="39017"/>
                  </a:lnTo>
                  <a:lnTo>
                    <a:pt x="303" y="39189"/>
                  </a:lnTo>
                  <a:lnTo>
                    <a:pt x="211" y="39360"/>
                  </a:lnTo>
                  <a:lnTo>
                    <a:pt x="145" y="39544"/>
                  </a:lnTo>
                  <a:lnTo>
                    <a:pt x="79" y="39728"/>
                  </a:lnTo>
                  <a:lnTo>
                    <a:pt x="40" y="39926"/>
                  </a:lnTo>
                  <a:lnTo>
                    <a:pt x="13" y="40123"/>
                  </a:lnTo>
                  <a:lnTo>
                    <a:pt x="0" y="40334"/>
                  </a:lnTo>
                  <a:lnTo>
                    <a:pt x="13" y="40571"/>
                  </a:lnTo>
                  <a:lnTo>
                    <a:pt x="53" y="40808"/>
                  </a:lnTo>
                  <a:lnTo>
                    <a:pt x="105" y="41045"/>
                  </a:lnTo>
                  <a:lnTo>
                    <a:pt x="198" y="41255"/>
                  </a:lnTo>
                  <a:lnTo>
                    <a:pt x="290" y="41466"/>
                  </a:lnTo>
                  <a:lnTo>
                    <a:pt x="408" y="41663"/>
                  </a:lnTo>
                  <a:lnTo>
                    <a:pt x="553" y="41848"/>
                  </a:lnTo>
                  <a:lnTo>
                    <a:pt x="698" y="42019"/>
                  </a:lnTo>
                  <a:lnTo>
                    <a:pt x="869" y="42164"/>
                  </a:lnTo>
                  <a:lnTo>
                    <a:pt x="1053" y="42308"/>
                  </a:lnTo>
                  <a:lnTo>
                    <a:pt x="1251" y="42427"/>
                  </a:lnTo>
                  <a:lnTo>
                    <a:pt x="1461" y="42519"/>
                  </a:lnTo>
                  <a:lnTo>
                    <a:pt x="1672" y="42611"/>
                  </a:lnTo>
                  <a:lnTo>
                    <a:pt x="1909" y="42664"/>
                  </a:lnTo>
                  <a:lnTo>
                    <a:pt x="2146" y="42703"/>
                  </a:lnTo>
                  <a:lnTo>
                    <a:pt x="2383" y="42716"/>
                  </a:lnTo>
                  <a:lnTo>
                    <a:pt x="2620" y="42703"/>
                  </a:lnTo>
                  <a:lnTo>
                    <a:pt x="2857" y="42664"/>
                  </a:lnTo>
                  <a:lnTo>
                    <a:pt x="3093" y="42611"/>
                  </a:lnTo>
                  <a:lnTo>
                    <a:pt x="3304" y="42519"/>
                  </a:lnTo>
                  <a:lnTo>
                    <a:pt x="3515" y="42427"/>
                  </a:lnTo>
                  <a:lnTo>
                    <a:pt x="3712" y="42308"/>
                  </a:lnTo>
                  <a:lnTo>
                    <a:pt x="3896" y="42164"/>
                  </a:lnTo>
                  <a:lnTo>
                    <a:pt x="4068" y="42019"/>
                  </a:lnTo>
                  <a:lnTo>
                    <a:pt x="4212" y="41848"/>
                  </a:lnTo>
                  <a:lnTo>
                    <a:pt x="4357" y="41663"/>
                  </a:lnTo>
                  <a:lnTo>
                    <a:pt x="4476" y="41466"/>
                  </a:lnTo>
                  <a:lnTo>
                    <a:pt x="4568" y="41255"/>
                  </a:lnTo>
                  <a:lnTo>
                    <a:pt x="4660" y="41045"/>
                  </a:lnTo>
                  <a:lnTo>
                    <a:pt x="4713" y="40808"/>
                  </a:lnTo>
                  <a:lnTo>
                    <a:pt x="4752" y="40571"/>
                  </a:lnTo>
                  <a:lnTo>
                    <a:pt x="4765" y="40334"/>
                  </a:lnTo>
                  <a:lnTo>
                    <a:pt x="4752" y="40123"/>
                  </a:lnTo>
                  <a:lnTo>
                    <a:pt x="4726" y="39926"/>
                  </a:lnTo>
                  <a:lnTo>
                    <a:pt x="4686" y="39728"/>
                  </a:lnTo>
                  <a:lnTo>
                    <a:pt x="4620" y="39544"/>
                  </a:lnTo>
                  <a:lnTo>
                    <a:pt x="4555" y="39360"/>
                  </a:lnTo>
                  <a:lnTo>
                    <a:pt x="4462" y="39189"/>
                  </a:lnTo>
                  <a:lnTo>
                    <a:pt x="4370" y="39017"/>
                  </a:lnTo>
                  <a:lnTo>
                    <a:pt x="4252" y="38860"/>
                  </a:lnTo>
                  <a:lnTo>
                    <a:pt x="4120" y="38715"/>
                  </a:lnTo>
                  <a:lnTo>
                    <a:pt x="3989" y="38583"/>
                  </a:lnTo>
                  <a:lnTo>
                    <a:pt x="3844" y="38451"/>
                  </a:lnTo>
                  <a:lnTo>
                    <a:pt x="3686" y="38346"/>
                  </a:lnTo>
                  <a:lnTo>
                    <a:pt x="3515" y="38241"/>
                  </a:lnTo>
                  <a:lnTo>
                    <a:pt x="3344" y="38162"/>
                  </a:lnTo>
                  <a:lnTo>
                    <a:pt x="3159" y="38083"/>
                  </a:lnTo>
                  <a:lnTo>
                    <a:pt x="2975" y="38030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6"/>
            <p:cNvSpPr/>
            <p:nvPr/>
          </p:nvSpPr>
          <p:spPr>
            <a:xfrm>
              <a:off x="2685825" y="3741900"/>
              <a:ext cx="403825" cy="1186075"/>
            </a:xfrm>
            <a:custGeom>
              <a:rect b="b" l="l" r="r" t="t"/>
              <a:pathLst>
                <a:path extrusionOk="0" h="47443" w="16153">
                  <a:moveTo>
                    <a:pt x="13783" y="1186"/>
                  </a:moveTo>
                  <a:lnTo>
                    <a:pt x="13901" y="1199"/>
                  </a:lnTo>
                  <a:lnTo>
                    <a:pt x="14020" y="1212"/>
                  </a:lnTo>
                  <a:lnTo>
                    <a:pt x="14138" y="1238"/>
                  </a:lnTo>
                  <a:lnTo>
                    <a:pt x="14243" y="1278"/>
                  </a:lnTo>
                  <a:lnTo>
                    <a:pt x="14349" y="1330"/>
                  </a:lnTo>
                  <a:lnTo>
                    <a:pt x="14454" y="1396"/>
                  </a:lnTo>
                  <a:lnTo>
                    <a:pt x="14546" y="1462"/>
                  </a:lnTo>
                  <a:lnTo>
                    <a:pt x="14625" y="1541"/>
                  </a:lnTo>
                  <a:lnTo>
                    <a:pt x="14704" y="1620"/>
                  </a:lnTo>
                  <a:lnTo>
                    <a:pt x="14770" y="1712"/>
                  </a:lnTo>
                  <a:lnTo>
                    <a:pt x="14836" y="1818"/>
                  </a:lnTo>
                  <a:lnTo>
                    <a:pt x="14875" y="1923"/>
                  </a:lnTo>
                  <a:lnTo>
                    <a:pt x="14928" y="2028"/>
                  </a:lnTo>
                  <a:lnTo>
                    <a:pt x="14954" y="2147"/>
                  </a:lnTo>
                  <a:lnTo>
                    <a:pt x="14967" y="2265"/>
                  </a:lnTo>
                  <a:lnTo>
                    <a:pt x="14981" y="2384"/>
                  </a:lnTo>
                  <a:lnTo>
                    <a:pt x="14967" y="2502"/>
                  </a:lnTo>
                  <a:lnTo>
                    <a:pt x="14954" y="2620"/>
                  </a:lnTo>
                  <a:lnTo>
                    <a:pt x="14928" y="2739"/>
                  </a:lnTo>
                  <a:lnTo>
                    <a:pt x="14875" y="2844"/>
                  </a:lnTo>
                  <a:lnTo>
                    <a:pt x="14836" y="2950"/>
                  </a:lnTo>
                  <a:lnTo>
                    <a:pt x="14770" y="3055"/>
                  </a:lnTo>
                  <a:lnTo>
                    <a:pt x="14704" y="3147"/>
                  </a:lnTo>
                  <a:lnTo>
                    <a:pt x="14625" y="3226"/>
                  </a:lnTo>
                  <a:lnTo>
                    <a:pt x="14546" y="3305"/>
                  </a:lnTo>
                  <a:lnTo>
                    <a:pt x="14454" y="3371"/>
                  </a:lnTo>
                  <a:lnTo>
                    <a:pt x="14349" y="3437"/>
                  </a:lnTo>
                  <a:lnTo>
                    <a:pt x="14243" y="3489"/>
                  </a:lnTo>
                  <a:lnTo>
                    <a:pt x="14138" y="3529"/>
                  </a:lnTo>
                  <a:lnTo>
                    <a:pt x="14020" y="3555"/>
                  </a:lnTo>
                  <a:lnTo>
                    <a:pt x="13901" y="3581"/>
                  </a:lnTo>
                  <a:lnTo>
                    <a:pt x="13651" y="3581"/>
                  </a:lnTo>
                  <a:lnTo>
                    <a:pt x="13533" y="3555"/>
                  </a:lnTo>
                  <a:lnTo>
                    <a:pt x="13427" y="3529"/>
                  </a:lnTo>
                  <a:lnTo>
                    <a:pt x="13309" y="3489"/>
                  </a:lnTo>
                  <a:lnTo>
                    <a:pt x="13204" y="3437"/>
                  </a:lnTo>
                  <a:lnTo>
                    <a:pt x="13111" y="3371"/>
                  </a:lnTo>
                  <a:lnTo>
                    <a:pt x="13019" y="3305"/>
                  </a:lnTo>
                  <a:lnTo>
                    <a:pt x="12927" y="3226"/>
                  </a:lnTo>
                  <a:lnTo>
                    <a:pt x="12861" y="3147"/>
                  </a:lnTo>
                  <a:lnTo>
                    <a:pt x="12782" y="3055"/>
                  </a:lnTo>
                  <a:lnTo>
                    <a:pt x="12730" y="2950"/>
                  </a:lnTo>
                  <a:lnTo>
                    <a:pt x="12677" y="2844"/>
                  </a:lnTo>
                  <a:lnTo>
                    <a:pt x="12637" y="2739"/>
                  </a:lnTo>
                  <a:lnTo>
                    <a:pt x="12611" y="2620"/>
                  </a:lnTo>
                  <a:lnTo>
                    <a:pt x="12585" y="2502"/>
                  </a:lnTo>
                  <a:lnTo>
                    <a:pt x="12585" y="2384"/>
                  </a:lnTo>
                  <a:lnTo>
                    <a:pt x="12585" y="2265"/>
                  </a:lnTo>
                  <a:lnTo>
                    <a:pt x="12611" y="2147"/>
                  </a:lnTo>
                  <a:lnTo>
                    <a:pt x="12637" y="2028"/>
                  </a:lnTo>
                  <a:lnTo>
                    <a:pt x="12677" y="1923"/>
                  </a:lnTo>
                  <a:lnTo>
                    <a:pt x="12730" y="1818"/>
                  </a:lnTo>
                  <a:lnTo>
                    <a:pt x="12782" y="1712"/>
                  </a:lnTo>
                  <a:lnTo>
                    <a:pt x="12861" y="1620"/>
                  </a:lnTo>
                  <a:lnTo>
                    <a:pt x="12927" y="1541"/>
                  </a:lnTo>
                  <a:lnTo>
                    <a:pt x="13019" y="1462"/>
                  </a:lnTo>
                  <a:lnTo>
                    <a:pt x="13111" y="1396"/>
                  </a:lnTo>
                  <a:lnTo>
                    <a:pt x="13204" y="1330"/>
                  </a:lnTo>
                  <a:lnTo>
                    <a:pt x="13309" y="1278"/>
                  </a:lnTo>
                  <a:lnTo>
                    <a:pt x="13427" y="1238"/>
                  </a:lnTo>
                  <a:lnTo>
                    <a:pt x="13533" y="1212"/>
                  </a:lnTo>
                  <a:lnTo>
                    <a:pt x="13651" y="1199"/>
                  </a:lnTo>
                  <a:lnTo>
                    <a:pt x="13783" y="1186"/>
                  </a:lnTo>
                  <a:close/>
                  <a:moveTo>
                    <a:pt x="13783" y="1"/>
                  </a:moveTo>
                  <a:lnTo>
                    <a:pt x="13533" y="14"/>
                  </a:lnTo>
                  <a:lnTo>
                    <a:pt x="13296" y="54"/>
                  </a:lnTo>
                  <a:lnTo>
                    <a:pt x="13072" y="106"/>
                  </a:lnTo>
                  <a:lnTo>
                    <a:pt x="12848" y="198"/>
                  </a:lnTo>
                  <a:lnTo>
                    <a:pt x="12651" y="291"/>
                  </a:lnTo>
                  <a:lnTo>
                    <a:pt x="12453" y="409"/>
                  </a:lnTo>
                  <a:lnTo>
                    <a:pt x="12269" y="554"/>
                  </a:lnTo>
                  <a:lnTo>
                    <a:pt x="12098" y="699"/>
                  </a:lnTo>
                  <a:lnTo>
                    <a:pt x="11940" y="870"/>
                  </a:lnTo>
                  <a:lnTo>
                    <a:pt x="11808" y="1054"/>
                  </a:lnTo>
                  <a:lnTo>
                    <a:pt x="11690" y="1251"/>
                  </a:lnTo>
                  <a:lnTo>
                    <a:pt x="11584" y="1462"/>
                  </a:lnTo>
                  <a:lnTo>
                    <a:pt x="11505" y="1673"/>
                  </a:lnTo>
                  <a:lnTo>
                    <a:pt x="11453" y="1910"/>
                  </a:lnTo>
                  <a:lnTo>
                    <a:pt x="11413" y="2147"/>
                  </a:lnTo>
                  <a:lnTo>
                    <a:pt x="11400" y="2384"/>
                  </a:lnTo>
                  <a:lnTo>
                    <a:pt x="11413" y="2594"/>
                  </a:lnTo>
                  <a:lnTo>
                    <a:pt x="11440" y="2792"/>
                  </a:lnTo>
                  <a:lnTo>
                    <a:pt x="11479" y="2989"/>
                  </a:lnTo>
                  <a:lnTo>
                    <a:pt x="11532" y="3173"/>
                  </a:lnTo>
                  <a:lnTo>
                    <a:pt x="11611" y="3358"/>
                  </a:lnTo>
                  <a:lnTo>
                    <a:pt x="11690" y="3529"/>
                  </a:lnTo>
                  <a:lnTo>
                    <a:pt x="11795" y="3700"/>
                  </a:lnTo>
                  <a:lnTo>
                    <a:pt x="11913" y="3858"/>
                  </a:lnTo>
                  <a:lnTo>
                    <a:pt x="12032" y="4003"/>
                  </a:lnTo>
                  <a:lnTo>
                    <a:pt x="12177" y="4134"/>
                  </a:lnTo>
                  <a:lnTo>
                    <a:pt x="12322" y="4266"/>
                  </a:lnTo>
                  <a:lnTo>
                    <a:pt x="12480" y="4371"/>
                  </a:lnTo>
                  <a:lnTo>
                    <a:pt x="12651" y="4477"/>
                  </a:lnTo>
                  <a:lnTo>
                    <a:pt x="12822" y="4556"/>
                  </a:lnTo>
                  <a:lnTo>
                    <a:pt x="13006" y="4635"/>
                  </a:lnTo>
                  <a:lnTo>
                    <a:pt x="13190" y="4687"/>
                  </a:lnTo>
                  <a:lnTo>
                    <a:pt x="13190" y="33410"/>
                  </a:lnTo>
                  <a:lnTo>
                    <a:pt x="1" y="46613"/>
                  </a:lnTo>
                  <a:lnTo>
                    <a:pt x="830" y="47442"/>
                  </a:lnTo>
                  <a:lnTo>
                    <a:pt x="14375" y="33897"/>
                  </a:lnTo>
                  <a:lnTo>
                    <a:pt x="14375" y="4687"/>
                  </a:lnTo>
                  <a:lnTo>
                    <a:pt x="14559" y="4635"/>
                  </a:lnTo>
                  <a:lnTo>
                    <a:pt x="14744" y="4556"/>
                  </a:lnTo>
                  <a:lnTo>
                    <a:pt x="14915" y="4477"/>
                  </a:lnTo>
                  <a:lnTo>
                    <a:pt x="15086" y="4371"/>
                  </a:lnTo>
                  <a:lnTo>
                    <a:pt x="15244" y="4253"/>
                  </a:lnTo>
                  <a:lnTo>
                    <a:pt x="15389" y="4134"/>
                  </a:lnTo>
                  <a:lnTo>
                    <a:pt x="15520" y="4003"/>
                  </a:lnTo>
                  <a:lnTo>
                    <a:pt x="15652" y="3845"/>
                  </a:lnTo>
                  <a:lnTo>
                    <a:pt x="15757" y="3700"/>
                  </a:lnTo>
                  <a:lnTo>
                    <a:pt x="15863" y="3529"/>
                  </a:lnTo>
                  <a:lnTo>
                    <a:pt x="15955" y="3358"/>
                  </a:lnTo>
                  <a:lnTo>
                    <a:pt x="16021" y="3173"/>
                  </a:lnTo>
                  <a:lnTo>
                    <a:pt x="16086" y="2989"/>
                  </a:lnTo>
                  <a:lnTo>
                    <a:pt x="16126" y="2792"/>
                  </a:lnTo>
                  <a:lnTo>
                    <a:pt x="16152" y="2594"/>
                  </a:lnTo>
                  <a:lnTo>
                    <a:pt x="16152" y="2384"/>
                  </a:lnTo>
                  <a:lnTo>
                    <a:pt x="16139" y="2147"/>
                  </a:lnTo>
                  <a:lnTo>
                    <a:pt x="16113" y="1910"/>
                  </a:lnTo>
                  <a:lnTo>
                    <a:pt x="16047" y="1673"/>
                  </a:lnTo>
                  <a:lnTo>
                    <a:pt x="15968" y="1462"/>
                  </a:lnTo>
                  <a:lnTo>
                    <a:pt x="15876" y="1251"/>
                  </a:lnTo>
                  <a:lnTo>
                    <a:pt x="15757" y="1054"/>
                  </a:lnTo>
                  <a:lnTo>
                    <a:pt x="15612" y="870"/>
                  </a:lnTo>
                  <a:lnTo>
                    <a:pt x="15454" y="699"/>
                  </a:lnTo>
                  <a:lnTo>
                    <a:pt x="15297" y="554"/>
                  </a:lnTo>
                  <a:lnTo>
                    <a:pt x="15112" y="409"/>
                  </a:lnTo>
                  <a:lnTo>
                    <a:pt x="14915" y="291"/>
                  </a:lnTo>
                  <a:lnTo>
                    <a:pt x="14704" y="198"/>
                  </a:lnTo>
                  <a:lnTo>
                    <a:pt x="14480" y="106"/>
                  </a:lnTo>
                  <a:lnTo>
                    <a:pt x="14257" y="54"/>
                  </a:lnTo>
                  <a:lnTo>
                    <a:pt x="14020" y="14"/>
                  </a:lnTo>
                  <a:lnTo>
                    <a:pt x="137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6"/>
            <p:cNvSpPr/>
            <p:nvPr/>
          </p:nvSpPr>
          <p:spPr>
            <a:xfrm>
              <a:off x="3121200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2" y="50207"/>
                  </a:lnTo>
                  <a:lnTo>
                    <a:pt x="2620" y="50220"/>
                  </a:lnTo>
                  <a:lnTo>
                    <a:pt x="2739" y="50246"/>
                  </a:lnTo>
                  <a:lnTo>
                    <a:pt x="2844" y="50286"/>
                  </a:lnTo>
                  <a:lnTo>
                    <a:pt x="2949" y="50338"/>
                  </a:lnTo>
                  <a:lnTo>
                    <a:pt x="3055" y="50404"/>
                  </a:lnTo>
                  <a:lnTo>
                    <a:pt x="3147" y="50470"/>
                  </a:lnTo>
                  <a:lnTo>
                    <a:pt x="3226" y="50549"/>
                  </a:lnTo>
                  <a:lnTo>
                    <a:pt x="3305" y="50628"/>
                  </a:lnTo>
                  <a:lnTo>
                    <a:pt x="3371" y="50720"/>
                  </a:lnTo>
                  <a:lnTo>
                    <a:pt x="3437" y="50825"/>
                  </a:lnTo>
                  <a:lnTo>
                    <a:pt x="3489" y="50931"/>
                  </a:lnTo>
                  <a:lnTo>
                    <a:pt x="3529" y="51036"/>
                  </a:lnTo>
                  <a:lnTo>
                    <a:pt x="3555" y="51154"/>
                  </a:lnTo>
                  <a:lnTo>
                    <a:pt x="3568" y="51273"/>
                  </a:lnTo>
                  <a:lnTo>
                    <a:pt x="3581" y="51391"/>
                  </a:lnTo>
                  <a:lnTo>
                    <a:pt x="3568" y="51510"/>
                  </a:lnTo>
                  <a:lnTo>
                    <a:pt x="3555" y="51628"/>
                  </a:lnTo>
                  <a:lnTo>
                    <a:pt x="3529" y="51747"/>
                  </a:lnTo>
                  <a:lnTo>
                    <a:pt x="3489" y="51852"/>
                  </a:lnTo>
                  <a:lnTo>
                    <a:pt x="3437" y="51957"/>
                  </a:lnTo>
                  <a:lnTo>
                    <a:pt x="3371" y="52063"/>
                  </a:lnTo>
                  <a:lnTo>
                    <a:pt x="3305" y="52155"/>
                  </a:lnTo>
                  <a:lnTo>
                    <a:pt x="3226" y="52234"/>
                  </a:lnTo>
                  <a:lnTo>
                    <a:pt x="3147" y="52313"/>
                  </a:lnTo>
                  <a:lnTo>
                    <a:pt x="3055" y="52379"/>
                  </a:lnTo>
                  <a:lnTo>
                    <a:pt x="2949" y="52444"/>
                  </a:lnTo>
                  <a:lnTo>
                    <a:pt x="2844" y="52497"/>
                  </a:lnTo>
                  <a:lnTo>
                    <a:pt x="2739" y="52536"/>
                  </a:lnTo>
                  <a:lnTo>
                    <a:pt x="2620" y="52563"/>
                  </a:lnTo>
                  <a:lnTo>
                    <a:pt x="2502" y="52589"/>
                  </a:lnTo>
                  <a:lnTo>
                    <a:pt x="2252" y="52589"/>
                  </a:lnTo>
                  <a:lnTo>
                    <a:pt x="2133" y="52563"/>
                  </a:lnTo>
                  <a:lnTo>
                    <a:pt x="2028" y="52536"/>
                  </a:lnTo>
                  <a:lnTo>
                    <a:pt x="1910" y="52497"/>
                  </a:lnTo>
                  <a:lnTo>
                    <a:pt x="1804" y="52444"/>
                  </a:lnTo>
                  <a:lnTo>
                    <a:pt x="1712" y="52379"/>
                  </a:lnTo>
                  <a:lnTo>
                    <a:pt x="1620" y="52313"/>
                  </a:lnTo>
                  <a:lnTo>
                    <a:pt x="1528" y="52234"/>
                  </a:lnTo>
                  <a:lnTo>
                    <a:pt x="1462" y="52155"/>
                  </a:lnTo>
                  <a:lnTo>
                    <a:pt x="1383" y="52063"/>
                  </a:lnTo>
                  <a:lnTo>
                    <a:pt x="1330" y="51957"/>
                  </a:lnTo>
                  <a:lnTo>
                    <a:pt x="1278" y="51852"/>
                  </a:lnTo>
                  <a:lnTo>
                    <a:pt x="1238" y="51747"/>
                  </a:lnTo>
                  <a:lnTo>
                    <a:pt x="1212" y="51628"/>
                  </a:lnTo>
                  <a:lnTo>
                    <a:pt x="1186" y="51510"/>
                  </a:lnTo>
                  <a:lnTo>
                    <a:pt x="1186" y="51391"/>
                  </a:lnTo>
                  <a:lnTo>
                    <a:pt x="1186" y="51273"/>
                  </a:lnTo>
                  <a:lnTo>
                    <a:pt x="1212" y="51154"/>
                  </a:lnTo>
                  <a:lnTo>
                    <a:pt x="1238" y="51036"/>
                  </a:lnTo>
                  <a:lnTo>
                    <a:pt x="1278" y="50931"/>
                  </a:lnTo>
                  <a:lnTo>
                    <a:pt x="1330" y="50825"/>
                  </a:lnTo>
                  <a:lnTo>
                    <a:pt x="1383" y="50720"/>
                  </a:lnTo>
                  <a:lnTo>
                    <a:pt x="1462" y="50628"/>
                  </a:lnTo>
                  <a:lnTo>
                    <a:pt x="1528" y="50549"/>
                  </a:lnTo>
                  <a:lnTo>
                    <a:pt x="1620" y="50470"/>
                  </a:lnTo>
                  <a:lnTo>
                    <a:pt x="1712" y="50404"/>
                  </a:lnTo>
                  <a:lnTo>
                    <a:pt x="1804" y="50338"/>
                  </a:lnTo>
                  <a:lnTo>
                    <a:pt x="1910" y="50286"/>
                  </a:lnTo>
                  <a:lnTo>
                    <a:pt x="2028" y="50246"/>
                  </a:lnTo>
                  <a:lnTo>
                    <a:pt x="2133" y="50220"/>
                  </a:lnTo>
                  <a:lnTo>
                    <a:pt x="2252" y="50207"/>
                  </a:lnTo>
                  <a:lnTo>
                    <a:pt x="2383" y="50193"/>
                  </a:lnTo>
                  <a:close/>
                  <a:moveTo>
                    <a:pt x="12019" y="1"/>
                  </a:moveTo>
                  <a:lnTo>
                    <a:pt x="12019" y="31817"/>
                  </a:lnTo>
                  <a:lnTo>
                    <a:pt x="1778" y="41690"/>
                  </a:lnTo>
                  <a:lnTo>
                    <a:pt x="1778" y="49088"/>
                  </a:lnTo>
                  <a:lnTo>
                    <a:pt x="1594" y="49140"/>
                  </a:lnTo>
                  <a:lnTo>
                    <a:pt x="1409" y="49219"/>
                  </a:lnTo>
                  <a:lnTo>
                    <a:pt x="1238" y="49311"/>
                  </a:lnTo>
                  <a:lnTo>
                    <a:pt x="1067" y="49404"/>
                  </a:lnTo>
                  <a:lnTo>
                    <a:pt x="922" y="49522"/>
                  </a:lnTo>
                  <a:lnTo>
                    <a:pt x="764" y="49640"/>
                  </a:lnTo>
                  <a:lnTo>
                    <a:pt x="633" y="49785"/>
                  </a:lnTo>
                  <a:lnTo>
                    <a:pt x="514" y="49930"/>
                  </a:lnTo>
                  <a:lnTo>
                    <a:pt x="396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80" y="50786"/>
                  </a:lnTo>
                  <a:lnTo>
                    <a:pt x="40" y="50983"/>
                  </a:lnTo>
                  <a:lnTo>
                    <a:pt x="14" y="51181"/>
                  </a:lnTo>
                  <a:lnTo>
                    <a:pt x="1" y="51391"/>
                  </a:lnTo>
                  <a:lnTo>
                    <a:pt x="14" y="51641"/>
                  </a:lnTo>
                  <a:lnTo>
                    <a:pt x="53" y="51865"/>
                  </a:lnTo>
                  <a:lnTo>
                    <a:pt x="106" y="52102"/>
                  </a:lnTo>
                  <a:lnTo>
                    <a:pt x="185" y="52313"/>
                  </a:lnTo>
                  <a:lnTo>
                    <a:pt x="290" y="52523"/>
                  </a:lnTo>
                  <a:lnTo>
                    <a:pt x="409" y="52721"/>
                  </a:lnTo>
                  <a:lnTo>
                    <a:pt x="541" y="52905"/>
                  </a:lnTo>
                  <a:lnTo>
                    <a:pt x="698" y="53076"/>
                  </a:lnTo>
                  <a:lnTo>
                    <a:pt x="870" y="53221"/>
                  </a:lnTo>
                  <a:lnTo>
                    <a:pt x="1054" y="53366"/>
                  </a:lnTo>
                  <a:lnTo>
                    <a:pt x="1251" y="53484"/>
                  </a:lnTo>
                  <a:lnTo>
                    <a:pt x="1449" y="53590"/>
                  </a:lnTo>
                  <a:lnTo>
                    <a:pt x="1673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1" y="53669"/>
                  </a:lnTo>
                  <a:lnTo>
                    <a:pt x="3305" y="53590"/>
                  </a:lnTo>
                  <a:lnTo>
                    <a:pt x="3515" y="53484"/>
                  </a:lnTo>
                  <a:lnTo>
                    <a:pt x="3713" y="53366"/>
                  </a:lnTo>
                  <a:lnTo>
                    <a:pt x="3897" y="53221"/>
                  </a:lnTo>
                  <a:lnTo>
                    <a:pt x="4055" y="53076"/>
                  </a:lnTo>
                  <a:lnTo>
                    <a:pt x="4213" y="52905"/>
                  </a:lnTo>
                  <a:lnTo>
                    <a:pt x="4358" y="52721"/>
                  </a:lnTo>
                  <a:lnTo>
                    <a:pt x="4476" y="52523"/>
                  </a:lnTo>
                  <a:lnTo>
                    <a:pt x="4569" y="52313"/>
                  </a:lnTo>
                  <a:lnTo>
                    <a:pt x="4648" y="52102"/>
                  </a:lnTo>
                  <a:lnTo>
                    <a:pt x="4713" y="51865"/>
                  </a:lnTo>
                  <a:lnTo>
                    <a:pt x="4740" y="51641"/>
                  </a:lnTo>
                  <a:lnTo>
                    <a:pt x="4753" y="51391"/>
                  </a:lnTo>
                  <a:lnTo>
                    <a:pt x="4753" y="51181"/>
                  </a:lnTo>
                  <a:lnTo>
                    <a:pt x="4727" y="50983"/>
                  </a:lnTo>
                  <a:lnTo>
                    <a:pt x="4687" y="50786"/>
                  </a:lnTo>
                  <a:lnTo>
                    <a:pt x="4621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58" y="50075"/>
                  </a:lnTo>
                  <a:lnTo>
                    <a:pt x="4253" y="49917"/>
                  </a:lnTo>
                  <a:lnTo>
                    <a:pt x="4121" y="49772"/>
                  </a:lnTo>
                  <a:lnTo>
                    <a:pt x="3989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1" y="49219"/>
                  </a:lnTo>
                  <a:lnTo>
                    <a:pt x="3160" y="49140"/>
                  </a:lnTo>
                  <a:lnTo>
                    <a:pt x="2963" y="49088"/>
                  </a:lnTo>
                  <a:lnTo>
                    <a:pt x="2963" y="42203"/>
                  </a:lnTo>
                  <a:lnTo>
                    <a:pt x="13204" y="32317"/>
                  </a:lnTo>
                  <a:lnTo>
                    <a:pt x="1320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3971900" y="1701900"/>
              <a:ext cx="510100" cy="834925"/>
            </a:xfrm>
            <a:custGeom>
              <a:rect b="b" l="l" r="r" t="t"/>
              <a:pathLst>
                <a:path extrusionOk="0" h="33397" w="20404">
                  <a:moveTo>
                    <a:pt x="2502" y="29829"/>
                  </a:moveTo>
                  <a:lnTo>
                    <a:pt x="2620" y="29842"/>
                  </a:lnTo>
                  <a:lnTo>
                    <a:pt x="2738" y="29881"/>
                  </a:lnTo>
                  <a:lnTo>
                    <a:pt x="2844" y="29921"/>
                  </a:lnTo>
                  <a:lnTo>
                    <a:pt x="2949" y="29974"/>
                  </a:lnTo>
                  <a:lnTo>
                    <a:pt x="3054" y="30026"/>
                  </a:lnTo>
                  <a:lnTo>
                    <a:pt x="3147" y="30092"/>
                  </a:lnTo>
                  <a:lnTo>
                    <a:pt x="3225" y="30171"/>
                  </a:lnTo>
                  <a:lnTo>
                    <a:pt x="3304" y="30263"/>
                  </a:lnTo>
                  <a:lnTo>
                    <a:pt x="3370" y="30355"/>
                  </a:lnTo>
                  <a:lnTo>
                    <a:pt x="3436" y="30448"/>
                  </a:lnTo>
                  <a:lnTo>
                    <a:pt x="3489" y="30553"/>
                  </a:lnTo>
                  <a:lnTo>
                    <a:pt x="3528" y="30671"/>
                  </a:lnTo>
                  <a:lnTo>
                    <a:pt x="3555" y="30777"/>
                  </a:lnTo>
                  <a:lnTo>
                    <a:pt x="3568" y="30895"/>
                  </a:lnTo>
                  <a:lnTo>
                    <a:pt x="3581" y="31027"/>
                  </a:lnTo>
                  <a:lnTo>
                    <a:pt x="3568" y="31145"/>
                  </a:lnTo>
                  <a:lnTo>
                    <a:pt x="3555" y="31264"/>
                  </a:lnTo>
                  <a:lnTo>
                    <a:pt x="3528" y="31382"/>
                  </a:lnTo>
                  <a:lnTo>
                    <a:pt x="3489" y="31487"/>
                  </a:lnTo>
                  <a:lnTo>
                    <a:pt x="3436" y="31593"/>
                  </a:lnTo>
                  <a:lnTo>
                    <a:pt x="3370" y="31685"/>
                  </a:lnTo>
                  <a:lnTo>
                    <a:pt x="3304" y="31777"/>
                  </a:lnTo>
                  <a:lnTo>
                    <a:pt x="3225" y="31869"/>
                  </a:lnTo>
                  <a:lnTo>
                    <a:pt x="3147" y="31948"/>
                  </a:lnTo>
                  <a:lnTo>
                    <a:pt x="3054" y="32014"/>
                  </a:lnTo>
                  <a:lnTo>
                    <a:pt x="2949" y="32067"/>
                  </a:lnTo>
                  <a:lnTo>
                    <a:pt x="2844" y="32119"/>
                  </a:lnTo>
                  <a:lnTo>
                    <a:pt x="2738" y="32159"/>
                  </a:lnTo>
                  <a:lnTo>
                    <a:pt x="2620" y="32198"/>
                  </a:lnTo>
                  <a:lnTo>
                    <a:pt x="2502" y="32211"/>
                  </a:lnTo>
                  <a:lnTo>
                    <a:pt x="2251" y="32211"/>
                  </a:lnTo>
                  <a:lnTo>
                    <a:pt x="2133" y="32198"/>
                  </a:lnTo>
                  <a:lnTo>
                    <a:pt x="2028" y="32159"/>
                  </a:lnTo>
                  <a:lnTo>
                    <a:pt x="1909" y="32119"/>
                  </a:lnTo>
                  <a:lnTo>
                    <a:pt x="1804" y="32067"/>
                  </a:lnTo>
                  <a:lnTo>
                    <a:pt x="1712" y="32014"/>
                  </a:lnTo>
                  <a:lnTo>
                    <a:pt x="1620" y="31948"/>
                  </a:lnTo>
                  <a:lnTo>
                    <a:pt x="1527" y="31869"/>
                  </a:lnTo>
                  <a:lnTo>
                    <a:pt x="1462" y="31777"/>
                  </a:lnTo>
                  <a:lnTo>
                    <a:pt x="1383" y="31685"/>
                  </a:lnTo>
                  <a:lnTo>
                    <a:pt x="1330" y="31593"/>
                  </a:lnTo>
                  <a:lnTo>
                    <a:pt x="1277" y="31487"/>
                  </a:lnTo>
                  <a:lnTo>
                    <a:pt x="1238" y="31382"/>
                  </a:lnTo>
                  <a:lnTo>
                    <a:pt x="1211" y="31264"/>
                  </a:lnTo>
                  <a:lnTo>
                    <a:pt x="1185" y="31145"/>
                  </a:lnTo>
                  <a:lnTo>
                    <a:pt x="1185" y="31027"/>
                  </a:lnTo>
                  <a:lnTo>
                    <a:pt x="1185" y="30895"/>
                  </a:lnTo>
                  <a:lnTo>
                    <a:pt x="1211" y="30777"/>
                  </a:lnTo>
                  <a:lnTo>
                    <a:pt x="1238" y="30671"/>
                  </a:lnTo>
                  <a:lnTo>
                    <a:pt x="1277" y="30553"/>
                  </a:lnTo>
                  <a:lnTo>
                    <a:pt x="1330" y="30448"/>
                  </a:lnTo>
                  <a:lnTo>
                    <a:pt x="1383" y="30355"/>
                  </a:lnTo>
                  <a:lnTo>
                    <a:pt x="1462" y="30263"/>
                  </a:lnTo>
                  <a:lnTo>
                    <a:pt x="1527" y="30171"/>
                  </a:lnTo>
                  <a:lnTo>
                    <a:pt x="1620" y="30092"/>
                  </a:lnTo>
                  <a:lnTo>
                    <a:pt x="1712" y="30026"/>
                  </a:lnTo>
                  <a:lnTo>
                    <a:pt x="1804" y="29974"/>
                  </a:lnTo>
                  <a:lnTo>
                    <a:pt x="1909" y="29921"/>
                  </a:lnTo>
                  <a:lnTo>
                    <a:pt x="2028" y="29881"/>
                  </a:lnTo>
                  <a:lnTo>
                    <a:pt x="2133" y="29842"/>
                  </a:lnTo>
                  <a:lnTo>
                    <a:pt x="2251" y="29829"/>
                  </a:lnTo>
                  <a:close/>
                  <a:moveTo>
                    <a:pt x="1751" y="0"/>
                  </a:moveTo>
                  <a:lnTo>
                    <a:pt x="1751" y="28723"/>
                  </a:lnTo>
                  <a:lnTo>
                    <a:pt x="1567" y="28789"/>
                  </a:lnTo>
                  <a:lnTo>
                    <a:pt x="1383" y="28868"/>
                  </a:lnTo>
                  <a:lnTo>
                    <a:pt x="1211" y="28947"/>
                  </a:lnTo>
                  <a:lnTo>
                    <a:pt x="1054" y="29052"/>
                  </a:lnTo>
                  <a:lnTo>
                    <a:pt x="896" y="29158"/>
                  </a:lnTo>
                  <a:lnTo>
                    <a:pt x="751" y="29289"/>
                  </a:lnTo>
                  <a:lnTo>
                    <a:pt x="619" y="29421"/>
                  </a:lnTo>
                  <a:lnTo>
                    <a:pt x="501" y="29566"/>
                  </a:lnTo>
                  <a:lnTo>
                    <a:pt x="382" y="29724"/>
                  </a:lnTo>
                  <a:lnTo>
                    <a:pt x="290" y="29895"/>
                  </a:lnTo>
                  <a:lnTo>
                    <a:pt x="198" y="30066"/>
                  </a:lnTo>
                  <a:lnTo>
                    <a:pt x="132" y="30237"/>
                  </a:lnTo>
                  <a:lnTo>
                    <a:pt x="79" y="30421"/>
                  </a:lnTo>
                  <a:lnTo>
                    <a:pt x="40" y="30619"/>
                  </a:lnTo>
                  <a:lnTo>
                    <a:pt x="14" y="30816"/>
                  </a:lnTo>
                  <a:lnTo>
                    <a:pt x="0" y="31027"/>
                  </a:lnTo>
                  <a:lnTo>
                    <a:pt x="14" y="31264"/>
                  </a:lnTo>
                  <a:lnTo>
                    <a:pt x="53" y="31501"/>
                  </a:lnTo>
                  <a:lnTo>
                    <a:pt x="106" y="31724"/>
                  </a:lnTo>
                  <a:lnTo>
                    <a:pt x="185" y="31948"/>
                  </a:lnTo>
                  <a:lnTo>
                    <a:pt x="290" y="32159"/>
                  </a:lnTo>
                  <a:lnTo>
                    <a:pt x="409" y="32343"/>
                  </a:lnTo>
                  <a:lnTo>
                    <a:pt x="540" y="32527"/>
                  </a:lnTo>
                  <a:lnTo>
                    <a:pt x="698" y="32698"/>
                  </a:lnTo>
                  <a:lnTo>
                    <a:pt x="869" y="32856"/>
                  </a:lnTo>
                  <a:lnTo>
                    <a:pt x="1054" y="32988"/>
                  </a:lnTo>
                  <a:lnTo>
                    <a:pt x="1251" y="33107"/>
                  </a:lnTo>
                  <a:lnTo>
                    <a:pt x="1448" y="33212"/>
                  </a:lnTo>
                  <a:lnTo>
                    <a:pt x="1672" y="33291"/>
                  </a:lnTo>
                  <a:lnTo>
                    <a:pt x="1896" y="33357"/>
                  </a:lnTo>
                  <a:lnTo>
                    <a:pt x="2133" y="33383"/>
                  </a:lnTo>
                  <a:lnTo>
                    <a:pt x="2383" y="33396"/>
                  </a:lnTo>
                  <a:lnTo>
                    <a:pt x="2620" y="33383"/>
                  </a:lnTo>
                  <a:lnTo>
                    <a:pt x="2857" y="33357"/>
                  </a:lnTo>
                  <a:lnTo>
                    <a:pt x="3081" y="33291"/>
                  </a:lnTo>
                  <a:lnTo>
                    <a:pt x="3304" y="33212"/>
                  </a:lnTo>
                  <a:lnTo>
                    <a:pt x="3515" y="33107"/>
                  </a:lnTo>
                  <a:lnTo>
                    <a:pt x="3713" y="32988"/>
                  </a:lnTo>
                  <a:lnTo>
                    <a:pt x="3897" y="32856"/>
                  </a:lnTo>
                  <a:lnTo>
                    <a:pt x="4055" y="32698"/>
                  </a:lnTo>
                  <a:lnTo>
                    <a:pt x="4213" y="32527"/>
                  </a:lnTo>
                  <a:lnTo>
                    <a:pt x="4358" y="32343"/>
                  </a:lnTo>
                  <a:lnTo>
                    <a:pt x="4476" y="32159"/>
                  </a:lnTo>
                  <a:lnTo>
                    <a:pt x="4568" y="31948"/>
                  </a:lnTo>
                  <a:lnTo>
                    <a:pt x="4647" y="31724"/>
                  </a:lnTo>
                  <a:lnTo>
                    <a:pt x="4713" y="31501"/>
                  </a:lnTo>
                  <a:lnTo>
                    <a:pt x="4752" y="31264"/>
                  </a:lnTo>
                  <a:lnTo>
                    <a:pt x="4752" y="31027"/>
                  </a:lnTo>
                  <a:lnTo>
                    <a:pt x="4752" y="30816"/>
                  </a:lnTo>
                  <a:lnTo>
                    <a:pt x="4726" y="30605"/>
                  </a:lnTo>
                  <a:lnTo>
                    <a:pt x="4673" y="30408"/>
                  </a:lnTo>
                  <a:lnTo>
                    <a:pt x="4621" y="30224"/>
                  </a:lnTo>
                  <a:lnTo>
                    <a:pt x="4542" y="30039"/>
                  </a:lnTo>
                  <a:lnTo>
                    <a:pt x="4450" y="29855"/>
                  </a:lnTo>
                  <a:lnTo>
                    <a:pt x="4358" y="29697"/>
                  </a:lnTo>
                  <a:lnTo>
                    <a:pt x="4239" y="29539"/>
                  </a:lnTo>
                  <a:lnTo>
                    <a:pt x="4107" y="29381"/>
                  </a:lnTo>
                  <a:lnTo>
                    <a:pt x="3963" y="29250"/>
                  </a:lnTo>
                  <a:lnTo>
                    <a:pt x="3818" y="29131"/>
                  </a:lnTo>
                  <a:lnTo>
                    <a:pt x="3660" y="29013"/>
                  </a:lnTo>
                  <a:lnTo>
                    <a:pt x="3489" y="28921"/>
                  </a:lnTo>
                  <a:lnTo>
                    <a:pt x="3304" y="28828"/>
                  </a:lnTo>
                  <a:lnTo>
                    <a:pt x="3120" y="28763"/>
                  </a:lnTo>
                  <a:lnTo>
                    <a:pt x="2923" y="28710"/>
                  </a:lnTo>
                  <a:lnTo>
                    <a:pt x="2923" y="1172"/>
                  </a:lnTo>
                  <a:lnTo>
                    <a:pt x="20404" y="1172"/>
                  </a:lnTo>
                  <a:lnTo>
                    <a:pt x="204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4109775" y="1804900"/>
              <a:ext cx="372225" cy="731925"/>
            </a:xfrm>
            <a:custGeom>
              <a:rect b="b" l="l" r="r" t="t"/>
              <a:pathLst>
                <a:path extrusionOk="0" h="29277" w="14889">
                  <a:moveTo>
                    <a:pt x="2502" y="25709"/>
                  </a:moveTo>
                  <a:lnTo>
                    <a:pt x="2620" y="25722"/>
                  </a:lnTo>
                  <a:lnTo>
                    <a:pt x="2726" y="25761"/>
                  </a:lnTo>
                  <a:lnTo>
                    <a:pt x="2844" y="25801"/>
                  </a:lnTo>
                  <a:lnTo>
                    <a:pt x="2950" y="25854"/>
                  </a:lnTo>
                  <a:lnTo>
                    <a:pt x="3042" y="25906"/>
                  </a:lnTo>
                  <a:lnTo>
                    <a:pt x="3134" y="25972"/>
                  </a:lnTo>
                  <a:lnTo>
                    <a:pt x="3226" y="26051"/>
                  </a:lnTo>
                  <a:lnTo>
                    <a:pt x="3305" y="26143"/>
                  </a:lnTo>
                  <a:lnTo>
                    <a:pt x="3371" y="26235"/>
                  </a:lnTo>
                  <a:lnTo>
                    <a:pt x="3423" y="26328"/>
                  </a:lnTo>
                  <a:lnTo>
                    <a:pt x="3476" y="26433"/>
                  </a:lnTo>
                  <a:lnTo>
                    <a:pt x="3516" y="26551"/>
                  </a:lnTo>
                  <a:lnTo>
                    <a:pt x="3555" y="26657"/>
                  </a:lnTo>
                  <a:lnTo>
                    <a:pt x="3568" y="26775"/>
                  </a:lnTo>
                  <a:lnTo>
                    <a:pt x="3568" y="26907"/>
                  </a:lnTo>
                  <a:lnTo>
                    <a:pt x="3568" y="27025"/>
                  </a:lnTo>
                  <a:lnTo>
                    <a:pt x="3555" y="27144"/>
                  </a:lnTo>
                  <a:lnTo>
                    <a:pt x="3516" y="27262"/>
                  </a:lnTo>
                  <a:lnTo>
                    <a:pt x="3476" y="27367"/>
                  </a:lnTo>
                  <a:lnTo>
                    <a:pt x="3423" y="27473"/>
                  </a:lnTo>
                  <a:lnTo>
                    <a:pt x="3371" y="27565"/>
                  </a:lnTo>
                  <a:lnTo>
                    <a:pt x="3305" y="27657"/>
                  </a:lnTo>
                  <a:lnTo>
                    <a:pt x="3226" y="27749"/>
                  </a:lnTo>
                  <a:lnTo>
                    <a:pt x="3134" y="27828"/>
                  </a:lnTo>
                  <a:lnTo>
                    <a:pt x="3042" y="27894"/>
                  </a:lnTo>
                  <a:lnTo>
                    <a:pt x="2950" y="27947"/>
                  </a:lnTo>
                  <a:lnTo>
                    <a:pt x="2844" y="27999"/>
                  </a:lnTo>
                  <a:lnTo>
                    <a:pt x="2726" y="28039"/>
                  </a:lnTo>
                  <a:lnTo>
                    <a:pt x="2620" y="28078"/>
                  </a:lnTo>
                  <a:lnTo>
                    <a:pt x="2502" y="28091"/>
                  </a:lnTo>
                  <a:lnTo>
                    <a:pt x="2252" y="28091"/>
                  </a:lnTo>
                  <a:lnTo>
                    <a:pt x="2133" y="28078"/>
                  </a:lnTo>
                  <a:lnTo>
                    <a:pt x="2015" y="28039"/>
                  </a:lnTo>
                  <a:lnTo>
                    <a:pt x="1910" y="27999"/>
                  </a:lnTo>
                  <a:lnTo>
                    <a:pt x="1804" y="27947"/>
                  </a:lnTo>
                  <a:lnTo>
                    <a:pt x="1712" y="27894"/>
                  </a:lnTo>
                  <a:lnTo>
                    <a:pt x="1620" y="27828"/>
                  </a:lnTo>
                  <a:lnTo>
                    <a:pt x="1528" y="27749"/>
                  </a:lnTo>
                  <a:lnTo>
                    <a:pt x="1449" y="27657"/>
                  </a:lnTo>
                  <a:lnTo>
                    <a:pt x="1383" y="27565"/>
                  </a:lnTo>
                  <a:lnTo>
                    <a:pt x="1317" y="27473"/>
                  </a:lnTo>
                  <a:lnTo>
                    <a:pt x="1278" y="27367"/>
                  </a:lnTo>
                  <a:lnTo>
                    <a:pt x="1238" y="27262"/>
                  </a:lnTo>
                  <a:lnTo>
                    <a:pt x="1199" y="27144"/>
                  </a:lnTo>
                  <a:lnTo>
                    <a:pt x="1186" y="27025"/>
                  </a:lnTo>
                  <a:lnTo>
                    <a:pt x="1172" y="26907"/>
                  </a:lnTo>
                  <a:lnTo>
                    <a:pt x="1186" y="26775"/>
                  </a:lnTo>
                  <a:lnTo>
                    <a:pt x="1199" y="26657"/>
                  </a:lnTo>
                  <a:lnTo>
                    <a:pt x="1238" y="26551"/>
                  </a:lnTo>
                  <a:lnTo>
                    <a:pt x="1278" y="26433"/>
                  </a:lnTo>
                  <a:lnTo>
                    <a:pt x="1317" y="26328"/>
                  </a:lnTo>
                  <a:lnTo>
                    <a:pt x="1383" y="26235"/>
                  </a:lnTo>
                  <a:lnTo>
                    <a:pt x="1449" y="26143"/>
                  </a:lnTo>
                  <a:lnTo>
                    <a:pt x="1528" y="26051"/>
                  </a:lnTo>
                  <a:lnTo>
                    <a:pt x="1620" y="25972"/>
                  </a:lnTo>
                  <a:lnTo>
                    <a:pt x="1712" y="25906"/>
                  </a:lnTo>
                  <a:lnTo>
                    <a:pt x="1804" y="25854"/>
                  </a:lnTo>
                  <a:lnTo>
                    <a:pt x="1910" y="25801"/>
                  </a:lnTo>
                  <a:lnTo>
                    <a:pt x="2015" y="25761"/>
                  </a:lnTo>
                  <a:lnTo>
                    <a:pt x="2133" y="25722"/>
                  </a:lnTo>
                  <a:lnTo>
                    <a:pt x="2252" y="25709"/>
                  </a:lnTo>
                  <a:close/>
                  <a:moveTo>
                    <a:pt x="1725" y="1"/>
                  </a:moveTo>
                  <a:lnTo>
                    <a:pt x="1725" y="24616"/>
                  </a:lnTo>
                  <a:lnTo>
                    <a:pt x="1541" y="24669"/>
                  </a:lnTo>
                  <a:lnTo>
                    <a:pt x="1357" y="24748"/>
                  </a:lnTo>
                  <a:lnTo>
                    <a:pt x="1186" y="24840"/>
                  </a:lnTo>
                  <a:lnTo>
                    <a:pt x="1028" y="24945"/>
                  </a:lnTo>
                  <a:lnTo>
                    <a:pt x="883" y="25051"/>
                  </a:lnTo>
                  <a:lnTo>
                    <a:pt x="738" y="25182"/>
                  </a:lnTo>
                  <a:lnTo>
                    <a:pt x="606" y="25314"/>
                  </a:lnTo>
                  <a:lnTo>
                    <a:pt x="488" y="25459"/>
                  </a:lnTo>
                  <a:lnTo>
                    <a:pt x="383" y="25617"/>
                  </a:lnTo>
                  <a:lnTo>
                    <a:pt x="277" y="25775"/>
                  </a:lnTo>
                  <a:lnTo>
                    <a:pt x="198" y="25946"/>
                  </a:lnTo>
                  <a:lnTo>
                    <a:pt x="133" y="26130"/>
                  </a:lnTo>
                  <a:lnTo>
                    <a:pt x="67" y="26314"/>
                  </a:lnTo>
                  <a:lnTo>
                    <a:pt x="27" y="26499"/>
                  </a:lnTo>
                  <a:lnTo>
                    <a:pt x="1" y="26696"/>
                  </a:lnTo>
                  <a:lnTo>
                    <a:pt x="1" y="26907"/>
                  </a:lnTo>
                  <a:lnTo>
                    <a:pt x="14" y="27144"/>
                  </a:lnTo>
                  <a:lnTo>
                    <a:pt x="40" y="27381"/>
                  </a:lnTo>
                  <a:lnTo>
                    <a:pt x="106" y="27604"/>
                  </a:lnTo>
                  <a:lnTo>
                    <a:pt x="185" y="27828"/>
                  </a:lnTo>
                  <a:lnTo>
                    <a:pt x="291" y="28039"/>
                  </a:lnTo>
                  <a:lnTo>
                    <a:pt x="409" y="28223"/>
                  </a:lnTo>
                  <a:lnTo>
                    <a:pt x="541" y="28407"/>
                  </a:lnTo>
                  <a:lnTo>
                    <a:pt x="699" y="28578"/>
                  </a:lnTo>
                  <a:lnTo>
                    <a:pt x="870" y="28736"/>
                  </a:lnTo>
                  <a:lnTo>
                    <a:pt x="1041" y="28868"/>
                  </a:lnTo>
                  <a:lnTo>
                    <a:pt x="1238" y="28987"/>
                  </a:lnTo>
                  <a:lnTo>
                    <a:pt x="1449" y="29092"/>
                  </a:lnTo>
                  <a:lnTo>
                    <a:pt x="1673" y="29171"/>
                  </a:lnTo>
                  <a:lnTo>
                    <a:pt x="1896" y="29237"/>
                  </a:lnTo>
                  <a:lnTo>
                    <a:pt x="2133" y="29263"/>
                  </a:lnTo>
                  <a:lnTo>
                    <a:pt x="2370" y="29276"/>
                  </a:lnTo>
                  <a:lnTo>
                    <a:pt x="2620" y="29263"/>
                  </a:lnTo>
                  <a:lnTo>
                    <a:pt x="2857" y="29237"/>
                  </a:lnTo>
                  <a:lnTo>
                    <a:pt x="3081" y="29171"/>
                  </a:lnTo>
                  <a:lnTo>
                    <a:pt x="3305" y="29092"/>
                  </a:lnTo>
                  <a:lnTo>
                    <a:pt x="3502" y="28987"/>
                  </a:lnTo>
                  <a:lnTo>
                    <a:pt x="3700" y="28868"/>
                  </a:lnTo>
                  <a:lnTo>
                    <a:pt x="3884" y="28736"/>
                  </a:lnTo>
                  <a:lnTo>
                    <a:pt x="4055" y="28578"/>
                  </a:lnTo>
                  <a:lnTo>
                    <a:pt x="4213" y="28407"/>
                  </a:lnTo>
                  <a:lnTo>
                    <a:pt x="4345" y="28223"/>
                  </a:lnTo>
                  <a:lnTo>
                    <a:pt x="4463" y="28039"/>
                  </a:lnTo>
                  <a:lnTo>
                    <a:pt x="4569" y="27828"/>
                  </a:lnTo>
                  <a:lnTo>
                    <a:pt x="4648" y="27604"/>
                  </a:lnTo>
                  <a:lnTo>
                    <a:pt x="4700" y="27381"/>
                  </a:lnTo>
                  <a:lnTo>
                    <a:pt x="4740" y="27144"/>
                  </a:lnTo>
                  <a:lnTo>
                    <a:pt x="4753" y="26907"/>
                  </a:lnTo>
                  <a:lnTo>
                    <a:pt x="4740" y="26696"/>
                  </a:lnTo>
                  <a:lnTo>
                    <a:pt x="4713" y="26485"/>
                  </a:lnTo>
                  <a:lnTo>
                    <a:pt x="4674" y="26288"/>
                  </a:lnTo>
                  <a:lnTo>
                    <a:pt x="4608" y="26091"/>
                  </a:lnTo>
                  <a:lnTo>
                    <a:pt x="4542" y="25906"/>
                  </a:lnTo>
                  <a:lnTo>
                    <a:pt x="4450" y="25735"/>
                  </a:lnTo>
                  <a:lnTo>
                    <a:pt x="4345" y="25564"/>
                  </a:lnTo>
                  <a:lnTo>
                    <a:pt x="4226" y="25406"/>
                  </a:lnTo>
                  <a:lnTo>
                    <a:pt x="4095" y="25261"/>
                  </a:lnTo>
                  <a:lnTo>
                    <a:pt x="3950" y="25116"/>
                  </a:lnTo>
                  <a:lnTo>
                    <a:pt x="3805" y="24998"/>
                  </a:lnTo>
                  <a:lnTo>
                    <a:pt x="3634" y="24880"/>
                  </a:lnTo>
                  <a:lnTo>
                    <a:pt x="3463" y="24787"/>
                  </a:lnTo>
                  <a:lnTo>
                    <a:pt x="3292" y="24708"/>
                  </a:lnTo>
                  <a:lnTo>
                    <a:pt x="3094" y="24629"/>
                  </a:lnTo>
                  <a:lnTo>
                    <a:pt x="2897" y="24577"/>
                  </a:lnTo>
                  <a:lnTo>
                    <a:pt x="2897" y="1172"/>
                  </a:lnTo>
                  <a:lnTo>
                    <a:pt x="14889" y="1172"/>
                  </a:lnTo>
                  <a:lnTo>
                    <a:pt x="1488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3884350" y="1915475"/>
              <a:ext cx="571000" cy="841175"/>
            </a:xfrm>
            <a:custGeom>
              <a:rect b="b" l="l" r="r" t="t"/>
              <a:pathLst>
                <a:path extrusionOk="0" h="33647" w="22840">
                  <a:moveTo>
                    <a:pt x="2502" y="30079"/>
                  </a:moveTo>
                  <a:lnTo>
                    <a:pt x="2620" y="30092"/>
                  </a:lnTo>
                  <a:lnTo>
                    <a:pt x="2739" y="30132"/>
                  </a:lnTo>
                  <a:lnTo>
                    <a:pt x="2844" y="30171"/>
                  </a:lnTo>
                  <a:lnTo>
                    <a:pt x="2950" y="30224"/>
                  </a:lnTo>
                  <a:lnTo>
                    <a:pt x="3055" y="30277"/>
                  </a:lnTo>
                  <a:lnTo>
                    <a:pt x="3147" y="30342"/>
                  </a:lnTo>
                  <a:lnTo>
                    <a:pt x="3226" y="30421"/>
                  </a:lnTo>
                  <a:lnTo>
                    <a:pt x="3305" y="30513"/>
                  </a:lnTo>
                  <a:lnTo>
                    <a:pt x="3371" y="30606"/>
                  </a:lnTo>
                  <a:lnTo>
                    <a:pt x="3437" y="30698"/>
                  </a:lnTo>
                  <a:lnTo>
                    <a:pt x="3489" y="30803"/>
                  </a:lnTo>
                  <a:lnTo>
                    <a:pt x="3529" y="30908"/>
                  </a:lnTo>
                  <a:lnTo>
                    <a:pt x="3555" y="31027"/>
                  </a:lnTo>
                  <a:lnTo>
                    <a:pt x="3568" y="31145"/>
                  </a:lnTo>
                  <a:lnTo>
                    <a:pt x="3581" y="31264"/>
                  </a:lnTo>
                  <a:lnTo>
                    <a:pt x="3568" y="31395"/>
                  </a:lnTo>
                  <a:lnTo>
                    <a:pt x="3555" y="31514"/>
                  </a:lnTo>
                  <a:lnTo>
                    <a:pt x="3529" y="31632"/>
                  </a:lnTo>
                  <a:lnTo>
                    <a:pt x="3489" y="31738"/>
                  </a:lnTo>
                  <a:lnTo>
                    <a:pt x="3437" y="31843"/>
                  </a:lnTo>
                  <a:lnTo>
                    <a:pt x="3371" y="31935"/>
                  </a:lnTo>
                  <a:lnTo>
                    <a:pt x="3305" y="32027"/>
                  </a:lnTo>
                  <a:lnTo>
                    <a:pt x="3226" y="32119"/>
                  </a:lnTo>
                  <a:lnTo>
                    <a:pt x="3147" y="32198"/>
                  </a:lnTo>
                  <a:lnTo>
                    <a:pt x="3055" y="32264"/>
                  </a:lnTo>
                  <a:lnTo>
                    <a:pt x="2950" y="32317"/>
                  </a:lnTo>
                  <a:lnTo>
                    <a:pt x="2844" y="32370"/>
                  </a:lnTo>
                  <a:lnTo>
                    <a:pt x="2739" y="32409"/>
                  </a:lnTo>
                  <a:lnTo>
                    <a:pt x="2620" y="32449"/>
                  </a:lnTo>
                  <a:lnTo>
                    <a:pt x="2502" y="32462"/>
                  </a:lnTo>
                  <a:lnTo>
                    <a:pt x="2265" y="32462"/>
                  </a:lnTo>
                  <a:lnTo>
                    <a:pt x="2147" y="32449"/>
                  </a:lnTo>
                  <a:lnTo>
                    <a:pt x="2028" y="32409"/>
                  </a:lnTo>
                  <a:lnTo>
                    <a:pt x="1923" y="32370"/>
                  </a:lnTo>
                  <a:lnTo>
                    <a:pt x="1818" y="32317"/>
                  </a:lnTo>
                  <a:lnTo>
                    <a:pt x="1712" y="32264"/>
                  </a:lnTo>
                  <a:lnTo>
                    <a:pt x="1620" y="32198"/>
                  </a:lnTo>
                  <a:lnTo>
                    <a:pt x="1541" y="32119"/>
                  </a:lnTo>
                  <a:lnTo>
                    <a:pt x="1462" y="32027"/>
                  </a:lnTo>
                  <a:lnTo>
                    <a:pt x="1396" y="31935"/>
                  </a:lnTo>
                  <a:lnTo>
                    <a:pt x="1330" y="31843"/>
                  </a:lnTo>
                  <a:lnTo>
                    <a:pt x="1278" y="31738"/>
                  </a:lnTo>
                  <a:lnTo>
                    <a:pt x="1238" y="31632"/>
                  </a:lnTo>
                  <a:lnTo>
                    <a:pt x="1212" y="31514"/>
                  </a:lnTo>
                  <a:lnTo>
                    <a:pt x="1186" y="31395"/>
                  </a:lnTo>
                  <a:lnTo>
                    <a:pt x="1186" y="31264"/>
                  </a:lnTo>
                  <a:lnTo>
                    <a:pt x="1186" y="31145"/>
                  </a:lnTo>
                  <a:lnTo>
                    <a:pt x="1212" y="31027"/>
                  </a:lnTo>
                  <a:lnTo>
                    <a:pt x="1238" y="30908"/>
                  </a:lnTo>
                  <a:lnTo>
                    <a:pt x="1278" y="30803"/>
                  </a:lnTo>
                  <a:lnTo>
                    <a:pt x="1330" y="30698"/>
                  </a:lnTo>
                  <a:lnTo>
                    <a:pt x="1396" y="30606"/>
                  </a:lnTo>
                  <a:lnTo>
                    <a:pt x="1462" y="30513"/>
                  </a:lnTo>
                  <a:lnTo>
                    <a:pt x="1541" y="30421"/>
                  </a:lnTo>
                  <a:lnTo>
                    <a:pt x="1620" y="30342"/>
                  </a:lnTo>
                  <a:lnTo>
                    <a:pt x="1712" y="30277"/>
                  </a:lnTo>
                  <a:lnTo>
                    <a:pt x="1818" y="30224"/>
                  </a:lnTo>
                  <a:lnTo>
                    <a:pt x="1923" y="30171"/>
                  </a:lnTo>
                  <a:lnTo>
                    <a:pt x="2028" y="30132"/>
                  </a:lnTo>
                  <a:lnTo>
                    <a:pt x="2147" y="30092"/>
                  </a:lnTo>
                  <a:lnTo>
                    <a:pt x="2265" y="30079"/>
                  </a:lnTo>
                  <a:close/>
                  <a:moveTo>
                    <a:pt x="17021" y="0"/>
                  </a:moveTo>
                  <a:lnTo>
                    <a:pt x="17021" y="30685"/>
                  </a:lnTo>
                  <a:lnTo>
                    <a:pt x="4687" y="30685"/>
                  </a:lnTo>
                  <a:lnTo>
                    <a:pt x="4635" y="30487"/>
                  </a:lnTo>
                  <a:lnTo>
                    <a:pt x="4556" y="30303"/>
                  </a:lnTo>
                  <a:lnTo>
                    <a:pt x="4477" y="30132"/>
                  </a:lnTo>
                  <a:lnTo>
                    <a:pt x="4371" y="29961"/>
                  </a:lnTo>
                  <a:lnTo>
                    <a:pt x="4266" y="29816"/>
                  </a:lnTo>
                  <a:lnTo>
                    <a:pt x="4134" y="29658"/>
                  </a:lnTo>
                  <a:lnTo>
                    <a:pt x="4003" y="29526"/>
                  </a:lnTo>
                  <a:lnTo>
                    <a:pt x="3858" y="29395"/>
                  </a:lnTo>
                  <a:lnTo>
                    <a:pt x="3700" y="29289"/>
                  </a:lnTo>
                  <a:lnTo>
                    <a:pt x="3529" y="29184"/>
                  </a:lnTo>
                  <a:lnTo>
                    <a:pt x="3358" y="29105"/>
                  </a:lnTo>
                  <a:lnTo>
                    <a:pt x="3173" y="29026"/>
                  </a:lnTo>
                  <a:lnTo>
                    <a:pt x="2989" y="28973"/>
                  </a:lnTo>
                  <a:lnTo>
                    <a:pt x="2792" y="28921"/>
                  </a:lnTo>
                  <a:lnTo>
                    <a:pt x="2594" y="28894"/>
                  </a:lnTo>
                  <a:lnTo>
                    <a:pt x="2384" y="28894"/>
                  </a:lnTo>
                  <a:lnTo>
                    <a:pt x="2147" y="28908"/>
                  </a:lnTo>
                  <a:lnTo>
                    <a:pt x="1910" y="28934"/>
                  </a:lnTo>
                  <a:lnTo>
                    <a:pt x="1673" y="29000"/>
                  </a:lnTo>
                  <a:lnTo>
                    <a:pt x="1462" y="29079"/>
                  </a:lnTo>
                  <a:lnTo>
                    <a:pt x="1251" y="29184"/>
                  </a:lnTo>
                  <a:lnTo>
                    <a:pt x="1054" y="29302"/>
                  </a:lnTo>
                  <a:lnTo>
                    <a:pt x="870" y="29434"/>
                  </a:lnTo>
                  <a:lnTo>
                    <a:pt x="699" y="29592"/>
                  </a:lnTo>
                  <a:lnTo>
                    <a:pt x="554" y="29763"/>
                  </a:lnTo>
                  <a:lnTo>
                    <a:pt x="409" y="29947"/>
                  </a:lnTo>
                  <a:lnTo>
                    <a:pt x="291" y="30132"/>
                  </a:lnTo>
                  <a:lnTo>
                    <a:pt x="185" y="30342"/>
                  </a:lnTo>
                  <a:lnTo>
                    <a:pt x="106" y="30566"/>
                  </a:lnTo>
                  <a:lnTo>
                    <a:pt x="54" y="30790"/>
                  </a:lnTo>
                  <a:lnTo>
                    <a:pt x="14" y="31027"/>
                  </a:lnTo>
                  <a:lnTo>
                    <a:pt x="1" y="31264"/>
                  </a:lnTo>
                  <a:lnTo>
                    <a:pt x="14" y="31514"/>
                  </a:lnTo>
                  <a:lnTo>
                    <a:pt x="54" y="31751"/>
                  </a:lnTo>
                  <a:lnTo>
                    <a:pt x="106" y="31975"/>
                  </a:lnTo>
                  <a:lnTo>
                    <a:pt x="185" y="32198"/>
                  </a:lnTo>
                  <a:lnTo>
                    <a:pt x="291" y="32409"/>
                  </a:lnTo>
                  <a:lnTo>
                    <a:pt x="409" y="32593"/>
                  </a:lnTo>
                  <a:lnTo>
                    <a:pt x="554" y="32778"/>
                  </a:lnTo>
                  <a:lnTo>
                    <a:pt x="699" y="32949"/>
                  </a:lnTo>
                  <a:lnTo>
                    <a:pt x="870" y="33107"/>
                  </a:lnTo>
                  <a:lnTo>
                    <a:pt x="1054" y="33238"/>
                  </a:lnTo>
                  <a:lnTo>
                    <a:pt x="1251" y="33357"/>
                  </a:lnTo>
                  <a:lnTo>
                    <a:pt x="1462" y="33462"/>
                  </a:lnTo>
                  <a:lnTo>
                    <a:pt x="1673" y="33541"/>
                  </a:lnTo>
                  <a:lnTo>
                    <a:pt x="1910" y="33607"/>
                  </a:lnTo>
                  <a:lnTo>
                    <a:pt x="2147" y="33633"/>
                  </a:lnTo>
                  <a:lnTo>
                    <a:pt x="2384" y="33646"/>
                  </a:lnTo>
                  <a:lnTo>
                    <a:pt x="2594" y="33646"/>
                  </a:lnTo>
                  <a:lnTo>
                    <a:pt x="2792" y="33620"/>
                  </a:lnTo>
                  <a:lnTo>
                    <a:pt x="2989" y="33567"/>
                  </a:lnTo>
                  <a:lnTo>
                    <a:pt x="3173" y="33515"/>
                  </a:lnTo>
                  <a:lnTo>
                    <a:pt x="3358" y="33436"/>
                  </a:lnTo>
                  <a:lnTo>
                    <a:pt x="3529" y="33357"/>
                  </a:lnTo>
                  <a:lnTo>
                    <a:pt x="3700" y="33251"/>
                  </a:lnTo>
                  <a:lnTo>
                    <a:pt x="3858" y="33146"/>
                  </a:lnTo>
                  <a:lnTo>
                    <a:pt x="4003" y="33015"/>
                  </a:lnTo>
                  <a:lnTo>
                    <a:pt x="4134" y="32883"/>
                  </a:lnTo>
                  <a:lnTo>
                    <a:pt x="4266" y="32725"/>
                  </a:lnTo>
                  <a:lnTo>
                    <a:pt x="4371" y="32580"/>
                  </a:lnTo>
                  <a:lnTo>
                    <a:pt x="4477" y="32409"/>
                  </a:lnTo>
                  <a:lnTo>
                    <a:pt x="4556" y="32238"/>
                  </a:lnTo>
                  <a:lnTo>
                    <a:pt x="4635" y="32054"/>
                  </a:lnTo>
                  <a:lnTo>
                    <a:pt x="4687" y="31856"/>
                  </a:lnTo>
                  <a:lnTo>
                    <a:pt x="18206" y="31856"/>
                  </a:lnTo>
                  <a:lnTo>
                    <a:pt x="18206" y="1185"/>
                  </a:lnTo>
                  <a:lnTo>
                    <a:pt x="22840" y="1185"/>
                  </a:lnTo>
                  <a:lnTo>
                    <a:pt x="2284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3839600" y="2840875"/>
              <a:ext cx="999800" cy="265925"/>
            </a:xfrm>
            <a:custGeom>
              <a:rect b="b" l="l" r="r" t="t"/>
              <a:pathLst>
                <a:path extrusionOk="0" h="10637" w="39992">
                  <a:moveTo>
                    <a:pt x="2502" y="7056"/>
                  </a:moveTo>
                  <a:lnTo>
                    <a:pt x="2620" y="7082"/>
                  </a:lnTo>
                  <a:lnTo>
                    <a:pt x="2739" y="7109"/>
                  </a:lnTo>
                  <a:lnTo>
                    <a:pt x="2857" y="7148"/>
                  </a:lnTo>
                  <a:lnTo>
                    <a:pt x="2949" y="7201"/>
                  </a:lnTo>
                  <a:lnTo>
                    <a:pt x="3055" y="7267"/>
                  </a:lnTo>
                  <a:lnTo>
                    <a:pt x="3147" y="7332"/>
                  </a:lnTo>
                  <a:lnTo>
                    <a:pt x="3226" y="7411"/>
                  </a:lnTo>
                  <a:lnTo>
                    <a:pt x="3305" y="7490"/>
                  </a:lnTo>
                  <a:lnTo>
                    <a:pt x="3384" y="7582"/>
                  </a:lnTo>
                  <a:lnTo>
                    <a:pt x="3436" y="7688"/>
                  </a:lnTo>
                  <a:lnTo>
                    <a:pt x="3489" y="7793"/>
                  </a:lnTo>
                  <a:lnTo>
                    <a:pt x="3529" y="7898"/>
                  </a:lnTo>
                  <a:lnTo>
                    <a:pt x="3555" y="8017"/>
                  </a:lnTo>
                  <a:lnTo>
                    <a:pt x="3581" y="8135"/>
                  </a:lnTo>
                  <a:lnTo>
                    <a:pt x="3581" y="8254"/>
                  </a:lnTo>
                  <a:lnTo>
                    <a:pt x="3581" y="8372"/>
                  </a:lnTo>
                  <a:lnTo>
                    <a:pt x="3555" y="8491"/>
                  </a:lnTo>
                  <a:lnTo>
                    <a:pt x="3529" y="8609"/>
                  </a:lnTo>
                  <a:lnTo>
                    <a:pt x="3489" y="8714"/>
                  </a:lnTo>
                  <a:lnTo>
                    <a:pt x="3436" y="8820"/>
                  </a:lnTo>
                  <a:lnTo>
                    <a:pt x="3384" y="8925"/>
                  </a:lnTo>
                  <a:lnTo>
                    <a:pt x="3305" y="9017"/>
                  </a:lnTo>
                  <a:lnTo>
                    <a:pt x="3226" y="9096"/>
                  </a:lnTo>
                  <a:lnTo>
                    <a:pt x="3147" y="9175"/>
                  </a:lnTo>
                  <a:lnTo>
                    <a:pt x="3055" y="9241"/>
                  </a:lnTo>
                  <a:lnTo>
                    <a:pt x="2949" y="9307"/>
                  </a:lnTo>
                  <a:lnTo>
                    <a:pt x="2857" y="9360"/>
                  </a:lnTo>
                  <a:lnTo>
                    <a:pt x="2739" y="9399"/>
                  </a:lnTo>
                  <a:lnTo>
                    <a:pt x="2620" y="9425"/>
                  </a:lnTo>
                  <a:lnTo>
                    <a:pt x="2502" y="9438"/>
                  </a:lnTo>
                  <a:lnTo>
                    <a:pt x="2383" y="9452"/>
                  </a:lnTo>
                  <a:lnTo>
                    <a:pt x="2265" y="9438"/>
                  </a:lnTo>
                  <a:lnTo>
                    <a:pt x="2146" y="9425"/>
                  </a:lnTo>
                  <a:lnTo>
                    <a:pt x="2028" y="9399"/>
                  </a:lnTo>
                  <a:lnTo>
                    <a:pt x="1923" y="9360"/>
                  </a:lnTo>
                  <a:lnTo>
                    <a:pt x="1817" y="9307"/>
                  </a:lnTo>
                  <a:lnTo>
                    <a:pt x="1712" y="9241"/>
                  </a:lnTo>
                  <a:lnTo>
                    <a:pt x="1620" y="9175"/>
                  </a:lnTo>
                  <a:lnTo>
                    <a:pt x="1541" y="9096"/>
                  </a:lnTo>
                  <a:lnTo>
                    <a:pt x="1462" y="9017"/>
                  </a:lnTo>
                  <a:lnTo>
                    <a:pt x="1396" y="8925"/>
                  </a:lnTo>
                  <a:lnTo>
                    <a:pt x="1330" y="8820"/>
                  </a:lnTo>
                  <a:lnTo>
                    <a:pt x="1278" y="8714"/>
                  </a:lnTo>
                  <a:lnTo>
                    <a:pt x="1238" y="8609"/>
                  </a:lnTo>
                  <a:lnTo>
                    <a:pt x="1212" y="8491"/>
                  </a:lnTo>
                  <a:lnTo>
                    <a:pt x="1199" y="8372"/>
                  </a:lnTo>
                  <a:lnTo>
                    <a:pt x="1185" y="8254"/>
                  </a:lnTo>
                  <a:lnTo>
                    <a:pt x="1199" y="8135"/>
                  </a:lnTo>
                  <a:lnTo>
                    <a:pt x="1212" y="8017"/>
                  </a:lnTo>
                  <a:lnTo>
                    <a:pt x="1238" y="7898"/>
                  </a:lnTo>
                  <a:lnTo>
                    <a:pt x="1278" y="7793"/>
                  </a:lnTo>
                  <a:lnTo>
                    <a:pt x="1330" y="7688"/>
                  </a:lnTo>
                  <a:lnTo>
                    <a:pt x="1396" y="7582"/>
                  </a:lnTo>
                  <a:lnTo>
                    <a:pt x="1462" y="7490"/>
                  </a:lnTo>
                  <a:lnTo>
                    <a:pt x="1541" y="7411"/>
                  </a:lnTo>
                  <a:lnTo>
                    <a:pt x="1620" y="7332"/>
                  </a:lnTo>
                  <a:lnTo>
                    <a:pt x="1712" y="7267"/>
                  </a:lnTo>
                  <a:lnTo>
                    <a:pt x="1817" y="7201"/>
                  </a:lnTo>
                  <a:lnTo>
                    <a:pt x="1923" y="7148"/>
                  </a:lnTo>
                  <a:lnTo>
                    <a:pt x="2028" y="7109"/>
                  </a:lnTo>
                  <a:lnTo>
                    <a:pt x="2146" y="7082"/>
                  </a:lnTo>
                  <a:lnTo>
                    <a:pt x="2265" y="7056"/>
                  </a:lnTo>
                  <a:close/>
                  <a:moveTo>
                    <a:pt x="13849" y="0"/>
                  </a:moveTo>
                  <a:lnTo>
                    <a:pt x="4213" y="6727"/>
                  </a:lnTo>
                  <a:lnTo>
                    <a:pt x="4042" y="6543"/>
                  </a:lnTo>
                  <a:lnTo>
                    <a:pt x="3844" y="6371"/>
                  </a:lnTo>
                  <a:lnTo>
                    <a:pt x="3634" y="6227"/>
                  </a:lnTo>
                  <a:lnTo>
                    <a:pt x="3410" y="6108"/>
                  </a:lnTo>
                  <a:lnTo>
                    <a:pt x="3173" y="6003"/>
                  </a:lnTo>
                  <a:lnTo>
                    <a:pt x="2923" y="5937"/>
                  </a:lnTo>
                  <a:lnTo>
                    <a:pt x="2660" y="5884"/>
                  </a:lnTo>
                  <a:lnTo>
                    <a:pt x="2383" y="5871"/>
                  </a:lnTo>
                  <a:lnTo>
                    <a:pt x="2146" y="5884"/>
                  </a:lnTo>
                  <a:lnTo>
                    <a:pt x="1909" y="5924"/>
                  </a:lnTo>
                  <a:lnTo>
                    <a:pt x="1672" y="5976"/>
                  </a:lnTo>
                  <a:lnTo>
                    <a:pt x="1462" y="6055"/>
                  </a:lnTo>
                  <a:lnTo>
                    <a:pt x="1251" y="6161"/>
                  </a:lnTo>
                  <a:lnTo>
                    <a:pt x="1054" y="6279"/>
                  </a:lnTo>
                  <a:lnTo>
                    <a:pt x="870" y="6424"/>
                  </a:lnTo>
                  <a:lnTo>
                    <a:pt x="698" y="6569"/>
                  </a:lnTo>
                  <a:lnTo>
                    <a:pt x="554" y="6740"/>
                  </a:lnTo>
                  <a:lnTo>
                    <a:pt x="409" y="6924"/>
                  </a:lnTo>
                  <a:lnTo>
                    <a:pt x="290" y="7122"/>
                  </a:lnTo>
                  <a:lnTo>
                    <a:pt x="198" y="7332"/>
                  </a:lnTo>
                  <a:lnTo>
                    <a:pt x="119" y="7543"/>
                  </a:lnTo>
                  <a:lnTo>
                    <a:pt x="53" y="7780"/>
                  </a:lnTo>
                  <a:lnTo>
                    <a:pt x="14" y="8017"/>
                  </a:lnTo>
                  <a:lnTo>
                    <a:pt x="1" y="8254"/>
                  </a:lnTo>
                  <a:lnTo>
                    <a:pt x="14" y="8491"/>
                  </a:lnTo>
                  <a:lnTo>
                    <a:pt x="53" y="8728"/>
                  </a:lnTo>
                  <a:lnTo>
                    <a:pt x="119" y="8965"/>
                  </a:lnTo>
                  <a:lnTo>
                    <a:pt x="198" y="9175"/>
                  </a:lnTo>
                  <a:lnTo>
                    <a:pt x="290" y="9386"/>
                  </a:lnTo>
                  <a:lnTo>
                    <a:pt x="409" y="9583"/>
                  </a:lnTo>
                  <a:lnTo>
                    <a:pt x="554" y="9768"/>
                  </a:lnTo>
                  <a:lnTo>
                    <a:pt x="698" y="9939"/>
                  </a:lnTo>
                  <a:lnTo>
                    <a:pt x="870" y="10083"/>
                  </a:lnTo>
                  <a:lnTo>
                    <a:pt x="1054" y="10228"/>
                  </a:lnTo>
                  <a:lnTo>
                    <a:pt x="1251" y="10347"/>
                  </a:lnTo>
                  <a:lnTo>
                    <a:pt x="1462" y="10439"/>
                  </a:lnTo>
                  <a:lnTo>
                    <a:pt x="1672" y="10531"/>
                  </a:lnTo>
                  <a:lnTo>
                    <a:pt x="1909" y="10584"/>
                  </a:lnTo>
                  <a:lnTo>
                    <a:pt x="2146" y="10623"/>
                  </a:lnTo>
                  <a:lnTo>
                    <a:pt x="2383" y="10636"/>
                  </a:lnTo>
                  <a:lnTo>
                    <a:pt x="2633" y="10623"/>
                  </a:lnTo>
                  <a:lnTo>
                    <a:pt x="2870" y="10584"/>
                  </a:lnTo>
                  <a:lnTo>
                    <a:pt x="3094" y="10531"/>
                  </a:lnTo>
                  <a:lnTo>
                    <a:pt x="3305" y="10439"/>
                  </a:lnTo>
                  <a:lnTo>
                    <a:pt x="3515" y="10347"/>
                  </a:lnTo>
                  <a:lnTo>
                    <a:pt x="3713" y="10228"/>
                  </a:lnTo>
                  <a:lnTo>
                    <a:pt x="3897" y="10083"/>
                  </a:lnTo>
                  <a:lnTo>
                    <a:pt x="4068" y="9939"/>
                  </a:lnTo>
                  <a:lnTo>
                    <a:pt x="4226" y="9768"/>
                  </a:lnTo>
                  <a:lnTo>
                    <a:pt x="4358" y="9583"/>
                  </a:lnTo>
                  <a:lnTo>
                    <a:pt x="4476" y="9386"/>
                  </a:lnTo>
                  <a:lnTo>
                    <a:pt x="4582" y="9175"/>
                  </a:lnTo>
                  <a:lnTo>
                    <a:pt x="4661" y="8965"/>
                  </a:lnTo>
                  <a:lnTo>
                    <a:pt x="4713" y="8728"/>
                  </a:lnTo>
                  <a:lnTo>
                    <a:pt x="4753" y="8491"/>
                  </a:lnTo>
                  <a:lnTo>
                    <a:pt x="4766" y="8254"/>
                  </a:lnTo>
                  <a:lnTo>
                    <a:pt x="4753" y="8030"/>
                  </a:lnTo>
                  <a:lnTo>
                    <a:pt x="4726" y="7819"/>
                  </a:lnTo>
                  <a:lnTo>
                    <a:pt x="14230" y="1185"/>
                  </a:lnTo>
                  <a:lnTo>
                    <a:pt x="39991" y="1185"/>
                  </a:lnTo>
                  <a:lnTo>
                    <a:pt x="3999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3839600" y="2976450"/>
              <a:ext cx="999800" cy="270200"/>
            </a:xfrm>
            <a:custGeom>
              <a:rect b="b" l="l" r="r" t="t"/>
              <a:pathLst>
                <a:path extrusionOk="0" h="10808" w="39992">
                  <a:moveTo>
                    <a:pt x="2383" y="7227"/>
                  </a:moveTo>
                  <a:lnTo>
                    <a:pt x="2502" y="7241"/>
                  </a:lnTo>
                  <a:lnTo>
                    <a:pt x="2620" y="7254"/>
                  </a:lnTo>
                  <a:lnTo>
                    <a:pt x="2739" y="7280"/>
                  </a:lnTo>
                  <a:lnTo>
                    <a:pt x="2857" y="7320"/>
                  </a:lnTo>
                  <a:lnTo>
                    <a:pt x="2949" y="7372"/>
                  </a:lnTo>
                  <a:lnTo>
                    <a:pt x="3055" y="7438"/>
                  </a:lnTo>
                  <a:lnTo>
                    <a:pt x="3147" y="7504"/>
                  </a:lnTo>
                  <a:lnTo>
                    <a:pt x="3226" y="7583"/>
                  </a:lnTo>
                  <a:lnTo>
                    <a:pt x="3305" y="7662"/>
                  </a:lnTo>
                  <a:lnTo>
                    <a:pt x="3384" y="7754"/>
                  </a:lnTo>
                  <a:lnTo>
                    <a:pt x="3436" y="7859"/>
                  </a:lnTo>
                  <a:lnTo>
                    <a:pt x="3489" y="7965"/>
                  </a:lnTo>
                  <a:lnTo>
                    <a:pt x="3529" y="8070"/>
                  </a:lnTo>
                  <a:lnTo>
                    <a:pt x="3555" y="8188"/>
                  </a:lnTo>
                  <a:lnTo>
                    <a:pt x="3581" y="8307"/>
                  </a:lnTo>
                  <a:lnTo>
                    <a:pt x="3581" y="8425"/>
                  </a:lnTo>
                  <a:lnTo>
                    <a:pt x="3581" y="8544"/>
                  </a:lnTo>
                  <a:lnTo>
                    <a:pt x="3555" y="8662"/>
                  </a:lnTo>
                  <a:lnTo>
                    <a:pt x="3529" y="8781"/>
                  </a:lnTo>
                  <a:lnTo>
                    <a:pt x="3489" y="8899"/>
                  </a:lnTo>
                  <a:lnTo>
                    <a:pt x="3436" y="8991"/>
                  </a:lnTo>
                  <a:lnTo>
                    <a:pt x="3384" y="9097"/>
                  </a:lnTo>
                  <a:lnTo>
                    <a:pt x="3305" y="9189"/>
                  </a:lnTo>
                  <a:lnTo>
                    <a:pt x="3226" y="9268"/>
                  </a:lnTo>
                  <a:lnTo>
                    <a:pt x="3147" y="9347"/>
                  </a:lnTo>
                  <a:lnTo>
                    <a:pt x="3055" y="9426"/>
                  </a:lnTo>
                  <a:lnTo>
                    <a:pt x="2949" y="9478"/>
                  </a:lnTo>
                  <a:lnTo>
                    <a:pt x="2857" y="9531"/>
                  </a:lnTo>
                  <a:lnTo>
                    <a:pt x="2739" y="9570"/>
                  </a:lnTo>
                  <a:lnTo>
                    <a:pt x="2620" y="9597"/>
                  </a:lnTo>
                  <a:lnTo>
                    <a:pt x="2502" y="9623"/>
                  </a:lnTo>
                  <a:lnTo>
                    <a:pt x="2265" y="9623"/>
                  </a:lnTo>
                  <a:lnTo>
                    <a:pt x="2146" y="9597"/>
                  </a:lnTo>
                  <a:lnTo>
                    <a:pt x="2028" y="9570"/>
                  </a:lnTo>
                  <a:lnTo>
                    <a:pt x="1923" y="9531"/>
                  </a:lnTo>
                  <a:lnTo>
                    <a:pt x="1817" y="9478"/>
                  </a:lnTo>
                  <a:lnTo>
                    <a:pt x="1712" y="9426"/>
                  </a:lnTo>
                  <a:lnTo>
                    <a:pt x="1620" y="9347"/>
                  </a:lnTo>
                  <a:lnTo>
                    <a:pt x="1541" y="9268"/>
                  </a:lnTo>
                  <a:lnTo>
                    <a:pt x="1462" y="9189"/>
                  </a:lnTo>
                  <a:lnTo>
                    <a:pt x="1396" y="9097"/>
                  </a:lnTo>
                  <a:lnTo>
                    <a:pt x="1330" y="8991"/>
                  </a:lnTo>
                  <a:lnTo>
                    <a:pt x="1278" y="8899"/>
                  </a:lnTo>
                  <a:lnTo>
                    <a:pt x="1238" y="8781"/>
                  </a:lnTo>
                  <a:lnTo>
                    <a:pt x="1212" y="8662"/>
                  </a:lnTo>
                  <a:lnTo>
                    <a:pt x="1199" y="8544"/>
                  </a:lnTo>
                  <a:lnTo>
                    <a:pt x="1185" y="8425"/>
                  </a:lnTo>
                  <a:lnTo>
                    <a:pt x="1199" y="8307"/>
                  </a:lnTo>
                  <a:lnTo>
                    <a:pt x="1212" y="8188"/>
                  </a:lnTo>
                  <a:lnTo>
                    <a:pt x="1238" y="8070"/>
                  </a:lnTo>
                  <a:lnTo>
                    <a:pt x="1278" y="7965"/>
                  </a:lnTo>
                  <a:lnTo>
                    <a:pt x="1330" y="7859"/>
                  </a:lnTo>
                  <a:lnTo>
                    <a:pt x="1396" y="7754"/>
                  </a:lnTo>
                  <a:lnTo>
                    <a:pt x="1462" y="7662"/>
                  </a:lnTo>
                  <a:lnTo>
                    <a:pt x="1541" y="7583"/>
                  </a:lnTo>
                  <a:lnTo>
                    <a:pt x="1620" y="7504"/>
                  </a:lnTo>
                  <a:lnTo>
                    <a:pt x="1712" y="7438"/>
                  </a:lnTo>
                  <a:lnTo>
                    <a:pt x="1817" y="7372"/>
                  </a:lnTo>
                  <a:lnTo>
                    <a:pt x="1923" y="7320"/>
                  </a:lnTo>
                  <a:lnTo>
                    <a:pt x="2028" y="7280"/>
                  </a:lnTo>
                  <a:lnTo>
                    <a:pt x="2146" y="7254"/>
                  </a:lnTo>
                  <a:lnTo>
                    <a:pt x="2265" y="7241"/>
                  </a:lnTo>
                  <a:lnTo>
                    <a:pt x="2383" y="7227"/>
                  </a:lnTo>
                  <a:close/>
                  <a:moveTo>
                    <a:pt x="13849" y="1"/>
                  </a:moveTo>
                  <a:lnTo>
                    <a:pt x="4121" y="6793"/>
                  </a:lnTo>
                  <a:lnTo>
                    <a:pt x="3950" y="6635"/>
                  </a:lnTo>
                  <a:lnTo>
                    <a:pt x="3752" y="6490"/>
                  </a:lnTo>
                  <a:lnTo>
                    <a:pt x="3555" y="6359"/>
                  </a:lnTo>
                  <a:lnTo>
                    <a:pt x="3344" y="6253"/>
                  </a:lnTo>
                  <a:lnTo>
                    <a:pt x="3120" y="6161"/>
                  </a:lnTo>
                  <a:lnTo>
                    <a:pt x="2884" y="6095"/>
                  </a:lnTo>
                  <a:lnTo>
                    <a:pt x="2633" y="6056"/>
                  </a:lnTo>
                  <a:lnTo>
                    <a:pt x="2383" y="6043"/>
                  </a:lnTo>
                  <a:lnTo>
                    <a:pt x="2146" y="6056"/>
                  </a:lnTo>
                  <a:lnTo>
                    <a:pt x="1909" y="6095"/>
                  </a:lnTo>
                  <a:lnTo>
                    <a:pt x="1672" y="6161"/>
                  </a:lnTo>
                  <a:lnTo>
                    <a:pt x="1462" y="6240"/>
                  </a:lnTo>
                  <a:lnTo>
                    <a:pt x="1251" y="6332"/>
                  </a:lnTo>
                  <a:lnTo>
                    <a:pt x="1054" y="6451"/>
                  </a:lnTo>
                  <a:lnTo>
                    <a:pt x="870" y="6596"/>
                  </a:lnTo>
                  <a:lnTo>
                    <a:pt x="698" y="6740"/>
                  </a:lnTo>
                  <a:lnTo>
                    <a:pt x="554" y="6911"/>
                  </a:lnTo>
                  <a:lnTo>
                    <a:pt x="409" y="7096"/>
                  </a:lnTo>
                  <a:lnTo>
                    <a:pt x="290" y="7293"/>
                  </a:lnTo>
                  <a:lnTo>
                    <a:pt x="198" y="7504"/>
                  </a:lnTo>
                  <a:lnTo>
                    <a:pt x="119" y="7714"/>
                  </a:lnTo>
                  <a:lnTo>
                    <a:pt x="53" y="7951"/>
                  </a:lnTo>
                  <a:lnTo>
                    <a:pt x="14" y="8188"/>
                  </a:lnTo>
                  <a:lnTo>
                    <a:pt x="1" y="8425"/>
                  </a:lnTo>
                  <a:lnTo>
                    <a:pt x="14" y="8675"/>
                  </a:lnTo>
                  <a:lnTo>
                    <a:pt x="53" y="8912"/>
                  </a:lnTo>
                  <a:lnTo>
                    <a:pt x="119" y="9136"/>
                  </a:lnTo>
                  <a:lnTo>
                    <a:pt x="198" y="9347"/>
                  </a:lnTo>
                  <a:lnTo>
                    <a:pt x="290" y="9557"/>
                  </a:lnTo>
                  <a:lnTo>
                    <a:pt x="409" y="9755"/>
                  </a:lnTo>
                  <a:lnTo>
                    <a:pt x="554" y="9939"/>
                  </a:lnTo>
                  <a:lnTo>
                    <a:pt x="698" y="10110"/>
                  </a:lnTo>
                  <a:lnTo>
                    <a:pt x="870" y="10268"/>
                  </a:lnTo>
                  <a:lnTo>
                    <a:pt x="1054" y="10400"/>
                  </a:lnTo>
                  <a:lnTo>
                    <a:pt x="1251" y="10518"/>
                  </a:lnTo>
                  <a:lnTo>
                    <a:pt x="1462" y="10624"/>
                  </a:lnTo>
                  <a:lnTo>
                    <a:pt x="1672" y="10703"/>
                  </a:lnTo>
                  <a:lnTo>
                    <a:pt x="1909" y="10755"/>
                  </a:lnTo>
                  <a:lnTo>
                    <a:pt x="2146" y="10795"/>
                  </a:lnTo>
                  <a:lnTo>
                    <a:pt x="2383" y="10808"/>
                  </a:lnTo>
                  <a:lnTo>
                    <a:pt x="2633" y="10795"/>
                  </a:lnTo>
                  <a:lnTo>
                    <a:pt x="2870" y="10755"/>
                  </a:lnTo>
                  <a:lnTo>
                    <a:pt x="3094" y="10703"/>
                  </a:lnTo>
                  <a:lnTo>
                    <a:pt x="3305" y="10624"/>
                  </a:lnTo>
                  <a:lnTo>
                    <a:pt x="3515" y="10518"/>
                  </a:lnTo>
                  <a:lnTo>
                    <a:pt x="3713" y="10400"/>
                  </a:lnTo>
                  <a:lnTo>
                    <a:pt x="3897" y="10268"/>
                  </a:lnTo>
                  <a:lnTo>
                    <a:pt x="4068" y="10110"/>
                  </a:lnTo>
                  <a:lnTo>
                    <a:pt x="4226" y="9939"/>
                  </a:lnTo>
                  <a:lnTo>
                    <a:pt x="4358" y="9755"/>
                  </a:lnTo>
                  <a:lnTo>
                    <a:pt x="4476" y="9557"/>
                  </a:lnTo>
                  <a:lnTo>
                    <a:pt x="4582" y="9347"/>
                  </a:lnTo>
                  <a:lnTo>
                    <a:pt x="4661" y="9136"/>
                  </a:lnTo>
                  <a:lnTo>
                    <a:pt x="4713" y="8912"/>
                  </a:lnTo>
                  <a:lnTo>
                    <a:pt x="4753" y="8675"/>
                  </a:lnTo>
                  <a:lnTo>
                    <a:pt x="4766" y="8425"/>
                  </a:lnTo>
                  <a:lnTo>
                    <a:pt x="4753" y="8280"/>
                  </a:lnTo>
                  <a:lnTo>
                    <a:pt x="4740" y="8123"/>
                  </a:lnTo>
                  <a:lnTo>
                    <a:pt x="4726" y="7978"/>
                  </a:lnTo>
                  <a:lnTo>
                    <a:pt x="4687" y="7833"/>
                  </a:lnTo>
                  <a:lnTo>
                    <a:pt x="14230" y="1172"/>
                  </a:lnTo>
                  <a:lnTo>
                    <a:pt x="39991" y="1172"/>
                  </a:lnTo>
                  <a:lnTo>
                    <a:pt x="399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3839600" y="3113675"/>
              <a:ext cx="998800" cy="282050"/>
            </a:xfrm>
            <a:custGeom>
              <a:rect b="b" l="l" r="r" t="t"/>
              <a:pathLst>
                <a:path extrusionOk="0" h="11282" w="39952">
                  <a:moveTo>
                    <a:pt x="2502" y="7715"/>
                  </a:moveTo>
                  <a:lnTo>
                    <a:pt x="2620" y="7741"/>
                  </a:lnTo>
                  <a:lnTo>
                    <a:pt x="2739" y="7767"/>
                  </a:lnTo>
                  <a:lnTo>
                    <a:pt x="2857" y="7807"/>
                  </a:lnTo>
                  <a:lnTo>
                    <a:pt x="2949" y="7859"/>
                  </a:lnTo>
                  <a:lnTo>
                    <a:pt x="3055" y="7912"/>
                  </a:lnTo>
                  <a:lnTo>
                    <a:pt x="3147" y="7991"/>
                  </a:lnTo>
                  <a:lnTo>
                    <a:pt x="3226" y="8057"/>
                  </a:lnTo>
                  <a:lnTo>
                    <a:pt x="3305" y="8149"/>
                  </a:lnTo>
                  <a:lnTo>
                    <a:pt x="3384" y="8241"/>
                  </a:lnTo>
                  <a:lnTo>
                    <a:pt x="3436" y="8333"/>
                  </a:lnTo>
                  <a:lnTo>
                    <a:pt x="3489" y="8439"/>
                  </a:lnTo>
                  <a:lnTo>
                    <a:pt x="3529" y="8557"/>
                  </a:lnTo>
                  <a:lnTo>
                    <a:pt x="3555" y="8662"/>
                  </a:lnTo>
                  <a:lnTo>
                    <a:pt x="3581" y="8781"/>
                  </a:lnTo>
                  <a:lnTo>
                    <a:pt x="3581" y="8913"/>
                  </a:lnTo>
                  <a:lnTo>
                    <a:pt x="3581" y="9031"/>
                  </a:lnTo>
                  <a:lnTo>
                    <a:pt x="3555" y="9149"/>
                  </a:lnTo>
                  <a:lnTo>
                    <a:pt x="3529" y="9268"/>
                  </a:lnTo>
                  <a:lnTo>
                    <a:pt x="3489" y="9373"/>
                  </a:lnTo>
                  <a:lnTo>
                    <a:pt x="3436" y="9479"/>
                  </a:lnTo>
                  <a:lnTo>
                    <a:pt x="3384" y="9584"/>
                  </a:lnTo>
                  <a:lnTo>
                    <a:pt x="3305" y="9676"/>
                  </a:lnTo>
                  <a:lnTo>
                    <a:pt x="3226" y="9755"/>
                  </a:lnTo>
                  <a:lnTo>
                    <a:pt x="3147" y="9834"/>
                  </a:lnTo>
                  <a:lnTo>
                    <a:pt x="3055" y="9900"/>
                  </a:lnTo>
                  <a:lnTo>
                    <a:pt x="2949" y="9966"/>
                  </a:lnTo>
                  <a:lnTo>
                    <a:pt x="2857" y="10018"/>
                  </a:lnTo>
                  <a:lnTo>
                    <a:pt x="2739" y="10058"/>
                  </a:lnTo>
                  <a:lnTo>
                    <a:pt x="2620" y="10084"/>
                  </a:lnTo>
                  <a:lnTo>
                    <a:pt x="2502" y="10097"/>
                  </a:lnTo>
                  <a:lnTo>
                    <a:pt x="2383" y="10110"/>
                  </a:lnTo>
                  <a:lnTo>
                    <a:pt x="2265" y="10097"/>
                  </a:lnTo>
                  <a:lnTo>
                    <a:pt x="2146" y="10084"/>
                  </a:lnTo>
                  <a:lnTo>
                    <a:pt x="2028" y="10058"/>
                  </a:lnTo>
                  <a:lnTo>
                    <a:pt x="1923" y="10018"/>
                  </a:lnTo>
                  <a:lnTo>
                    <a:pt x="1817" y="9966"/>
                  </a:lnTo>
                  <a:lnTo>
                    <a:pt x="1712" y="9900"/>
                  </a:lnTo>
                  <a:lnTo>
                    <a:pt x="1620" y="9834"/>
                  </a:lnTo>
                  <a:lnTo>
                    <a:pt x="1541" y="9755"/>
                  </a:lnTo>
                  <a:lnTo>
                    <a:pt x="1462" y="9676"/>
                  </a:lnTo>
                  <a:lnTo>
                    <a:pt x="1396" y="9584"/>
                  </a:lnTo>
                  <a:lnTo>
                    <a:pt x="1330" y="9479"/>
                  </a:lnTo>
                  <a:lnTo>
                    <a:pt x="1278" y="9373"/>
                  </a:lnTo>
                  <a:lnTo>
                    <a:pt x="1238" y="9268"/>
                  </a:lnTo>
                  <a:lnTo>
                    <a:pt x="1212" y="9149"/>
                  </a:lnTo>
                  <a:lnTo>
                    <a:pt x="1199" y="9031"/>
                  </a:lnTo>
                  <a:lnTo>
                    <a:pt x="1185" y="8913"/>
                  </a:lnTo>
                  <a:lnTo>
                    <a:pt x="1199" y="8781"/>
                  </a:lnTo>
                  <a:lnTo>
                    <a:pt x="1212" y="8662"/>
                  </a:lnTo>
                  <a:lnTo>
                    <a:pt x="1238" y="8557"/>
                  </a:lnTo>
                  <a:lnTo>
                    <a:pt x="1278" y="8439"/>
                  </a:lnTo>
                  <a:lnTo>
                    <a:pt x="1330" y="8333"/>
                  </a:lnTo>
                  <a:lnTo>
                    <a:pt x="1396" y="8241"/>
                  </a:lnTo>
                  <a:lnTo>
                    <a:pt x="1462" y="8149"/>
                  </a:lnTo>
                  <a:lnTo>
                    <a:pt x="1541" y="8057"/>
                  </a:lnTo>
                  <a:lnTo>
                    <a:pt x="1620" y="7991"/>
                  </a:lnTo>
                  <a:lnTo>
                    <a:pt x="1712" y="7912"/>
                  </a:lnTo>
                  <a:lnTo>
                    <a:pt x="1817" y="7859"/>
                  </a:lnTo>
                  <a:lnTo>
                    <a:pt x="1923" y="7807"/>
                  </a:lnTo>
                  <a:lnTo>
                    <a:pt x="2028" y="7767"/>
                  </a:lnTo>
                  <a:lnTo>
                    <a:pt x="2146" y="7741"/>
                  </a:lnTo>
                  <a:lnTo>
                    <a:pt x="2265" y="7715"/>
                  </a:lnTo>
                  <a:close/>
                  <a:moveTo>
                    <a:pt x="13822" y="1"/>
                  </a:moveTo>
                  <a:lnTo>
                    <a:pt x="3792" y="6991"/>
                  </a:lnTo>
                  <a:lnTo>
                    <a:pt x="3647" y="6898"/>
                  </a:lnTo>
                  <a:lnTo>
                    <a:pt x="3489" y="6806"/>
                  </a:lnTo>
                  <a:lnTo>
                    <a:pt x="3318" y="6714"/>
                  </a:lnTo>
                  <a:lnTo>
                    <a:pt x="3147" y="6648"/>
                  </a:lnTo>
                  <a:lnTo>
                    <a:pt x="2963" y="6596"/>
                  </a:lnTo>
                  <a:lnTo>
                    <a:pt x="2778" y="6556"/>
                  </a:lnTo>
                  <a:lnTo>
                    <a:pt x="2581" y="6543"/>
                  </a:lnTo>
                  <a:lnTo>
                    <a:pt x="2383" y="6530"/>
                  </a:lnTo>
                  <a:lnTo>
                    <a:pt x="2146" y="6543"/>
                  </a:lnTo>
                  <a:lnTo>
                    <a:pt x="1909" y="6583"/>
                  </a:lnTo>
                  <a:lnTo>
                    <a:pt x="1672" y="6635"/>
                  </a:lnTo>
                  <a:lnTo>
                    <a:pt x="1462" y="6714"/>
                  </a:lnTo>
                  <a:lnTo>
                    <a:pt x="1251" y="6820"/>
                  </a:lnTo>
                  <a:lnTo>
                    <a:pt x="1054" y="6938"/>
                  </a:lnTo>
                  <a:lnTo>
                    <a:pt x="870" y="7070"/>
                  </a:lnTo>
                  <a:lnTo>
                    <a:pt x="698" y="7228"/>
                  </a:lnTo>
                  <a:lnTo>
                    <a:pt x="554" y="7399"/>
                  </a:lnTo>
                  <a:lnTo>
                    <a:pt x="409" y="7583"/>
                  </a:lnTo>
                  <a:lnTo>
                    <a:pt x="290" y="7780"/>
                  </a:lnTo>
                  <a:lnTo>
                    <a:pt x="198" y="7978"/>
                  </a:lnTo>
                  <a:lnTo>
                    <a:pt x="119" y="8202"/>
                  </a:lnTo>
                  <a:lnTo>
                    <a:pt x="53" y="8425"/>
                  </a:lnTo>
                  <a:lnTo>
                    <a:pt x="14" y="8662"/>
                  </a:lnTo>
                  <a:lnTo>
                    <a:pt x="1" y="8913"/>
                  </a:lnTo>
                  <a:lnTo>
                    <a:pt x="14" y="9149"/>
                  </a:lnTo>
                  <a:lnTo>
                    <a:pt x="53" y="9386"/>
                  </a:lnTo>
                  <a:lnTo>
                    <a:pt x="119" y="9610"/>
                  </a:lnTo>
                  <a:lnTo>
                    <a:pt x="198" y="9834"/>
                  </a:lnTo>
                  <a:lnTo>
                    <a:pt x="290" y="10045"/>
                  </a:lnTo>
                  <a:lnTo>
                    <a:pt x="409" y="10242"/>
                  </a:lnTo>
                  <a:lnTo>
                    <a:pt x="554" y="10426"/>
                  </a:lnTo>
                  <a:lnTo>
                    <a:pt x="698" y="10584"/>
                  </a:lnTo>
                  <a:lnTo>
                    <a:pt x="870" y="10742"/>
                  </a:lnTo>
                  <a:lnTo>
                    <a:pt x="1054" y="10887"/>
                  </a:lnTo>
                  <a:lnTo>
                    <a:pt x="1251" y="11006"/>
                  </a:lnTo>
                  <a:lnTo>
                    <a:pt x="1462" y="11098"/>
                  </a:lnTo>
                  <a:lnTo>
                    <a:pt x="1672" y="11177"/>
                  </a:lnTo>
                  <a:lnTo>
                    <a:pt x="1909" y="11242"/>
                  </a:lnTo>
                  <a:lnTo>
                    <a:pt x="2146" y="11282"/>
                  </a:lnTo>
                  <a:lnTo>
                    <a:pt x="2633" y="11282"/>
                  </a:lnTo>
                  <a:lnTo>
                    <a:pt x="2870" y="11242"/>
                  </a:lnTo>
                  <a:lnTo>
                    <a:pt x="3094" y="11177"/>
                  </a:lnTo>
                  <a:lnTo>
                    <a:pt x="3305" y="11098"/>
                  </a:lnTo>
                  <a:lnTo>
                    <a:pt x="3515" y="11006"/>
                  </a:lnTo>
                  <a:lnTo>
                    <a:pt x="3713" y="10887"/>
                  </a:lnTo>
                  <a:lnTo>
                    <a:pt x="3897" y="10742"/>
                  </a:lnTo>
                  <a:lnTo>
                    <a:pt x="4068" y="10584"/>
                  </a:lnTo>
                  <a:lnTo>
                    <a:pt x="4226" y="10426"/>
                  </a:lnTo>
                  <a:lnTo>
                    <a:pt x="4358" y="10242"/>
                  </a:lnTo>
                  <a:lnTo>
                    <a:pt x="4476" y="10045"/>
                  </a:lnTo>
                  <a:lnTo>
                    <a:pt x="4582" y="9834"/>
                  </a:lnTo>
                  <a:lnTo>
                    <a:pt x="4661" y="9610"/>
                  </a:lnTo>
                  <a:lnTo>
                    <a:pt x="4713" y="9386"/>
                  </a:lnTo>
                  <a:lnTo>
                    <a:pt x="4753" y="9149"/>
                  </a:lnTo>
                  <a:lnTo>
                    <a:pt x="4766" y="8913"/>
                  </a:lnTo>
                  <a:lnTo>
                    <a:pt x="4753" y="8649"/>
                  </a:lnTo>
                  <a:lnTo>
                    <a:pt x="4713" y="8386"/>
                  </a:lnTo>
                  <a:lnTo>
                    <a:pt x="4634" y="8149"/>
                  </a:lnTo>
                  <a:lnTo>
                    <a:pt x="4542" y="7912"/>
                  </a:lnTo>
                  <a:lnTo>
                    <a:pt x="14191" y="1186"/>
                  </a:lnTo>
                  <a:lnTo>
                    <a:pt x="39952" y="1186"/>
                  </a:lnTo>
                  <a:lnTo>
                    <a:pt x="3995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2810225" y="580025"/>
              <a:ext cx="1066600" cy="1448350"/>
            </a:xfrm>
            <a:custGeom>
              <a:rect b="b" l="l" r="r" t="t"/>
              <a:pathLst>
                <a:path extrusionOk="0" h="57934" w="42664">
                  <a:moveTo>
                    <a:pt x="40281" y="1172"/>
                  </a:moveTo>
                  <a:lnTo>
                    <a:pt x="40399" y="1186"/>
                  </a:lnTo>
                  <a:lnTo>
                    <a:pt x="40518" y="1199"/>
                  </a:lnTo>
                  <a:lnTo>
                    <a:pt x="40636" y="1238"/>
                  </a:lnTo>
                  <a:lnTo>
                    <a:pt x="40741" y="1278"/>
                  </a:lnTo>
                  <a:lnTo>
                    <a:pt x="40847" y="1317"/>
                  </a:lnTo>
                  <a:lnTo>
                    <a:pt x="40952" y="1383"/>
                  </a:lnTo>
                  <a:lnTo>
                    <a:pt x="41044" y="1449"/>
                  </a:lnTo>
                  <a:lnTo>
                    <a:pt x="41123" y="1528"/>
                  </a:lnTo>
                  <a:lnTo>
                    <a:pt x="41202" y="1620"/>
                  </a:lnTo>
                  <a:lnTo>
                    <a:pt x="41268" y="1712"/>
                  </a:lnTo>
                  <a:lnTo>
                    <a:pt x="41334" y="1804"/>
                  </a:lnTo>
                  <a:lnTo>
                    <a:pt x="41386" y="1910"/>
                  </a:lnTo>
                  <a:lnTo>
                    <a:pt x="41426" y="2015"/>
                  </a:lnTo>
                  <a:lnTo>
                    <a:pt x="41452" y="2133"/>
                  </a:lnTo>
                  <a:lnTo>
                    <a:pt x="41478" y="2252"/>
                  </a:lnTo>
                  <a:lnTo>
                    <a:pt x="41478" y="2370"/>
                  </a:lnTo>
                  <a:lnTo>
                    <a:pt x="41478" y="2502"/>
                  </a:lnTo>
                  <a:lnTo>
                    <a:pt x="41452" y="2620"/>
                  </a:lnTo>
                  <a:lnTo>
                    <a:pt x="41426" y="2726"/>
                  </a:lnTo>
                  <a:lnTo>
                    <a:pt x="41386" y="2844"/>
                  </a:lnTo>
                  <a:lnTo>
                    <a:pt x="41334" y="2950"/>
                  </a:lnTo>
                  <a:lnTo>
                    <a:pt x="41268" y="3042"/>
                  </a:lnTo>
                  <a:lnTo>
                    <a:pt x="41202" y="3134"/>
                  </a:lnTo>
                  <a:lnTo>
                    <a:pt x="41123" y="3226"/>
                  </a:lnTo>
                  <a:lnTo>
                    <a:pt x="41044" y="3305"/>
                  </a:lnTo>
                  <a:lnTo>
                    <a:pt x="40952" y="3371"/>
                  </a:lnTo>
                  <a:lnTo>
                    <a:pt x="40847" y="3423"/>
                  </a:lnTo>
                  <a:lnTo>
                    <a:pt x="40741" y="3476"/>
                  </a:lnTo>
                  <a:lnTo>
                    <a:pt x="40636" y="3516"/>
                  </a:lnTo>
                  <a:lnTo>
                    <a:pt x="40518" y="3555"/>
                  </a:lnTo>
                  <a:lnTo>
                    <a:pt x="40399" y="3568"/>
                  </a:lnTo>
                  <a:lnTo>
                    <a:pt x="40162" y="3568"/>
                  </a:lnTo>
                  <a:lnTo>
                    <a:pt x="40044" y="3555"/>
                  </a:lnTo>
                  <a:lnTo>
                    <a:pt x="39925" y="3516"/>
                  </a:lnTo>
                  <a:lnTo>
                    <a:pt x="39820" y="3476"/>
                  </a:lnTo>
                  <a:lnTo>
                    <a:pt x="39715" y="3423"/>
                  </a:lnTo>
                  <a:lnTo>
                    <a:pt x="39609" y="3371"/>
                  </a:lnTo>
                  <a:lnTo>
                    <a:pt x="39517" y="3305"/>
                  </a:lnTo>
                  <a:lnTo>
                    <a:pt x="39438" y="3226"/>
                  </a:lnTo>
                  <a:lnTo>
                    <a:pt x="39359" y="3134"/>
                  </a:lnTo>
                  <a:lnTo>
                    <a:pt x="39293" y="3042"/>
                  </a:lnTo>
                  <a:lnTo>
                    <a:pt x="39228" y="2950"/>
                  </a:lnTo>
                  <a:lnTo>
                    <a:pt x="39175" y="2844"/>
                  </a:lnTo>
                  <a:lnTo>
                    <a:pt x="39135" y="2726"/>
                  </a:lnTo>
                  <a:lnTo>
                    <a:pt x="39109" y="2620"/>
                  </a:lnTo>
                  <a:lnTo>
                    <a:pt x="39096" y="2502"/>
                  </a:lnTo>
                  <a:lnTo>
                    <a:pt x="39083" y="2370"/>
                  </a:lnTo>
                  <a:lnTo>
                    <a:pt x="39096" y="2252"/>
                  </a:lnTo>
                  <a:lnTo>
                    <a:pt x="39109" y="2133"/>
                  </a:lnTo>
                  <a:lnTo>
                    <a:pt x="39135" y="2015"/>
                  </a:lnTo>
                  <a:lnTo>
                    <a:pt x="39175" y="1910"/>
                  </a:lnTo>
                  <a:lnTo>
                    <a:pt x="39228" y="1804"/>
                  </a:lnTo>
                  <a:lnTo>
                    <a:pt x="39293" y="1712"/>
                  </a:lnTo>
                  <a:lnTo>
                    <a:pt x="39359" y="1620"/>
                  </a:lnTo>
                  <a:lnTo>
                    <a:pt x="39438" y="1528"/>
                  </a:lnTo>
                  <a:lnTo>
                    <a:pt x="39517" y="1449"/>
                  </a:lnTo>
                  <a:lnTo>
                    <a:pt x="39609" y="1383"/>
                  </a:lnTo>
                  <a:lnTo>
                    <a:pt x="39715" y="1317"/>
                  </a:lnTo>
                  <a:lnTo>
                    <a:pt x="39820" y="1278"/>
                  </a:lnTo>
                  <a:lnTo>
                    <a:pt x="39925" y="1238"/>
                  </a:lnTo>
                  <a:lnTo>
                    <a:pt x="40044" y="1199"/>
                  </a:lnTo>
                  <a:lnTo>
                    <a:pt x="40162" y="1186"/>
                  </a:lnTo>
                  <a:lnTo>
                    <a:pt x="40281" y="1172"/>
                  </a:lnTo>
                  <a:close/>
                  <a:moveTo>
                    <a:pt x="40281" y="1"/>
                  </a:moveTo>
                  <a:lnTo>
                    <a:pt x="40044" y="14"/>
                  </a:lnTo>
                  <a:lnTo>
                    <a:pt x="39807" y="40"/>
                  </a:lnTo>
                  <a:lnTo>
                    <a:pt x="39570" y="106"/>
                  </a:lnTo>
                  <a:lnTo>
                    <a:pt x="39359" y="185"/>
                  </a:lnTo>
                  <a:lnTo>
                    <a:pt x="39149" y="290"/>
                  </a:lnTo>
                  <a:lnTo>
                    <a:pt x="38951" y="409"/>
                  </a:lnTo>
                  <a:lnTo>
                    <a:pt x="38767" y="541"/>
                  </a:lnTo>
                  <a:lnTo>
                    <a:pt x="38596" y="699"/>
                  </a:lnTo>
                  <a:lnTo>
                    <a:pt x="38451" y="870"/>
                  </a:lnTo>
                  <a:lnTo>
                    <a:pt x="38306" y="1041"/>
                  </a:lnTo>
                  <a:lnTo>
                    <a:pt x="38188" y="1238"/>
                  </a:lnTo>
                  <a:lnTo>
                    <a:pt x="38095" y="1449"/>
                  </a:lnTo>
                  <a:lnTo>
                    <a:pt x="38016" y="1673"/>
                  </a:lnTo>
                  <a:lnTo>
                    <a:pt x="37951" y="1896"/>
                  </a:lnTo>
                  <a:lnTo>
                    <a:pt x="37911" y="2133"/>
                  </a:lnTo>
                  <a:lnTo>
                    <a:pt x="37898" y="2370"/>
                  </a:lnTo>
                  <a:lnTo>
                    <a:pt x="37911" y="2515"/>
                  </a:lnTo>
                  <a:lnTo>
                    <a:pt x="37924" y="2660"/>
                  </a:lnTo>
                  <a:lnTo>
                    <a:pt x="37938" y="2792"/>
                  </a:lnTo>
                  <a:lnTo>
                    <a:pt x="37964" y="2936"/>
                  </a:lnTo>
                  <a:lnTo>
                    <a:pt x="38003" y="3068"/>
                  </a:lnTo>
                  <a:lnTo>
                    <a:pt x="38043" y="3186"/>
                  </a:lnTo>
                  <a:lnTo>
                    <a:pt x="38161" y="3437"/>
                  </a:lnTo>
                  <a:lnTo>
                    <a:pt x="25156" y="13559"/>
                  </a:lnTo>
                  <a:lnTo>
                    <a:pt x="25156" y="42150"/>
                  </a:lnTo>
                  <a:lnTo>
                    <a:pt x="0" y="42150"/>
                  </a:lnTo>
                  <a:lnTo>
                    <a:pt x="0" y="57934"/>
                  </a:lnTo>
                  <a:lnTo>
                    <a:pt x="1185" y="57934"/>
                  </a:lnTo>
                  <a:lnTo>
                    <a:pt x="1185" y="43335"/>
                  </a:lnTo>
                  <a:lnTo>
                    <a:pt x="26340" y="43335"/>
                  </a:lnTo>
                  <a:lnTo>
                    <a:pt x="26340" y="14139"/>
                  </a:lnTo>
                  <a:lnTo>
                    <a:pt x="38925" y="4332"/>
                  </a:lnTo>
                  <a:lnTo>
                    <a:pt x="39083" y="4424"/>
                  </a:lnTo>
                  <a:lnTo>
                    <a:pt x="39228" y="4516"/>
                  </a:lnTo>
                  <a:lnTo>
                    <a:pt x="39399" y="4582"/>
                  </a:lnTo>
                  <a:lnTo>
                    <a:pt x="39557" y="4648"/>
                  </a:lnTo>
                  <a:lnTo>
                    <a:pt x="39741" y="4687"/>
                  </a:lnTo>
                  <a:lnTo>
                    <a:pt x="39912" y="4727"/>
                  </a:lnTo>
                  <a:lnTo>
                    <a:pt x="40096" y="4753"/>
                  </a:lnTo>
                  <a:lnTo>
                    <a:pt x="40281" y="4753"/>
                  </a:lnTo>
                  <a:lnTo>
                    <a:pt x="40531" y="4740"/>
                  </a:lnTo>
                  <a:lnTo>
                    <a:pt x="40754" y="4700"/>
                  </a:lnTo>
                  <a:lnTo>
                    <a:pt x="40991" y="4648"/>
                  </a:lnTo>
                  <a:lnTo>
                    <a:pt x="41202" y="4569"/>
                  </a:lnTo>
                  <a:lnTo>
                    <a:pt x="41413" y="4463"/>
                  </a:lnTo>
                  <a:lnTo>
                    <a:pt x="41610" y="4345"/>
                  </a:lnTo>
                  <a:lnTo>
                    <a:pt x="41794" y="4213"/>
                  </a:lnTo>
                  <a:lnTo>
                    <a:pt x="41966" y="4055"/>
                  </a:lnTo>
                  <a:lnTo>
                    <a:pt x="42110" y="3884"/>
                  </a:lnTo>
                  <a:lnTo>
                    <a:pt x="42255" y="3700"/>
                  </a:lnTo>
                  <a:lnTo>
                    <a:pt x="42374" y="3502"/>
                  </a:lnTo>
                  <a:lnTo>
                    <a:pt x="42479" y="3305"/>
                  </a:lnTo>
                  <a:lnTo>
                    <a:pt x="42558" y="3081"/>
                  </a:lnTo>
                  <a:lnTo>
                    <a:pt x="42611" y="2857"/>
                  </a:lnTo>
                  <a:lnTo>
                    <a:pt x="42650" y="2620"/>
                  </a:lnTo>
                  <a:lnTo>
                    <a:pt x="42663" y="2370"/>
                  </a:lnTo>
                  <a:lnTo>
                    <a:pt x="42650" y="2133"/>
                  </a:lnTo>
                  <a:lnTo>
                    <a:pt x="42611" y="1896"/>
                  </a:lnTo>
                  <a:lnTo>
                    <a:pt x="42558" y="1673"/>
                  </a:lnTo>
                  <a:lnTo>
                    <a:pt x="42479" y="1449"/>
                  </a:lnTo>
                  <a:lnTo>
                    <a:pt x="42374" y="1238"/>
                  </a:lnTo>
                  <a:lnTo>
                    <a:pt x="42255" y="1041"/>
                  </a:lnTo>
                  <a:lnTo>
                    <a:pt x="42110" y="870"/>
                  </a:lnTo>
                  <a:lnTo>
                    <a:pt x="41966" y="699"/>
                  </a:lnTo>
                  <a:lnTo>
                    <a:pt x="41794" y="541"/>
                  </a:lnTo>
                  <a:lnTo>
                    <a:pt x="41610" y="409"/>
                  </a:lnTo>
                  <a:lnTo>
                    <a:pt x="41413" y="290"/>
                  </a:lnTo>
                  <a:lnTo>
                    <a:pt x="41202" y="185"/>
                  </a:lnTo>
                  <a:lnTo>
                    <a:pt x="40991" y="106"/>
                  </a:lnTo>
                  <a:lnTo>
                    <a:pt x="40754" y="40"/>
                  </a:lnTo>
                  <a:lnTo>
                    <a:pt x="40531" y="14"/>
                  </a:lnTo>
                  <a:lnTo>
                    <a:pt x="4028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3802425" y="605375"/>
              <a:ext cx="687800" cy="639125"/>
            </a:xfrm>
            <a:custGeom>
              <a:rect b="b" l="l" r="r" t="t"/>
              <a:pathLst>
                <a:path extrusionOk="0" h="25565" w="27512">
                  <a:moveTo>
                    <a:pt x="25261" y="1185"/>
                  </a:moveTo>
                  <a:lnTo>
                    <a:pt x="25379" y="1212"/>
                  </a:lnTo>
                  <a:lnTo>
                    <a:pt x="25498" y="1238"/>
                  </a:lnTo>
                  <a:lnTo>
                    <a:pt x="25603" y="1277"/>
                  </a:lnTo>
                  <a:lnTo>
                    <a:pt x="25709" y="1330"/>
                  </a:lnTo>
                  <a:lnTo>
                    <a:pt x="25801" y="1383"/>
                  </a:lnTo>
                  <a:lnTo>
                    <a:pt x="25893" y="1462"/>
                  </a:lnTo>
                  <a:lnTo>
                    <a:pt x="25985" y="1527"/>
                  </a:lnTo>
                  <a:lnTo>
                    <a:pt x="26064" y="1620"/>
                  </a:lnTo>
                  <a:lnTo>
                    <a:pt x="26130" y="1712"/>
                  </a:lnTo>
                  <a:lnTo>
                    <a:pt x="26196" y="1804"/>
                  </a:lnTo>
                  <a:lnTo>
                    <a:pt x="26235" y="1909"/>
                  </a:lnTo>
                  <a:lnTo>
                    <a:pt x="26275" y="2028"/>
                  </a:lnTo>
                  <a:lnTo>
                    <a:pt x="26314" y="2133"/>
                  </a:lnTo>
                  <a:lnTo>
                    <a:pt x="26327" y="2251"/>
                  </a:lnTo>
                  <a:lnTo>
                    <a:pt x="26340" y="2383"/>
                  </a:lnTo>
                  <a:lnTo>
                    <a:pt x="26327" y="2502"/>
                  </a:lnTo>
                  <a:lnTo>
                    <a:pt x="26314" y="2620"/>
                  </a:lnTo>
                  <a:lnTo>
                    <a:pt x="26275" y="2738"/>
                  </a:lnTo>
                  <a:lnTo>
                    <a:pt x="26235" y="2844"/>
                  </a:lnTo>
                  <a:lnTo>
                    <a:pt x="26196" y="2949"/>
                  </a:lnTo>
                  <a:lnTo>
                    <a:pt x="26130" y="3054"/>
                  </a:lnTo>
                  <a:lnTo>
                    <a:pt x="26064" y="3147"/>
                  </a:lnTo>
                  <a:lnTo>
                    <a:pt x="25985" y="3226"/>
                  </a:lnTo>
                  <a:lnTo>
                    <a:pt x="25893" y="3305"/>
                  </a:lnTo>
                  <a:lnTo>
                    <a:pt x="25801" y="3370"/>
                  </a:lnTo>
                  <a:lnTo>
                    <a:pt x="25709" y="3436"/>
                  </a:lnTo>
                  <a:lnTo>
                    <a:pt x="25603" y="3489"/>
                  </a:lnTo>
                  <a:lnTo>
                    <a:pt x="25498" y="3528"/>
                  </a:lnTo>
                  <a:lnTo>
                    <a:pt x="25379" y="3555"/>
                  </a:lnTo>
                  <a:lnTo>
                    <a:pt x="25261" y="3568"/>
                  </a:lnTo>
                  <a:lnTo>
                    <a:pt x="25143" y="3581"/>
                  </a:lnTo>
                  <a:lnTo>
                    <a:pt x="25011" y="3568"/>
                  </a:lnTo>
                  <a:lnTo>
                    <a:pt x="24892" y="3555"/>
                  </a:lnTo>
                  <a:lnTo>
                    <a:pt x="24787" y="3528"/>
                  </a:lnTo>
                  <a:lnTo>
                    <a:pt x="24669" y="3489"/>
                  </a:lnTo>
                  <a:lnTo>
                    <a:pt x="24563" y="3436"/>
                  </a:lnTo>
                  <a:lnTo>
                    <a:pt x="24471" y="3370"/>
                  </a:lnTo>
                  <a:lnTo>
                    <a:pt x="24379" y="3305"/>
                  </a:lnTo>
                  <a:lnTo>
                    <a:pt x="24287" y="3226"/>
                  </a:lnTo>
                  <a:lnTo>
                    <a:pt x="24208" y="3147"/>
                  </a:lnTo>
                  <a:lnTo>
                    <a:pt x="24142" y="3054"/>
                  </a:lnTo>
                  <a:lnTo>
                    <a:pt x="24089" y="2949"/>
                  </a:lnTo>
                  <a:lnTo>
                    <a:pt x="24037" y="2844"/>
                  </a:lnTo>
                  <a:lnTo>
                    <a:pt x="23997" y="2738"/>
                  </a:lnTo>
                  <a:lnTo>
                    <a:pt x="23958" y="2620"/>
                  </a:lnTo>
                  <a:lnTo>
                    <a:pt x="23945" y="2502"/>
                  </a:lnTo>
                  <a:lnTo>
                    <a:pt x="23945" y="2383"/>
                  </a:lnTo>
                  <a:lnTo>
                    <a:pt x="23945" y="2251"/>
                  </a:lnTo>
                  <a:lnTo>
                    <a:pt x="23958" y="2133"/>
                  </a:lnTo>
                  <a:lnTo>
                    <a:pt x="23997" y="2028"/>
                  </a:lnTo>
                  <a:lnTo>
                    <a:pt x="24037" y="1909"/>
                  </a:lnTo>
                  <a:lnTo>
                    <a:pt x="24089" y="1804"/>
                  </a:lnTo>
                  <a:lnTo>
                    <a:pt x="24142" y="1712"/>
                  </a:lnTo>
                  <a:lnTo>
                    <a:pt x="24208" y="1620"/>
                  </a:lnTo>
                  <a:lnTo>
                    <a:pt x="24287" y="1527"/>
                  </a:lnTo>
                  <a:lnTo>
                    <a:pt x="24379" y="1462"/>
                  </a:lnTo>
                  <a:lnTo>
                    <a:pt x="24471" y="1383"/>
                  </a:lnTo>
                  <a:lnTo>
                    <a:pt x="24563" y="1330"/>
                  </a:lnTo>
                  <a:lnTo>
                    <a:pt x="24669" y="1277"/>
                  </a:lnTo>
                  <a:lnTo>
                    <a:pt x="24787" y="1238"/>
                  </a:lnTo>
                  <a:lnTo>
                    <a:pt x="24892" y="1212"/>
                  </a:lnTo>
                  <a:lnTo>
                    <a:pt x="25011" y="1185"/>
                  </a:lnTo>
                  <a:close/>
                  <a:moveTo>
                    <a:pt x="25143" y="0"/>
                  </a:moveTo>
                  <a:lnTo>
                    <a:pt x="24892" y="14"/>
                  </a:lnTo>
                  <a:lnTo>
                    <a:pt x="24655" y="53"/>
                  </a:lnTo>
                  <a:lnTo>
                    <a:pt x="24432" y="106"/>
                  </a:lnTo>
                  <a:lnTo>
                    <a:pt x="24208" y="185"/>
                  </a:lnTo>
                  <a:lnTo>
                    <a:pt x="24010" y="290"/>
                  </a:lnTo>
                  <a:lnTo>
                    <a:pt x="23813" y="409"/>
                  </a:lnTo>
                  <a:lnTo>
                    <a:pt x="23629" y="540"/>
                  </a:lnTo>
                  <a:lnTo>
                    <a:pt x="23458" y="698"/>
                  </a:lnTo>
                  <a:lnTo>
                    <a:pt x="23300" y="869"/>
                  </a:lnTo>
                  <a:lnTo>
                    <a:pt x="23168" y="1054"/>
                  </a:lnTo>
                  <a:lnTo>
                    <a:pt x="23050" y="1251"/>
                  </a:lnTo>
                  <a:lnTo>
                    <a:pt x="22944" y="1448"/>
                  </a:lnTo>
                  <a:lnTo>
                    <a:pt x="22865" y="1672"/>
                  </a:lnTo>
                  <a:lnTo>
                    <a:pt x="22813" y="1896"/>
                  </a:lnTo>
                  <a:lnTo>
                    <a:pt x="22773" y="2133"/>
                  </a:lnTo>
                  <a:lnTo>
                    <a:pt x="22760" y="2383"/>
                  </a:lnTo>
                  <a:lnTo>
                    <a:pt x="22773" y="2581"/>
                  </a:lnTo>
                  <a:lnTo>
                    <a:pt x="22799" y="2791"/>
                  </a:lnTo>
                  <a:lnTo>
                    <a:pt x="22839" y="2975"/>
                  </a:lnTo>
                  <a:lnTo>
                    <a:pt x="22892" y="3173"/>
                  </a:lnTo>
                  <a:lnTo>
                    <a:pt x="22971" y="3357"/>
                  </a:lnTo>
                  <a:lnTo>
                    <a:pt x="23050" y="3528"/>
                  </a:lnTo>
                  <a:lnTo>
                    <a:pt x="23155" y="3686"/>
                  </a:lnTo>
                  <a:lnTo>
                    <a:pt x="23273" y="3844"/>
                  </a:lnTo>
                  <a:lnTo>
                    <a:pt x="23392" y="3989"/>
                  </a:lnTo>
                  <a:lnTo>
                    <a:pt x="23523" y="4134"/>
                  </a:lnTo>
                  <a:lnTo>
                    <a:pt x="23681" y="4252"/>
                  </a:lnTo>
                  <a:lnTo>
                    <a:pt x="23839" y="4371"/>
                  </a:lnTo>
                  <a:lnTo>
                    <a:pt x="23997" y="4463"/>
                  </a:lnTo>
                  <a:lnTo>
                    <a:pt x="24168" y="4555"/>
                  </a:lnTo>
                  <a:lnTo>
                    <a:pt x="24353" y="4621"/>
                  </a:lnTo>
                  <a:lnTo>
                    <a:pt x="24550" y="4687"/>
                  </a:lnTo>
                  <a:lnTo>
                    <a:pt x="24550" y="15191"/>
                  </a:lnTo>
                  <a:lnTo>
                    <a:pt x="0" y="15191"/>
                  </a:lnTo>
                  <a:lnTo>
                    <a:pt x="0" y="25564"/>
                  </a:lnTo>
                  <a:lnTo>
                    <a:pt x="1185" y="25564"/>
                  </a:lnTo>
                  <a:lnTo>
                    <a:pt x="1185" y="16376"/>
                  </a:lnTo>
                  <a:lnTo>
                    <a:pt x="25722" y="16376"/>
                  </a:lnTo>
                  <a:lnTo>
                    <a:pt x="25722" y="4687"/>
                  </a:lnTo>
                  <a:lnTo>
                    <a:pt x="25919" y="4621"/>
                  </a:lnTo>
                  <a:lnTo>
                    <a:pt x="26103" y="4555"/>
                  </a:lnTo>
                  <a:lnTo>
                    <a:pt x="26275" y="4463"/>
                  </a:lnTo>
                  <a:lnTo>
                    <a:pt x="26446" y="4371"/>
                  </a:lnTo>
                  <a:lnTo>
                    <a:pt x="26604" y="4252"/>
                  </a:lnTo>
                  <a:lnTo>
                    <a:pt x="26748" y="4134"/>
                  </a:lnTo>
                  <a:lnTo>
                    <a:pt x="26880" y="3989"/>
                  </a:lnTo>
                  <a:lnTo>
                    <a:pt x="27012" y="3844"/>
                  </a:lnTo>
                  <a:lnTo>
                    <a:pt x="27117" y="3686"/>
                  </a:lnTo>
                  <a:lnTo>
                    <a:pt x="27222" y="3528"/>
                  </a:lnTo>
                  <a:lnTo>
                    <a:pt x="27301" y="3357"/>
                  </a:lnTo>
                  <a:lnTo>
                    <a:pt x="27380" y="3173"/>
                  </a:lnTo>
                  <a:lnTo>
                    <a:pt x="27433" y="2975"/>
                  </a:lnTo>
                  <a:lnTo>
                    <a:pt x="27486" y="2791"/>
                  </a:lnTo>
                  <a:lnTo>
                    <a:pt x="27512" y="2581"/>
                  </a:lnTo>
                  <a:lnTo>
                    <a:pt x="27512" y="2383"/>
                  </a:lnTo>
                  <a:lnTo>
                    <a:pt x="27499" y="2133"/>
                  </a:lnTo>
                  <a:lnTo>
                    <a:pt x="27472" y="1896"/>
                  </a:lnTo>
                  <a:lnTo>
                    <a:pt x="27407" y="1672"/>
                  </a:lnTo>
                  <a:lnTo>
                    <a:pt x="27328" y="1448"/>
                  </a:lnTo>
                  <a:lnTo>
                    <a:pt x="27222" y="1251"/>
                  </a:lnTo>
                  <a:lnTo>
                    <a:pt x="27104" y="1054"/>
                  </a:lnTo>
                  <a:lnTo>
                    <a:pt x="26972" y="869"/>
                  </a:lnTo>
                  <a:lnTo>
                    <a:pt x="26814" y="698"/>
                  </a:lnTo>
                  <a:lnTo>
                    <a:pt x="26643" y="540"/>
                  </a:lnTo>
                  <a:lnTo>
                    <a:pt x="26472" y="409"/>
                  </a:lnTo>
                  <a:lnTo>
                    <a:pt x="26275" y="290"/>
                  </a:lnTo>
                  <a:lnTo>
                    <a:pt x="26064" y="185"/>
                  </a:lnTo>
                  <a:lnTo>
                    <a:pt x="25840" y="106"/>
                  </a:lnTo>
                  <a:lnTo>
                    <a:pt x="25616" y="53"/>
                  </a:lnTo>
                  <a:lnTo>
                    <a:pt x="25379" y="14"/>
                  </a:lnTo>
                  <a:lnTo>
                    <a:pt x="2514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4481975" y="1366550"/>
              <a:ext cx="1241350" cy="823400"/>
            </a:xfrm>
            <a:custGeom>
              <a:rect b="b" l="l" r="r" t="t"/>
              <a:pathLst>
                <a:path extrusionOk="0" h="32936" w="49654">
                  <a:moveTo>
                    <a:pt x="47271" y="29355"/>
                  </a:moveTo>
                  <a:lnTo>
                    <a:pt x="47389" y="29369"/>
                  </a:lnTo>
                  <a:lnTo>
                    <a:pt x="47508" y="29382"/>
                  </a:lnTo>
                  <a:lnTo>
                    <a:pt x="47626" y="29408"/>
                  </a:lnTo>
                  <a:lnTo>
                    <a:pt x="47732" y="29447"/>
                  </a:lnTo>
                  <a:lnTo>
                    <a:pt x="47837" y="29500"/>
                  </a:lnTo>
                  <a:lnTo>
                    <a:pt x="47942" y="29566"/>
                  </a:lnTo>
                  <a:lnTo>
                    <a:pt x="48034" y="29632"/>
                  </a:lnTo>
                  <a:lnTo>
                    <a:pt x="48113" y="29711"/>
                  </a:lnTo>
                  <a:lnTo>
                    <a:pt x="48192" y="29790"/>
                  </a:lnTo>
                  <a:lnTo>
                    <a:pt x="48258" y="29882"/>
                  </a:lnTo>
                  <a:lnTo>
                    <a:pt x="48324" y="29987"/>
                  </a:lnTo>
                  <a:lnTo>
                    <a:pt x="48377" y="30092"/>
                  </a:lnTo>
                  <a:lnTo>
                    <a:pt x="48416" y="30198"/>
                  </a:lnTo>
                  <a:lnTo>
                    <a:pt x="48442" y="30316"/>
                  </a:lnTo>
                  <a:lnTo>
                    <a:pt x="48456" y="30435"/>
                  </a:lnTo>
                  <a:lnTo>
                    <a:pt x="48469" y="30553"/>
                  </a:lnTo>
                  <a:lnTo>
                    <a:pt x="48456" y="30685"/>
                  </a:lnTo>
                  <a:lnTo>
                    <a:pt x="48442" y="30803"/>
                  </a:lnTo>
                  <a:lnTo>
                    <a:pt x="48416" y="30909"/>
                  </a:lnTo>
                  <a:lnTo>
                    <a:pt x="48377" y="31027"/>
                  </a:lnTo>
                  <a:lnTo>
                    <a:pt x="48324" y="31132"/>
                  </a:lnTo>
                  <a:lnTo>
                    <a:pt x="48258" y="31225"/>
                  </a:lnTo>
                  <a:lnTo>
                    <a:pt x="48192" y="31317"/>
                  </a:lnTo>
                  <a:lnTo>
                    <a:pt x="48113" y="31409"/>
                  </a:lnTo>
                  <a:lnTo>
                    <a:pt x="48034" y="31475"/>
                  </a:lnTo>
                  <a:lnTo>
                    <a:pt x="47942" y="31554"/>
                  </a:lnTo>
                  <a:lnTo>
                    <a:pt x="47837" y="31606"/>
                  </a:lnTo>
                  <a:lnTo>
                    <a:pt x="47732" y="31659"/>
                  </a:lnTo>
                  <a:lnTo>
                    <a:pt x="47626" y="31698"/>
                  </a:lnTo>
                  <a:lnTo>
                    <a:pt x="47508" y="31725"/>
                  </a:lnTo>
                  <a:lnTo>
                    <a:pt x="47389" y="31751"/>
                  </a:lnTo>
                  <a:lnTo>
                    <a:pt x="47152" y="31751"/>
                  </a:lnTo>
                  <a:lnTo>
                    <a:pt x="47034" y="31725"/>
                  </a:lnTo>
                  <a:lnTo>
                    <a:pt x="46915" y="31698"/>
                  </a:lnTo>
                  <a:lnTo>
                    <a:pt x="46797" y="31659"/>
                  </a:lnTo>
                  <a:lnTo>
                    <a:pt x="46705" y="31606"/>
                  </a:lnTo>
                  <a:lnTo>
                    <a:pt x="46600" y="31554"/>
                  </a:lnTo>
                  <a:lnTo>
                    <a:pt x="46507" y="31475"/>
                  </a:lnTo>
                  <a:lnTo>
                    <a:pt x="46428" y="31409"/>
                  </a:lnTo>
                  <a:lnTo>
                    <a:pt x="46349" y="31317"/>
                  </a:lnTo>
                  <a:lnTo>
                    <a:pt x="46270" y="31225"/>
                  </a:lnTo>
                  <a:lnTo>
                    <a:pt x="46218" y="31132"/>
                  </a:lnTo>
                  <a:lnTo>
                    <a:pt x="46165" y="31027"/>
                  </a:lnTo>
                  <a:lnTo>
                    <a:pt x="46126" y="30909"/>
                  </a:lnTo>
                  <a:lnTo>
                    <a:pt x="46099" y="30803"/>
                  </a:lnTo>
                  <a:lnTo>
                    <a:pt x="46073" y="30685"/>
                  </a:lnTo>
                  <a:lnTo>
                    <a:pt x="46073" y="30553"/>
                  </a:lnTo>
                  <a:lnTo>
                    <a:pt x="46073" y="30435"/>
                  </a:lnTo>
                  <a:lnTo>
                    <a:pt x="46099" y="30316"/>
                  </a:lnTo>
                  <a:lnTo>
                    <a:pt x="46126" y="30198"/>
                  </a:lnTo>
                  <a:lnTo>
                    <a:pt x="46165" y="30092"/>
                  </a:lnTo>
                  <a:lnTo>
                    <a:pt x="46218" y="29987"/>
                  </a:lnTo>
                  <a:lnTo>
                    <a:pt x="46270" y="29882"/>
                  </a:lnTo>
                  <a:lnTo>
                    <a:pt x="46349" y="29790"/>
                  </a:lnTo>
                  <a:lnTo>
                    <a:pt x="46428" y="29711"/>
                  </a:lnTo>
                  <a:lnTo>
                    <a:pt x="46507" y="29632"/>
                  </a:lnTo>
                  <a:lnTo>
                    <a:pt x="46600" y="29566"/>
                  </a:lnTo>
                  <a:lnTo>
                    <a:pt x="46705" y="29500"/>
                  </a:lnTo>
                  <a:lnTo>
                    <a:pt x="46797" y="29447"/>
                  </a:lnTo>
                  <a:lnTo>
                    <a:pt x="46915" y="29408"/>
                  </a:lnTo>
                  <a:lnTo>
                    <a:pt x="47034" y="29382"/>
                  </a:lnTo>
                  <a:lnTo>
                    <a:pt x="47152" y="29369"/>
                  </a:lnTo>
                  <a:lnTo>
                    <a:pt x="47271" y="29355"/>
                  </a:lnTo>
                  <a:close/>
                  <a:moveTo>
                    <a:pt x="1" y="1"/>
                  </a:moveTo>
                  <a:lnTo>
                    <a:pt x="1" y="1172"/>
                  </a:lnTo>
                  <a:lnTo>
                    <a:pt x="22642" y="1172"/>
                  </a:lnTo>
                  <a:lnTo>
                    <a:pt x="46679" y="16626"/>
                  </a:lnTo>
                  <a:lnTo>
                    <a:pt x="46679" y="28250"/>
                  </a:lnTo>
                  <a:lnTo>
                    <a:pt x="46494" y="28315"/>
                  </a:lnTo>
                  <a:lnTo>
                    <a:pt x="46310" y="28381"/>
                  </a:lnTo>
                  <a:lnTo>
                    <a:pt x="46126" y="28473"/>
                  </a:lnTo>
                  <a:lnTo>
                    <a:pt x="45968" y="28566"/>
                  </a:lnTo>
                  <a:lnTo>
                    <a:pt x="45810" y="28684"/>
                  </a:lnTo>
                  <a:lnTo>
                    <a:pt x="45665" y="28802"/>
                  </a:lnTo>
                  <a:lnTo>
                    <a:pt x="45520" y="28947"/>
                  </a:lnTo>
                  <a:lnTo>
                    <a:pt x="45402" y="29092"/>
                  </a:lnTo>
                  <a:lnTo>
                    <a:pt x="45283" y="29250"/>
                  </a:lnTo>
                  <a:lnTo>
                    <a:pt x="45191" y="29408"/>
                  </a:lnTo>
                  <a:lnTo>
                    <a:pt x="45099" y="29579"/>
                  </a:lnTo>
                  <a:lnTo>
                    <a:pt x="45020" y="29763"/>
                  </a:lnTo>
                  <a:lnTo>
                    <a:pt x="44967" y="29961"/>
                  </a:lnTo>
                  <a:lnTo>
                    <a:pt x="44928" y="30145"/>
                  </a:lnTo>
                  <a:lnTo>
                    <a:pt x="44901" y="30356"/>
                  </a:lnTo>
                  <a:lnTo>
                    <a:pt x="44888" y="30553"/>
                  </a:lnTo>
                  <a:lnTo>
                    <a:pt x="44901" y="30803"/>
                  </a:lnTo>
                  <a:lnTo>
                    <a:pt x="44941" y="31040"/>
                  </a:lnTo>
                  <a:lnTo>
                    <a:pt x="44994" y="31264"/>
                  </a:lnTo>
                  <a:lnTo>
                    <a:pt x="45073" y="31475"/>
                  </a:lnTo>
                  <a:lnTo>
                    <a:pt x="45178" y="31685"/>
                  </a:lnTo>
                  <a:lnTo>
                    <a:pt x="45296" y="31883"/>
                  </a:lnTo>
                  <a:lnTo>
                    <a:pt x="45428" y="32067"/>
                  </a:lnTo>
                  <a:lnTo>
                    <a:pt x="45586" y="32238"/>
                  </a:lnTo>
                  <a:lnTo>
                    <a:pt x="45757" y="32396"/>
                  </a:lnTo>
                  <a:lnTo>
                    <a:pt x="45941" y="32528"/>
                  </a:lnTo>
                  <a:lnTo>
                    <a:pt x="46139" y="32646"/>
                  </a:lnTo>
                  <a:lnTo>
                    <a:pt x="46349" y="32752"/>
                  </a:lnTo>
                  <a:lnTo>
                    <a:pt x="46560" y="32831"/>
                  </a:lnTo>
                  <a:lnTo>
                    <a:pt x="46784" y="32883"/>
                  </a:lnTo>
                  <a:lnTo>
                    <a:pt x="47021" y="32923"/>
                  </a:lnTo>
                  <a:lnTo>
                    <a:pt x="47271" y="32936"/>
                  </a:lnTo>
                  <a:lnTo>
                    <a:pt x="47508" y="32923"/>
                  </a:lnTo>
                  <a:lnTo>
                    <a:pt x="47745" y="32883"/>
                  </a:lnTo>
                  <a:lnTo>
                    <a:pt x="47982" y="32831"/>
                  </a:lnTo>
                  <a:lnTo>
                    <a:pt x="48192" y="32752"/>
                  </a:lnTo>
                  <a:lnTo>
                    <a:pt x="48403" y="32646"/>
                  </a:lnTo>
                  <a:lnTo>
                    <a:pt x="48600" y="32528"/>
                  </a:lnTo>
                  <a:lnTo>
                    <a:pt x="48785" y="32396"/>
                  </a:lnTo>
                  <a:lnTo>
                    <a:pt x="48956" y="32238"/>
                  </a:lnTo>
                  <a:lnTo>
                    <a:pt x="49101" y="32067"/>
                  </a:lnTo>
                  <a:lnTo>
                    <a:pt x="49245" y="31883"/>
                  </a:lnTo>
                  <a:lnTo>
                    <a:pt x="49364" y="31685"/>
                  </a:lnTo>
                  <a:lnTo>
                    <a:pt x="49456" y="31475"/>
                  </a:lnTo>
                  <a:lnTo>
                    <a:pt x="49535" y="31264"/>
                  </a:lnTo>
                  <a:lnTo>
                    <a:pt x="49601" y="31040"/>
                  </a:lnTo>
                  <a:lnTo>
                    <a:pt x="49640" y="30803"/>
                  </a:lnTo>
                  <a:lnTo>
                    <a:pt x="49653" y="30553"/>
                  </a:lnTo>
                  <a:lnTo>
                    <a:pt x="49640" y="30356"/>
                  </a:lnTo>
                  <a:lnTo>
                    <a:pt x="49614" y="30145"/>
                  </a:lnTo>
                  <a:lnTo>
                    <a:pt x="49575" y="29961"/>
                  </a:lnTo>
                  <a:lnTo>
                    <a:pt x="49509" y="29763"/>
                  </a:lnTo>
                  <a:lnTo>
                    <a:pt x="49443" y="29579"/>
                  </a:lnTo>
                  <a:lnTo>
                    <a:pt x="49351" y="29408"/>
                  </a:lnTo>
                  <a:lnTo>
                    <a:pt x="49259" y="29250"/>
                  </a:lnTo>
                  <a:lnTo>
                    <a:pt x="49140" y="29092"/>
                  </a:lnTo>
                  <a:lnTo>
                    <a:pt x="49008" y="28934"/>
                  </a:lnTo>
                  <a:lnTo>
                    <a:pt x="48877" y="28802"/>
                  </a:lnTo>
                  <a:lnTo>
                    <a:pt x="48732" y="28684"/>
                  </a:lnTo>
                  <a:lnTo>
                    <a:pt x="48574" y="28566"/>
                  </a:lnTo>
                  <a:lnTo>
                    <a:pt x="48403" y="28473"/>
                  </a:lnTo>
                  <a:lnTo>
                    <a:pt x="48232" y="28381"/>
                  </a:lnTo>
                  <a:lnTo>
                    <a:pt x="48048" y="28315"/>
                  </a:lnTo>
                  <a:lnTo>
                    <a:pt x="47863" y="28250"/>
                  </a:lnTo>
                  <a:lnTo>
                    <a:pt x="47863" y="15981"/>
                  </a:lnTo>
                  <a:lnTo>
                    <a:pt x="23142" y="93"/>
                  </a:lnTo>
                  <a:lnTo>
                    <a:pt x="2299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4481975" y="2128725"/>
              <a:ext cx="347550" cy="466000"/>
            </a:xfrm>
            <a:custGeom>
              <a:rect b="b" l="l" r="r" t="t"/>
              <a:pathLst>
                <a:path extrusionOk="0" h="18640" w="13902">
                  <a:moveTo>
                    <a:pt x="11519" y="15059"/>
                  </a:moveTo>
                  <a:lnTo>
                    <a:pt x="11651" y="15073"/>
                  </a:lnTo>
                  <a:lnTo>
                    <a:pt x="11769" y="15086"/>
                  </a:lnTo>
                  <a:lnTo>
                    <a:pt x="11874" y="15112"/>
                  </a:lnTo>
                  <a:lnTo>
                    <a:pt x="11993" y="15152"/>
                  </a:lnTo>
                  <a:lnTo>
                    <a:pt x="12098" y="15204"/>
                  </a:lnTo>
                  <a:lnTo>
                    <a:pt x="12190" y="15270"/>
                  </a:lnTo>
                  <a:lnTo>
                    <a:pt x="12282" y="15336"/>
                  </a:lnTo>
                  <a:lnTo>
                    <a:pt x="12375" y="15415"/>
                  </a:lnTo>
                  <a:lnTo>
                    <a:pt x="12453" y="15494"/>
                  </a:lnTo>
                  <a:lnTo>
                    <a:pt x="12519" y="15586"/>
                  </a:lnTo>
                  <a:lnTo>
                    <a:pt x="12572" y="15691"/>
                  </a:lnTo>
                  <a:lnTo>
                    <a:pt x="12625" y="15797"/>
                  </a:lnTo>
                  <a:lnTo>
                    <a:pt x="12664" y="15902"/>
                  </a:lnTo>
                  <a:lnTo>
                    <a:pt x="12704" y="16020"/>
                  </a:lnTo>
                  <a:lnTo>
                    <a:pt x="12717" y="16139"/>
                  </a:lnTo>
                  <a:lnTo>
                    <a:pt x="12717" y="16257"/>
                  </a:lnTo>
                  <a:lnTo>
                    <a:pt x="12717" y="16389"/>
                  </a:lnTo>
                  <a:lnTo>
                    <a:pt x="12704" y="16507"/>
                  </a:lnTo>
                  <a:lnTo>
                    <a:pt x="12664" y="16613"/>
                  </a:lnTo>
                  <a:lnTo>
                    <a:pt x="12625" y="16731"/>
                  </a:lnTo>
                  <a:lnTo>
                    <a:pt x="12572" y="16837"/>
                  </a:lnTo>
                  <a:lnTo>
                    <a:pt x="12519" y="16929"/>
                  </a:lnTo>
                  <a:lnTo>
                    <a:pt x="12453" y="17021"/>
                  </a:lnTo>
                  <a:lnTo>
                    <a:pt x="12375" y="17113"/>
                  </a:lnTo>
                  <a:lnTo>
                    <a:pt x="12282" y="17179"/>
                  </a:lnTo>
                  <a:lnTo>
                    <a:pt x="12190" y="17258"/>
                  </a:lnTo>
                  <a:lnTo>
                    <a:pt x="12098" y="17310"/>
                  </a:lnTo>
                  <a:lnTo>
                    <a:pt x="11993" y="17363"/>
                  </a:lnTo>
                  <a:lnTo>
                    <a:pt x="11874" y="17403"/>
                  </a:lnTo>
                  <a:lnTo>
                    <a:pt x="11769" y="17429"/>
                  </a:lnTo>
                  <a:lnTo>
                    <a:pt x="11651" y="17455"/>
                  </a:lnTo>
                  <a:lnTo>
                    <a:pt x="11400" y="17455"/>
                  </a:lnTo>
                  <a:lnTo>
                    <a:pt x="11282" y="17429"/>
                  </a:lnTo>
                  <a:lnTo>
                    <a:pt x="11163" y="17403"/>
                  </a:lnTo>
                  <a:lnTo>
                    <a:pt x="11058" y="17363"/>
                  </a:lnTo>
                  <a:lnTo>
                    <a:pt x="10953" y="17310"/>
                  </a:lnTo>
                  <a:lnTo>
                    <a:pt x="10861" y="17258"/>
                  </a:lnTo>
                  <a:lnTo>
                    <a:pt x="10769" y="17179"/>
                  </a:lnTo>
                  <a:lnTo>
                    <a:pt x="10676" y="17113"/>
                  </a:lnTo>
                  <a:lnTo>
                    <a:pt x="10597" y="17021"/>
                  </a:lnTo>
                  <a:lnTo>
                    <a:pt x="10532" y="16929"/>
                  </a:lnTo>
                  <a:lnTo>
                    <a:pt x="10466" y="16837"/>
                  </a:lnTo>
                  <a:lnTo>
                    <a:pt x="10426" y="16731"/>
                  </a:lnTo>
                  <a:lnTo>
                    <a:pt x="10387" y="16613"/>
                  </a:lnTo>
                  <a:lnTo>
                    <a:pt x="10347" y="16507"/>
                  </a:lnTo>
                  <a:lnTo>
                    <a:pt x="10334" y="16389"/>
                  </a:lnTo>
                  <a:lnTo>
                    <a:pt x="10321" y="16257"/>
                  </a:lnTo>
                  <a:lnTo>
                    <a:pt x="10334" y="16139"/>
                  </a:lnTo>
                  <a:lnTo>
                    <a:pt x="10347" y="16020"/>
                  </a:lnTo>
                  <a:lnTo>
                    <a:pt x="10387" y="15902"/>
                  </a:lnTo>
                  <a:lnTo>
                    <a:pt x="10426" y="15797"/>
                  </a:lnTo>
                  <a:lnTo>
                    <a:pt x="10466" y="15691"/>
                  </a:lnTo>
                  <a:lnTo>
                    <a:pt x="10532" y="15586"/>
                  </a:lnTo>
                  <a:lnTo>
                    <a:pt x="10597" y="15494"/>
                  </a:lnTo>
                  <a:lnTo>
                    <a:pt x="10676" y="15415"/>
                  </a:lnTo>
                  <a:lnTo>
                    <a:pt x="10769" y="15336"/>
                  </a:lnTo>
                  <a:lnTo>
                    <a:pt x="10861" y="15270"/>
                  </a:lnTo>
                  <a:lnTo>
                    <a:pt x="10953" y="15204"/>
                  </a:lnTo>
                  <a:lnTo>
                    <a:pt x="11058" y="15152"/>
                  </a:lnTo>
                  <a:lnTo>
                    <a:pt x="11163" y="15112"/>
                  </a:lnTo>
                  <a:lnTo>
                    <a:pt x="11282" y="15086"/>
                  </a:lnTo>
                  <a:lnTo>
                    <a:pt x="11400" y="15073"/>
                  </a:lnTo>
                  <a:lnTo>
                    <a:pt x="11519" y="15059"/>
                  </a:lnTo>
                  <a:close/>
                  <a:moveTo>
                    <a:pt x="1" y="0"/>
                  </a:moveTo>
                  <a:lnTo>
                    <a:pt x="1" y="1185"/>
                  </a:lnTo>
                  <a:lnTo>
                    <a:pt x="11150" y="1185"/>
                  </a:lnTo>
                  <a:lnTo>
                    <a:pt x="11150" y="13914"/>
                  </a:lnTo>
                  <a:lnTo>
                    <a:pt x="10940" y="13954"/>
                  </a:lnTo>
                  <a:lnTo>
                    <a:pt x="10742" y="14020"/>
                  </a:lnTo>
                  <a:lnTo>
                    <a:pt x="10545" y="14099"/>
                  </a:lnTo>
                  <a:lnTo>
                    <a:pt x="10361" y="14191"/>
                  </a:lnTo>
                  <a:lnTo>
                    <a:pt x="10176" y="14296"/>
                  </a:lnTo>
                  <a:lnTo>
                    <a:pt x="10018" y="14428"/>
                  </a:lnTo>
                  <a:lnTo>
                    <a:pt x="9860" y="14559"/>
                  </a:lnTo>
                  <a:lnTo>
                    <a:pt x="9715" y="14717"/>
                  </a:lnTo>
                  <a:lnTo>
                    <a:pt x="9597" y="14875"/>
                  </a:lnTo>
                  <a:lnTo>
                    <a:pt x="9479" y="15046"/>
                  </a:lnTo>
                  <a:lnTo>
                    <a:pt x="9386" y="15231"/>
                  </a:lnTo>
                  <a:lnTo>
                    <a:pt x="9294" y="15415"/>
                  </a:lnTo>
                  <a:lnTo>
                    <a:pt x="9228" y="15625"/>
                  </a:lnTo>
                  <a:lnTo>
                    <a:pt x="9189" y="15823"/>
                  </a:lnTo>
                  <a:lnTo>
                    <a:pt x="9163" y="16047"/>
                  </a:lnTo>
                  <a:lnTo>
                    <a:pt x="9149" y="16257"/>
                  </a:lnTo>
                  <a:lnTo>
                    <a:pt x="9163" y="16507"/>
                  </a:lnTo>
                  <a:lnTo>
                    <a:pt x="9189" y="16744"/>
                  </a:lnTo>
                  <a:lnTo>
                    <a:pt x="9255" y="16968"/>
                  </a:lnTo>
                  <a:lnTo>
                    <a:pt x="9334" y="17179"/>
                  </a:lnTo>
                  <a:lnTo>
                    <a:pt x="9439" y="17389"/>
                  </a:lnTo>
                  <a:lnTo>
                    <a:pt x="9558" y="17587"/>
                  </a:lnTo>
                  <a:lnTo>
                    <a:pt x="9689" y="17771"/>
                  </a:lnTo>
                  <a:lnTo>
                    <a:pt x="9847" y="17942"/>
                  </a:lnTo>
                  <a:lnTo>
                    <a:pt x="10018" y="18100"/>
                  </a:lnTo>
                  <a:lnTo>
                    <a:pt x="10189" y="18232"/>
                  </a:lnTo>
                  <a:lnTo>
                    <a:pt x="10387" y="18350"/>
                  </a:lnTo>
                  <a:lnTo>
                    <a:pt x="10597" y="18456"/>
                  </a:lnTo>
                  <a:lnTo>
                    <a:pt x="10821" y="18535"/>
                  </a:lnTo>
                  <a:lnTo>
                    <a:pt x="11045" y="18587"/>
                  </a:lnTo>
                  <a:lnTo>
                    <a:pt x="11282" y="18627"/>
                  </a:lnTo>
                  <a:lnTo>
                    <a:pt x="11519" y="18640"/>
                  </a:lnTo>
                  <a:lnTo>
                    <a:pt x="11769" y="18627"/>
                  </a:lnTo>
                  <a:lnTo>
                    <a:pt x="12006" y="18587"/>
                  </a:lnTo>
                  <a:lnTo>
                    <a:pt x="12230" y="18535"/>
                  </a:lnTo>
                  <a:lnTo>
                    <a:pt x="12453" y="18456"/>
                  </a:lnTo>
                  <a:lnTo>
                    <a:pt x="12651" y="18350"/>
                  </a:lnTo>
                  <a:lnTo>
                    <a:pt x="12848" y="18232"/>
                  </a:lnTo>
                  <a:lnTo>
                    <a:pt x="13033" y="18100"/>
                  </a:lnTo>
                  <a:lnTo>
                    <a:pt x="13204" y="17942"/>
                  </a:lnTo>
                  <a:lnTo>
                    <a:pt x="13362" y="17771"/>
                  </a:lnTo>
                  <a:lnTo>
                    <a:pt x="13493" y="17587"/>
                  </a:lnTo>
                  <a:lnTo>
                    <a:pt x="13612" y="17389"/>
                  </a:lnTo>
                  <a:lnTo>
                    <a:pt x="13717" y="17179"/>
                  </a:lnTo>
                  <a:lnTo>
                    <a:pt x="13796" y="16968"/>
                  </a:lnTo>
                  <a:lnTo>
                    <a:pt x="13849" y="16744"/>
                  </a:lnTo>
                  <a:lnTo>
                    <a:pt x="13888" y="16507"/>
                  </a:lnTo>
                  <a:lnTo>
                    <a:pt x="13901" y="16257"/>
                  </a:lnTo>
                  <a:lnTo>
                    <a:pt x="13901" y="16073"/>
                  </a:lnTo>
                  <a:lnTo>
                    <a:pt x="13875" y="15889"/>
                  </a:lnTo>
                  <a:lnTo>
                    <a:pt x="13836" y="15704"/>
                  </a:lnTo>
                  <a:lnTo>
                    <a:pt x="13783" y="15520"/>
                  </a:lnTo>
                  <a:lnTo>
                    <a:pt x="13717" y="15349"/>
                  </a:lnTo>
                  <a:lnTo>
                    <a:pt x="13651" y="15191"/>
                  </a:lnTo>
                  <a:lnTo>
                    <a:pt x="13559" y="15033"/>
                  </a:lnTo>
                  <a:lnTo>
                    <a:pt x="13454" y="14875"/>
                  </a:lnTo>
                  <a:lnTo>
                    <a:pt x="13349" y="14744"/>
                  </a:lnTo>
                  <a:lnTo>
                    <a:pt x="13230" y="14599"/>
                  </a:lnTo>
                  <a:lnTo>
                    <a:pt x="13099" y="14480"/>
                  </a:lnTo>
                  <a:lnTo>
                    <a:pt x="12967" y="14362"/>
                  </a:lnTo>
                  <a:lnTo>
                    <a:pt x="12809" y="14256"/>
                  </a:lnTo>
                  <a:lnTo>
                    <a:pt x="12664" y="14164"/>
                  </a:lnTo>
                  <a:lnTo>
                    <a:pt x="12493" y="14085"/>
                  </a:lnTo>
                  <a:lnTo>
                    <a:pt x="12322" y="14020"/>
                  </a:lnTo>
                  <a:lnTo>
                    <a:pt x="123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4953900" y="2739175"/>
              <a:ext cx="118825" cy="793450"/>
            </a:xfrm>
            <a:custGeom>
              <a:rect b="b" l="l" r="r" t="t"/>
              <a:pathLst>
                <a:path extrusionOk="0" h="31738" w="4753">
                  <a:moveTo>
                    <a:pt x="2501" y="28157"/>
                  </a:moveTo>
                  <a:lnTo>
                    <a:pt x="2620" y="28184"/>
                  </a:lnTo>
                  <a:lnTo>
                    <a:pt x="2738" y="28210"/>
                  </a:lnTo>
                  <a:lnTo>
                    <a:pt x="2844" y="28250"/>
                  </a:lnTo>
                  <a:lnTo>
                    <a:pt x="2949" y="28302"/>
                  </a:lnTo>
                  <a:lnTo>
                    <a:pt x="3041" y="28355"/>
                  </a:lnTo>
                  <a:lnTo>
                    <a:pt x="3133" y="28434"/>
                  </a:lnTo>
                  <a:lnTo>
                    <a:pt x="3225" y="28513"/>
                  </a:lnTo>
                  <a:lnTo>
                    <a:pt x="3304" y="28592"/>
                  </a:lnTo>
                  <a:lnTo>
                    <a:pt x="3370" y="28684"/>
                  </a:lnTo>
                  <a:lnTo>
                    <a:pt x="3436" y="28789"/>
                  </a:lnTo>
                  <a:lnTo>
                    <a:pt x="3475" y="28881"/>
                  </a:lnTo>
                  <a:lnTo>
                    <a:pt x="3515" y="29000"/>
                  </a:lnTo>
                  <a:lnTo>
                    <a:pt x="3554" y="29118"/>
                  </a:lnTo>
                  <a:lnTo>
                    <a:pt x="3568" y="29237"/>
                  </a:lnTo>
                  <a:lnTo>
                    <a:pt x="3581" y="29355"/>
                  </a:lnTo>
                  <a:lnTo>
                    <a:pt x="3568" y="29474"/>
                  </a:lnTo>
                  <a:lnTo>
                    <a:pt x="3554" y="29592"/>
                  </a:lnTo>
                  <a:lnTo>
                    <a:pt x="3515" y="29711"/>
                  </a:lnTo>
                  <a:lnTo>
                    <a:pt x="3475" y="29816"/>
                  </a:lnTo>
                  <a:lnTo>
                    <a:pt x="3436" y="29921"/>
                  </a:lnTo>
                  <a:lnTo>
                    <a:pt x="3370" y="30027"/>
                  </a:lnTo>
                  <a:lnTo>
                    <a:pt x="3304" y="30119"/>
                  </a:lnTo>
                  <a:lnTo>
                    <a:pt x="3225" y="30198"/>
                  </a:lnTo>
                  <a:lnTo>
                    <a:pt x="3133" y="30277"/>
                  </a:lnTo>
                  <a:lnTo>
                    <a:pt x="3041" y="30343"/>
                  </a:lnTo>
                  <a:lnTo>
                    <a:pt x="2949" y="30408"/>
                  </a:lnTo>
                  <a:lnTo>
                    <a:pt x="2844" y="30461"/>
                  </a:lnTo>
                  <a:lnTo>
                    <a:pt x="2738" y="30501"/>
                  </a:lnTo>
                  <a:lnTo>
                    <a:pt x="2620" y="30527"/>
                  </a:lnTo>
                  <a:lnTo>
                    <a:pt x="2501" y="30540"/>
                  </a:lnTo>
                  <a:lnTo>
                    <a:pt x="2383" y="30553"/>
                  </a:lnTo>
                  <a:lnTo>
                    <a:pt x="2251" y="30540"/>
                  </a:lnTo>
                  <a:lnTo>
                    <a:pt x="2133" y="30527"/>
                  </a:lnTo>
                  <a:lnTo>
                    <a:pt x="2027" y="30501"/>
                  </a:lnTo>
                  <a:lnTo>
                    <a:pt x="1909" y="30461"/>
                  </a:lnTo>
                  <a:lnTo>
                    <a:pt x="1804" y="30408"/>
                  </a:lnTo>
                  <a:lnTo>
                    <a:pt x="1712" y="30343"/>
                  </a:lnTo>
                  <a:lnTo>
                    <a:pt x="1619" y="30277"/>
                  </a:lnTo>
                  <a:lnTo>
                    <a:pt x="1527" y="30198"/>
                  </a:lnTo>
                  <a:lnTo>
                    <a:pt x="1448" y="30119"/>
                  </a:lnTo>
                  <a:lnTo>
                    <a:pt x="1382" y="30027"/>
                  </a:lnTo>
                  <a:lnTo>
                    <a:pt x="1330" y="29921"/>
                  </a:lnTo>
                  <a:lnTo>
                    <a:pt x="1277" y="29816"/>
                  </a:lnTo>
                  <a:lnTo>
                    <a:pt x="1238" y="29711"/>
                  </a:lnTo>
                  <a:lnTo>
                    <a:pt x="1198" y="29592"/>
                  </a:lnTo>
                  <a:lnTo>
                    <a:pt x="1185" y="29474"/>
                  </a:lnTo>
                  <a:lnTo>
                    <a:pt x="1185" y="29355"/>
                  </a:lnTo>
                  <a:lnTo>
                    <a:pt x="1185" y="29237"/>
                  </a:lnTo>
                  <a:lnTo>
                    <a:pt x="1198" y="29118"/>
                  </a:lnTo>
                  <a:lnTo>
                    <a:pt x="1238" y="29000"/>
                  </a:lnTo>
                  <a:lnTo>
                    <a:pt x="1277" y="28881"/>
                  </a:lnTo>
                  <a:lnTo>
                    <a:pt x="1330" y="28789"/>
                  </a:lnTo>
                  <a:lnTo>
                    <a:pt x="1382" y="28684"/>
                  </a:lnTo>
                  <a:lnTo>
                    <a:pt x="1448" y="28592"/>
                  </a:lnTo>
                  <a:lnTo>
                    <a:pt x="1527" y="28513"/>
                  </a:lnTo>
                  <a:lnTo>
                    <a:pt x="1619" y="28434"/>
                  </a:lnTo>
                  <a:lnTo>
                    <a:pt x="1712" y="28355"/>
                  </a:lnTo>
                  <a:lnTo>
                    <a:pt x="1804" y="28302"/>
                  </a:lnTo>
                  <a:lnTo>
                    <a:pt x="1909" y="28250"/>
                  </a:lnTo>
                  <a:lnTo>
                    <a:pt x="2027" y="28210"/>
                  </a:lnTo>
                  <a:lnTo>
                    <a:pt x="2133" y="28184"/>
                  </a:lnTo>
                  <a:lnTo>
                    <a:pt x="2251" y="28157"/>
                  </a:lnTo>
                  <a:close/>
                  <a:moveTo>
                    <a:pt x="1791" y="1"/>
                  </a:moveTo>
                  <a:lnTo>
                    <a:pt x="1791" y="27052"/>
                  </a:lnTo>
                  <a:lnTo>
                    <a:pt x="1593" y="27104"/>
                  </a:lnTo>
                  <a:lnTo>
                    <a:pt x="1409" y="27183"/>
                  </a:lnTo>
                  <a:lnTo>
                    <a:pt x="1238" y="27262"/>
                  </a:lnTo>
                  <a:lnTo>
                    <a:pt x="1080" y="27368"/>
                  </a:lnTo>
                  <a:lnTo>
                    <a:pt x="922" y="27473"/>
                  </a:lnTo>
                  <a:lnTo>
                    <a:pt x="764" y="27605"/>
                  </a:lnTo>
                  <a:lnTo>
                    <a:pt x="632" y="27736"/>
                  </a:lnTo>
                  <a:lnTo>
                    <a:pt x="514" y="27881"/>
                  </a:lnTo>
                  <a:lnTo>
                    <a:pt x="395" y="28039"/>
                  </a:lnTo>
                  <a:lnTo>
                    <a:pt x="290" y="28210"/>
                  </a:lnTo>
                  <a:lnTo>
                    <a:pt x="211" y="28381"/>
                  </a:lnTo>
                  <a:lnTo>
                    <a:pt x="132" y="28566"/>
                  </a:lnTo>
                  <a:lnTo>
                    <a:pt x="79" y="28750"/>
                  </a:lnTo>
                  <a:lnTo>
                    <a:pt x="40" y="28947"/>
                  </a:lnTo>
                  <a:lnTo>
                    <a:pt x="13" y="29145"/>
                  </a:lnTo>
                  <a:lnTo>
                    <a:pt x="0" y="29355"/>
                  </a:lnTo>
                  <a:lnTo>
                    <a:pt x="13" y="29592"/>
                  </a:lnTo>
                  <a:lnTo>
                    <a:pt x="53" y="29829"/>
                  </a:lnTo>
                  <a:lnTo>
                    <a:pt x="106" y="30053"/>
                  </a:lnTo>
                  <a:lnTo>
                    <a:pt x="185" y="30277"/>
                  </a:lnTo>
                  <a:lnTo>
                    <a:pt x="290" y="30487"/>
                  </a:lnTo>
                  <a:lnTo>
                    <a:pt x="408" y="30685"/>
                  </a:lnTo>
                  <a:lnTo>
                    <a:pt x="540" y="30869"/>
                  </a:lnTo>
                  <a:lnTo>
                    <a:pt x="698" y="31040"/>
                  </a:lnTo>
                  <a:lnTo>
                    <a:pt x="869" y="31185"/>
                  </a:lnTo>
                  <a:lnTo>
                    <a:pt x="1053" y="31330"/>
                  </a:lnTo>
                  <a:lnTo>
                    <a:pt x="1251" y="31448"/>
                  </a:lnTo>
                  <a:lnTo>
                    <a:pt x="1448" y="31541"/>
                  </a:lnTo>
                  <a:lnTo>
                    <a:pt x="1672" y="31619"/>
                  </a:lnTo>
                  <a:lnTo>
                    <a:pt x="1896" y="31685"/>
                  </a:lnTo>
                  <a:lnTo>
                    <a:pt x="2133" y="31725"/>
                  </a:lnTo>
                  <a:lnTo>
                    <a:pt x="2383" y="31738"/>
                  </a:lnTo>
                  <a:lnTo>
                    <a:pt x="2620" y="31725"/>
                  </a:lnTo>
                  <a:lnTo>
                    <a:pt x="2857" y="31685"/>
                  </a:lnTo>
                  <a:lnTo>
                    <a:pt x="3081" y="31619"/>
                  </a:lnTo>
                  <a:lnTo>
                    <a:pt x="3304" y="31541"/>
                  </a:lnTo>
                  <a:lnTo>
                    <a:pt x="3515" y="31448"/>
                  </a:lnTo>
                  <a:lnTo>
                    <a:pt x="3712" y="31330"/>
                  </a:lnTo>
                  <a:lnTo>
                    <a:pt x="3884" y="31185"/>
                  </a:lnTo>
                  <a:lnTo>
                    <a:pt x="4055" y="31040"/>
                  </a:lnTo>
                  <a:lnTo>
                    <a:pt x="4213" y="30869"/>
                  </a:lnTo>
                  <a:lnTo>
                    <a:pt x="4344" y="30685"/>
                  </a:lnTo>
                  <a:lnTo>
                    <a:pt x="4463" y="30487"/>
                  </a:lnTo>
                  <a:lnTo>
                    <a:pt x="4568" y="30277"/>
                  </a:lnTo>
                  <a:lnTo>
                    <a:pt x="4647" y="30053"/>
                  </a:lnTo>
                  <a:lnTo>
                    <a:pt x="4713" y="29829"/>
                  </a:lnTo>
                  <a:lnTo>
                    <a:pt x="4739" y="29592"/>
                  </a:lnTo>
                  <a:lnTo>
                    <a:pt x="4752" y="29355"/>
                  </a:lnTo>
                  <a:lnTo>
                    <a:pt x="4752" y="29145"/>
                  </a:lnTo>
                  <a:lnTo>
                    <a:pt x="4726" y="28947"/>
                  </a:lnTo>
                  <a:lnTo>
                    <a:pt x="4673" y="28750"/>
                  </a:lnTo>
                  <a:lnTo>
                    <a:pt x="4621" y="28566"/>
                  </a:lnTo>
                  <a:lnTo>
                    <a:pt x="4542" y="28381"/>
                  </a:lnTo>
                  <a:lnTo>
                    <a:pt x="4463" y="28210"/>
                  </a:lnTo>
                  <a:lnTo>
                    <a:pt x="4357" y="28039"/>
                  </a:lnTo>
                  <a:lnTo>
                    <a:pt x="4252" y="27881"/>
                  </a:lnTo>
                  <a:lnTo>
                    <a:pt x="4120" y="27736"/>
                  </a:lnTo>
                  <a:lnTo>
                    <a:pt x="3989" y="27605"/>
                  </a:lnTo>
                  <a:lnTo>
                    <a:pt x="3844" y="27473"/>
                  </a:lnTo>
                  <a:lnTo>
                    <a:pt x="3686" y="27368"/>
                  </a:lnTo>
                  <a:lnTo>
                    <a:pt x="3515" y="27262"/>
                  </a:lnTo>
                  <a:lnTo>
                    <a:pt x="3344" y="27183"/>
                  </a:lnTo>
                  <a:lnTo>
                    <a:pt x="3160" y="27104"/>
                  </a:lnTo>
                  <a:lnTo>
                    <a:pt x="2962" y="2705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5085525" y="2744125"/>
              <a:ext cx="118825" cy="788500"/>
            </a:xfrm>
            <a:custGeom>
              <a:rect b="b" l="l" r="r" t="t"/>
              <a:pathLst>
                <a:path extrusionOk="0" h="31540" w="4753">
                  <a:moveTo>
                    <a:pt x="2502" y="27959"/>
                  </a:moveTo>
                  <a:lnTo>
                    <a:pt x="2620" y="27986"/>
                  </a:lnTo>
                  <a:lnTo>
                    <a:pt x="2739" y="28012"/>
                  </a:lnTo>
                  <a:lnTo>
                    <a:pt x="2844" y="28052"/>
                  </a:lnTo>
                  <a:lnTo>
                    <a:pt x="2949" y="28104"/>
                  </a:lnTo>
                  <a:lnTo>
                    <a:pt x="3041" y="28157"/>
                  </a:lnTo>
                  <a:lnTo>
                    <a:pt x="3134" y="28236"/>
                  </a:lnTo>
                  <a:lnTo>
                    <a:pt x="3226" y="28315"/>
                  </a:lnTo>
                  <a:lnTo>
                    <a:pt x="3305" y="28394"/>
                  </a:lnTo>
                  <a:lnTo>
                    <a:pt x="3371" y="28486"/>
                  </a:lnTo>
                  <a:lnTo>
                    <a:pt x="3436" y="28591"/>
                  </a:lnTo>
                  <a:lnTo>
                    <a:pt x="3476" y="28683"/>
                  </a:lnTo>
                  <a:lnTo>
                    <a:pt x="3515" y="28802"/>
                  </a:lnTo>
                  <a:lnTo>
                    <a:pt x="3555" y="28920"/>
                  </a:lnTo>
                  <a:lnTo>
                    <a:pt x="3568" y="29039"/>
                  </a:lnTo>
                  <a:lnTo>
                    <a:pt x="3581" y="29157"/>
                  </a:lnTo>
                  <a:lnTo>
                    <a:pt x="3568" y="29276"/>
                  </a:lnTo>
                  <a:lnTo>
                    <a:pt x="3555" y="29394"/>
                  </a:lnTo>
                  <a:lnTo>
                    <a:pt x="3515" y="29513"/>
                  </a:lnTo>
                  <a:lnTo>
                    <a:pt x="3476" y="29618"/>
                  </a:lnTo>
                  <a:lnTo>
                    <a:pt x="3436" y="29723"/>
                  </a:lnTo>
                  <a:lnTo>
                    <a:pt x="3371" y="29829"/>
                  </a:lnTo>
                  <a:lnTo>
                    <a:pt x="3305" y="29921"/>
                  </a:lnTo>
                  <a:lnTo>
                    <a:pt x="3226" y="30000"/>
                  </a:lnTo>
                  <a:lnTo>
                    <a:pt x="3134" y="30079"/>
                  </a:lnTo>
                  <a:lnTo>
                    <a:pt x="3041" y="30145"/>
                  </a:lnTo>
                  <a:lnTo>
                    <a:pt x="2949" y="30210"/>
                  </a:lnTo>
                  <a:lnTo>
                    <a:pt x="2844" y="30263"/>
                  </a:lnTo>
                  <a:lnTo>
                    <a:pt x="2739" y="30303"/>
                  </a:lnTo>
                  <a:lnTo>
                    <a:pt x="2620" y="30329"/>
                  </a:lnTo>
                  <a:lnTo>
                    <a:pt x="2502" y="30342"/>
                  </a:lnTo>
                  <a:lnTo>
                    <a:pt x="2383" y="30355"/>
                  </a:lnTo>
                  <a:lnTo>
                    <a:pt x="2252" y="30342"/>
                  </a:lnTo>
                  <a:lnTo>
                    <a:pt x="2133" y="30329"/>
                  </a:lnTo>
                  <a:lnTo>
                    <a:pt x="2028" y="30303"/>
                  </a:lnTo>
                  <a:lnTo>
                    <a:pt x="1909" y="30263"/>
                  </a:lnTo>
                  <a:lnTo>
                    <a:pt x="1804" y="30210"/>
                  </a:lnTo>
                  <a:lnTo>
                    <a:pt x="1712" y="30145"/>
                  </a:lnTo>
                  <a:lnTo>
                    <a:pt x="1620" y="30079"/>
                  </a:lnTo>
                  <a:lnTo>
                    <a:pt x="1528" y="30000"/>
                  </a:lnTo>
                  <a:lnTo>
                    <a:pt x="1449" y="29921"/>
                  </a:lnTo>
                  <a:lnTo>
                    <a:pt x="1383" y="29829"/>
                  </a:lnTo>
                  <a:lnTo>
                    <a:pt x="1330" y="29723"/>
                  </a:lnTo>
                  <a:lnTo>
                    <a:pt x="1278" y="29618"/>
                  </a:lnTo>
                  <a:lnTo>
                    <a:pt x="1238" y="29513"/>
                  </a:lnTo>
                  <a:lnTo>
                    <a:pt x="1212" y="29394"/>
                  </a:lnTo>
                  <a:lnTo>
                    <a:pt x="1185" y="29276"/>
                  </a:lnTo>
                  <a:lnTo>
                    <a:pt x="1185" y="29157"/>
                  </a:lnTo>
                  <a:lnTo>
                    <a:pt x="1185" y="29039"/>
                  </a:lnTo>
                  <a:lnTo>
                    <a:pt x="1212" y="28920"/>
                  </a:lnTo>
                  <a:lnTo>
                    <a:pt x="1238" y="28802"/>
                  </a:lnTo>
                  <a:lnTo>
                    <a:pt x="1278" y="28683"/>
                  </a:lnTo>
                  <a:lnTo>
                    <a:pt x="1330" y="28591"/>
                  </a:lnTo>
                  <a:lnTo>
                    <a:pt x="1383" y="28486"/>
                  </a:lnTo>
                  <a:lnTo>
                    <a:pt x="1449" y="28394"/>
                  </a:lnTo>
                  <a:lnTo>
                    <a:pt x="1528" y="28315"/>
                  </a:lnTo>
                  <a:lnTo>
                    <a:pt x="1620" y="28236"/>
                  </a:lnTo>
                  <a:lnTo>
                    <a:pt x="1712" y="28157"/>
                  </a:lnTo>
                  <a:lnTo>
                    <a:pt x="1804" y="28104"/>
                  </a:lnTo>
                  <a:lnTo>
                    <a:pt x="1909" y="28052"/>
                  </a:lnTo>
                  <a:lnTo>
                    <a:pt x="2028" y="28012"/>
                  </a:lnTo>
                  <a:lnTo>
                    <a:pt x="2133" y="27986"/>
                  </a:lnTo>
                  <a:lnTo>
                    <a:pt x="2252" y="27959"/>
                  </a:lnTo>
                  <a:close/>
                  <a:moveTo>
                    <a:pt x="1791" y="0"/>
                  </a:moveTo>
                  <a:lnTo>
                    <a:pt x="1791" y="26854"/>
                  </a:lnTo>
                  <a:lnTo>
                    <a:pt x="1593" y="26906"/>
                  </a:lnTo>
                  <a:lnTo>
                    <a:pt x="1422" y="26985"/>
                  </a:lnTo>
                  <a:lnTo>
                    <a:pt x="1238" y="27064"/>
                  </a:lnTo>
                  <a:lnTo>
                    <a:pt x="1080" y="27170"/>
                  </a:lnTo>
                  <a:lnTo>
                    <a:pt x="922" y="27275"/>
                  </a:lnTo>
                  <a:lnTo>
                    <a:pt x="777" y="27407"/>
                  </a:lnTo>
                  <a:lnTo>
                    <a:pt x="633" y="27538"/>
                  </a:lnTo>
                  <a:lnTo>
                    <a:pt x="514" y="27683"/>
                  </a:lnTo>
                  <a:lnTo>
                    <a:pt x="396" y="27841"/>
                  </a:lnTo>
                  <a:lnTo>
                    <a:pt x="290" y="28012"/>
                  </a:lnTo>
                  <a:lnTo>
                    <a:pt x="211" y="28183"/>
                  </a:lnTo>
                  <a:lnTo>
                    <a:pt x="132" y="28368"/>
                  </a:lnTo>
                  <a:lnTo>
                    <a:pt x="80" y="28552"/>
                  </a:lnTo>
                  <a:lnTo>
                    <a:pt x="40" y="28749"/>
                  </a:lnTo>
                  <a:lnTo>
                    <a:pt x="14" y="28947"/>
                  </a:lnTo>
                  <a:lnTo>
                    <a:pt x="1" y="29157"/>
                  </a:lnTo>
                  <a:lnTo>
                    <a:pt x="14" y="29394"/>
                  </a:lnTo>
                  <a:lnTo>
                    <a:pt x="53" y="29631"/>
                  </a:lnTo>
                  <a:lnTo>
                    <a:pt x="106" y="29855"/>
                  </a:lnTo>
                  <a:lnTo>
                    <a:pt x="185" y="30079"/>
                  </a:lnTo>
                  <a:lnTo>
                    <a:pt x="290" y="30289"/>
                  </a:lnTo>
                  <a:lnTo>
                    <a:pt x="409" y="30487"/>
                  </a:lnTo>
                  <a:lnTo>
                    <a:pt x="540" y="30671"/>
                  </a:lnTo>
                  <a:lnTo>
                    <a:pt x="698" y="30842"/>
                  </a:lnTo>
                  <a:lnTo>
                    <a:pt x="869" y="30987"/>
                  </a:lnTo>
                  <a:lnTo>
                    <a:pt x="1054" y="31132"/>
                  </a:lnTo>
                  <a:lnTo>
                    <a:pt x="1251" y="31250"/>
                  </a:lnTo>
                  <a:lnTo>
                    <a:pt x="1449" y="31343"/>
                  </a:lnTo>
                  <a:lnTo>
                    <a:pt x="1672" y="31421"/>
                  </a:lnTo>
                  <a:lnTo>
                    <a:pt x="1896" y="31487"/>
                  </a:lnTo>
                  <a:lnTo>
                    <a:pt x="2133" y="31527"/>
                  </a:lnTo>
                  <a:lnTo>
                    <a:pt x="2383" y="31540"/>
                  </a:lnTo>
                  <a:lnTo>
                    <a:pt x="2620" y="31527"/>
                  </a:lnTo>
                  <a:lnTo>
                    <a:pt x="2857" y="31487"/>
                  </a:lnTo>
                  <a:lnTo>
                    <a:pt x="3081" y="31421"/>
                  </a:lnTo>
                  <a:lnTo>
                    <a:pt x="3305" y="31343"/>
                  </a:lnTo>
                  <a:lnTo>
                    <a:pt x="3515" y="31250"/>
                  </a:lnTo>
                  <a:lnTo>
                    <a:pt x="3713" y="31132"/>
                  </a:lnTo>
                  <a:lnTo>
                    <a:pt x="3897" y="30987"/>
                  </a:lnTo>
                  <a:lnTo>
                    <a:pt x="4055" y="30842"/>
                  </a:lnTo>
                  <a:lnTo>
                    <a:pt x="4213" y="30671"/>
                  </a:lnTo>
                  <a:lnTo>
                    <a:pt x="4345" y="30487"/>
                  </a:lnTo>
                  <a:lnTo>
                    <a:pt x="4463" y="30289"/>
                  </a:lnTo>
                  <a:lnTo>
                    <a:pt x="4568" y="30079"/>
                  </a:lnTo>
                  <a:lnTo>
                    <a:pt x="4647" y="29855"/>
                  </a:lnTo>
                  <a:lnTo>
                    <a:pt x="4713" y="29631"/>
                  </a:lnTo>
                  <a:lnTo>
                    <a:pt x="4740" y="29394"/>
                  </a:lnTo>
                  <a:lnTo>
                    <a:pt x="4753" y="29157"/>
                  </a:lnTo>
                  <a:lnTo>
                    <a:pt x="4753" y="28947"/>
                  </a:lnTo>
                  <a:lnTo>
                    <a:pt x="4726" y="28749"/>
                  </a:lnTo>
                  <a:lnTo>
                    <a:pt x="4674" y="28552"/>
                  </a:lnTo>
                  <a:lnTo>
                    <a:pt x="4621" y="28368"/>
                  </a:lnTo>
                  <a:lnTo>
                    <a:pt x="4555" y="28183"/>
                  </a:lnTo>
                  <a:lnTo>
                    <a:pt x="4463" y="28012"/>
                  </a:lnTo>
                  <a:lnTo>
                    <a:pt x="4358" y="27841"/>
                  </a:lnTo>
                  <a:lnTo>
                    <a:pt x="4252" y="27683"/>
                  </a:lnTo>
                  <a:lnTo>
                    <a:pt x="4121" y="27538"/>
                  </a:lnTo>
                  <a:lnTo>
                    <a:pt x="3989" y="27407"/>
                  </a:lnTo>
                  <a:lnTo>
                    <a:pt x="3844" y="27275"/>
                  </a:lnTo>
                  <a:lnTo>
                    <a:pt x="3686" y="27170"/>
                  </a:lnTo>
                  <a:lnTo>
                    <a:pt x="3515" y="27064"/>
                  </a:lnTo>
                  <a:lnTo>
                    <a:pt x="3344" y="26985"/>
                  </a:lnTo>
                  <a:lnTo>
                    <a:pt x="3160" y="26906"/>
                  </a:lnTo>
                  <a:lnTo>
                    <a:pt x="2976" y="26854"/>
                  </a:lnTo>
                  <a:lnTo>
                    <a:pt x="297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5006550" y="986775"/>
              <a:ext cx="1118925" cy="1140650"/>
            </a:xfrm>
            <a:custGeom>
              <a:rect b="b" l="l" r="r" t="t"/>
              <a:pathLst>
                <a:path extrusionOk="0" h="45626" w="44757">
                  <a:moveTo>
                    <a:pt x="42374" y="42045"/>
                  </a:moveTo>
                  <a:lnTo>
                    <a:pt x="42492" y="42058"/>
                  </a:lnTo>
                  <a:lnTo>
                    <a:pt x="42611" y="42072"/>
                  </a:lnTo>
                  <a:lnTo>
                    <a:pt x="42729" y="42098"/>
                  </a:lnTo>
                  <a:lnTo>
                    <a:pt x="42834" y="42137"/>
                  </a:lnTo>
                  <a:lnTo>
                    <a:pt x="42940" y="42190"/>
                  </a:lnTo>
                  <a:lnTo>
                    <a:pt x="43045" y="42256"/>
                  </a:lnTo>
                  <a:lnTo>
                    <a:pt x="43137" y="42322"/>
                  </a:lnTo>
                  <a:lnTo>
                    <a:pt x="43216" y="42401"/>
                  </a:lnTo>
                  <a:lnTo>
                    <a:pt x="43295" y="42480"/>
                  </a:lnTo>
                  <a:lnTo>
                    <a:pt x="43361" y="42572"/>
                  </a:lnTo>
                  <a:lnTo>
                    <a:pt x="43427" y="42677"/>
                  </a:lnTo>
                  <a:lnTo>
                    <a:pt x="43479" y="42782"/>
                  </a:lnTo>
                  <a:lnTo>
                    <a:pt x="43519" y="42888"/>
                  </a:lnTo>
                  <a:lnTo>
                    <a:pt x="43545" y="43006"/>
                  </a:lnTo>
                  <a:lnTo>
                    <a:pt x="43572" y="43125"/>
                  </a:lnTo>
                  <a:lnTo>
                    <a:pt x="43572" y="43243"/>
                  </a:lnTo>
                  <a:lnTo>
                    <a:pt x="43572" y="43362"/>
                  </a:lnTo>
                  <a:lnTo>
                    <a:pt x="43545" y="43480"/>
                  </a:lnTo>
                  <a:lnTo>
                    <a:pt x="43519" y="43599"/>
                  </a:lnTo>
                  <a:lnTo>
                    <a:pt x="43479" y="43717"/>
                  </a:lnTo>
                  <a:lnTo>
                    <a:pt x="43427" y="43809"/>
                  </a:lnTo>
                  <a:lnTo>
                    <a:pt x="43361" y="43914"/>
                  </a:lnTo>
                  <a:lnTo>
                    <a:pt x="43295" y="44007"/>
                  </a:lnTo>
                  <a:lnTo>
                    <a:pt x="43216" y="44086"/>
                  </a:lnTo>
                  <a:lnTo>
                    <a:pt x="43137" y="44165"/>
                  </a:lnTo>
                  <a:lnTo>
                    <a:pt x="43045" y="44244"/>
                  </a:lnTo>
                  <a:lnTo>
                    <a:pt x="42940" y="44296"/>
                  </a:lnTo>
                  <a:lnTo>
                    <a:pt x="42834" y="44349"/>
                  </a:lnTo>
                  <a:lnTo>
                    <a:pt x="42729" y="44388"/>
                  </a:lnTo>
                  <a:lnTo>
                    <a:pt x="42611" y="44415"/>
                  </a:lnTo>
                  <a:lnTo>
                    <a:pt x="42492" y="44441"/>
                  </a:lnTo>
                  <a:lnTo>
                    <a:pt x="42255" y="44441"/>
                  </a:lnTo>
                  <a:lnTo>
                    <a:pt x="42137" y="44415"/>
                  </a:lnTo>
                  <a:lnTo>
                    <a:pt x="42018" y="44388"/>
                  </a:lnTo>
                  <a:lnTo>
                    <a:pt x="41913" y="44349"/>
                  </a:lnTo>
                  <a:lnTo>
                    <a:pt x="41808" y="44296"/>
                  </a:lnTo>
                  <a:lnTo>
                    <a:pt x="41702" y="44244"/>
                  </a:lnTo>
                  <a:lnTo>
                    <a:pt x="41610" y="44165"/>
                  </a:lnTo>
                  <a:lnTo>
                    <a:pt x="41531" y="44086"/>
                  </a:lnTo>
                  <a:lnTo>
                    <a:pt x="41452" y="44007"/>
                  </a:lnTo>
                  <a:lnTo>
                    <a:pt x="41386" y="43914"/>
                  </a:lnTo>
                  <a:lnTo>
                    <a:pt x="41321" y="43809"/>
                  </a:lnTo>
                  <a:lnTo>
                    <a:pt x="41268" y="43717"/>
                  </a:lnTo>
                  <a:lnTo>
                    <a:pt x="41228" y="43599"/>
                  </a:lnTo>
                  <a:lnTo>
                    <a:pt x="41202" y="43480"/>
                  </a:lnTo>
                  <a:lnTo>
                    <a:pt x="41189" y="43362"/>
                  </a:lnTo>
                  <a:lnTo>
                    <a:pt x="41176" y="43243"/>
                  </a:lnTo>
                  <a:lnTo>
                    <a:pt x="41189" y="43125"/>
                  </a:lnTo>
                  <a:lnTo>
                    <a:pt x="41202" y="43006"/>
                  </a:lnTo>
                  <a:lnTo>
                    <a:pt x="41228" y="42888"/>
                  </a:lnTo>
                  <a:lnTo>
                    <a:pt x="41268" y="42782"/>
                  </a:lnTo>
                  <a:lnTo>
                    <a:pt x="41321" y="42677"/>
                  </a:lnTo>
                  <a:lnTo>
                    <a:pt x="41386" y="42572"/>
                  </a:lnTo>
                  <a:lnTo>
                    <a:pt x="41452" y="42480"/>
                  </a:lnTo>
                  <a:lnTo>
                    <a:pt x="41531" y="42401"/>
                  </a:lnTo>
                  <a:lnTo>
                    <a:pt x="41610" y="42322"/>
                  </a:lnTo>
                  <a:lnTo>
                    <a:pt x="41702" y="42256"/>
                  </a:lnTo>
                  <a:lnTo>
                    <a:pt x="41808" y="42190"/>
                  </a:lnTo>
                  <a:lnTo>
                    <a:pt x="41913" y="42137"/>
                  </a:lnTo>
                  <a:lnTo>
                    <a:pt x="42018" y="42098"/>
                  </a:lnTo>
                  <a:lnTo>
                    <a:pt x="42137" y="42072"/>
                  </a:lnTo>
                  <a:lnTo>
                    <a:pt x="42255" y="42058"/>
                  </a:lnTo>
                  <a:lnTo>
                    <a:pt x="42374" y="42045"/>
                  </a:lnTo>
                  <a:close/>
                  <a:moveTo>
                    <a:pt x="0" y="1"/>
                  </a:moveTo>
                  <a:lnTo>
                    <a:pt x="0" y="11058"/>
                  </a:lnTo>
                  <a:lnTo>
                    <a:pt x="1185" y="11058"/>
                  </a:lnTo>
                  <a:lnTo>
                    <a:pt x="1185" y="1186"/>
                  </a:lnTo>
                  <a:lnTo>
                    <a:pt x="23234" y="1186"/>
                  </a:lnTo>
                  <a:lnTo>
                    <a:pt x="23234" y="24235"/>
                  </a:lnTo>
                  <a:lnTo>
                    <a:pt x="40755" y="41506"/>
                  </a:lnTo>
                  <a:lnTo>
                    <a:pt x="40597" y="41677"/>
                  </a:lnTo>
                  <a:lnTo>
                    <a:pt x="40439" y="41861"/>
                  </a:lnTo>
                  <a:lnTo>
                    <a:pt x="40307" y="42058"/>
                  </a:lnTo>
                  <a:lnTo>
                    <a:pt x="40202" y="42282"/>
                  </a:lnTo>
                  <a:lnTo>
                    <a:pt x="40110" y="42506"/>
                  </a:lnTo>
                  <a:lnTo>
                    <a:pt x="40044" y="42743"/>
                  </a:lnTo>
                  <a:lnTo>
                    <a:pt x="40004" y="42993"/>
                  </a:lnTo>
                  <a:lnTo>
                    <a:pt x="39991" y="43243"/>
                  </a:lnTo>
                  <a:lnTo>
                    <a:pt x="40004" y="43493"/>
                  </a:lnTo>
                  <a:lnTo>
                    <a:pt x="40044" y="43730"/>
                  </a:lnTo>
                  <a:lnTo>
                    <a:pt x="40110" y="43954"/>
                  </a:lnTo>
                  <a:lnTo>
                    <a:pt x="40189" y="44165"/>
                  </a:lnTo>
                  <a:lnTo>
                    <a:pt x="40281" y="44375"/>
                  </a:lnTo>
                  <a:lnTo>
                    <a:pt x="40399" y="44573"/>
                  </a:lnTo>
                  <a:lnTo>
                    <a:pt x="40544" y="44757"/>
                  </a:lnTo>
                  <a:lnTo>
                    <a:pt x="40689" y="44928"/>
                  </a:lnTo>
                  <a:lnTo>
                    <a:pt x="40860" y="45086"/>
                  </a:lnTo>
                  <a:lnTo>
                    <a:pt x="41044" y="45218"/>
                  </a:lnTo>
                  <a:lnTo>
                    <a:pt x="41242" y="45336"/>
                  </a:lnTo>
                  <a:lnTo>
                    <a:pt x="41452" y="45441"/>
                  </a:lnTo>
                  <a:lnTo>
                    <a:pt x="41663" y="45520"/>
                  </a:lnTo>
                  <a:lnTo>
                    <a:pt x="41900" y="45573"/>
                  </a:lnTo>
                  <a:lnTo>
                    <a:pt x="42137" y="45613"/>
                  </a:lnTo>
                  <a:lnTo>
                    <a:pt x="42374" y="45626"/>
                  </a:lnTo>
                  <a:lnTo>
                    <a:pt x="42624" y="45613"/>
                  </a:lnTo>
                  <a:lnTo>
                    <a:pt x="42848" y="45573"/>
                  </a:lnTo>
                  <a:lnTo>
                    <a:pt x="43085" y="45520"/>
                  </a:lnTo>
                  <a:lnTo>
                    <a:pt x="43295" y="45441"/>
                  </a:lnTo>
                  <a:lnTo>
                    <a:pt x="43506" y="45336"/>
                  </a:lnTo>
                  <a:lnTo>
                    <a:pt x="43703" y="45218"/>
                  </a:lnTo>
                  <a:lnTo>
                    <a:pt x="43887" y="45086"/>
                  </a:lnTo>
                  <a:lnTo>
                    <a:pt x="44059" y="44928"/>
                  </a:lnTo>
                  <a:lnTo>
                    <a:pt x="44203" y="44757"/>
                  </a:lnTo>
                  <a:lnTo>
                    <a:pt x="44348" y="44573"/>
                  </a:lnTo>
                  <a:lnTo>
                    <a:pt x="44467" y="44375"/>
                  </a:lnTo>
                  <a:lnTo>
                    <a:pt x="44572" y="44165"/>
                  </a:lnTo>
                  <a:lnTo>
                    <a:pt x="44651" y="43954"/>
                  </a:lnTo>
                  <a:lnTo>
                    <a:pt x="44704" y="43730"/>
                  </a:lnTo>
                  <a:lnTo>
                    <a:pt x="44743" y="43493"/>
                  </a:lnTo>
                  <a:lnTo>
                    <a:pt x="44756" y="43243"/>
                  </a:lnTo>
                  <a:lnTo>
                    <a:pt x="44743" y="43006"/>
                  </a:lnTo>
                  <a:lnTo>
                    <a:pt x="44704" y="42769"/>
                  </a:lnTo>
                  <a:lnTo>
                    <a:pt x="44651" y="42545"/>
                  </a:lnTo>
                  <a:lnTo>
                    <a:pt x="44572" y="42322"/>
                  </a:lnTo>
                  <a:lnTo>
                    <a:pt x="44467" y="42111"/>
                  </a:lnTo>
                  <a:lnTo>
                    <a:pt x="44348" y="41914"/>
                  </a:lnTo>
                  <a:lnTo>
                    <a:pt x="44203" y="41729"/>
                  </a:lnTo>
                  <a:lnTo>
                    <a:pt x="44059" y="41558"/>
                  </a:lnTo>
                  <a:lnTo>
                    <a:pt x="43887" y="41413"/>
                  </a:lnTo>
                  <a:lnTo>
                    <a:pt x="43703" y="41269"/>
                  </a:lnTo>
                  <a:lnTo>
                    <a:pt x="43506" y="41150"/>
                  </a:lnTo>
                  <a:lnTo>
                    <a:pt x="43295" y="41058"/>
                  </a:lnTo>
                  <a:lnTo>
                    <a:pt x="43085" y="40979"/>
                  </a:lnTo>
                  <a:lnTo>
                    <a:pt x="42848" y="40913"/>
                  </a:lnTo>
                  <a:lnTo>
                    <a:pt x="42624" y="40874"/>
                  </a:lnTo>
                  <a:lnTo>
                    <a:pt x="42374" y="40861"/>
                  </a:lnTo>
                  <a:lnTo>
                    <a:pt x="42110" y="40887"/>
                  </a:lnTo>
                  <a:lnTo>
                    <a:pt x="41860" y="40926"/>
                  </a:lnTo>
                  <a:lnTo>
                    <a:pt x="24419" y="23748"/>
                  </a:lnTo>
                  <a:lnTo>
                    <a:pt x="2441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6"/>
            <p:cNvSpPr/>
            <p:nvPr/>
          </p:nvSpPr>
          <p:spPr>
            <a:xfrm>
              <a:off x="4918025" y="908800"/>
              <a:ext cx="1323275" cy="1119900"/>
            </a:xfrm>
            <a:custGeom>
              <a:rect b="b" l="l" r="r" t="t"/>
              <a:pathLst>
                <a:path extrusionOk="0" h="44796" w="52931">
                  <a:moveTo>
                    <a:pt x="50680" y="41215"/>
                  </a:moveTo>
                  <a:lnTo>
                    <a:pt x="50798" y="41242"/>
                  </a:lnTo>
                  <a:lnTo>
                    <a:pt x="50917" y="41268"/>
                  </a:lnTo>
                  <a:lnTo>
                    <a:pt x="51022" y="41307"/>
                  </a:lnTo>
                  <a:lnTo>
                    <a:pt x="51127" y="41360"/>
                  </a:lnTo>
                  <a:lnTo>
                    <a:pt x="51233" y="41426"/>
                  </a:lnTo>
                  <a:lnTo>
                    <a:pt x="51325" y="41492"/>
                  </a:lnTo>
                  <a:lnTo>
                    <a:pt x="51404" y="41571"/>
                  </a:lnTo>
                  <a:lnTo>
                    <a:pt x="51483" y="41650"/>
                  </a:lnTo>
                  <a:lnTo>
                    <a:pt x="51549" y="41742"/>
                  </a:lnTo>
                  <a:lnTo>
                    <a:pt x="51614" y="41847"/>
                  </a:lnTo>
                  <a:lnTo>
                    <a:pt x="51654" y="41952"/>
                  </a:lnTo>
                  <a:lnTo>
                    <a:pt x="51707" y="42058"/>
                  </a:lnTo>
                  <a:lnTo>
                    <a:pt x="51733" y="42176"/>
                  </a:lnTo>
                  <a:lnTo>
                    <a:pt x="51746" y="42295"/>
                  </a:lnTo>
                  <a:lnTo>
                    <a:pt x="51759" y="42413"/>
                  </a:lnTo>
                  <a:lnTo>
                    <a:pt x="51746" y="42532"/>
                  </a:lnTo>
                  <a:lnTo>
                    <a:pt x="51733" y="42650"/>
                  </a:lnTo>
                  <a:lnTo>
                    <a:pt x="51707" y="42769"/>
                  </a:lnTo>
                  <a:lnTo>
                    <a:pt x="51654" y="42874"/>
                  </a:lnTo>
                  <a:lnTo>
                    <a:pt x="51614" y="42979"/>
                  </a:lnTo>
                  <a:lnTo>
                    <a:pt x="51549" y="43084"/>
                  </a:lnTo>
                  <a:lnTo>
                    <a:pt x="51483" y="43177"/>
                  </a:lnTo>
                  <a:lnTo>
                    <a:pt x="51404" y="43256"/>
                  </a:lnTo>
                  <a:lnTo>
                    <a:pt x="51325" y="43335"/>
                  </a:lnTo>
                  <a:lnTo>
                    <a:pt x="51233" y="43400"/>
                  </a:lnTo>
                  <a:lnTo>
                    <a:pt x="51127" y="43466"/>
                  </a:lnTo>
                  <a:lnTo>
                    <a:pt x="51022" y="43519"/>
                  </a:lnTo>
                  <a:lnTo>
                    <a:pt x="50917" y="43558"/>
                  </a:lnTo>
                  <a:lnTo>
                    <a:pt x="50798" y="43585"/>
                  </a:lnTo>
                  <a:lnTo>
                    <a:pt x="50680" y="43598"/>
                  </a:lnTo>
                  <a:lnTo>
                    <a:pt x="50561" y="43611"/>
                  </a:lnTo>
                  <a:lnTo>
                    <a:pt x="50430" y="43598"/>
                  </a:lnTo>
                  <a:lnTo>
                    <a:pt x="50311" y="43585"/>
                  </a:lnTo>
                  <a:lnTo>
                    <a:pt x="50206" y="43558"/>
                  </a:lnTo>
                  <a:lnTo>
                    <a:pt x="50088" y="43519"/>
                  </a:lnTo>
                  <a:lnTo>
                    <a:pt x="49982" y="43466"/>
                  </a:lnTo>
                  <a:lnTo>
                    <a:pt x="49890" y="43400"/>
                  </a:lnTo>
                  <a:lnTo>
                    <a:pt x="49798" y="43335"/>
                  </a:lnTo>
                  <a:lnTo>
                    <a:pt x="49706" y="43256"/>
                  </a:lnTo>
                  <a:lnTo>
                    <a:pt x="49640" y="43177"/>
                  </a:lnTo>
                  <a:lnTo>
                    <a:pt x="49561" y="43084"/>
                  </a:lnTo>
                  <a:lnTo>
                    <a:pt x="49508" y="42979"/>
                  </a:lnTo>
                  <a:lnTo>
                    <a:pt x="49456" y="42874"/>
                  </a:lnTo>
                  <a:lnTo>
                    <a:pt x="49416" y="42769"/>
                  </a:lnTo>
                  <a:lnTo>
                    <a:pt x="49390" y="42650"/>
                  </a:lnTo>
                  <a:lnTo>
                    <a:pt x="49364" y="42532"/>
                  </a:lnTo>
                  <a:lnTo>
                    <a:pt x="49364" y="42413"/>
                  </a:lnTo>
                  <a:lnTo>
                    <a:pt x="49364" y="42295"/>
                  </a:lnTo>
                  <a:lnTo>
                    <a:pt x="49390" y="42176"/>
                  </a:lnTo>
                  <a:lnTo>
                    <a:pt x="49416" y="42058"/>
                  </a:lnTo>
                  <a:lnTo>
                    <a:pt x="49456" y="41952"/>
                  </a:lnTo>
                  <a:lnTo>
                    <a:pt x="49508" y="41847"/>
                  </a:lnTo>
                  <a:lnTo>
                    <a:pt x="49561" y="41742"/>
                  </a:lnTo>
                  <a:lnTo>
                    <a:pt x="49640" y="41650"/>
                  </a:lnTo>
                  <a:lnTo>
                    <a:pt x="49706" y="41571"/>
                  </a:lnTo>
                  <a:lnTo>
                    <a:pt x="49798" y="41492"/>
                  </a:lnTo>
                  <a:lnTo>
                    <a:pt x="49890" y="41426"/>
                  </a:lnTo>
                  <a:lnTo>
                    <a:pt x="49982" y="41360"/>
                  </a:lnTo>
                  <a:lnTo>
                    <a:pt x="50088" y="41307"/>
                  </a:lnTo>
                  <a:lnTo>
                    <a:pt x="50206" y="41268"/>
                  </a:lnTo>
                  <a:lnTo>
                    <a:pt x="50311" y="41242"/>
                  </a:lnTo>
                  <a:lnTo>
                    <a:pt x="50430" y="41215"/>
                  </a:lnTo>
                  <a:close/>
                  <a:moveTo>
                    <a:pt x="0" y="0"/>
                  </a:moveTo>
                  <a:lnTo>
                    <a:pt x="0" y="15112"/>
                  </a:lnTo>
                  <a:lnTo>
                    <a:pt x="1185" y="15112"/>
                  </a:lnTo>
                  <a:lnTo>
                    <a:pt x="1185" y="1185"/>
                  </a:lnTo>
                  <a:lnTo>
                    <a:pt x="31251" y="1185"/>
                  </a:lnTo>
                  <a:lnTo>
                    <a:pt x="31251" y="24629"/>
                  </a:lnTo>
                  <a:lnTo>
                    <a:pt x="48271" y="41781"/>
                  </a:lnTo>
                  <a:lnTo>
                    <a:pt x="48231" y="41939"/>
                  </a:lnTo>
                  <a:lnTo>
                    <a:pt x="48205" y="42084"/>
                  </a:lnTo>
                  <a:lnTo>
                    <a:pt x="48179" y="42255"/>
                  </a:lnTo>
                  <a:lnTo>
                    <a:pt x="48179" y="42413"/>
                  </a:lnTo>
                  <a:lnTo>
                    <a:pt x="48192" y="42650"/>
                  </a:lnTo>
                  <a:lnTo>
                    <a:pt x="48231" y="42887"/>
                  </a:lnTo>
                  <a:lnTo>
                    <a:pt x="48284" y="43124"/>
                  </a:lnTo>
                  <a:lnTo>
                    <a:pt x="48363" y="43335"/>
                  </a:lnTo>
                  <a:lnTo>
                    <a:pt x="48468" y="43545"/>
                  </a:lnTo>
                  <a:lnTo>
                    <a:pt x="48587" y="43743"/>
                  </a:lnTo>
                  <a:lnTo>
                    <a:pt x="48719" y="43927"/>
                  </a:lnTo>
                  <a:lnTo>
                    <a:pt x="48876" y="44098"/>
                  </a:lnTo>
                  <a:lnTo>
                    <a:pt x="49048" y="44243"/>
                  </a:lnTo>
                  <a:lnTo>
                    <a:pt x="49232" y="44388"/>
                  </a:lnTo>
                  <a:lnTo>
                    <a:pt x="49429" y="44506"/>
                  </a:lnTo>
                  <a:lnTo>
                    <a:pt x="49627" y="44598"/>
                  </a:lnTo>
                  <a:lnTo>
                    <a:pt x="49851" y="44677"/>
                  </a:lnTo>
                  <a:lnTo>
                    <a:pt x="50074" y="44743"/>
                  </a:lnTo>
                  <a:lnTo>
                    <a:pt x="50311" y="44783"/>
                  </a:lnTo>
                  <a:lnTo>
                    <a:pt x="50561" y="44796"/>
                  </a:lnTo>
                  <a:lnTo>
                    <a:pt x="50798" y="44783"/>
                  </a:lnTo>
                  <a:lnTo>
                    <a:pt x="51035" y="44743"/>
                  </a:lnTo>
                  <a:lnTo>
                    <a:pt x="51259" y="44677"/>
                  </a:lnTo>
                  <a:lnTo>
                    <a:pt x="51483" y="44598"/>
                  </a:lnTo>
                  <a:lnTo>
                    <a:pt x="51693" y="44506"/>
                  </a:lnTo>
                  <a:lnTo>
                    <a:pt x="51891" y="44388"/>
                  </a:lnTo>
                  <a:lnTo>
                    <a:pt x="52075" y="44243"/>
                  </a:lnTo>
                  <a:lnTo>
                    <a:pt x="52233" y="44098"/>
                  </a:lnTo>
                  <a:lnTo>
                    <a:pt x="52391" y="43927"/>
                  </a:lnTo>
                  <a:lnTo>
                    <a:pt x="52523" y="43743"/>
                  </a:lnTo>
                  <a:lnTo>
                    <a:pt x="52654" y="43545"/>
                  </a:lnTo>
                  <a:lnTo>
                    <a:pt x="52747" y="43335"/>
                  </a:lnTo>
                  <a:lnTo>
                    <a:pt x="52826" y="43124"/>
                  </a:lnTo>
                  <a:lnTo>
                    <a:pt x="52891" y="42887"/>
                  </a:lnTo>
                  <a:lnTo>
                    <a:pt x="52918" y="42650"/>
                  </a:lnTo>
                  <a:lnTo>
                    <a:pt x="52931" y="42413"/>
                  </a:lnTo>
                  <a:lnTo>
                    <a:pt x="52918" y="42163"/>
                  </a:lnTo>
                  <a:lnTo>
                    <a:pt x="52891" y="41939"/>
                  </a:lnTo>
                  <a:lnTo>
                    <a:pt x="52826" y="41702"/>
                  </a:lnTo>
                  <a:lnTo>
                    <a:pt x="52747" y="41492"/>
                  </a:lnTo>
                  <a:lnTo>
                    <a:pt x="52654" y="41281"/>
                  </a:lnTo>
                  <a:lnTo>
                    <a:pt x="52523" y="41084"/>
                  </a:lnTo>
                  <a:lnTo>
                    <a:pt x="52391" y="40899"/>
                  </a:lnTo>
                  <a:lnTo>
                    <a:pt x="52233" y="40728"/>
                  </a:lnTo>
                  <a:lnTo>
                    <a:pt x="52075" y="40583"/>
                  </a:lnTo>
                  <a:lnTo>
                    <a:pt x="51891" y="40439"/>
                  </a:lnTo>
                  <a:lnTo>
                    <a:pt x="51693" y="40320"/>
                  </a:lnTo>
                  <a:lnTo>
                    <a:pt x="51483" y="40215"/>
                  </a:lnTo>
                  <a:lnTo>
                    <a:pt x="51259" y="40136"/>
                  </a:lnTo>
                  <a:lnTo>
                    <a:pt x="51035" y="40083"/>
                  </a:lnTo>
                  <a:lnTo>
                    <a:pt x="50798" y="40044"/>
                  </a:lnTo>
                  <a:lnTo>
                    <a:pt x="50561" y="40030"/>
                  </a:lnTo>
                  <a:lnTo>
                    <a:pt x="50311" y="40044"/>
                  </a:lnTo>
                  <a:lnTo>
                    <a:pt x="50074" y="40083"/>
                  </a:lnTo>
                  <a:lnTo>
                    <a:pt x="49851" y="40136"/>
                  </a:lnTo>
                  <a:lnTo>
                    <a:pt x="49640" y="40215"/>
                  </a:lnTo>
                  <a:lnTo>
                    <a:pt x="49429" y="40320"/>
                  </a:lnTo>
                  <a:lnTo>
                    <a:pt x="49232" y="40439"/>
                  </a:lnTo>
                  <a:lnTo>
                    <a:pt x="49048" y="40570"/>
                  </a:lnTo>
                  <a:lnTo>
                    <a:pt x="48876" y="40728"/>
                  </a:lnTo>
                  <a:lnTo>
                    <a:pt x="32422" y="24142"/>
                  </a:lnTo>
                  <a:lnTo>
                    <a:pt x="324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6"/>
            <p:cNvSpPr/>
            <p:nvPr/>
          </p:nvSpPr>
          <p:spPr>
            <a:xfrm>
              <a:off x="5449825" y="2297550"/>
              <a:ext cx="1133725" cy="441650"/>
            </a:xfrm>
            <a:custGeom>
              <a:rect b="b" l="l" r="r" t="t"/>
              <a:pathLst>
                <a:path extrusionOk="0" h="17666" w="45349">
                  <a:moveTo>
                    <a:pt x="42966" y="1185"/>
                  </a:moveTo>
                  <a:lnTo>
                    <a:pt x="43085" y="1198"/>
                  </a:lnTo>
                  <a:lnTo>
                    <a:pt x="43203" y="1211"/>
                  </a:lnTo>
                  <a:lnTo>
                    <a:pt x="43322" y="1238"/>
                  </a:lnTo>
                  <a:lnTo>
                    <a:pt x="43427" y="1277"/>
                  </a:lnTo>
                  <a:lnTo>
                    <a:pt x="43532" y="1330"/>
                  </a:lnTo>
                  <a:lnTo>
                    <a:pt x="43638" y="1396"/>
                  </a:lnTo>
                  <a:lnTo>
                    <a:pt x="43730" y="1461"/>
                  </a:lnTo>
                  <a:lnTo>
                    <a:pt x="43809" y="1540"/>
                  </a:lnTo>
                  <a:lnTo>
                    <a:pt x="43888" y="1619"/>
                  </a:lnTo>
                  <a:lnTo>
                    <a:pt x="43954" y="1712"/>
                  </a:lnTo>
                  <a:lnTo>
                    <a:pt x="44019" y="1817"/>
                  </a:lnTo>
                  <a:lnTo>
                    <a:pt x="44072" y="1922"/>
                  </a:lnTo>
                  <a:lnTo>
                    <a:pt x="44111" y="2027"/>
                  </a:lnTo>
                  <a:lnTo>
                    <a:pt x="44138" y="2146"/>
                  </a:lnTo>
                  <a:lnTo>
                    <a:pt x="44151" y="2264"/>
                  </a:lnTo>
                  <a:lnTo>
                    <a:pt x="44164" y="2383"/>
                  </a:lnTo>
                  <a:lnTo>
                    <a:pt x="44151" y="2501"/>
                  </a:lnTo>
                  <a:lnTo>
                    <a:pt x="44138" y="2620"/>
                  </a:lnTo>
                  <a:lnTo>
                    <a:pt x="44111" y="2738"/>
                  </a:lnTo>
                  <a:lnTo>
                    <a:pt x="44072" y="2857"/>
                  </a:lnTo>
                  <a:lnTo>
                    <a:pt x="44019" y="2962"/>
                  </a:lnTo>
                  <a:lnTo>
                    <a:pt x="43954" y="3054"/>
                  </a:lnTo>
                  <a:lnTo>
                    <a:pt x="43888" y="3146"/>
                  </a:lnTo>
                  <a:lnTo>
                    <a:pt x="43809" y="3225"/>
                  </a:lnTo>
                  <a:lnTo>
                    <a:pt x="43730" y="3304"/>
                  </a:lnTo>
                  <a:lnTo>
                    <a:pt x="43638" y="3383"/>
                  </a:lnTo>
                  <a:lnTo>
                    <a:pt x="43532" y="3436"/>
                  </a:lnTo>
                  <a:lnTo>
                    <a:pt x="43427" y="3489"/>
                  </a:lnTo>
                  <a:lnTo>
                    <a:pt x="43322" y="3528"/>
                  </a:lnTo>
                  <a:lnTo>
                    <a:pt x="43203" y="3554"/>
                  </a:lnTo>
                  <a:lnTo>
                    <a:pt x="43085" y="3581"/>
                  </a:lnTo>
                  <a:lnTo>
                    <a:pt x="42848" y="3581"/>
                  </a:lnTo>
                  <a:lnTo>
                    <a:pt x="42729" y="3554"/>
                  </a:lnTo>
                  <a:lnTo>
                    <a:pt x="42611" y="3528"/>
                  </a:lnTo>
                  <a:lnTo>
                    <a:pt x="42506" y="3489"/>
                  </a:lnTo>
                  <a:lnTo>
                    <a:pt x="42400" y="3436"/>
                  </a:lnTo>
                  <a:lnTo>
                    <a:pt x="42295" y="3383"/>
                  </a:lnTo>
                  <a:lnTo>
                    <a:pt x="42203" y="3304"/>
                  </a:lnTo>
                  <a:lnTo>
                    <a:pt x="42124" y="3225"/>
                  </a:lnTo>
                  <a:lnTo>
                    <a:pt x="42045" y="3146"/>
                  </a:lnTo>
                  <a:lnTo>
                    <a:pt x="41979" y="3054"/>
                  </a:lnTo>
                  <a:lnTo>
                    <a:pt x="41913" y="2962"/>
                  </a:lnTo>
                  <a:lnTo>
                    <a:pt x="41861" y="2857"/>
                  </a:lnTo>
                  <a:lnTo>
                    <a:pt x="41821" y="2738"/>
                  </a:lnTo>
                  <a:lnTo>
                    <a:pt x="41795" y="2620"/>
                  </a:lnTo>
                  <a:lnTo>
                    <a:pt x="41768" y="2501"/>
                  </a:lnTo>
                  <a:lnTo>
                    <a:pt x="41768" y="2383"/>
                  </a:lnTo>
                  <a:lnTo>
                    <a:pt x="41768" y="2264"/>
                  </a:lnTo>
                  <a:lnTo>
                    <a:pt x="41795" y="2146"/>
                  </a:lnTo>
                  <a:lnTo>
                    <a:pt x="41821" y="2027"/>
                  </a:lnTo>
                  <a:lnTo>
                    <a:pt x="41861" y="1922"/>
                  </a:lnTo>
                  <a:lnTo>
                    <a:pt x="41913" y="1817"/>
                  </a:lnTo>
                  <a:lnTo>
                    <a:pt x="41979" y="1712"/>
                  </a:lnTo>
                  <a:lnTo>
                    <a:pt x="42045" y="1619"/>
                  </a:lnTo>
                  <a:lnTo>
                    <a:pt x="42124" y="1540"/>
                  </a:lnTo>
                  <a:lnTo>
                    <a:pt x="42203" y="1461"/>
                  </a:lnTo>
                  <a:lnTo>
                    <a:pt x="42295" y="1396"/>
                  </a:lnTo>
                  <a:lnTo>
                    <a:pt x="42400" y="1330"/>
                  </a:lnTo>
                  <a:lnTo>
                    <a:pt x="42506" y="1277"/>
                  </a:lnTo>
                  <a:lnTo>
                    <a:pt x="42611" y="1238"/>
                  </a:lnTo>
                  <a:lnTo>
                    <a:pt x="42729" y="1211"/>
                  </a:lnTo>
                  <a:lnTo>
                    <a:pt x="42848" y="1198"/>
                  </a:lnTo>
                  <a:lnTo>
                    <a:pt x="42966" y="1185"/>
                  </a:lnTo>
                  <a:close/>
                  <a:moveTo>
                    <a:pt x="42966" y="0"/>
                  </a:moveTo>
                  <a:lnTo>
                    <a:pt x="42756" y="13"/>
                  </a:lnTo>
                  <a:lnTo>
                    <a:pt x="42558" y="40"/>
                  </a:lnTo>
                  <a:lnTo>
                    <a:pt x="42361" y="79"/>
                  </a:lnTo>
                  <a:lnTo>
                    <a:pt x="42176" y="145"/>
                  </a:lnTo>
                  <a:lnTo>
                    <a:pt x="41992" y="211"/>
                  </a:lnTo>
                  <a:lnTo>
                    <a:pt x="41821" y="303"/>
                  </a:lnTo>
                  <a:lnTo>
                    <a:pt x="41650" y="408"/>
                  </a:lnTo>
                  <a:lnTo>
                    <a:pt x="41492" y="514"/>
                  </a:lnTo>
                  <a:lnTo>
                    <a:pt x="41347" y="645"/>
                  </a:lnTo>
                  <a:lnTo>
                    <a:pt x="41216" y="777"/>
                  </a:lnTo>
                  <a:lnTo>
                    <a:pt x="41084" y="922"/>
                  </a:lnTo>
                  <a:lnTo>
                    <a:pt x="40979" y="1080"/>
                  </a:lnTo>
                  <a:lnTo>
                    <a:pt x="40873" y="1251"/>
                  </a:lnTo>
                  <a:lnTo>
                    <a:pt x="40794" y="1422"/>
                  </a:lnTo>
                  <a:lnTo>
                    <a:pt x="40715" y="1606"/>
                  </a:lnTo>
                  <a:lnTo>
                    <a:pt x="40663" y="1791"/>
                  </a:lnTo>
                  <a:lnTo>
                    <a:pt x="1" y="1791"/>
                  </a:lnTo>
                  <a:lnTo>
                    <a:pt x="1" y="17666"/>
                  </a:lnTo>
                  <a:lnTo>
                    <a:pt x="1185" y="17666"/>
                  </a:lnTo>
                  <a:lnTo>
                    <a:pt x="1185" y="2975"/>
                  </a:lnTo>
                  <a:lnTo>
                    <a:pt x="40663" y="2975"/>
                  </a:lnTo>
                  <a:lnTo>
                    <a:pt x="40715" y="3160"/>
                  </a:lnTo>
                  <a:lnTo>
                    <a:pt x="40794" y="3344"/>
                  </a:lnTo>
                  <a:lnTo>
                    <a:pt x="40873" y="3528"/>
                  </a:lnTo>
                  <a:lnTo>
                    <a:pt x="40979" y="3686"/>
                  </a:lnTo>
                  <a:lnTo>
                    <a:pt x="41084" y="3844"/>
                  </a:lnTo>
                  <a:lnTo>
                    <a:pt x="41216" y="3989"/>
                  </a:lnTo>
                  <a:lnTo>
                    <a:pt x="41347" y="4134"/>
                  </a:lnTo>
                  <a:lnTo>
                    <a:pt x="41492" y="4252"/>
                  </a:lnTo>
                  <a:lnTo>
                    <a:pt x="41650" y="4371"/>
                  </a:lnTo>
                  <a:lnTo>
                    <a:pt x="41821" y="4463"/>
                  </a:lnTo>
                  <a:lnTo>
                    <a:pt x="41992" y="4555"/>
                  </a:lnTo>
                  <a:lnTo>
                    <a:pt x="42176" y="4634"/>
                  </a:lnTo>
                  <a:lnTo>
                    <a:pt x="42361" y="4686"/>
                  </a:lnTo>
                  <a:lnTo>
                    <a:pt x="42558" y="4726"/>
                  </a:lnTo>
                  <a:lnTo>
                    <a:pt x="42756" y="4752"/>
                  </a:lnTo>
                  <a:lnTo>
                    <a:pt x="42966" y="4765"/>
                  </a:lnTo>
                  <a:lnTo>
                    <a:pt x="43203" y="4752"/>
                  </a:lnTo>
                  <a:lnTo>
                    <a:pt x="43440" y="4713"/>
                  </a:lnTo>
                  <a:lnTo>
                    <a:pt x="43677" y="4660"/>
                  </a:lnTo>
                  <a:lnTo>
                    <a:pt x="43888" y="4581"/>
                  </a:lnTo>
                  <a:lnTo>
                    <a:pt x="44098" y="4476"/>
                  </a:lnTo>
                  <a:lnTo>
                    <a:pt x="44296" y="4357"/>
                  </a:lnTo>
                  <a:lnTo>
                    <a:pt x="44480" y="4226"/>
                  </a:lnTo>
                  <a:lnTo>
                    <a:pt x="44651" y="4068"/>
                  </a:lnTo>
                  <a:lnTo>
                    <a:pt x="44796" y="3897"/>
                  </a:lnTo>
                  <a:lnTo>
                    <a:pt x="44941" y="3712"/>
                  </a:lnTo>
                  <a:lnTo>
                    <a:pt x="45059" y="3515"/>
                  </a:lnTo>
                  <a:lnTo>
                    <a:pt x="45151" y="3304"/>
                  </a:lnTo>
                  <a:lnTo>
                    <a:pt x="45230" y="3094"/>
                  </a:lnTo>
                  <a:lnTo>
                    <a:pt x="45296" y="2870"/>
                  </a:lnTo>
                  <a:lnTo>
                    <a:pt x="45336" y="2633"/>
                  </a:lnTo>
                  <a:lnTo>
                    <a:pt x="45349" y="2383"/>
                  </a:lnTo>
                  <a:lnTo>
                    <a:pt x="45336" y="2146"/>
                  </a:lnTo>
                  <a:lnTo>
                    <a:pt x="45296" y="1909"/>
                  </a:lnTo>
                  <a:lnTo>
                    <a:pt x="45230" y="1685"/>
                  </a:lnTo>
                  <a:lnTo>
                    <a:pt x="45151" y="1461"/>
                  </a:lnTo>
                  <a:lnTo>
                    <a:pt x="45059" y="1251"/>
                  </a:lnTo>
                  <a:lnTo>
                    <a:pt x="44941" y="1053"/>
                  </a:lnTo>
                  <a:lnTo>
                    <a:pt x="44796" y="869"/>
                  </a:lnTo>
                  <a:lnTo>
                    <a:pt x="44651" y="698"/>
                  </a:lnTo>
                  <a:lnTo>
                    <a:pt x="44480" y="553"/>
                  </a:lnTo>
                  <a:lnTo>
                    <a:pt x="44296" y="408"/>
                  </a:lnTo>
                  <a:lnTo>
                    <a:pt x="44098" y="290"/>
                  </a:lnTo>
                  <a:lnTo>
                    <a:pt x="43888" y="198"/>
                  </a:lnTo>
                  <a:lnTo>
                    <a:pt x="43677" y="119"/>
                  </a:lnTo>
                  <a:lnTo>
                    <a:pt x="43440" y="53"/>
                  </a:lnTo>
                  <a:lnTo>
                    <a:pt x="43203" y="13"/>
                  </a:lnTo>
                  <a:lnTo>
                    <a:pt x="4296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6"/>
            <p:cNvSpPr/>
            <p:nvPr/>
          </p:nvSpPr>
          <p:spPr>
            <a:xfrm>
              <a:off x="5057875" y="1888150"/>
              <a:ext cx="1240025" cy="393300"/>
            </a:xfrm>
            <a:custGeom>
              <a:rect b="b" l="l" r="r" t="t"/>
              <a:pathLst>
                <a:path extrusionOk="0" h="15732" w="49601">
                  <a:moveTo>
                    <a:pt x="47350" y="12151"/>
                  </a:moveTo>
                  <a:lnTo>
                    <a:pt x="47468" y="12177"/>
                  </a:lnTo>
                  <a:lnTo>
                    <a:pt x="47574" y="12203"/>
                  </a:lnTo>
                  <a:lnTo>
                    <a:pt x="47692" y="12243"/>
                  </a:lnTo>
                  <a:lnTo>
                    <a:pt x="47798" y="12296"/>
                  </a:lnTo>
                  <a:lnTo>
                    <a:pt x="47890" y="12361"/>
                  </a:lnTo>
                  <a:lnTo>
                    <a:pt x="47982" y="12427"/>
                  </a:lnTo>
                  <a:lnTo>
                    <a:pt x="48074" y="12506"/>
                  </a:lnTo>
                  <a:lnTo>
                    <a:pt x="48140" y="12585"/>
                  </a:lnTo>
                  <a:lnTo>
                    <a:pt x="48219" y="12677"/>
                  </a:lnTo>
                  <a:lnTo>
                    <a:pt x="48271" y="12783"/>
                  </a:lnTo>
                  <a:lnTo>
                    <a:pt x="48324" y="12888"/>
                  </a:lnTo>
                  <a:lnTo>
                    <a:pt x="48364" y="12993"/>
                  </a:lnTo>
                  <a:lnTo>
                    <a:pt x="48390" y="13112"/>
                  </a:lnTo>
                  <a:lnTo>
                    <a:pt x="48416" y="13230"/>
                  </a:lnTo>
                  <a:lnTo>
                    <a:pt x="48416" y="13349"/>
                  </a:lnTo>
                  <a:lnTo>
                    <a:pt x="48416" y="13467"/>
                  </a:lnTo>
                  <a:lnTo>
                    <a:pt x="48390" y="13586"/>
                  </a:lnTo>
                  <a:lnTo>
                    <a:pt x="48364" y="13704"/>
                  </a:lnTo>
                  <a:lnTo>
                    <a:pt x="48324" y="13809"/>
                  </a:lnTo>
                  <a:lnTo>
                    <a:pt x="48271" y="13915"/>
                  </a:lnTo>
                  <a:lnTo>
                    <a:pt x="48219" y="14020"/>
                  </a:lnTo>
                  <a:lnTo>
                    <a:pt x="48140" y="14112"/>
                  </a:lnTo>
                  <a:lnTo>
                    <a:pt x="48074" y="14191"/>
                  </a:lnTo>
                  <a:lnTo>
                    <a:pt x="47982" y="14270"/>
                  </a:lnTo>
                  <a:lnTo>
                    <a:pt x="47890" y="14336"/>
                  </a:lnTo>
                  <a:lnTo>
                    <a:pt x="47798" y="14402"/>
                  </a:lnTo>
                  <a:lnTo>
                    <a:pt x="47692" y="14454"/>
                  </a:lnTo>
                  <a:lnTo>
                    <a:pt x="47574" y="14494"/>
                  </a:lnTo>
                  <a:lnTo>
                    <a:pt x="47468" y="14520"/>
                  </a:lnTo>
                  <a:lnTo>
                    <a:pt x="47350" y="14533"/>
                  </a:lnTo>
                  <a:lnTo>
                    <a:pt x="47218" y="14547"/>
                  </a:lnTo>
                  <a:lnTo>
                    <a:pt x="47100" y="14533"/>
                  </a:lnTo>
                  <a:lnTo>
                    <a:pt x="46981" y="14520"/>
                  </a:lnTo>
                  <a:lnTo>
                    <a:pt x="46863" y="14494"/>
                  </a:lnTo>
                  <a:lnTo>
                    <a:pt x="46758" y="14454"/>
                  </a:lnTo>
                  <a:lnTo>
                    <a:pt x="46652" y="14402"/>
                  </a:lnTo>
                  <a:lnTo>
                    <a:pt x="46547" y="14336"/>
                  </a:lnTo>
                  <a:lnTo>
                    <a:pt x="46455" y="14270"/>
                  </a:lnTo>
                  <a:lnTo>
                    <a:pt x="46376" y="14191"/>
                  </a:lnTo>
                  <a:lnTo>
                    <a:pt x="46297" y="14112"/>
                  </a:lnTo>
                  <a:lnTo>
                    <a:pt x="46231" y="14020"/>
                  </a:lnTo>
                  <a:lnTo>
                    <a:pt x="46165" y="13915"/>
                  </a:lnTo>
                  <a:lnTo>
                    <a:pt x="46113" y="13809"/>
                  </a:lnTo>
                  <a:lnTo>
                    <a:pt x="46073" y="13704"/>
                  </a:lnTo>
                  <a:lnTo>
                    <a:pt x="46047" y="13586"/>
                  </a:lnTo>
                  <a:lnTo>
                    <a:pt x="46034" y="13467"/>
                  </a:lnTo>
                  <a:lnTo>
                    <a:pt x="46020" y="13349"/>
                  </a:lnTo>
                  <a:lnTo>
                    <a:pt x="46034" y="13230"/>
                  </a:lnTo>
                  <a:lnTo>
                    <a:pt x="46047" y="13112"/>
                  </a:lnTo>
                  <a:lnTo>
                    <a:pt x="46073" y="12993"/>
                  </a:lnTo>
                  <a:lnTo>
                    <a:pt x="46113" y="12888"/>
                  </a:lnTo>
                  <a:lnTo>
                    <a:pt x="46165" y="12783"/>
                  </a:lnTo>
                  <a:lnTo>
                    <a:pt x="46231" y="12677"/>
                  </a:lnTo>
                  <a:lnTo>
                    <a:pt x="46297" y="12585"/>
                  </a:lnTo>
                  <a:lnTo>
                    <a:pt x="46376" y="12506"/>
                  </a:lnTo>
                  <a:lnTo>
                    <a:pt x="46455" y="12427"/>
                  </a:lnTo>
                  <a:lnTo>
                    <a:pt x="46547" y="12361"/>
                  </a:lnTo>
                  <a:lnTo>
                    <a:pt x="46652" y="12296"/>
                  </a:lnTo>
                  <a:lnTo>
                    <a:pt x="46758" y="12243"/>
                  </a:lnTo>
                  <a:lnTo>
                    <a:pt x="46863" y="12203"/>
                  </a:lnTo>
                  <a:lnTo>
                    <a:pt x="46981" y="12177"/>
                  </a:lnTo>
                  <a:lnTo>
                    <a:pt x="47100" y="12151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2506" y="1186"/>
                  </a:lnTo>
                  <a:lnTo>
                    <a:pt x="12506" y="14678"/>
                  </a:lnTo>
                  <a:lnTo>
                    <a:pt x="45244" y="14678"/>
                  </a:lnTo>
                  <a:lnTo>
                    <a:pt x="45336" y="14797"/>
                  </a:lnTo>
                  <a:lnTo>
                    <a:pt x="45428" y="14902"/>
                  </a:lnTo>
                  <a:lnTo>
                    <a:pt x="45520" y="15007"/>
                  </a:lnTo>
                  <a:lnTo>
                    <a:pt x="45626" y="15113"/>
                  </a:lnTo>
                  <a:lnTo>
                    <a:pt x="45731" y="15205"/>
                  </a:lnTo>
                  <a:lnTo>
                    <a:pt x="45849" y="15284"/>
                  </a:lnTo>
                  <a:lnTo>
                    <a:pt x="45968" y="15363"/>
                  </a:lnTo>
                  <a:lnTo>
                    <a:pt x="46086" y="15442"/>
                  </a:lnTo>
                  <a:lnTo>
                    <a:pt x="46218" y="15507"/>
                  </a:lnTo>
                  <a:lnTo>
                    <a:pt x="46350" y="15560"/>
                  </a:lnTo>
                  <a:lnTo>
                    <a:pt x="46481" y="15613"/>
                  </a:lnTo>
                  <a:lnTo>
                    <a:pt x="46626" y="15652"/>
                  </a:lnTo>
                  <a:lnTo>
                    <a:pt x="46771" y="15679"/>
                  </a:lnTo>
                  <a:lnTo>
                    <a:pt x="46916" y="15705"/>
                  </a:lnTo>
                  <a:lnTo>
                    <a:pt x="47074" y="15718"/>
                  </a:lnTo>
                  <a:lnTo>
                    <a:pt x="47218" y="15731"/>
                  </a:lnTo>
                  <a:lnTo>
                    <a:pt x="47468" y="15718"/>
                  </a:lnTo>
                  <a:lnTo>
                    <a:pt x="47705" y="15679"/>
                  </a:lnTo>
                  <a:lnTo>
                    <a:pt x="47929" y="15613"/>
                  </a:lnTo>
                  <a:lnTo>
                    <a:pt x="48153" y="15534"/>
                  </a:lnTo>
                  <a:lnTo>
                    <a:pt x="48350" y="15442"/>
                  </a:lnTo>
                  <a:lnTo>
                    <a:pt x="48548" y="15323"/>
                  </a:lnTo>
                  <a:lnTo>
                    <a:pt x="48732" y="15178"/>
                  </a:lnTo>
                  <a:lnTo>
                    <a:pt x="48903" y="15034"/>
                  </a:lnTo>
                  <a:lnTo>
                    <a:pt x="49061" y="14862"/>
                  </a:lnTo>
                  <a:lnTo>
                    <a:pt x="49193" y="14678"/>
                  </a:lnTo>
                  <a:lnTo>
                    <a:pt x="49311" y="14481"/>
                  </a:lnTo>
                  <a:lnTo>
                    <a:pt x="49417" y="14270"/>
                  </a:lnTo>
                  <a:lnTo>
                    <a:pt x="49496" y="14060"/>
                  </a:lnTo>
                  <a:lnTo>
                    <a:pt x="49548" y="13823"/>
                  </a:lnTo>
                  <a:lnTo>
                    <a:pt x="49588" y="13586"/>
                  </a:lnTo>
                  <a:lnTo>
                    <a:pt x="49601" y="13349"/>
                  </a:lnTo>
                  <a:lnTo>
                    <a:pt x="49588" y="13099"/>
                  </a:lnTo>
                  <a:lnTo>
                    <a:pt x="49548" y="12875"/>
                  </a:lnTo>
                  <a:lnTo>
                    <a:pt x="49496" y="12638"/>
                  </a:lnTo>
                  <a:lnTo>
                    <a:pt x="49417" y="12427"/>
                  </a:lnTo>
                  <a:lnTo>
                    <a:pt x="49311" y="12217"/>
                  </a:lnTo>
                  <a:lnTo>
                    <a:pt x="49193" y="12019"/>
                  </a:lnTo>
                  <a:lnTo>
                    <a:pt x="49061" y="11835"/>
                  </a:lnTo>
                  <a:lnTo>
                    <a:pt x="48903" y="11664"/>
                  </a:lnTo>
                  <a:lnTo>
                    <a:pt x="48732" y="11519"/>
                  </a:lnTo>
                  <a:lnTo>
                    <a:pt x="48548" y="11374"/>
                  </a:lnTo>
                  <a:lnTo>
                    <a:pt x="48350" y="11256"/>
                  </a:lnTo>
                  <a:lnTo>
                    <a:pt x="48153" y="11150"/>
                  </a:lnTo>
                  <a:lnTo>
                    <a:pt x="47929" y="11071"/>
                  </a:lnTo>
                  <a:lnTo>
                    <a:pt x="47705" y="11019"/>
                  </a:lnTo>
                  <a:lnTo>
                    <a:pt x="47468" y="10979"/>
                  </a:lnTo>
                  <a:lnTo>
                    <a:pt x="47218" y="10966"/>
                  </a:lnTo>
                  <a:lnTo>
                    <a:pt x="46981" y="10979"/>
                  </a:lnTo>
                  <a:lnTo>
                    <a:pt x="46744" y="11019"/>
                  </a:lnTo>
                  <a:lnTo>
                    <a:pt x="46521" y="11071"/>
                  </a:lnTo>
                  <a:lnTo>
                    <a:pt x="46297" y="11150"/>
                  </a:lnTo>
                  <a:lnTo>
                    <a:pt x="46086" y="11256"/>
                  </a:lnTo>
                  <a:lnTo>
                    <a:pt x="45889" y="11374"/>
                  </a:lnTo>
                  <a:lnTo>
                    <a:pt x="45705" y="11519"/>
                  </a:lnTo>
                  <a:lnTo>
                    <a:pt x="45547" y="11664"/>
                  </a:lnTo>
                  <a:lnTo>
                    <a:pt x="45389" y="11835"/>
                  </a:lnTo>
                  <a:lnTo>
                    <a:pt x="45244" y="12019"/>
                  </a:lnTo>
                  <a:lnTo>
                    <a:pt x="45125" y="12217"/>
                  </a:lnTo>
                  <a:lnTo>
                    <a:pt x="45033" y="12427"/>
                  </a:lnTo>
                  <a:lnTo>
                    <a:pt x="44954" y="12638"/>
                  </a:lnTo>
                  <a:lnTo>
                    <a:pt x="44888" y="12875"/>
                  </a:lnTo>
                  <a:lnTo>
                    <a:pt x="44862" y="13099"/>
                  </a:lnTo>
                  <a:lnTo>
                    <a:pt x="44849" y="13349"/>
                  </a:lnTo>
                  <a:lnTo>
                    <a:pt x="44849" y="13493"/>
                  </a:lnTo>
                  <a:lnTo>
                    <a:pt x="13691" y="13493"/>
                  </a:lnTo>
                  <a:lnTo>
                    <a:pt x="136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6"/>
            <p:cNvSpPr/>
            <p:nvPr/>
          </p:nvSpPr>
          <p:spPr>
            <a:xfrm>
              <a:off x="2061550" y="2207050"/>
              <a:ext cx="909950" cy="477200"/>
            </a:xfrm>
            <a:custGeom>
              <a:rect b="b" l="l" r="r" t="t"/>
              <a:pathLst>
                <a:path extrusionOk="0" h="19088" w="36398">
                  <a:moveTo>
                    <a:pt x="34607" y="15665"/>
                  </a:moveTo>
                  <a:lnTo>
                    <a:pt x="34739" y="15744"/>
                  </a:lnTo>
                  <a:lnTo>
                    <a:pt x="34857" y="15849"/>
                  </a:lnTo>
                  <a:lnTo>
                    <a:pt x="34963" y="15968"/>
                  </a:lnTo>
                  <a:lnTo>
                    <a:pt x="35055" y="16099"/>
                  </a:lnTo>
                  <a:lnTo>
                    <a:pt x="35121" y="16231"/>
                  </a:lnTo>
                  <a:lnTo>
                    <a:pt x="35173" y="16376"/>
                  </a:lnTo>
                  <a:lnTo>
                    <a:pt x="35213" y="16534"/>
                  </a:lnTo>
                  <a:lnTo>
                    <a:pt x="35213" y="16705"/>
                  </a:lnTo>
                  <a:lnTo>
                    <a:pt x="35213" y="16823"/>
                  </a:lnTo>
                  <a:lnTo>
                    <a:pt x="35200" y="16942"/>
                  </a:lnTo>
                  <a:lnTo>
                    <a:pt x="35160" y="17060"/>
                  </a:lnTo>
                  <a:lnTo>
                    <a:pt x="35121" y="17166"/>
                  </a:lnTo>
                  <a:lnTo>
                    <a:pt x="35068" y="17271"/>
                  </a:lnTo>
                  <a:lnTo>
                    <a:pt x="35015" y="17376"/>
                  </a:lnTo>
                  <a:lnTo>
                    <a:pt x="34949" y="17468"/>
                  </a:lnTo>
                  <a:lnTo>
                    <a:pt x="34870" y="17547"/>
                  </a:lnTo>
                  <a:lnTo>
                    <a:pt x="34778" y="17626"/>
                  </a:lnTo>
                  <a:lnTo>
                    <a:pt x="34686" y="17692"/>
                  </a:lnTo>
                  <a:lnTo>
                    <a:pt x="34594" y="17758"/>
                  </a:lnTo>
                  <a:lnTo>
                    <a:pt x="34489" y="17811"/>
                  </a:lnTo>
                  <a:lnTo>
                    <a:pt x="34383" y="17850"/>
                  </a:lnTo>
                  <a:lnTo>
                    <a:pt x="34265" y="17876"/>
                  </a:lnTo>
                  <a:lnTo>
                    <a:pt x="34146" y="17890"/>
                  </a:lnTo>
                  <a:lnTo>
                    <a:pt x="34028" y="17903"/>
                  </a:lnTo>
                  <a:lnTo>
                    <a:pt x="33896" y="17890"/>
                  </a:lnTo>
                  <a:lnTo>
                    <a:pt x="33778" y="17876"/>
                  </a:lnTo>
                  <a:lnTo>
                    <a:pt x="33659" y="17850"/>
                  </a:lnTo>
                  <a:lnTo>
                    <a:pt x="33554" y="17811"/>
                  </a:lnTo>
                  <a:lnTo>
                    <a:pt x="33449" y="17758"/>
                  </a:lnTo>
                  <a:lnTo>
                    <a:pt x="33357" y="17692"/>
                  </a:lnTo>
                  <a:lnTo>
                    <a:pt x="33265" y="17626"/>
                  </a:lnTo>
                  <a:lnTo>
                    <a:pt x="33172" y="17547"/>
                  </a:lnTo>
                  <a:lnTo>
                    <a:pt x="33093" y="17468"/>
                  </a:lnTo>
                  <a:lnTo>
                    <a:pt x="33028" y="17376"/>
                  </a:lnTo>
                  <a:lnTo>
                    <a:pt x="32975" y="17271"/>
                  </a:lnTo>
                  <a:lnTo>
                    <a:pt x="32922" y="17166"/>
                  </a:lnTo>
                  <a:lnTo>
                    <a:pt x="32883" y="17060"/>
                  </a:lnTo>
                  <a:lnTo>
                    <a:pt x="32843" y="16942"/>
                  </a:lnTo>
                  <a:lnTo>
                    <a:pt x="32830" y="16823"/>
                  </a:lnTo>
                  <a:lnTo>
                    <a:pt x="32830" y="16705"/>
                  </a:lnTo>
                  <a:lnTo>
                    <a:pt x="32830" y="16534"/>
                  </a:lnTo>
                  <a:lnTo>
                    <a:pt x="32870" y="16376"/>
                  </a:lnTo>
                  <a:lnTo>
                    <a:pt x="32922" y="16231"/>
                  </a:lnTo>
                  <a:lnTo>
                    <a:pt x="32988" y="16099"/>
                  </a:lnTo>
                  <a:lnTo>
                    <a:pt x="33080" y="15968"/>
                  </a:lnTo>
                  <a:lnTo>
                    <a:pt x="33186" y="15849"/>
                  </a:lnTo>
                  <a:lnTo>
                    <a:pt x="33304" y="15744"/>
                  </a:lnTo>
                  <a:lnTo>
                    <a:pt x="33436" y="15665"/>
                  </a:lnTo>
                  <a:lnTo>
                    <a:pt x="33436" y="15836"/>
                  </a:lnTo>
                  <a:lnTo>
                    <a:pt x="34607" y="15836"/>
                  </a:lnTo>
                  <a:lnTo>
                    <a:pt x="34607" y="15665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3436" y="1185"/>
                  </a:lnTo>
                  <a:lnTo>
                    <a:pt x="33436" y="14401"/>
                  </a:lnTo>
                  <a:lnTo>
                    <a:pt x="33238" y="14454"/>
                  </a:lnTo>
                  <a:lnTo>
                    <a:pt x="33054" y="14533"/>
                  </a:lnTo>
                  <a:lnTo>
                    <a:pt x="32883" y="14612"/>
                  </a:lnTo>
                  <a:lnTo>
                    <a:pt x="32725" y="14717"/>
                  </a:lnTo>
                  <a:lnTo>
                    <a:pt x="32567" y="14822"/>
                  </a:lnTo>
                  <a:lnTo>
                    <a:pt x="32409" y="14954"/>
                  </a:lnTo>
                  <a:lnTo>
                    <a:pt x="32277" y="15086"/>
                  </a:lnTo>
                  <a:lnTo>
                    <a:pt x="32146" y="15231"/>
                  </a:lnTo>
                  <a:lnTo>
                    <a:pt x="32040" y="15388"/>
                  </a:lnTo>
                  <a:lnTo>
                    <a:pt x="31935" y="15560"/>
                  </a:lnTo>
                  <a:lnTo>
                    <a:pt x="31856" y="15731"/>
                  </a:lnTo>
                  <a:lnTo>
                    <a:pt x="31777" y="15915"/>
                  </a:lnTo>
                  <a:lnTo>
                    <a:pt x="31724" y="16099"/>
                  </a:lnTo>
                  <a:lnTo>
                    <a:pt x="31672" y="16297"/>
                  </a:lnTo>
                  <a:lnTo>
                    <a:pt x="31645" y="16494"/>
                  </a:lnTo>
                  <a:lnTo>
                    <a:pt x="31645" y="16705"/>
                  </a:lnTo>
                  <a:lnTo>
                    <a:pt x="31659" y="16942"/>
                  </a:lnTo>
                  <a:lnTo>
                    <a:pt x="31685" y="17179"/>
                  </a:lnTo>
                  <a:lnTo>
                    <a:pt x="31751" y="17416"/>
                  </a:lnTo>
                  <a:lnTo>
                    <a:pt x="31830" y="17626"/>
                  </a:lnTo>
                  <a:lnTo>
                    <a:pt x="31935" y="17837"/>
                  </a:lnTo>
                  <a:lnTo>
                    <a:pt x="32053" y="18034"/>
                  </a:lnTo>
                  <a:lnTo>
                    <a:pt x="32185" y="18219"/>
                  </a:lnTo>
                  <a:lnTo>
                    <a:pt x="32343" y="18390"/>
                  </a:lnTo>
                  <a:lnTo>
                    <a:pt x="32514" y="18535"/>
                  </a:lnTo>
                  <a:lnTo>
                    <a:pt x="32699" y="18679"/>
                  </a:lnTo>
                  <a:lnTo>
                    <a:pt x="32883" y="18798"/>
                  </a:lnTo>
                  <a:lnTo>
                    <a:pt x="33093" y="18890"/>
                  </a:lnTo>
                  <a:lnTo>
                    <a:pt x="33317" y="18969"/>
                  </a:lnTo>
                  <a:lnTo>
                    <a:pt x="33541" y="19035"/>
                  </a:lnTo>
                  <a:lnTo>
                    <a:pt x="33778" y="19074"/>
                  </a:lnTo>
                  <a:lnTo>
                    <a:pt x="34028" y="19087"/>
                  </a:lnTo>
                  <a:lnTo>
                    <a:pt x="34265" y="19074"/>
                  </a:lnTo>
                  <a:lnTo>
                    <a:pt x="34502" y="19035"/>
                  </a:lnTo>
                  <a:lnTo>
                    <a:pt x="34726" y="18969"/>
                  </a:lnTo>
                  <a:lnTo>
                    <a:pt x="34949" y="18890"/>
                  </a:lnTo>
                  <a:lnTo>
                    <a:pt x="35160" y="18798"/>
                  </a:lnTo>
                  <a:lnTo>
                    <a:pt x="35344" y="18679"/>
                  </a:lnTo>
                  <a:lnTo>
                    <a:pt x="35529" y="18535"/>
                  </a:lnTo>
                  <a:lnTo>
                    <a:pt x="35700" y="18390"/>
                  </a:lnTo>
                  <a:lnTo>
                    <a:pt x="35858" y="18219"/>
                  </a:lnTo>
                  <a:lnTo>
                    <a:pt x="35989" y="18034"/>
                  </a:lnTo>
                  <a:lnTo>
                    <a:pt x="36108" y="17837"/>
                  </a:lnTo>
                  <a:lnTo>
                    <a:pt x="36213" y="17626"/>
                  </a:lnTo>
                  <a:lnTo>
                    <a:pt x="36292" y="17416"/>
                  </a:lnTo>
                  <a:lnTo>
                    <a:pt x="36358" y="17179"/>
                  </a:lnTo>
                  <a:lnTo>
                    <a:pt x="36384" y="16942"/>
                  </a:lnTo>
                  <a:lnTo>
                    <a:pt x="36397" y="16705"/>
                  </a:lnTo>
                  <a:lnTo>
                    <a:pt x="36397" y="16494"/>
                  </a:lnTo>
                  <a:lnTo>
                    <a:pt x="36371" y="16297"/>
                  </a:lnTo>
                  <a:lnTo>
                    <a:pt x="36318" y="16099"/>
                  </a:lnTo>
                  <a:lnTo>
                    <a:pt x="36266" y="15915"/>
                  </a:lnTo>
                  <a:lnTo>
                    <a:pt x="36187" y="15731"/>
                  </a:lnTo>
                  <a:lnTo>
                    <a:pt x="36108" y="15560"/>
                  </a:lnTo>
                  <a:lnTo>
                    <a:pt x="36003" y="15388"/>
                  </a:lnTo>
                  <a:lnTo>
                    <a:pt x="35897" y="15231"/>
                  </a:lnTo>
                  <a:lnTo>
                    <a:pt x="35766" y="15086"/>
                  </a:lnTo>
                  <a:lnTo>
                    <a:pt x="35634" y="14954"/>
                  </a:lnTo>
                  <a:lnTo>
                    <a:pt x="35476" y="14822"/>
                  </a:lnTo>
                  <a:lnTo>
                    <a:pt x="35331" y="14717"/>
                  </a:lnTo>
                  <a:lnTo>
                    <a:pt x="35160" y="14612"/>
                  </a:lnTo>
                  <a:lnTo>
                    <a:pt x="34989" y="14533"/>
                  </a:lnTo>
                  <a:lnTo>
                    <a:pt x="34805" y="14454"/>
                  </a:lnTo>
                  <a:lnTo>
                    <a:pt x="34607" y="14401"/>
                  </a:lnTo>
                  <a:lnTo>
                    <a:pt x="3460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6"/>
            <p:cNvSpPr/>
            <p:nvPr/>
          </p:nvSpPr>
          <p:spPr>
            <a:xfrm>
              <a:off x="2015475" y="2312675"/>
              <a:ext cx="804325" cy="371575"/>
            </a:xfrm>
            <a:custGeom>
              <a:rect b="b" l="l" r="r" t="t"/>
              <a:pathLst>
                <a:path extrusionOk="0" h="14863" w="32173">
                  <a:moveTo>
                    <a:pt x="29381" y="11348"/>
                  </a:moveTo>
                  <a:lnTo>
                    <a:pt x="29381" y="11664"/>
                  </a:lnTo>
                  <a:lnTo>
                    <a:pt x="30566" y="11664"/>
                  </a:lnTo>
                  <a:lnTo>
                    <a:pt x="30566" y="11572"/>
                  </a:lnTo>
                  <a:lnTo>
                    <a:pt x="30658" y="11651"/>
                  </a:lnTo>
                  <a:lnTo>
                    <a:pt x="30737" y="11756"/>
                  </a:lnTo>
                  <a:lnTo>
                    <a:pt x="30816" y="11861"/>
                  </a:lnTo>
                  <a:lnTo>
                    <a:pt x="30869" y="11966"/>
                  </a:lnTo>
                  <a:lnTo>
                    <a:pt x="30922" y="12085"/>
                  </a:lnTo>
                  <a:lnTo>
                    <a:pt x="30961" y="12217"/>
                  </a:lnTo>
                  <a:lnTo>
                    <a:pt x="30974" y="12348"/>
                  </a:lnTo>
                  <a:lnTo>
                    <a:pt x="30987" y="12480"/>
                  </a:lnTo>
                  <a:lnTo>
                    <a:pt x="30987" y="12598"/>
                  </a:lnTo>
                  <a:lnTo>
                    <a:pt x="30961" y="12717"/>
                  </a:lnTo>
                  <a:lnTo>
                    <a:pt x="30935" y="12835"/>
                  </a:lnTo>
                  <a:lnTo>
                    <a:pt x="30895" y="12941"/>
                  </a:lnTo>
                  <a:lnTo>
                    <a:pt x="30843" y="13046"/>
                  </a:lnTo>
                  <a:lnTo>
                    <a:pt x="30777" y="13151"/>
                  </a:lnTo>
                  <a:lnTo>
                    <a:pt x="30711" y="13243"/>
                  </a:lnTo>
                  <a:lnTo>
                    <a:pt x="30632" y="13322"/>
                  </a:lnTo>
                  <a:lnTo>
                    <a:pt x="30553" y="13401"/>
                  </a:lnTo>
                  <a:lnTo>
                    <a:pt x="30461" y="13467"/>
                  </a:lnTo>
                  <a:lnTo>
                    <a:pt x="30356" y="13533"/>
                  </a:lnTo>
                  <a:lnTo>
                    <a:pt x="30250" y="13586"/>
                  </a:lnTo>
                  <a:lnTo>
                    <a:pt x="30145" y="13625"/>
                  </a:lnTo>
                  <a:lnTo>
                    <a:pt x="30026" y="13651"/>
                  </a:lnTo>
                  <a:lnTo>
                    <a:pt x="29908" y="13665"/>
                  </a:lnTo>
                  <a:lnTo>
                    <a:pt x="29789" y="13678"/>
                  </a:lnTo>
                  <a:lnTo>
                    <a:pt x="29671" y="13665"/>
                  </a:lnTo>
                  <a:lnTo>
                    <a:pt x="29553" y="13651"/>
                  </a:lnTo>
                  <a:lnTo>
                    <a:pt x="29434" y="13625"/>
                  </a:lnTo>
                  <a:lnTo>
                    <a:pt x="29329" y="13586"/>
                  </a:lnTo>
                  <a:lnTo>
                    <a:pt x="29223" y="13533"/>
                  </a:lnTo>
                  <a:lnTo>
                    <a:pt x="29118" y="13467"/>
                  </a:lnTo>
                  <a:lnTo>
                    <a:pt x="29026" y="13401"/>
                  </a:lnTo>
                  <a:lnTo>
                    <a:pt x="28947" y="13322"/>
                  </a:lnTo>
                  <a:lnTo>
                    <a:pt x="28868" y="13243"/>
                  </a:lnTo>
                  <a:lnTo>
                    <a:pt x="28802" y="13151"/>
                  </a:lnTo>
                  <a:lnTo>
                    <a:pt x="28736" y="13046"/>
                  </a:lnTo>
                  <a:lnTo>
                    <a:pt x="28684" y="12941"/>
                  </a:lnTo>
                  <a:lnTo>
                    <a:pt x="28644" y="12835"/>
                  </a:lnTo>
                  <a:lnTo>
                    <a:pt x="28618" y="12717"/>
                  </a:lnTo>
                  <a:lnTo>
                    <a:pt x="28605" y="12598"/>
                  </a:lnTo>
                  <a:lnTo>
                    <a:pt x="28592" y="12480"/>
                  </a:lnTo>
                  <a:lnTo>
                    <a:pt x="28605" y="12282"/>
                  </a:lnTo>
                  <a:lnTo>
                    <a:pt x="28657" y="12111"/>
                  </a:lnTo>
                  <a:lnTo>
                    <a:pt x="28723" y="11940"/>
                  </a:lnTo>
                  <a:lnTo>
                    <a:pt x="28815" y="11782"/>
                  </a:lnTo>
                  <a:lnTo>
                    <a:pt x="28934" y="11637"/>
                  </a:lnTo>
                  <a:lnTo>
                    <a:pt x="29066" y="11519"/>
                  </a:lnTo>
                  <a:lnTo>
                    <a:pt x="29223" y="11427"/>
                  </a:lnTo>
                  <a:lnTo>
                    <a:pt x="29381" y="11348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29381" y="1186"/>
                  </a:lnTo>
                  <a:lnTo>
                    <a:pt x="29381" y="10137"/>
                  </a:lnTo>
                  <a:lnTo>
                    <a:pt x="29184" y="10176"/>
                  </a:lnTo>
                  <a:lnTo>
                    <a:pt x="28987" y="10242"/>
                  </a:lnTo>
                  <a:lnTo>
                    <a:pt x="28789" y="10321"/>
                  </a:lnTo>
                  <a:lnTo>
                    <a:pt x="28605" y="10413"/>
                  </a:lnTo>
                  <a:lnTo>
                    <a:pt x="28434" y="10532"/>
                  </a:lnTo>
                  <a:lnTo>
                    <a:pt x="28276" y="10650"/>
                  </a:lnTo>
                  <a:lnTo>
                    <a:pt x="28118" y="10782"/>
                  </a:lnTo>
                  <a:lnTo>
                    <a:pt x="27973" y="10940"/>
                  </a:lnTo>
                  <a:lnTo>
                    <a:pt x="27854" y="11098"/>
                  </a:lnTo>
                  <a:lnTo>
                    <a:pt x="27736" y="11269"/>
                  </a:lnTo>
                  <a:lnTo>
                    <a:pt x="27644" y="11453"/>
                  </a:lnTo>
                  <a:lnTo>
                    <a:pt x="27565" y="11637"/>
                  </a:lnTo>
                  <a:lnTo>
                    <a:pt x="27499" y="11848"/>
                  </a:lnTo>
                  <a:lnTo>
                    <a:pt x="27446" y="12045"/>
                  </a:lnTo>
                  <a:lnTo>
                    <a:pt x="27420" y="12256"/>
                  </a:lnTo>
                  <a:lnTo>
                    <a:pt x="27407" y="12480"/>
                  </a:lnTo>
                  <a:lnTo>
                    <a:pt x="27420" y="12717"/>
                  </a:lnTo>
                  <a:lnTo>
                    <a:pt x="27460" y="12954"/>
                  </a:lnTo>
                  <a:lnTo>
                    <a:pt x="27512" y="13191"/>
                  </a:lnTo>
                  <a:lnTo>
                    <a:pt x="27604" y="13401"/>
                  </a:lnTo>
                  <a:lnTo>
                    <a:pt x="27696" y="13612"/>
                  </a:lnTo>
                  <a:lnTo>
                    <a:pt x="27815" y="13809"/>
                  </a:lnTo>
                  <a:lnTo>
                    <a:pt x="27960" y="13994"/>
                  </a:lnTo>
                  <a:lnTo>
                    <a:pt x="28105" y="14165"/>
                  </a:lnTo>
                  <a:lnTo>
                    <a:pt x="28276" y="14310"/>
                  </a:lnTo>
                  <a:lnTo>
                    <a:pt x="28460" y="14454"/>
                  </a:lnTo>
                  <a:lnTo>
                    <a:pt x="28657" y="14573"/>
                  </a:lnTo>
                  <a:lnTo>
                    <a:pt x="28868" y="14665"/>
                  </a:lnTo>
                  <a:lnTo>
                    <a:pt x="29079" y="14744"/>
                  </a:lnTo>
                  <a:lnTo>
                    <a:pt x="29316" y="14810"/>
                  </a:lnTo>
                  <a:lnTo>
                    <a:pt x="29553" y="14849"/>
                  </a:lnTo>
                  <a:lnTo>
                    <a:pt x="29789" y="14862"/>
                  </a:lnTo>
                  <a:lnTo>
                    <a:pt x="30026" y="14849"/>
                  </a:lnTo>
                  <a:lnTo>
                    <a:pt x="30263" y="14810"/>
                  </a:lnTo>
                  <a:lnTo>
                    <a:pt x="30500" y="14744"/>
                  </a:lnTo>
                  <a:lnTo>
                    <a:pt x="30711" y="14665"/>
                  </a:lnTo>
                  <a:lnTo>
                    <a:pt x="30922" y="14573"/>
                  </a:lnTo>
                  <a:lnTo>
                    <a:pt x="31119" y="14454"/>
                  </a:lnTo>
                  <a:lnTo>
                    <a:pt x="31303" y="14310"/>
                  </a:lnTo>
                  <a:lnTo>
                    <a:pt x="31474" y="14165"/>
                  </a:lnTo>
                  <a:lnTo>
                    <a:pt x="31619" y="13994"/>
                  </a:lnTo>
                  <a:lnTo>
                    <a:pt x="31764" y="13809"/>
                  </a:lnTo>
                  <a:lnTo>
                    <a:pt x="31882" y="13612"/>
                  </a:lnTo>
                  <a:lnTo>
                    <a:pt x="31988" y="13401"/>
                  </a:lnTo>
                  <a:lnTo>
                    <a:pt x="32067" y="13191"/>
                  </a:lnTo>
                  <a:lnTo>
                    <a:pt x="32119" y="12954"/>
                  </a:lnTo>
                  <a:lnTo>
                    <a:pt x="32159" y="12717"/>
                  </a:lnTo>
                  <a:lnTo>
                    <a:pt x="32172" y="12480"/>
                  </a:lnTo>
                  <a:lnTo>
                    <a:pt x="32159" y="12282"/>
                  </a:lnTo>
                  <a:lnTo>
                    <a:pt x="32133" y="12098"/>
                  </a:lnTo>
                  <a:lnTo>
                    <a:pt x="32106" y="11914"/>
                  </a:lnTo>
                  <a:lnTo>
                    <a:pt x="32054" y="11729"/>
                  </a:lnTo>
                  <a:lnTo>
                    <a:pt x="31988" y="11558"/>
                  </a:lnTo>
                  <a:lnTo>
                    <a:pt x="31909" y="11400"/>
                  </a:lnTo>
                  <a:lnTo>
                    <a:pt x="31817" y="11242"/>
                  </a:lnTo>
                  <a:lnTo>
                    <a:pt x="31711" y="11084"/>
                  </a:lnTo>
                  <a:lnTo>
                    <a:pt x="31606" y="10940"/>
                  </a:lnTo>
                  <a:lnTo>
                    <a:pt x="31488" y="10808"/>
                  </a:lnTo>
                  <a:lnTo>
                    <a:pt x="31356" y="10690"/>
                  </a:lnTo>
                  <a:lnTo>
                    <a:pt x="31211" y="10571"/>
                  </a:lnTo>
                  <a:lnTo>
                    <a:pt x="31066" y="10466"/>
                  </a:lnTo>
                  <a:lnTo>
                    <a:pt x="30908" y="10374"/>
                  </a:lnTo>
                  <a:lnTo>
                    <a:pt x="30737" y="10295"/>
                  </a:lnTo>
                  <a:lnTo>
                    <a:pt x="30566" y="10229"/>
                  </a:lnTo>
                  <a:lnTo>
                    <a:pt x="3056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6"/>
            <p:cNvSpPr/>
            <p:nvPr/>
          </p:nvSpPr>
          <p:spPr>
            <a:xfrm>
              <a:off x="2061550" y="2526250"/>
              <a:ext cx="216900" cy="675650"/>
            </a:xfrm>
            <a:custGeom>
              <a:rect b="b" l="l" r="r" t="t"/>
              <a:pathLst>
                <a:path extrusionOk="0" h="27026" w="8676">
                  <a:moveTo>
                    <a:pt x="6424" y="1186"/>
                  </a:moveTo>
                  <a:lnTo>
                    <a:pt x="6543" y="1212"/>
                  </a:lnTo>
                  <a:lnTo>
                    <a:pt x="6661" y="1238"/>
                  </a:lnTo>
                  <a:lnTo>
                    <a:pt x="6766" y="1278"/>
                  </a:lnTo>
                  <a:lnTo>
                    <a:pt x="6872" y="1330"/>
                  </a:lnTo>
                  <a:lnTo>
                    <a:pt x="6964" y="1383"/>
                  </a:lnTo>
                  <a:lnTo>
                    <a:pt x="7056" y="1449"/>
                  </a:lnTo>
                  <a:lnTo>
                    <a:pt x="7148" y="1528"/>
                  </a:lnTo>
                  <a:lnTo>
                    <a:pt x="7227" y="1620"/>
                  </a:lnTo>
                  <a:lnTo>
                    <a:pt x="7293" y="1712"/>
                  </a:lnTo>
                  <a:lnTo>
                    <a:pt x="7359" y="1804"/>
                  </a:lnTo>
                  <a:lnTo>
                    <a:pt x="7398" y="1910"/>
                  </a:lnTo>
                  <a:lnTo>
                    <a:pt x="7438" y="2028"/>
                  </a:lnTo>
                  <a:lnTo>
                    <a:pt x="7477" y="2133"/>
                  </a:lnTo>
                  <a:lnTo>
                    <a:pt x="7490" y="2252"/>
                  </a:lnTo>
                  <a:lnTo>
                    <a:pt x="7504" y="2384"/>
                  </a:lnTo>
                  <a:lnTo>
                    <a:pt x="7490" y="2502"/>
                  </a:lnTo>
                  <a:lnTo>
                    <a:pt x="7477" y="2620"/>
                  </a:lnTo>
                  <a:lnTo>
                    <a:pt x="7438" y="2739"/>
                  </a:lnTo>
                  <a:lnTo>
                    <a:pt x="7398" y="2844"/>
                  </a:lnTo>
                  <a:lnTo>
                    <a:pt x="7359" y="2950"/>
                  </a:lnTo>
                  <a:lnTo>
                    <a:pt x="7293" y="3042"/>
                  </a:lnTo>
                  <a:lnTo>
                    <a:pt x="7227" y="3134"/>
                  </a:lnTo>
                  <a:lnTo>
                    <a:pt x="7148" y="3226"/>
                  </a:lnTo>
                  <a:lnTo>
                    <a:pt x="7056" y="3305"/>
                  </a:lnTo>
                  <a:lnTo>
                    <a:pt x="6964" y="3371"/>
                  </a:lnTo>
                  <a:lnTo>
                    <a:pt x="6872" y="3437"/>
                  </a:lnTo>
                  <a:lnTo>
                    <a:pt x="6766" y="3476"/>
                  </a:lnTo>
                  <a:lnTo>
                    <a:pt x="6661" y="3516"/>
                  </a:lnTo>
                  <a:lnTo>
                    <a:pt x="6543" y="3555"/>
                  </a:lnTo>
                  <a:lnTo>
                    <a:pt x="6424" y="3568"/>
                  </a:lnTo>
                  <a:lnTo>
                    <a:pt x="6306" y="3581"/>
                  </a:lnTo>
                  <a:lnTo>
                    <a:pt x="6174" y="3568"/>
                  </a:lnTo>
                  <a:lnTo>
                    <a:pt x="6056" y="3555"/>
                  </a:lnTo>
                  <a:lnTo>
                    <a:pt x="5950" y="3516"/>
                  </a:lnTo>
                  <a:lnTo>
                    <a:pt x="5832" y="3476"/>
                  </a:lnTo>
                  <a:lnTo>
                    <a:pt x="5727" y="3437"/>
                  </a:lnTo>
                  <a:lnTo>
                    <a:pt x="5634" y="3371"/>
                  </a:lnTo>
                  <a:lnTo>
                    <a:pt x="5542" y="3305"/>
                  </a:lnTo>
                  <a:lnTo>
                    <a:pt x="5450" y="3226"/>
                  </a:lnTo>
                  <a:lnTo>
                    <a:pt x="5371" y="3134"/>
                  </a:lnTo>
                  <a:lnTo>
                    <a:pt x="5305" y="3042"/>
                  </a:lnTo>
                  <a:lnTo>
                    <a:pt x="5253" y="2950"/>
                  </a:lnTo>
                  <a:lnTo>
                    <a:pt x="5200" y="2844"/>
                  </a:lnTo>
                  <a:lnTo>
                    <a:pt x="5161" y="2739"/>
                  </a:lnTo>
                  <a:lnTo>
                    <a:pt x="5121" y="2620"/>
                  </a:lnTo>
                  <a:lnTo>
                    <a:pt x="5108" y="2502"/>
                  </a:lnTo>
                  <a:lnTo>
                    <a:pt x="5108" y="2384"/>
                  </a:lnTo>
                  <a:lnTo>
                    <a:pt x="5108" y="2252"/>
                  </a:lnTo>
                  <a:lnTo>
                    <a:pt x="5121" y="2133"/>
                  </a:lnTo>
                  <a:lnTo>
                    <a:pt x="5161" y="2028"/>
                  </a:lnTo>
                  <a:lnTo>
                    <a:pt x="5200" y="1910"/>
                  </a:lnTo>
                  <a:lnTo>
                    <a:pt x="5253" y="1804"/>
                  </a:lnTo>
                  <a:lnTo>
                    <a:pt x="5305" y="1712"/>
                  </a:lnTo>
                  <a:lnTo>
                    <a:pt x="5371" y="1620"/>
                  </a:lnTo>
                  <a:lnTo>
                    <a:pt x="5450" y="1528"/>
                  </a:lnTo>
                  <a:lnTo>
                    <a:pt x="5542" y="1449"/>
                  </a:lnTo>
                  <a:lnTo>
                    <a:pt x="5634" y="1383"/>
                  </a:lnTo>
                  <a:lnTo>
                    <a:pt x="5727" y="1330"/>
                  </a:lnTo>
                  <a:lnTo>
                    <a:pt x="5832" y="1278"/>
                  </a:lnTo>
                  <a:lnTo>
                    <a:pt x="5950" y="1238"/>
                  </a:lnTo>
                  <a:lnTo>
                    <a:pt x="6056" y="1212"/>
                  </a:lnTo>
                  <a:lnTo>
                    <a:pt x="6174" y="1186"/>
                  </a:lnTo>
                  <a:close/>
                  <a:moveTo>
                    <a:pt x="6306" y="1"/>
                  </a:moveTo>
                  <a:lnTo>
                    <a:pt x="6056" y="14"/>
                  </a:lnTo>
                  <a:lnTo>
                    <a:pt x="5819" y="54"/>
                  </a:lnTo>
                  <a:lnTo>
                    <a:pt x="5595" y="106"/>
                  </a:lnTo>
                  <a:lnTo>
                    <a:pt x="5371" y="185"/>
                  </a:lnTo>
                  <a:lnTo>
                    <a:pt x="5174" y="291"/>
                  </a:lnTo>
                  <a:lnTo>
                    <a:pt x="4976" y="409"/>
                  </a:lnTo>
                  <a:lnTo>
                    <a:pt x="4792" y="541"/>
                  </a:lnTo>
                  <a:lnTo>
                    <a:pt x="4621" y="699"/>
                  </a:lnTo>
                  <a:lnTo>
                    <a:pt x="4463" y="870"/>
                  </a:lnTo>
                  <a:lnTo>
                    <a:pt x="4331" y="1054"/>
                  </a:lnTo>
                  <a:lnTo>
                    <a:pt x="4213" y="1251"/>
                  </a:lnTo>
                  <a:lnTo>
                    <a:pt x="4107" y="1449"/>
                  </a:lnTo>
                  <a:lnTo>
                    <a:pt x="4028" y="1673"/>
                  </a:lnTo>
                  <a:lnTo>
                    <a:pt x="3976" y="1896"/>
                  </a:lnTo>
                  <a:lnTo>
                    <a:pt x="3936" y="2133"/>
                  </a:lnTo>
                  <a:lnTo>
                    <a:pt x="3923" y="2384"/>
                  </a:lnTo>
                  <a:lnTo>
                    <a:pt x="3936" y="2581"/>
                  </a:lnTo>
                  <a:lnTo>
                    <a:pt x="3963" y="2778"/>
                  </a:lnTo>
                  <a:lnTo>
                    <a:pt x="4002" y="2976"/>
                  </a:lnTo>
                  <a:lnTo>
                    <a:pt x="4055" y="3173"/>
                  </a:lnTo>
                  <a:lnTo>
                    <a:pt x="4134" y="3344"/>
                  </a:lnTo>
                  <a:lnTo>
                    <a:pt x="4213" y="3529"/>
                  </a:lnTo>
                  <a:lnTo>
                    <a:pt x="4318" y="3687"/>
                  </a:lnTo>
                  <a:lnTo>
                    <a:pt x="4437" y="3845"/>
                  </a:lnTo>
                  <a:lnTo>
                    <a:pt x="4555" y="3989"/>
                  </a:lnTo>
                  <a:lnTo>
                    <a:pt x="4687" y="4134"/>
                  </a:lnTo>
                  <a:lnTo>
                    <a:pt x="4845" y="4253"/>
                  </a:lnTo>
                  <a:lnTo>
                    <a:pt x="5003" y="4371"/>
                  </a:lnTo>
                  <a:lnTo>
                    <a:pt x="5161" y="4463"/>
                  </a:lnTo>
                  <a:lnTo>
                    <a:pt x="5332" y="4556"/>
                  </a:lnTo>
                  <a:lnTo>
                    <a:pt x="5516" y="4621"/>
                  </a:lnTo>
                  <a:lnTo>
                    <a:pt x="5713" y="4687"/>
                  </a:lnTo>
                  <a:lnTo>
                    <a:pt x="5713" y="25841"/>
                  </a:lnTo>
                  <a:lnTo>
                    <a:pt x="0" y="25841"/>
                  </a:lnTo>
                  <a:lnTo>
                    <a:pt x="0" y="27026"/>
                  </a:lnTo>
                  <a:lnTo>
                    <a:pt x="6885" y="27026"/>
                  </a:lnTo>
                  <a:lnTo>
                    <a:pt x="6885" y="4687"/>
                  </a:lnTo>
                  <a:lnTo>
                    <a:pt x="7082" y="4621"/>
                  </a:lnTo>
                  <a:lnTo>
                    <a:pt x="7267" y="4556"/>
                  </a:lnTo>
                  <a:lnTo>
                    <a:pt x="7438" y="4463"/>
                  </a:lnTo>
                  <a:lnTo>
                    <a:pt x="7609" y="4371"/>
                  </a:lnTo>
                  <a:lnTo>
                    <a:pt x="7767" y="4253"/>
                  </a:lnTo>
                  <a:lnTo>
                    <a:pt x="7912" y="4134"/>
                  </a:lnTo>
                  <a:lnTo>
                    <a:pt x="8043" y="3989"/>
                  </a:lnTo>
                  <a:lnTo>
                    <a:pt x="8175" y="3845"/>
                  </a:lnTo>
                  <a:lnTo>
                    <a:pt x="8280" y="3687"/>
                  </a:lnTo>
                  <a:lnTo>
                    <a:pt x="8386" y="3529"/>
                  </a:lnTo>
                  <a:lnTo>
                    <a:pt x="8465" y="3344"/>
                  </a:lnTo>
                  <a:lnTo>
                    <a:pt x="8544" y="3173"/>
                  </a:lnTo>
                  <a:lnTo>
                    <a:pt x="8596" y="2976"/>
                  </a:lnTo>
                  <a:lnTo>
                    <a:pt x="8649" y="2778"/>
                  </a:lnTo>
                  <a:lnTo>
                    <a:pt x="8675" y="2581"/>
                  </a:lnTo>
                  <a:lnTo>
                    <a:pt x="8675" y="2384"/>
                  </a:lnTo>
                  <a:lnTo>
                    <a:pt x="8662" y="2133"/>
                  </a:lnTo>
                  <a:lnTo>
                    <a:pt x="8636" y="1896"/>
                  </a:lnTo>
                  <a:lnTo>
                    <a:pt x="8570" y="1673"/>
                  </a:lnTo>
                  <a:lnTo>
                    <a:pt x="8491" y="1449"/>
                  </a:lnTo>
                  <a:lnTo>
                    <a:pt x="8386" y="1251"/>
                  </a:lnTo>
                  <a:lnTo>
                    <a:pt x="8267" y="1054"/>
                  </a:lnTo>
                  <a:lnTo>
                    <a:pt x="8135" y="870"/>
                  </a:lnTo>
                  <a:lnTo>
                    <a:pt x="7977" y="699"/>
                  </a:lnTo>
                  <a:lnTo>
                    <a:pt x="7806" y="541"/>
                  </a:lnTo>
                  <a:lnTo>
                    <a:pt x="7635" y="409"/>
                  </a:lnTo>
                  <a:lnTo>
                    <a:pt x="7438" y="291"/>
                  </a:lnTo>
                  <a:lnTo>
                    <a:pt x="7227" y="185"/>
                  </a:lnTo>
                  <a:lnTo>
                    <a:pt x="7003" y="106"/>
                  </a:lnTo>
                  <a:lnTo>
                    <a:pt x="6780" y="54"/>
                  </a:lnTo>
                  <a:lnTo>
                    <a:pt x="6543" y="14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6"/>
            <p:cNvSpPr/>
            <p:nvPr/>
          </p:nvSpPr>
          <p:spPr>
            <a:xfrm>
              <a:off x="2061550" y="2682575"/>
              <a:ext cx="331750" cy="621350"/>
            </a:xfrm>
            <a:custGeom>
              <a:rect b="b" l="l" r="r" t="t"/>
              <a:pathLst>
                <a:path extrusionOk="0" h="24854" w="13270">
                  <a:moveTo>
                    <a:pt x="10887" y="1172"/>
                  </a:moveTo>
                  <a:lnTo>
                    <a:pt x="11005" y="1185"/>
                  </a:lnTo>
                  <a:lnTo>
                    <a:pt x="11124" y="1198"/>
                  </a:lnTo>
                  <a:lnTo>
                    <a:pt x="11242" y="1225"/>
                  </a:lnTo>
                  <a:lnTo>
                    <a:pt x="11347" y="1277"/>
                  </a:lnTo>
                  <a:lnTo>
                    <a:pt x="11453" y="1317"/>
                  </a:lnTo>
                  <a:lnTo>
                    <a:pt x="11558" y="1383"/>
                  </a:lnTo>
                  <a:lnTo>
                    <a:pt x="11650" y="1449"/>
                  </a:lnTo>
                  <a:lnTo>
                    <a:pt x="11729" y="1528"/>
                  </a:lnTo>
                  <a:lnTo>
                    <a:pt x="11808" y="1620"/>
                  </a:lnTo>
                  <a:lnTo>
                    <a:pt x="11874" y="1712"/>
                  </a:lnTo>
                  <a:lnTo>
                    <a:pt x="11940" y="1804"/>
                  </a:lnTo>
                  <a:lnTo>
                    <a:pt x="11992" y="1909"/>
                  </a:lnTo>
                  <a:lnTo>
                    <a:pt x="12032" y="2015"/>
                  </a:lnTo>
                  <a:lnTo>
                    <a:pt x="12058" y="2133"/>
                  </a:lnTo>
                  <a:lnTo>
                    <a:pt x="12071" y="2252"/>
                  </a:lnTo>
                  <a:lnTo>
                    <a:pt x="12084" y="2370"/>
                  </a:lnTo>
                  <a:lnTo>
                    <a:pt x="12084" y="2475"/>
                  </a:lnTo>
                  <a:lnTo>
                    <a:pt x="12071" y="2581"/>
                  </a:lnTo>
                  <a:lnTo>
                    <a:pt x="12045" y="2673"/>
                  </a:lnTo>
                  <a:lnTo>
                    <a:pt x="12019" y="2765"/>
                  </a:lnTo>
                  <a:lnTo>
                    <a:pt x="11979" y="2857"/>
                  </a:lnTo>
                  <a:lnTo>
                    <a:pt x="11940" y="2949"/>
                  </a:lnTo>
                  <a:lnTo>
                    <a:pt x="11834" y="3107"/>
                  </a:lnTo>
                  <a:lnTo>
                    <a:pt x="11703" y="3252"/>
                  </a:lnTo>
                  <a:lnTo>
                    <a:pt x="11545" y="3370"/>
                  </a:lnTo>
                  <a:lnTo>
                    <a:pt x="11466" y="3423"/>
                  </a:lnTo>
                  <a:lnTo>
                    <a:pt x="11374" y="3463"/>
                  </a:lnTo>
                  <a:lnTo>
                    <a:pt x="11282" y="3502"/>
                  </a:lnTo>
                  <a:lnTo>
                    <a:pt x="11189" y="3528"/>
                  </a:lnTo>
                  <a:lnTo>
                    <a:pt x="10584" y="3528"/>
                  </a:lnTo>
                  <a:lnTo>
                    <a:pt x="10492" y="3502"/>
                  </a:lnTo>
                  <a:lnTo>
                    <a:pt x="10400" y="3463"/>
                  </a:lnTo>
                  <a:lnTo>
                    <a:pt x="10307" y="3423"/>
                  </a:lnTo>
                  <a:lnTo>
                    <a:pt x="10228" y="3370"/>
                  </a:lnTo>
                  <a:lnTo>
                    <a:pt x="10070" y="3252"/>
                  </a:lnTo>
                  <a:lnTo>
                    <a:pt x="9939" y="3107"/>
                  </a:lnTo>
                  <a:lnTo>
                    <a:pt x="9834" y="2949"/>
                  </a:lnTo>
                  <a:lnTo>
                    <a:pt x="9794" y="2857"/>
                  </a:lnTo>
                  <a:lnTo>
                    <a:pt x="9755" y="2765"/>
                  </a:lnTo>
                  <a:lnTo>
                    <a:pt x="9728" y="2673"/>
                  </a:lnTo>
                  <a:lnTo>
                    <a:pt x="9702" y="2581"/>
                  </a:lnTo>
                  <a:lnTo>
                    <a:pt x="9689" y="2475"/>
                  </a:lnTo>
                  <a:lnTo>
                    <a:pt x="9689" y="2370"/>
                  </a:lnTo>
                  <a:lnTo>
                    <a:pt x="9702" y="2252"/>
                  </a:lnTo>
                  <a:lnTo>
                    <a:pt x="9715" y="2133"/>
                  </a:lnTo>
                  <a:lnTo>
                    <a:pt x="9741" y="2015"/>
                  </a:lnTo>
                  <a:lnTo>
                    <a:pt x="9781" y="1909"/>
                  </a:lnTo>
                  <a:lnTo>
                    <a:pt x="9834" y="1804"/>
                  </a:lnTo>
                  <a:lnTo>
                    <a:pt x="9899" y="1712"/>
                  </a:lnTo>
                  <a:lnTo>
                    <a:pt x="9965" y="1620"/>
                  </a:lnTo>
                  <a:lnTo>
                    <a:pt x="10044" y="1528"/>
                  </a:lnTo>
                  <a:lnTo>
                    <a:pt x="10123" y="1449"/>
                  </a:lnTo>
                  <a:lnTo>
                    <a:pt x="10215" y="1383"/>
                  </a:lnTo>
                  <a:lnTo>
                    <a:pt x="10321" y="1317"/>
                  </a:lnTo>
                  <a:lnTo>
                    <a:pt x="10426" y="1277"/>
                  </a:lnTo>
                  <a:lnTo>
                    <a:pt x="10531" y="1225"/>
                  </a:lnTo>
                  <a:lnTo>
                    <a:pt x="10650" y="1198"/>
                  </a:lnTo>
                  <a:lnTo>
                    <a:pt x="10768" y="1185"/>
                  </a:lnTo>
                  <a:lnTo>
                    <a:pt x="10887" y="1172"/>
                  </a:lnTo>
                  <a:close/>
                  <a:moveTo>
                    <a:pt x="10887" y="1"/>
                  </a:moveTo>
                  <a:lnTo>
                    <a:pt x="10650" y="14"/>
                  </a:lnTo>
                  <a:lnTo>
                    <a:pt x="10413" y="40"/>
                  </a:lnTo>
                  <a:lnTo>
                    <a:pt x="10176" y="106"/>
                  </a:lnTo>
                  <a:lnTo>
                    <a:pt x="9965" y="185"/>
                  </a:lnTo>
                  <a:lnTo>
                    <a:pt x="9755" y="277"/>
                  </a:lnTo>
                  <a:lnTo>
                    <a:pt x="9557" y="409"/>
                  </a:lnTo>
                  <a:lnTo>
                    <a:pt x="9373" y="540"/>
                  </a:lnTo>
                  <a:lnTo>
                    <a:pt x="9202" y="698"/>
                  </a:lnTo>
                  <a:lnTo>
                    <a:pt x="9057" y="856"/>
                  </a:lnTo>
                  <a:lnTo>
                    <a:pt x="8912" y="1041"/>
                  </a:lnTo>
                  <a:lnTo>
                    <a:pt x="8794" y="1238"/>
                  </a:lnTo>
                  <a:lnTo>
                    <a:pt x="8701" y="1449"/>
                  </a:lnTo>
                  <a:lnTo>
                    <a:pt x="8609" y="1672"/>
                  </a:lnTo>
                  <a:lnTo>
                    <a:pt x="8557" y="1896"/>
                  </a:lnTo>
                  <a:lnTo>
                    <a:pt x="8517" y="2133"/>
                  </a:lnTo>
                  <a:lnTo>
                    <a:pt x="8504" y="2370"/>
                  </a:lnTo>
                  <a:lnTo>
                    <a:pt x="8517" y="2581"/>
                  </a:lnTo>
                  <a:lnTo>
                    <a:pt x="8544" y="2778"/>
                  </a:lnTo>
                  <a:lnTo>
                    <a:pt x="8583" y="2976"/>
                  </a:lnTo>
                  <a:lnTo>
                    <a:pt x="8649" y="3160"/>
                  </a:lnTo>
                  <a:lnTo>
                    <a:pt x="8715" y="3344"/>
                  </a:lnTo>
                  <a:lnTo>
                    <a:pt x="8807" y="3515"/>
                  </a:lnTo>
                  <a:lnTo>
                    <a:pt x="8899" y="3686"/>
                  </a:lnTo>
                  <a:lnTo>
                    <a:pt x="9017" y="3844"/>
                  </a:lnTo>
                  <a:lnTo>
                    <a:pt x="9136" y="3989"/>
                  </a:lnTo>
                  <a:lnTo>
                    <a:pt x="9281" y="4121"/>
                  </a:lnTo>
                  <a:lnTo>
                    <a:pt x="9425" y="4252"/>
                  </a:lnTo>
                  <a:lnTo>
                    <a:pt x="9583" y="4358"/>
                  </a:lnTo>
                  <a:lnTo>
                    <a:pt x="9755" y="4463"/>
                  </a:lnTo>
                  <a:lnTo>
                    <a:pt x="9926" y="4555"/>
                  </a:lnTo>
                  <a:lnTo>
                    <a:pt x="10110" y="4621"/>
                  </a:lnTo>
                  <a:lnTo>
                    <a:pt x="10294" y="4674"/>
                  </a:lnTo>
                  <a:lnTo>
                    <a:pt x="10294" y="23682"/>
                  </a:lnTo>
                  <a:lnTo>
                    <a:pt x="0" y="23682"/>
                  </a:lnTo>
                  <a:lnTo>
                    <a:pt x="0" y="24853"/>
                  </a:lnTo>
                  <a:lnTo>
                    <a:pt x="11479" y="24853"/>
                  </a:lnTo>
                  <a:lnTo>
                    <a:pt x="11479" y="4674"/>
                  </a:lnTo>
                  <a:lnTo>
                    <a:pt x="11663" y="4621"/>
                  </a:lnTo>
                  <a:lnTo>
                    <a:pt x="11848" y="4555"/>
                  </a:lnTo>
                  <a:lnTo>
                    <a:pt x="12019" y="4463"/>
                  </a:lnTo>
                  <a:lnTo>
                    <a:pt x="12190" y="4358"/>
                  </a:lnTo>
                  <a:lnTo>
                    <a:pt x="12348" y="4252"/>
                  </a:lnTo>
                  <a:lnTo>
                    <a:pt x="12493" y="4121"/>
                  </a:lnTo>
                  <a:lnTo>
                    <a:pt x="12637" y="3989"/>
                  </a:lnTo>
                  <a:lnTo>
                    <a:pt x="12756" y="3844"/>
                  </a:lnTo>
                  <a:lnTo>
                    <a:pt x="12874" y="3686"/>
                  </a:lnTo>
                  <a:lnTo>
                    <a:pt x="12966" y="3515"/>
                  </a:lnTo>
                  <a:lnTo>
                    <a:pt x="13059" y="3344"/>
                  </a:lnTo>
                  <a:lnTo>
                    <a:pt x="13124" y="3160"/>
                  </a:lnTo>
                  <a:lnTo>
                    <a:pt x="13190" y="2976"/>
                  </a:lnTo>
                  <a:lnTo>
                    <a:pt x="13230" y="2778"/>
                  </a:lnTo>
                  <a:lnTo>
                    <a:pt x="13256" y="2581"/>
                  </a:lnTo>
                  <a:lnTo>
                    <a:pt x="13269" y="2370"/>
                  </a:lnTo>
                  <a:lnTo>
                    <a:pt x="13256" y="2133"/>
                  </a:lnTo>
                  <a:lnTo>
                    <a:pt x="13217" y="1896"/>
                  </a:lnTo>
                  <a:lnTo>
                    <a:pt x="13164" y="1672"/>
                  </a:lnTo>
                  <a:lnTo>
                    <a:pt x="13072" y="1449"/>
                  </a:lnTo>
                  <a:lnTo>
                    <a:pt x="12980" y="1238"/>
                  </a:lnTo>
                  <a:lnTo>
                    <a:pt x="12861" y="1041"/>
                  </a:lnTo>
                  <a:lnTo>
                    <a:pt x="12716" y="856"/>
                  </a:lnTo>
                  <a:lnTo>
                    <a:pt x="12572" y="698"/>
                  </a:lnTo>
                  <a:lnTo>
                    <a:pt x="12400" y="540"/>
                  </a:lnTo>
                  <a:lnTo>
                    <a:pt x="12216" y="409"/>
                  </a:lnTo>
                  <a:lnTo>
                    <a:pt x="12019" y="277"/>
                  </a:lnTo>
                  <a:lnTo>
                    <a:pt x="11808" y="185"/>
                  </a:lnTo>
                  <a:lnTo>
                    <a:pt x="11597" y="106"/>
                  </a:lnTo>
                  <a:lnTo>
                    <a:pt x="11361" y="40"/>
                  </a:lnTo>
                  <a:lnTo>
                    <a:pt x="11124" y="14"/>
                  </a:lnTo>
                  <a:lnTo>
                    <a:pt x="1088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6"/>
            <p:cNvSpPr/>
            <p:nvPr/>
          </p:nvSpPr>
          <p:spPr>
            <a:xfrm>
              <a:off x="2061550" y="2426550"/>
              <a:ext cx="561775" cy="257700"/>
            </a:xfrm>
            <a:custGeom>
              <a:rect b="b" l="l" r="r" t="t"/>
              <a:pathLst>
                <a:path extrusionOk="0" h="10308" w="22471">
                  <a:moveTo>
                    <a:pt x="20220" y="6727"/>
                  </a:moveTo>
                  <a:lnTo>
                    <a:pt x="20338" y="6753"/>
                  </a:lnTo>
                  <a:lnTo>
                    <a:pt x="20443" y="6780"/>
                  </a:lnTo>
                  <a:lnTo>
                    <a:pt x="20562" y="6819"/>
                  </a:lnTo>
                  <a:lnTo>
                    <a:pt x="20667" y="6872"/>
                  </a:lnTo>
                  <a:lnTo>
                    <a:pt x="20759" y="6924"/>
                  </a:lnTo>
                  <a:lnTo>
                    <a:pt x="20851" y="7003"/>
                  </a:lnTo>
                  <a:lnTo>
                    <a:pt x="20944" y="7082"/>
                  </a:lnTo>
                  <a:lnTo>
                    <a:pt x="21023" y="7161"/>
                  </a:lnTo>
                  <a:lnTo>
                    <a:pt x="21088" y="7253"/>
                  </a:lnTo>
                  <a:lnTo>
                    <a:pt x="21141" y="7359"/>
                  </a:lnTo>
                  <a:lnTo>
                    <a:pt x="21194" y="7464"/>
                  </a:lnTo>
                  <a:lnTo>
                    <a:pt x="21233" y="7569"/>
                  </a:lnTo>
                  <a:lnTo>
                    <a:pt x="21259" y="7688"/>
                  </a:lnTo>
                  <a:lnTo>
                    <a:pt x="21286" y="7806"/>
                  </a:lnTo>
                  <a:lnTo>
                    <a:pt x="21286" y="7925"/>
                  </a:lnTo>
                  <a:lnTo>
                    <a:pt x="21286" y="8043"/>
                  </a:lnTo>
                  <a:lnTo>
                    <a:pt x="21259" y="8162"/>
                  </a:lnTo>
                  <a:lnTo>
                    <a:pt x="21233" y="8280"/>
                  </a:lnTo>
                  <a:lnTo>
                    <a:pt x="21194" y="8386"/>
                  </a:lnTo>
                  <a:lnTo>
                    <a:pt x="21141" y="8491"/>
                  </a:lnTo>
                  <a:lnTo>
                    <a:pt x="21088" y="8596"/>
                  </a:lnTo>
                  <a:lnTo>
                    <a:pt x="21023" y="8688"/>
                  </a:lnTo>
                  <a:lnTo>
                    <a:pt x="20944" y="8767"/>
                  </a:lnTo>
                  <a:lnTo>
                    <a:pt x="20851" y="8846"/>
                  </a:lnTo>
                  <a:lnTo>
                    <a:pt x="20759" y="8912"/>
                  </a:lnTo>
                  <a:lnTo>
                    <a:pt x="20667" y="8978"/>
                  </a:lnTo>
                  <a:lnTo>
                    <a:pt x="20562" y="9031"/>
                  </a:lnTo>
                  <a:lnTo>
                    <a:pt x="20443" y="9070"/>
                  </a:lnTo>
                  <a:lnTo>
                    <a:pt x="20338" y="9096"/>
                  </a:lnTo>
                  <a:lnTo>
                    <a:pt x="20220" y="9110"/>
                  </a:lnTo>
                  <a:lnTo>
                    <a:pt x="20088" y="9123"/>
                  </a:lnTo>
                  <a:lnTo>
                    <a:pt x="19969" y="9110"/>
                  </a:lnTo>
                  <a:lnTo>
                    <a:pt x="19851" y="9096"/>
                  </a:lnTo>
                  <a:lnTo>
                    <a:pt x="19732" y="9070"/>
                  </a:lnTo>
                  <a:lnTo>
                    <a:pt x="19627" y="9031"/>
                  </a:lnTo>
                  <a:lnTo>
                    <a:pt x="19522" y="8978"/>
                  </a:lnTo>
                  <a:lnTo>
                    <a:pt x="19430" y="8912"/>
                  </a:lnTo>
                  <a:lnTo>
                    <a:pt x="19338" y="8846"/>
                  </a:lnTo>
                  <a:lnTo>
                    <a:pt x="19245" y="8767"/>
                  </a:lnTo>
                  <a:lnTo>
                    <a:pt x="19166" y="8688"/>
                  </a:lnTo>
                  <a:lnTo>
                    <a:pt x="19101" y="8596"/>
                  </a:lnTo>
                  <a:lnTo>
                    <a:pt x="19035" y="8491"/>
                  </a:lnTo>
                  <a:lnTo>
                    <a:pt x="18995" y="8386"/>
                  </a:lnTo>
                  <a:lnTo>
                    <a:pt x="18943" y="8280"/>
                  </a:lnTo>
                  <a:lnTo>
                    <a:pt x="18916" y="8162"/>
                  </a:lnTo>
                  <a:lnTo>
                    <a:pt x="18903" y="8043"/>
                  </a:lnTo>
                  <a:lnTo>
                    <a:pt x="18890" y="7925"/>
                  </a:lnTo>
                  <a:lnTo>
                    <a:pt x="18903" y="7806"/>
                  </a:lnTo>
                  <a:lnTo>
                    <a:pt x="18916" y="7688"/>
                  </a:lnTo>
                  <a:lnTo>
                    <a:pt x="18943" y="7569"/>
                  </a:lnTo>
                  <a:lnTo>
                    <a:pt x="18995" y="7464"/>
                  </a:lnTo>
                  <a:lnTo>
                    <a:pt x="19035" y="7359"/>
                  </a:lnTo>
                  <a:lnTo>
                    <a:pt x="19101" y="7253"/>
                  </a:lnTo>
                  <a:lnTo>
                    <a:pt x="19166" y="7161"/>
                  </a:lnTo>
                  <a:lnTo>
                    <a:pt x="19245" y="7082"/>
                  </a:lnTo>
                  <a:lnTo>
                    <a:pt x="19338" y="7003"/>
                  </a:lnTo>
                  <a:lnTo>
                    <a:pt x="19430" y="6924"/>
                  </a:lnTo>
                  <a:lnTo>
                    <a:pt x="19522" y="6872"/>
                  </a:lnTo>
                  <a:lnTo>
                    <a:pt x="19627" y="6819"/>
                  </a:lnTo>
                  <a:lnTo>
                    <a:pt x="19732" y="6780"/>
                  </a:lnTo>
                  <a:lnTo>
                    <a:pt x="19851" y="6753"/>
                  </a:lnTo>
                  <a:lnTo>
                    <a:pt x="19969" y="6727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19496" y="1185"/>
                  </a:lnTo>
                  <a:lnTo>
                    <a:pt x="19496" y="5621"/>
                  </a:lnTo>
                  <a:lnTo>
                    <a:pt x="19311" y="5674"/>
                  </a:lnTo>
                  <a:lnTo>
                    <a:pt x="19127" y="5753"/>
                  </a:lnTo>
                  <a:lnTo>
                    <a:pt x="18956" y="5832"/>
                  </a:lnTo>
                  <a:lnTo>
                    <a:pt x="18785" y="5937"/>
                  </a:lnTo>
                  <a:lnTo>
                    <a:pt x="18627" y="6042"/>
                  </a:lnTo>
                  <a:lnTo>
                    <a:pt x="18482" y="6174"/>
                  </a:lnTo>
                  <a:lnTo>
                    <a:pt x="18350" y="6306"/>
                  </a:lnTo>
                  <a:lnTo>
                    <a:pt x="18219" y="6451"/>
                  </a:lnTo>
                  <a:lnTo>
                    <a:pt x="18113" y="6608"/>
                  </a:lnTo>
                  <a:lnTo>
                    <a:pt x="18008" y="6780"/>
                  </a:lnTo>
                  <a:lnTo>
                    <a:pt x="17916" y="6951"/>
                  </a:lnTo>
                  <a:lnTo>
                    <a:pt x="17850" y="7135"/>
                  </a:lnTo>
                  <a:lnTo>
                    <a:pt x="17784" y="7319"/>
                  </a:lnTo>
                  <a:lnTo>
                    <a:pt x="17745" y="7517"/>
                  </a:lnTo>
                  <a:lnTo>
                    <a:pt x="17718" y="7714"/>
                  </a:lnTo>
                  <a:lnTo>
                    <a:pt x="17718" y="7925"/>
                  </a:lnTo>
                  <a:lnTo>
                    <a:pt x="17732" y="8162"/>
                  </a:lnTo>
                  <a:lnTo>
                    <a:pt x="17758" y="8399"/>
                  </a:lnTo>
                  <a:lnTo>
                    <a:pt x="17824" y="8636"/>
                  </a:lnTo>
                  <a:lnTo>
                    <a:pt x="17903" y="8846"/>
                  </a:lnTo>
                  <a:lnTo>
                    <a:pt x="17995" y="9057"/>
                  </a:lnTo>
                  <a:lnTo>
                    <a:pt x="18127" y="9254"/>
                  </a:lnTo>
                  <a:lnTo>
                    <a:pt x="18258" y="9439"/>
                  </a:lnTo>
                  <a:lnTo>
                    <a:pt x="18416" y="9610"/>
                  </a:lnTo>
                  <a:lnTo>
                    <a:pt x="18574" y="9755"/>
                  </a:lnTo>
                  <a:lnTo>
                    <a:pt x="18758" y="9899"/>
                  </a:lnTo>
                  <a:lnTo>
                    <a:pt x="18956" y="10018"/>
                  </a:lnTo>
                  <a:lnTo>
                    <a:pt x="19166" y="10110"/>
                  </a:lnTo>
                  <a:lnTo>
                    <a:pt x="19390" y="10189"/>
                  </a:lnTo>
                  <a:lnTo>
                    <a:pt x="19614" y="10255"/>
                  </a:lnTo>
                  <a:lnTo>
                    <a:pt x="19851" y="10294"/>
                  </a:lnTo>
                  <a:lnTo>
                    <a:pt x="20088" y="10307"/>
                  </a:lnTo>
                  <a:lnTo>
                    <a:pt x="20338" y="10294"/>
                  </a:lnTo>
                  <a:lnTo>
                    <a:pt x="20575" y="10255"/>
                  </a:lnTo>
                  <a:lnTo>
                    <a:pt x="20799" y="10189"/>
                  </a:lnTo>
                  <a:lnTo>
                    <a:pt x="21023" y="10110"/>
                  </a:lnTo>
                  <a:lnTo>
                    <a:pt x="21220" y="10018"/>
                  </a:lnTo>
                  <a:lnTo>
                    <a:pt x="21417" y="9899"/>
                  </a:lnTo>
                  <a:lnTo>
                    <a:pt x="21602" y="9755"/>
                  </a:lnTo>
                  <a:lnTo>
                    <a:pt x="21773" y="9610"/>
                  </a:lnTo>
                  <a:lnTo>
                    <a:pt x="21931" y="9439"/>
                  </a:lnTo>
                  <a:lnTo>
                    <a:pt x="22062" y="9254"/>
                  </a:lnTo>
                  <a:lnTo>
                    <a:pt x="22181" y="9057"/>
                  </a:lnTo>
                  <a:lnTo>
                    <a:pt x="22286" y="8846"/>
                  </a:lnTo>
                  <a:lnTo>
                    <a:pt x="22365" y="8636"/>
                  </a:lnTo>
                  <a:lnTo>
                    <a:pt x="22418" y="8399"/>
                  </a:lnTo>
                  <a:lnTo>
                    <a:pt x="22457" y="8162"/>
                  </a:lnTo>
                  <a:lnTo>
                    <a:pt x="22470" y="7925"/>
                  </a:lnTo>
                  <a:lnTo>
                    <a:pt x="22457" y="7714"/>
                  </a:lnTo>
                  <a:lnTo>
                    <a:pt x="22431" y="7517"/>
                  </a:lnTo>
                  <a:lnTo>
                    <a:pt x="22392" y="7319"/>
                  </a:lnTo>
                  <a:lnTo>
                    <a:pt x="22339" y="7135"/>
                  </a:lnTo>
                  <a:lnTo>
                    <a:pt x="22260" y="6951"/>
                  </a:lnTo>
                  <a:lnTo>
                    <a:pt x="22181" y="6780"/>
                  </a:lnTo>
                  <a:lnTo>
                    <a:pt x="22076" y="6608"/>
                  </a:lnTo>
                  <a:lnTo>
                    <a:pt x="21957" y="6451"/>
                  </a:lnTo>
                  <a:lnTo>
                    <a:pt x="21839" y="6306"/>
                  </a:lnTo>
                  <a:lnTo>
                    <a:pt x="21694" y="6174"/>
                  </a:lnTo>
                  <a:lnTo>
                    <a:pt x="21549" y="6042"/>
                  </a:lnTo>
                  <a:lnTo>
                    <a:pt x="21391" y="5937"/>
                  </a:lnTo>
                  <a:lnTo>
                    <a:pt x="21233" y="5832"/>
                  </a:lnTo>
                  <a:lnTo>
                    <a:pt x="21049" y="5753"/>
                  </a:lnTo>
                  <a:lnTo>
                    <a:pt x="20878" y="5674"/>
                  </a:lnTo>
                  <a:lnTo>
                    <a:pt x="20680" y="5621"/>
                  </a:lnTo>
                  <a:lnTo>
                    <a:pt x="2068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6"/>
            <p:cNvSpPr/>
            <p:nvPr/>
          </p:nvSpPr>
          <p:spPr>
            <a:xfrm>
              <a:off x="1645575" y="1140475"/>
              <a:ext cx="250800" cy="1716875"/>
            </a:xfrm>
            <a:custGeom>
              <a:rect b="b" l="l" r="r" t="t"/>
              <a:pathLst>
                <a:path extrusionOk="0" h="68675" w="10032">
                  <a:moveTo>
                    <a:pt x="7649" y="1172"/>
                  </a:moveTo>
                  <a:lnTo>
                    <a:pt x="7767" y="1185"/>
                  </a:lnTo>
                  <a:lnTo>
                    <a:pt x="7886" y="1198"/>
                  </a:lnTo>
                  <a:lnTo>
                    <a:pt x="8004" y="1225"/>
                  </a:lnTo>
                  <a:lnTo>
                    <a:pt x="8109" y="1277"/>
                  </a:lnTo>
                  <a:lnTo>
                    <a:pt x="8215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491" y="1527"/>
                  </a:lnTo>
                  <a:lnTo>
                    <a:pt x="8570" y="1606"/>
                  </a:lnTo>
                  <a:lnTo>
                    <a:pt x="8636" y="1698"/>
                  </a:lnTo>
                  <a:lnTo>
                    <a:pt x="8702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20" y="2133"/>
                  </a:lnTo>
                  <a:lnTo>
                    <a:pt x="8833" y="2251"/>
                  </a:lnTo>
                  <a:lnTo>
                    <a:pt x="8847" y="2370"/>
                  </a:lnTo>
                  <a:lnTo>
                    <a:pt x="8833" y="2501"/>
                  </a:lnTo>
                  <a:lnTo>
                    <a:pt x="8820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2" y="2949"/>
                  </a:lnTo>
                  <a:lnTo>
                    <a:pt x="8636" y="3041"/>
                  </a:lnTo>
                  <a:lnTo>
                    <a:pt x="8570" y="3133"/>
                  </a:lnTo>
                  <a:lnTo>
                    <a:pt x="8491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15" y="3423"/>
                  </a:lnTo>
                  <a:lnTo>
                    <a:pt x="8109" y="3476"/>
                  </a:lnTo>
                  <a:lnTo>
                    <a:pt x="8004" y="3515"/>
                  </a:lnTo>
                  <a:lnTo>
                    <a:pt x="7886" y="3541"/>
                  </a:lnTo>
                  <a:lnTo>
                    <a:pt x="7767" y="3568"/>
                  </a:lnTo>
                  <a:lnTo>
                    <a:pt x="7530" y="3568"/>
                  </a:lnTo>
                  <a:lnTo>
                    <a:pt x="7412" y="3541"/>
                  </a:lnTo>
                  <a:lnTo>
                    <a:pt x="7293" y="3515"/>
                  </a:lnTo>
                  <a:lnTo>
                    <a:pt x="7175" y="3476"/>
                  </a:lnTo>
                  <a:lnTo>
                    <a:pt x="7083" y="3423"/>
                  </a:lnTo>
                  <a:lnTo>
                    <a:pt x="6977" y="3370"/>
                  </a:lnTo>
                  <a:lnTo>
                    <a:pt x="6885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48" y="3041"/>
                  </a:lnTo>
                  <a:lnTo>
                    <a:pt x="6596" y="2949"/>
                  </a:lnTo>
                  <a:lnTo>
                    <a:pt x="6543" y="2844"/>
                  </a:lnTo>
                  <a:lnTo>
                    <a:pt x="6504" y="2725"/>
                  </a:lnTo>
                  <a:lnTo>
                    <a:pt x="6477" y="2620"/>
                  </a:lnTo>
                  <a:lnTo>
                    <a:pt x="6451" y="2501"/>
                  </a:lnTo>
                  <a:lnTo>
                    <a:pt x="6451" y="2370"/>
                  </a:lnTo>
                  <a:lnTo>
                    <a:pt x="6451" y="2251"/>
                  </a:lnTo>
                  <a:lnTo>
                    <a:pt x="6477" y="2133"/>
                  </a:lnTo>
                  <a:lnTo>
                    <a:pt x="6504" y="2014"/>
                  </a:lnTo>
                  <a:lnTo>
                    <a:pt x="6543" y="1909"/>
                  </a:lnTo>
                  <a:lnTo>
                    <a:pt x="6596" y="1804"/>
                  </a:lnTo>
                  <a:lnTo>
                    <a:pt x="6648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85" y="1448"/>
                  </a:lnTo>
                  <a:lnTo>
                    <a:pt x="6977" y="1383"/>
                  </a:lnTo>
                  <a:lnTo>
                    <a:pt x="7083" y="1317"/>
                  </a:lnTo>
                  <a:lnTo>
                    <a:pt x="7175" y="1277"/>
                  </a:lnTo>
                  <a:lnTo>
                    <a:pt x="7293" y="1225"/>
                  </a:lnTo>
                  <a:lnTo>
                    <a:pt x="7412" y="1198"/>
                  </a:lnTo>
                  <a:lnTo>
                    <a:pt x="7530" y="1185"/>
                  </a:lnTo>
                  <a:lnTo>
                    <a:pt x="7649" y="1172"/>
                  </a:lnTo>
                  <a:close/>
                  <a:moveTo>
                    <a:pt x="7649" y="0"/>
                  </a:moveTo>
                  <a:lnTo>
                    <a:pt x="7399" y="14"/>
                  </a:lnTo>
                  <a:lnTo>
                    <a:pt x="7162" y="40"/>
                  </a:lnTo>
                  <a:lnTo>
                    <a:pt x="6938" y="106"/>
                  </a:lnTo>
                  <a:lnTo>
                    <a:pt x="6727" y="185"/>
                  </a:lnTo>
                  <a:lnTo>
                    <a:pt x="6517" y="277"/>
                  </a:lnTo>
                  <a:lnTo>
                    <a:pt x="6319" y="408"/>
                  </a:lnTo>
                  <a:lnTo>
                    <a:pt x="6135" y="540"/>
                  </a:lnTo>
                  <a:lnTo>
                    <a:pt x="5964" y="698"/>
                  </a:lnTo>
                  <a:lnTo>
                    <a:pt x="5806" y="856"/>
                  </a:lnTo>
                  <a:lnTo>
                    <a:pt x="5674" y="1040"/>
                  </a:lnTo>
                  <a:lnTo>
                    <a:pt x="5556" y="1238"/>
                  </a:lnTo>
                  <a:lnTo>
                    <a:pt x="5450" y="1448"/>
                  </a:lnTo>
                  <a:lnTo>
                    <a:pt x="5371" y="1672"/>
                  </a:lnTo>
                  <a:lnTo>
                    <a:pt x="5319" y="1896"/>
                  </a:lnTo>
                  <a:lnTo>
                    <a:pt x="5279" y="2133"/>
                  </a:lnTo>
                  <a:lnTo>
                    <a:pt x="5266" y="2370"/>
                  </a:lnTo>
                  <a:lnTo>
                    <a:pt x="5279" y="2580"/>
                  </a:lnTo>
                  <a:lnTo>
                    <a:pt x="5306" y="2778"/>
                  </a:lnTo>
                  <a:lnTo>
                    <a:pt x="5345" y="2975"/>
                  </a:lnTo>
                  <a:lnTo>
                    <a:pt x="5398" y="3160"/>
                  </a:lnTo>
                  <a:lnTo>
                    <a:pt x="5477" y="3344"/>
                  </a:lnTo>
                  <a:lnTo>
                    <a:pt x="5569" y="3515"/>
                  </a:lnTo>
                  <a:lnTo>
                    <a:pt x="5661" y="3686"/>
                  </a:lnTo>
                  <a:lnTo>
                    <a:pt x="5780" y="3844"/>
                  </a:lnTo>
                  <a:lnTo>
                    <a:pt x="5898" y="3989"/>
                  </a:lnTo>
                  <a:lnTo>
                    <a:pt x="6043" y="4121"/>
                  </a:lnTo>
                  <a:lnTo>
                    <a:pt x="6188" y="4252"/>
                  </a:lnTo>
                  <a:lnTo>
                    <a:pt x="6346" y="4357"/>
                  </a:lnTo>
                  <a:lnTo>
                    <a:pt x="6504" y="4463"/>
                  </a:lnTo>
                  <a:lnTo>
                    <a:pt x="6688" y="4555"/>
                  </a:lnTo>
                  <a:lnTo>
                    <a:pt x="6872" y="4621"/>
                  </a:lnTo>
                  <a:lnTo>
                    <a:pt x="7056" y="4673"/>
                  </a:lnTo>
                  <a:lnTo>
                    <a:pt x="7056" y="26156"/>
                  </a:lnTo>
                  <a:lnTo>
                    <a:pt x="1" y="33212"/>
                  </a:lnTo>
                  <a:lnTo>
                    <a:pt x="1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25" y="4621"/>
                  </a:lnTo>
                  <a:lnTo>
                    <a:pt x="8610" y="4555"/>
                  </a:lnTo>
                  <a:lnTo>
                    <a:pt x="8781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55" y="4121"/>
                  </a:lnTo>
                  <a:lnTo>
                    <a:pt x="9386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29" y="3515"/>
                  </a:lnTo>
                  <a:lnTo>
                    <a:pt x="9821" y="3344"/>
                  </a:lnTo>
                  <a:lnTo>
                    <a:pt x="9887" y="3160"/>
                  </a:lnTo>
                  <a:lnTo>
                    <a:pt x="9952" y="2975"/>
                  </a:lnTo>
                  <a:lnTo>
                    <a:pt x="9992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9" y="1896"/>
                  </a:lnTo>
                  <a:lnTo>
                    <a:pt x="9913" y="1672"/>
                  </a:lnTo>
                  <a:lnTo>
                    <a:pt x="9834" y="1448"/>
                  </a:lnTo>
                  <a:lnTo>
                    <a:pt x="9742" y="1238"/>
                  </a:lnTo>
                  <a:lnTo>
                    <a:pt x="9623" y="1040"/>
                  </a:lnTo>
                  <a:lnTo>
                    <a:pt x="9478" y="856"/>
                  </a:lnTo>
                  <a:lnTo>
                    <a:pt x="9334" y="698"/>
                  </a:lnTo>
                  <a:lnTo>
                    <a:pt x="9163" y="540"/>
                  </a:lnTo>
                  <a:lnTo>
                    <a:pt x="8978" y="408"/>
                  </a:lnTo>
                  <a:lnTo>
                    <a:pt x="8781" y="277"/>
                  </a:lnTo>
                  <a:lnTo>
                    <a:pt x="8570" y="185"/>
                  </a:lnTo>
                  <a:lnTo>
                    <a:pt x="8360" y="106"/>
                  </a:lnTo>
                  <a:lnTo>
                    <a:pt x="8123" y="40"/>
                  </a:lnTo>
                  <a:lnTo>
                    <a:pt x="7886" y="14"/>
                  </a:lnTo>
                  <a:lnTo>
                    <a:pt x="7649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6"/>
            <p:cNvSpPr/>
            <p:nvPr/>
          </p:nvSpPr>
          <p:spPr>
            <a:xfrm>
              <a:off x="2091500" y="3667875"/>
              <a:ext cx="257025" cy="849400"/>
            </a:xfrm>
            <a:custGeom>
              <a:rect b="b" l="l" r="r" t="t"/>
              <a:pathLst>
                <a:path extrusionOk="0" h="33976" w="10281">
                  <a:moveTo>
                    <a:pt x="2383" y="30395"/>
                  </a:moveTo>
                  <a:lnTo>
                    <a:pt x="2501" y="30408"/>
                  </a:lnTo>
                  <a:lnTo>
                    <a:pt x="2620" y="30421"/>
                  </a:lnTo>
                  <a:lnTo>
                    <a:pt x="2738" y="30447"/>
                  </a:lnTo>
                  <a:lnTo>
                    <a:pt x="2844" y="30500"/>
                  </a:lnTo>
                  <a:lnTo>
                    <a:pt x="2949" y="30540"/>
                  </a:lnTo>
                  <a:lnTo>
                    <a:pt x="3041" y="30605"/>
                  </a:lnTo>
                  <a:lnTo>
                    <a:pt x="3133" y="30671"/>
                  </a:lnTo>
                  <a:lnTo>
                    <a:pt x="3225" y="30750"/>
                  </a:lnTo>
                  <a:lnTo>
                    <a:pt x="3304" y="30842"/>
                  </a:lnTo>
                  <a:lnTo>
                    <a:pt x="3370" y="30934"/>
                  </a:lnTo>
                  <a:lnTo>
                    <a:pt x="3436" y="31027"/>
                  </a:lnTo>
                  <a:lnTo>
                    <a:pt x="3475" y="31132"/>
                  </a:lnTo>
                  <a:lnTo>
                    <a:pt x="3515" y="31237"/>
                  </a:lnTo>
                  <a:lnTo>
                    <a:pt x="3554" y="31356"/>
                  </a:lnTo>
                  <a:lnTo>
                    <a:pt x="3568" y="31474"/>
                  </a:lnTo>
                  <a:lnTo>
                    <a:pt x="3581" y="31593"/>
                  </a:lnTo>
                  <a:lnTo>
                    <a:pt x="3568" y="31724"/>
                  </a:lnTo>
                  <a:lnTo>
                    <a:pt x="3554" y="31843"/>
                  </a:lnTo>
                  <a:lnTo>
                    <a:pt x="3515" y="31948"/>
                  </a:lnTo>
                  <a:lnTo>
                    <a:pt x="3475" y="32066"/>
                  </a:lnTo>
                  <a:lnTo>
                    <a:pt x="3436" y="32172"/>
                  </a:lnTo>
                  <a:lnTo>
                    <a:pt x="3370" y="32264"/>
                  </a:lnTo>
                  <a:lnTo>
                    <a:pt x="3304" y="32356"/>
                  </a:lnTo>
                  <a:lnTo>
                    <a:pt x="3225" y="32448"/>
                  </a:lnTo>
                  <a:lnTo>
                    <a:pt x="3133" y="32527"/>
                  </a:lnTo>
                  <a:lnTo>
                    <a:pt x="3041" y="32593"/>
                  </a:lnTo>
                  <a:lnTo>
                    <a:pt x="2949" y="32646"/>
                  </a:lnTo>
                  <a:lnTo>
                    <a:pt x="2844" y="32698"/>
                  </a:lnTo>
                  <a:lnTo>
                    <a:pt x="2738" y="32738"/>
                  </a:lnTo>
                  <a:lnTo>
                    <a:pt x="2620" y="32764"/>
                  </a:lnTo>
                  <a:lnTo>
                    <a:pt x="2501" y="32790"/>
                  </a:lnTo>
                  <a:lnTo>
                    <a:pt x="2251" y="32790"/>
                  </a:lnTo>
                  <a:lnTo>
                    <a:pt x="2133" y="32764"/>
                  </a:lnTo>
                  <a:lnTo>
                    <a:pt x="2027" y="32738"/>
                  </a:lnTo>
                  <a:lnTo>
                    <a:pt x="1909" y="32698"/>
                  </a:lnTo>
                  <a:lnTo>
                    <a:pt x="1804" y="32646"/>
                  </a:lnTo>
                  <a:lnTo>
                    <a:pt x="1712" y="32593"/>
                  </a:lnTo>
                  <a:lnTo>
                    <a:pt x="1619" y="32527"/>
                  </a:lnTo>
                  <a:lnTo>
                    <a:pt x="1527" y="32448"/>
                  </a:lnTo>
                  <a:lnTo>
                    <a:pt x="1448" y="32356"/>
                  </a:lnTo>
                  <a:lnTo>
                    <a:pt x="1382" y="32264"/>
                  </a:lnTo>
                  <a:lnTo>
                    <a:pt x="1330" y="32172"/>
                  </a:lnTo>
                  <a:lnTo>
                    <a:pt x="1277" y="32066"/>
                  </a:lnTo>
                  <a:lnTo>
                    <a:pt x="1238" y="31948"/>
                  </a:lnTo>
                  <a:lnTo>
                    <a:pt x="1198" y="31843"/>
                  </a:lnTo>
                  <a:lnTo>
                    <a:pt x="1185" y="31724"/>
                  </a:lnTo>
                  <a:lnTo>
                    <a:pt x="1185" y="31593"/>
                  </a:lnTo>
                  <a:lnTo>
                    <a:pt x="1185" y="31474"/>
                  </a:lnTo>
                  <a:lnTo>
                    <a:pt x="1198" y="31356"/>
                  </a:lnTo>
                  <a:lnTo>
                    <a:pt x="1238" y="31237"/>
                  </a:lnTo>
                  <a:lnTo>
                    <a:pt x="1277" y="31132"/>
                  </a:lnTo>
                  <a:lnTo>
                    <a:pt x="1330" y="31027"/>
                  </a:lnTo>
                  <a:lnTo>
                    <a:pt x="1382" y="30934"/>
                  </a:lnTo>
                  <a:lnTo>
                    <a:pt x="1448" y="30842"/>
                  </a:lnTo>
                  <a:lnTo>
                    <a:pt x="1527" y="30750"/>
                  </a:lnTo>
                  <a:lnTo>
                    <a:pt x="1619" y="30671"/>
                  </a:lnTo>
                  <a:lnTo>
                    <a:pt x="1712" y="30605"/>
                  </a:lnTo>
                  <a:lnTo>
                    <a:pt x="1804" y="30540"/>
                  </a:lnTo>
                  <a:lnTo>
                    <a:pt x="1909" y="30500"/>
                  </a:lnTo>
                  <a:lnTo>
                    <a:pt x="2027" y="30447"/>
                  </a:lnTo>
                  <a:lnTo>
                    <a:pt x="2133" y="30421"/>
                  </a:lnTo>
                  <a:lnTo>
                    <a:pt x="2251" y="30408"/>
                  </a:lnTo>
                  <a:lnTo>
                    <a:pt x="2383" y="30395"/>
                  </a:lnTo>
                  <a:close/>
                  <a:moveTo>
                    <a:pt x="9096" y="0"/>
                  </a:moveTo>
                  <a:lnTo>
                    <a:pt x="9096" y="23773"/>
                  </a:lnTo>
                  <a:lnTo>
                    <a:pt x="3410" y="29460"/>
                  </a:lnTo>
                  <a:lnTo>
                    <a:pt x="3173" y="29355"/>
                  </a:lnTo>
                  <a:lnTo>
                    <a:pt x="2923" y="29276"/>
                  </a:lnTo>
                  <a:lnTo>
                    <a:pt x="2646" y="29236"/>
                  </a:lnTo>
                  <a:lnTo>
                    <a:pt x="2515" y="29223"/>
                  </a:lnTo>
                  <a:lnTo>
                    <a:pt x="2383" y="29223"/>
                  </a:lnTo>
                  <a:lnTo>
                    <a:pt x="2133" y="29236"/>
                  </a:lnTo>
                  <a:lnTo>
                    <a:pt x="1896" y="29263"/>
                  </a:lnTo>
                  <a:lnTo>
                    <a:pt x="1672" y="29328"/>
                  </a:lnTo>
                  <a:lnTo>
                    <a:pt x="1448" y="29407"/>
                  </a:lnTo>
                  <a:lnTo>
                    <a:pt x="1251" y="29500"/>
                  </a:lnTo>
                  <a:lnTo>
                    <a:pt x="1053" y="29631"/>
                  </a:lnTo>
                  <a:lnTo>
                    <a:pt x="869" y="29763"/>
                  </a:lnTo>
                  <a:lnTo>
                    <a:pt x="698" y="29921"/>
                  </a:lnTo>
                  <a:lnTo>
                    <a:pt x="540" y="30079"/>
                  </a:lnTo>
                  <a:lnTo>
                    <a:pt x="408" y="30263"/>
                  </a:lnTo>
                  <a:lnTo>
                    <a:pt x="290" y="30461"/>
                  </a:lnTo>
                  <a:lnTo>
                    <a:pt x="185" y="30671"/>
                  </a:lnTo>
                  <a:lnTo>
                    <a:pt x="106" y="30895"/>
                  </a:lnTo>
                  <a:lnTo>
                    <a:pt x="53" y="31119"/>
                  </a:lnTo>
                  <a:lnTo>
                    <a:pt x="13" y="31356"/>
                  </a:lnTo>
                  <a:lnTo>
                    <a:pt x="0" y="31593"/>
                  </a:lnTo>
                  <a:lnTo>
                    <a:pt x="13" y="31843"/>
                  </a:lnTo>
                  <a:lnTo>
                    <a:pt x="53" y="32080"/>
                  </a:lnTo>
                  <a:lnTo>
                    <a:pt x="106" y="32303"/>
                  </a:lnTo>
                  <a:lnTo>
                    <a:pt x="185" y="32527"/>
                  </a:lnTo>
                  <a:lnTo>
                    <a:pt x="290" y="32725"/>
                  </a:lnTo>
                  <a:lnTo>
                    <a:pt x="408" y="32922"/>
                  </a:lnTo>
                  <a:lnTo>
                    <a:pt x="540" y="33106"/>
                  </a:lnTo>
                  <a:lnTo>
                    <a:pt x="698" y="33278"/>
                  </a:lnTo>
                  <a:lnTo>
                    <a:pt x="869" y="33435"/>
                  </a:lnTo>
                  <a:lnTo>
                    <a:pt x="1053" y="33567"/>
                  </a:lnTo>
                  <a:lnTo>
                    <a:pt x="1251" y="33686"/>
                  </a:lnTo>
                  <a:lnTo>
                    <a:pt x="1448" y="33791"/>
                  </a:lnTo>
                  <a:lnTo>
                    <a:pt x="1672" y="33870"/>
                  </a:lnTo>
                  <a:lnTo>
                    <a:pt x="1896" y="33923"/>
                  </a:lnTo>
                  <a:lnTo>
                    <a:pt x="2133" y="33962"/>
                  </a:lnTo>
                  <a:lnTo>
                    <a:pt x="2383" y="33975"/>
                  </a:lnTo>
                  <a:lnTo>
                    <a:pt x="2620" y="33962"/>
                  </a:lnTo>
                  <a:lnTo>
                    <a:pt x="2857" y="33923"/>
                  </a:lnTo>
                  <a:lnTo>
                    <a:pt x="3081" y="33870"/>
                  </a:lnTo>
                  <a:lnTo>
                    <a:pt x="3304" y="33791"/>
                  </a:lnTo>
                  <a:lnTo>
                    <a:pt x="3515" y="33686"/>
                  </a:lnTo>
                  <a:lnTo>
                    <a:pt x="3712" y="33567"/>
                  </a:lnTo>
                  <a:lnTo>
                    <a:pt x="3884" y="33435"/>
                  </a:lnTo>
                  <a:lnTo>
                    <a:pt x="4055" y="33278"/>
                  </a:lnTo>
                  <a:lnTo>
                    <a:pt x="4213" y="33106"/>
                  </a:lnTo>
                  <a:lnTo>
                    <a:pt x="4344" y="32922"/>
                  </a:lnTo>
                  <a:lnTo>
                    <a:pt x="4463" y="32725"/>
                  </a:lnTo>
                  <a:lnTo>
                    <a:pt x="4568" y="32527"/>
                  </a:lnTo>
                  <a:lnTo>
                    <a:pt x="4647" y="32303"/>
                  </a:lnTo>
                  <a:lnTo>
                    <a:pt x="4713" y="32080"/>
                  </a:lnTo>
                  <a:lnTo>
                    <a:pt x="4739" y="31843"/>
                  </a:lnTo>
                  <a:lnTo>
                    <a:pt x="4752" y="31593"/>
                  </a:lnTo>
                  <a:lnTo>
                    <a:pt x="4752" y="31408"/>
                  </a:lnTo>
                  <a:lnTo>
                    <a:pt x="4726" y="31224"/>
                  </a:lnTo>
                  <a:lnTo>
                    <a:pt x="4686" y="31040"/>
                  </a:lnTo>
                  <a:lnTo>
                    <a:pt x="4634" y="30869"/>
                  </a:lnTo>
                  <a:lnTo>
                    <a:pt x="4581" y="30697"/>
                  </a:lnTo>
                  <a:lnTo>
                    <a:pt x="4502" y="30526"/>
                  </a:lnTo>
                  <a:lnTo>
                    <a:pt x="4410" y="30368"/>
                  </a:lnTo>
                  <a:lnTo>
                    <a:pt x="4318" y="30224"/>
                  </a:lnTo>
                  <a:lnTo>
                    <a:pt x="10281" y="24261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2061550" y="3414800"/>
              <a:ext cx="865200" cy="1064950"/>
            </a:xfrm>
            <a:custGeom>
              <a:rect b="b" l="l" r="r" t="t"/>
              <a:pathLst>
                <a:path extrusionOk="0" h="42598" w="34608">
                  <a:moveTo>
                    <a:pt x="32356" y="39030"/>
                  </a:moveTo>
                  <a:lnTo>
                    <a:pt x="32475" y="39057"/>
                  </a:lnTo>
                  <a:lnTo>
                    <a:pt x="32593" y="39083"/>
                  </a:lnTo>
                  <a:lnTo>
                    <a:pt x="32699" y="39122"/>
                  </a:lnTo>
                  <a:lnTo>
                    <a:pt x="32804" y="39175"/>
                  </a:lnTo>
                  <a:lnTo>
                    <a:pt x="32909" y="39228"/>
                  </a:lnTo>
                  <a:lnTo>
                    <a:pt x="33001" y="39307"/>
                  </a:lnTo>
                  <a:lnTo>
                    <a:pt x="33080" y="39372"/>
                  </a:lnTo>
                  <a:lnTo>
                    <a:pt x="33159" y="39465"/>
                  </a:lnTo>
                  <a:lnTo>
                    <a:pt x="33225" y="39557"/>
                  </a:lnTo>
                  <a:lnTo>
                    <a:pt x="33291" y="39649"/>
                  </a:lnTo>
                  <a:lnTo>
                    <a:pt x="33330" y="39754"/>
                  </a:lnTo>
                  <a:lnTo>
                    <a:pt x="33383" y="39873"/>
                  </a:lnTo>
                  <a:lnTo>
                    <a:pt x="33409" y="39978"/>
                  </a:lnTo>
                  <a:lnTo>
                    <a:pt x="33423" y="40096"/>
                  </a:lnTo>
                  <a:lnTo>
                    <a:pt x="33436" y="40228"/>
                  </a:lnTo>
                  <a:lnTo>
                    <a:pt x="33423" y="40347"/>
                  </a:lnTo>
                  <a:lnTo>
                    <a:pt x="33409" y="40465"/>
                  </a:lnTo>
                  <a:lnTo>
                    <a:pt x="33383" y="40584"/>
                  </a:lnTo>
                  <a:lnTo>
                    <a:pt x="33330" y="40689"/>
                  </a:lnTo>
                  <a:lnTo>
                    <a:pt x="33291" y="40794"/>
                  </a:lnTo>
                  <a:lnTo>
                    <a:pt x="33225" y="40899"/>
                  </a:lnTo>
                  <a:lnTo>
                    <a:pt x="33159" y="40992"/>
                  </a:lnTo>
                  <a:lnTo>
                    <a:pt x="33080" y="41071"/>
                  </a:lnTo>
                  <a:lnTo>
                    <a:pt x="33001" y="41150"/>
                  </a:lnTo>
                  <a:lnTo>
                    <a:pt x="32909" y="41215"/>
                  </a:lnTo>
                  <a:lnTo>
                    <a:pt x="32804" y="41281"/>
                  </a:lnTo>
                  <a:lnTo>
                    <a:pt x="32699" y="41321"/>
                  </a:lnTo>
                  <a:lnTo>
                    <a:pt x="32593" y="41373"/>
                  </a:lnTo>
                  <a:lnTo>
                    <a:pt x="32475" y="41400"/>
                  </a:lnTo>
                  <a:lnTo>
                    <a:pt x="32356" y="41413"/>
                  </a:lnTo>
                  <a:lnTo>
                    <a:pt x="32238" y="41426"/>
                  </a:lnTo>
                  <a:lnTo>
                    <a:pt x="32106" y="41413"/>
                  </a:lnTo>
                  <a:lnTo>
                    <a:pt x="31988" y="41400"/>
                  </a:lnTo>
                  <a:lnTo>
                    <a:pt x="31882" y="41373"/>
                  </a:lnTo>
                  <a:lnTo>
                    <a:pt x="31764" y="41321"/>
                  </a:lnTo>
                  <a:lnTo>
                    <a:pt x="31659" y="41281"/>
                  </a:lnTo>
                  <a:lnTo>
                    <a:pt x="31566" y="41215"/>
                  </a:lnTo>
                  <a:lnTo>
                    <a:pt x="31474" y="41150"/>
                  </a:lnTo>
                  <a:lnTo>
                    <a:pt x="31382" y="41071"/>
                  </a:lnTo>
                  <a:lnTo>
                    <a:pt x="31316" y="40992"/>
                  </a:lnTo>
                  <a:lnTo>
                    <a:pt x="31237" y="40899"/>
                  </a:lnTo>
                  <a:lnTo>
                    <a:pt x="31185" y="40794"/>
                  </a:lnTo>
                  <a:lnTo>
                    <a:pt x="31132" y="40689"/>
                  </a:lnTo>
                  <a:lnTo>
                    <a:pt x="31093" y="40584"/>
                  </a:lnTo>
                  <a:lnTo>
                    <a:pt x="31066" y="40465"/>
                  </a:lnTo>
                  <a:lnTo>
                    <a:pt x="31040" y="40347"/>
                  </a:lnTo>
                  <a:lnTo>
                    <a:pt x="31040" y="40228"/>
                  </a:lnTo>
                  <a:lnTo>
                    <a:pt x="31040" y="40096"/>
                  </a:lnTo>
                  <a:lnTo>
                    <a:pt x="31066" y="39978"/>
                  </a:lnTo>
                  <a:lnTo>
                    <a:pt x="31093" y="39873"/>
                  </a:lnTo>
                  <a:lnTo>
                    <a:pt x="31132" y="39754"/>
                  </a:lnTo>
                  <a:lnTo>
                    <a:pt x="31185" y="39649"/>
                  </a:lnTo>
                  <a:lnTo>
                    <a:pt x="31237" y="39557"/>
                  </a:lnTo>
                  <a:lnTo>
                    <a:pt x="31316" y="39465"/>
                  </a:lnTo>
                  <a:lnTo>
                    <a:pt x="31382" y="39372"/>
                  </a:lnTo>
                  <a:lnTo>
                    <a:pt x="31474" y="39307"/>
                  </a:lnTo>
                  <a:lnTo>
                    <a:pt x="31566" y="39228"/>
                  </a:lnTo>
                  <a:lnTo>
                    <a:pt x="31659" y="39175"/>
                  </a:lnTo>
                  <a:lnTo>
                    <a:pt x="31764" y="39122"/>
                  </a:lnTo>
                  <a:lnTo>
                    <a:pt x="31882" y="39083"/>
                  </a:lnTo>
                  <a:lnTo>
                    <a:pt x="31988" y="39057"/>
                  </a:lnTo>
                  <a:lnTo>
                    <a:pt x="32106" y="39030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1645" y="1185"/>
                  </a:lnTo>
                  <a:lnTo>
                    <a:pt x="31645" y="37925"/>
                  </a:lnTo>
                  <a:lnTo>
                    <a:pt x="31448" y="37977"/>
                  </a:lnTo>
                  <a:lnTo>
                    <a:pt x="31277" y="38043"/>
                  </a:lnTo>
                  <a:lnTo>
                    <a:pt x="31093" y="38135"/>
                  </a:lnTo>
                  <a:lnTo>
                    <a:pt x="30935" y="38240"/>
                  </a:lnTo>
                  <a:lnTo>
                    <a:pt x="30777" y="38346"/>
                  </a:lnTo>
                  <a:lnTo>
                    <a:pt x="30632" y="38477"/>
                  </a:lnTo>
                  <a:lnTo>
                    <a:pt x="30487" y="38609"/>
                  </a:lnTo>
                  <a:lnTo>
                    <a:pt x="30369" y="38754"/>
                  </a:lnTo>
                  <a:lnTo>
                    <a:pt x="30250" y="38912"/>
                  </a:lnTo>
                  <a:lnTo>
                    <a:pt x="30145" y="39083"/>
                  </a:lnTo>
                  <a:lnTo>
                    <a:pt x="30066" y="39254"/>
                  </a:lnTo>
                  <a:lnTo>
                    <a:pt x="29987" y="39438"/>
                  </a:lnTo>
                  <a:lnTo>
                    <a:pt x="29934" y="39623"/>
                  </a:lnTo>
                  <a:lnTo>
                    <a:pt x="29895" y="39820"/>
                  </a:lnTo>
                  <a:lnTo>
                    <a:pt x="29868" y="40018"/>
                  </a:lnTo>
                  <a:lnTo>
                    <a:pt x="29855" y="40228"/>
                  </a:lnTo>
                  <a:lnTo>
                    <a:pt x="29868" y="40465"/>
                  </a:lnTo>
                  <a:lnTo>
                    <a:pt x="29908" y="40702"/>
                  </a:lnTo>
                  <a:lnTo>
                    <a:pt x="29961" y="40926"/>
                  </a:lnTo>
                  <a:lnTo>
                    <a:pt x="30039" y="41150"/>
                  </a:lnTo>
                  <a:lnTo>
                    <a:pt x="30145" y="41360"/>
                  </a:lnTo>
                  <a:lnTo>
                    <a:pt x="30263" y="41558"/>
                  </a:lnTo>
                  <a:lnTo>
                    <a:pt x="30395" y="41742"/>
                  </a:lnTo>
                  <a:lnTo>
                    <a:pt x="30553" y="41900"/>
                  </a:lnTo>
                  <a:lnTo>
                    <a:pt x="30724" y="42058"/>
                  </a:lnTo>
                  <a:lnTo>
                    <a:pt x="30908" y="42189"/>
                  </a:lnTo>
                  <a:lnTo>
                    <a:pt x="31106" y="42321"/>
                  </a:lnTo>
                  <a:lnTo>
                    <a:pt x="31303" y="42413"/>
                  </a:lnTo>
                  <a:lnTo>
                    <a:pt x="31527" y="42492"/>
                  </a:lnTo>
                  <a:lnTo>
                    <a:pt x="31751" y="42558"/>
                  </a:lnTo>
                  <a:lnTo>
                    <a:pt x="31988" y="42584"/>
                  </a:lnTo>
                  <a:lnTo>
                    <a:pt x="32238" y="42598"/>
                  </a:lnTo>
                  <a:lnTo>
                    <a:pt x="32475" y="42584"/>
                  </a:lnTo>
                  <a:lnTo>
                    <a:pt x="32712" y="42558"/>
                  </a:lnTo>
                  <a:lnTo>
                    <a:pt x="32935" y="42492"/>
                  </a:lnTo>
                  <a:lnTo>
                    <a:pt x="33159" y="42413"/>
                  </a:lnTo>
                  <a:lnTo>
                    <a:pt x="33370" y="42321"/>
                  </a:lnTo>
                  <a:lnTo>
                    <a:pt x="33567" y="42189"/>
                  </a:lnTo>
                  <a:lnTo>
                    <a:pt x="33752" y="42058"/>
                  </a:lnTo>
                  <a:lnTo>
                    <a:pt x="33910" y="41900"/>
                  </a:lnTo>
                  <a:lnTo>
                    <a:pt x="34068" y="41742"/>
                  </a:lnTo>
                  <a:lnTo>
                    <a:pt x="34199" y="41558"/>
                  </a:lnTo>
                  <a:lnTo>
                    <a:pt x="34331" y="41360"/>
                  </a:lnTo>
                  <a:lnTo>
                    <a:pt x="34423" y="41150"/>
                  </a:lnTo>
                  <a:lnTo>
                    <a:pt x="34502" y="40926"/>
                  </a:lnTo>
                  <a:lnTo>
                    <a:pt x="34568" y="40702"/>
                  </a:lnTo>
                  <a:lnTo>
                    <a:pt x="34594" y="40465"/>
                  </a:lnTo>
                  <a:lnTo>
                    <a:pt x="34607" y="40228"/>
                  </a:lnTo>
                  <a:lnTo>
                    <a:pt x="34607" y="40018"/>
                  </a:lnTo>
                  <a:lnTo>
                    <a:pt x="34581" y="39820"/>
                  </a:lnTo>
                  <a:lnTo>
                    <a:pt x="34541" y="39623"/>
                  </a:lnTo>
                  <a:lnTo>
                    <a:pt x="34476" y="39438"/>
                  </a:lnTo>
                  <a:lnTo>
                    <a:pt x="34410" y="39254"/>
                  </a:lnTo>
                  <a:lnTo>
                    <a:pt x="34318" y="39083"/>
                  </a:lnTo>
                  <a:lnTo>
                    <a:pt x="34212" y="38912"/>
                  </a:lnTo>
                  <a:lnTo>
                    <a:pt x="34107" y="38754"/>
                  </a:lnTo>
                  <a:lnTo>
                    <a:pt x="33975" y="38609"/>
                  </a:lnTo>
                  <a:lnTo>
                    <a:pt x="33844" y="38477"/>
                  </a:lnTo>
                  <a:lnTo>
                    <a:pt x="33699" y="38346"/>
                  </a:lnTo>
                  <a:lnTo>
                    <a:pt x="33541" y="38240"/>
                  </a:lnTo>
                  <a:lnTo>
                    <a:pt x="33370" y="38135"/>
                  </a:lnTo>
                  <a:lnTo>
                    <a:pt x="33199" y="38043"/>
                  </a:lnTo>
                  <a:lnTo>
                    <a:pt x="33014" y="37977"/>
                  </a:lnTo>
                  <a:lnTo>
                    <a:pt x="32830" y="37925"/>
                  </a:lnTo>
                  <a:lnTo>
                    <a:pt x="3283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6"/>
            <p:cNvSpPr/>
            <p:nvPr/>
          </p:nvSpPr>
          <p:spPr>
            <a:xfrm>
              <a:off x="1319125" y="1581450"/>
              <a:ext cx="375525" cy="375525"/>
            </a:xfrm>
            <a:custGeom>
              <a:rect b="b" l="l" r="r" t="t"/>
              <a:pathLst>
                <a:path extrusionOk="0" h="15021" w="15021">
                  <a:moveTo>
                    <a:pt x="12756" y="1185"/>
                  </a:moveTo>
                  <a:lnTo>
                    <a:pt x="12874" y="1212"/>
                  </a:lnTo>
                  <a:lnTo>
                    <a:pt x="12993" y="1238"/>
                  </a:lnTo>
                  <a:lnTo>
                    <a:pt x="13098" y="1277"/>
                  </a:lnTo>
                  <a:lnTo>
                    <a:pt x="13204" y="1330"/>
                  </a:lnTo>
                  <a:lnTo>
                    <a:pt x="13309" y="1383"/>
                  </a:lnTo>
                  <a:lnTo>
                    <a:pt x="13401" y="1462"/>
                  </a:lnTo>
                  <a:lnTo>
                    <a:pt x="13493" y="1541"/>
                  </a:lnTo>
                  <a:lnTo>
                    <a:pt x="13572" y="1633"/>
                  </a:lnTo>
                  <a:lnTo>
                    <a:pt x="13638" y="1725"/>
                  </a:lnTo>
                  <a:lnTo>
                    <a:pt x="13704" y="1830"/>
                  </a:lnTo>
                  <a:lnTo>
                    <a:pt x="13756" y="1936"/>
                  </a:lnTo>
                  <a:lnTo>
                    <a:pt x="13796" y="2041"/>
                  </a:lnTo>
                  <a:lnTo>
                    <a:pt x="13822" y="2159"/>
                  </a:lnTo>
                  <a:lnTo>
                    <a:pt x="13835" y="2265"/>
                  </a:lnTo>
                  <a:lnTo>
                    <a:pt x="13835" y="2383"/>
                  </a:lnTo>
                  <a:lnTo>
                    <a:pt x="13835" y="2502"/>
                  </a:lnTo>
                  <a:lnTo>
                    <a:pt x="13822" y="2607"/>
                  </a:lnTo>
                  <a:lnTo>
                    <a:pt x="13796" y="2725"/>
                  </a:lnTo>
                  <a:lnTo>
                    <a:pt x="13756" y="2831"/>
                  </a:lnTo>
                  <a:lnTo>
                    <a:pt x="13704" y="2936"/>
                  </a:lnTo>
                  <a:lnTo>
                    <a:pt x="13638" y="3041"/>
                  </a:lnTo>
                  <a:lnTo>
                    <a:pt x="13572" y="3133"/>
                  </a:lnTo>
                  <a:lnTo>
                    <a:pt x="13493" y="3226"/>
                  </a:lnTo>
                  <a:lnTo>
                    <a:pt x="13401" y="3305"/>
                  </a:lnTo>
                  <a:lnTo>
                    <a:pt x="13309" y="3383"/>
                  </a:lnTo>
                  <a:lnTo>
                    <a:pt x="13204" y="3436"/>
                  </a:lnTo>
                  <a:lnTo>
                    <a:pt x="13098" y="3489"/>
                  </a:lnTo>
                  <a:lnTo>
                    <a:pt x="12993" y="3515"/>
                  </a:lnTo>
                  <a:lnTo>
                    <a:pt x="12874" y="3541"/>
                  </a:lnTo>
                  <a:lnTo>
                    <a:pt x="12756" y="3568"/>
                  </a:lnTo>
                  <a:lnTo>
                    <a:pt x="12532" y="3568"/>
                  </a:lnTo>
                  <a:lnTo>
                    <a:pt x="12414" y="3541"/>
                  </a:lnTo>
                  <a:lnTo>
                    <a:pt x="12295" y="3515"/>
                  </a:lnTo>
                  <a:lnTo>
                    <a:pt x="12190" y="3489"/>
                  </a:lnTo>
                  <a:lnTo>
                    <a:pt x="12085" y="3436"/>
                  </a:lnTo>
                  <a:lnTo>
                    <a:pt x="11979" y="3383"/>
                  </a:lnTo>
                  <a:lnTo>
                    <a:pt x="11887" y="3305"/>
                  </a:lnTo>
                  <a:lnTo>
                    <a:pt x="11795" y="3226"/>
                  </a:lnTo>
                  <a:lnTo>
                    <a:pt x="11716" y="3147"/>
                  </a:lnTo>
                  <a:lnTo>
                    <a:pt x="11650" y="3041"/>
                  </a:lnTo>
                  <a:lnTo>
                    <a:pt x="11584" y="2949"/>
                  </a:lnTo>
                  <a:lnTo>
                    <a:pt x="11532" y="2844"/>
                  </a:lnTo>
                  <a:lnTo>
                    <a:pt x="11492" y="2725"/>
                  </a:lnTo>
                  <a:lnTo>
                    <a:pt x="11466" y="2620"/>
                  </a:lnTo>
                  <a:lnTo>
                    <a:pt x="11453" y="2502"/>
                  </a:lnTo>
                  <a:lnTo>
                    <a:pt x="11440" y="2383"/>
                  </a:lnTo>
                  <a:lnTo>
                    <a:pt x="11453" y="2265"/>
                  </a:lnTo>
                  <a:lnTo>
                    <a:pt x="11466" y="2146"/>
                  </a:lnTo>
                  <a:lnTo>
                    <a:pt x="11492" y="2028"/>
                  </a:lnTo>
                  <a:lnTo>
                    <a:pt x="11532" y="1922"/>
                  </a:lnTo>
                  <a:lnTo>
                    <a:pt x="11584" y="1817"/>
                  </a:lnTo>
                  <a:lnTo>
                    <a:pt x="11650" y="1725"/>
                  </a:lnTo>
                  <a:lnTo>
                    <a:pt x="11716" y="1620"/>
                  </a:lnTo>
                  <a:lnTo>
                    <a:pt x="11795" y="1541"/>
                  </a:lnTo>
                  <a:lnTo>
                    <a:pt x="11887" y="1462"/>
                  </a:lnTo>
                  <a:lnTo>
                    <a:pt x="11979" y="1383"/>
                  </a:lnTo>
                  <a:lnTo>
                    <a:pt x="12085" y="1330"/>
                  </a:lnTo>
                  <a:lnTo>
                    <a:pt x="12190" y="1277"/>
                  </a:lnTo>
                  <a:lnTo>
                    <a:pt x="12295" y="1238"/>
                  </a:lnTo>
                  <a:lnTo>
                    <a:pt x="12414" y="1212"/>
                  </a:lnTo>
                  <a:lnTo>
                    <a:pt x="12519" y="1185"/>
                  </a:lnTo>
                  <a:close/>
                  <a:moveTo>
                    <a:pt x="2383" y="11440"/>
                  </a:moveTo>
                  <a:lnTo>
                    <a:pt x="2502" y="11453"/>
                  </a:lnTo>
                  <a:lnTo>
                    <a:pt x="2620" y="11466"/>
                  </a:lnTo>
                  <a:lnTo>
                    <a:pt x="2739" y="11492"/>
                  </a:lnTo>
                  <a:lnTo>
                    <a:pt x="2844" y="11532"/>
                  </a:lnTo>
                  <a:lnTo>
                    <a:pt x="2949" y="11584"/>
                  </a:lnTo>
                  <a:lnTo>
                    <a:pt x="3055" y="11650"/>
                  </a:lnTo>
                  <a:lnTo>
                    <a:pt x="3147" y="11716"/>
                  </a:lnTo>
                  <a:lnTo>
                    <a:pt x="3226" y="11795"/>
                  </a:lnTo>
                  <a:lnTo>
                    <a:pt x="3305" y="11887"/>
                  </a:lnTo>
                  <a:lnTo>
                    <a:pt x="3384" y="11979"/>
                  </a:lnTo>
                  <a:lnTo>
                    <a:pt x="3436" y="12071"/>
                  </a:lnTo>
                  <a:lnTo>
                    <a:pt x="3489" y="12177"/>
                  </a:lnTo>
                  <a:lnTo>
                    <a:pt x="3528" y="12295"/>
                  </a:lnTo>
                  <a:lnTo>
                    <a:pt x="3555" y="12401"/>
                  </a:lnTo>
                  <a:lnTo>
                    <a:pt x="3581" y="12519"/>
                  </a:lnTo>
                  <a:lnTo>
                    <a:pt x="3581" y="12637"/>
                  </a:lnTo>
                  <a:lnTo>
                    <a:pt x="3581" y="12756"/>
                  </a:lnTo>
                  <a:lnTo>
                    <a:pt x="3555" y="12874"/>
                  </a:lnTo>
                  <a:lnTo>
                    <a:pt x="3528" y="12993"/>
                  </a:lnTo>
                  <a:lnTo>
                    <a:pt x="3489" y="13098"/>
                  </a:lnTo>
                  <a:lnTo>
                    <a:pt x="3436" y="13203"/>
                  </a:lnTo>
                  <a:lnTo>
                    <a:pt x="3384" y="13309"/>
                  </a:lnTo>
                  <a:lnTo>
                    <a:pt x="3305" y="13401"/>
                  </a:lnTo>
                  <a:lnTo>
                    <a:pt x="3226" y="13493"/>
                  </a:lnTo>
                  <a:lnTo>
                    <a:pt x="3147" y="13572"/>
                  </a:lnTo>
                  <a:lnTo>
                    <a:pt x="3041" y="13638"/>
                  </a:lnTo>
                  <a:lnTo>
                    <a:pt x="2949" y="13691"/>
                  </a:lnTo>
                  <a:lnTo>
                    <a:pt x="2844" y="13743"/>
                  </a:lnTo>
                  <a:lnTo>
                    <a:pt x="2725" y="13783"/>
                  </a:lnTo>
                  <a:lnTo>
                    <a:pt x="2620" y="13809"/>
                  </a:lnTo>
                  <a:lnTo>
                    <a:pt x="2502" y="13822"/>
                  </a:lnTo>
                  <a:lnTo>
                    <a:pt x="2265" y="13822"/>
                  </a:lnTo>
                  <a:lnTo>
                    <a:pt x="2146" y="13809"/>
                  </a:lnTo>
                  <a:lnTo>
                    <a:pt x="2041" y="13783"/>
                  </a:lnTo>
                  <a:lnTo>
                    <a:pt x="1936" y="13743"/>
                  </a:lnTo>
                  <a:lnTo>
                    <a:pt x="1817" y="13691"/>
                  </a:lnTo>
                  <a:lnTo>
                    <a:pt x="1725" y="13638"/>
                  </a:lnTo>
                  <a:lnTo>
                    <a:pt x="1620" y="13572"/>
                  </a:lnTo>
                  <a:lnTo>
                    <a:pt x="1541" y="13493"/>
                  </a:lnTo>
                  <a:lnTo>
                    <a:pt x="1462" y="13401"/>
                  </a:lnTo>
                  <a:lnTo>
                    <a:pt x="1383" y="13309"/>
                  </a:lnTo>
                  <a:lnTo>
                    <a:pt x="1330" y="13203"/>
                  </a:lnTo>
                  <a:lnTo>
                    <a:pt x="1277" y="13098"/>
                  </a:lnTo>
                  <a:lnTo>
                    <a:pt x="1238" y="12993"/>
                  </a:lnTo>
                  <a:lnTo>
                    <a:pt x="1212" y="12874"/>
                  </a:lnTo>
                  <a:lnTo>
                    <a:pt x="1198" y="12756"/>
                  </a:lnTo>
                  <a:lnTo>
                    <a:pt x="1185" y="12637"/>
                  </a:lnTo>
                  <a:lnTo>
                    <a:pt x="1198" y="12519"/>
                  </a:lnTo>
                  <a:lnTo>
                    <a:pt x="1212" y="12401"/>
                  </a:lnTo>
                  <a:lnTo>
                    <a:pt x="1238" y="12295"/>
                  </a:lnTo>
                  <a:lnTo>
                    <a:pt x="1277" y="12177"/>
                  </a:lnTo>
                  <a:lnTo>
                    <a:pt x="1330" y="12071"/>
                  </a:lnTo>
                  <a:lnTo>
                    <a:pt x="1383" y="11979"/>
                  </a:lnTo>
                  <a:lnTo>
                    <a:pt x="1462" y="11887"/>
                  </a:lnTo>
                  <a:lnTo>
                    <a:pt x="1541" y="11795"/>
                  </a:lnTo>
                  <a:lnTo>
                    <a:pt x="1620" y="11716"/>
                  </a:lnTo>
                  <a:lnTo>
                    <a:pt x="1725" y="11650"/>
                  </a:lnTo>
                  <a:lnTo>
                    <a:pt x="1817" y="11584"/>
                  </a:lnTo>
                  <a:lnTo>
                    <a:pt x="1922" y="11532"/>
                  </a:lnTo>
                  <a:lnTo>
                    <a:pt x="2041" y="11492"/>
                  </a:lnTo>
                  <a:lnTo>
                    <a:pt x="2146" y="11466"/>
                  </a:lnTo>
                  <a:lnTo>
                    <a:pt x="2265" y="11453"/>
                  </a:lnTo>
                  <a:lnTo>
                    <a:pt x="2383" y="11440"/>
                  </a:lnTo>
                  <a:close/>
                  <a:moveTo>
                    <a:pt x="12638" y="0"/>
                  </a:moveTo>
                  <a:lnTo>
                    <a:pt x="12401" y="14"/>
                  </a:lnTo>
                  <a:lnTo>
                    <a:pt x="12177" y="53"/>
                  </a:lnTo>
                  <a:lnTo>
                    <a:pt x="11953" y="106"/>
                  </a:lnTo>
                  <a:lnTo>
                    <a:pt x="11729" y="185"/>
                  </a:lnTo>
                  <a:lnTo>
                    <a:pt x="11519" y="277"/>
                  </a:lnTo>
                  <a:lnTo>
                    <a:pt x="11321" y="409"/>
                  </a:lnTo>
                  <a:lnTo>
                    <a:pt x="11137" y="540"/>
                  </a:lnTo>
                  <a:lnTo>
                    <a:pt x="10966" y="698"/>
                  </a:lnTo>
                  <a:lnTo>
                    <a:pt x="10808" y="882"/>
                  </a:lnTo>
                  <a:lnTo>
                    <a:pt x="10663" y="1067"/>
                  </a:lnTo>
                  <a:lnTo>
                    <a:pt x="10545" y="1264"/>
                  </a:lnTo>
                  <a:lnTo>
                    <a:pt x="10439" y="1475"/>
                  </a:lnTo>
                  <a:lnTo>
                    <a:pt x="10360" y="1685"/>
                  </a:lnTo>
                  <a:lnTo>
                    <a:pt x="10308" y="1909"/>
                  </a:lnTo>
                  <a:lnTo>
                    <a:pt x="10281" y="2146"/>
                  </a:lnTo>
                  <a:lnTo>
                    <a:pt x="10268" y="2383"/>
                  </a:lnTo>
                  <a:lnTo>
                    <a:pt x="10268" y="2541"/>
                  </a:lnTo>
                  <a:lnTo>
                    <a:pt x="10281" y="2699"/>
                  </a:lnTo>
                  <a:lnTo>
                    <a:pt x="10308" y="2857"/>
                  </a:lnTo>
                  <a:lnTo>
                    <a:pt x="10347" y="3015"/>
                  </a:lnTo>
                  <a:lnTo>
                    <a:pt x="10400" y="3160"/>
                  </a:lnTo>
                  <a:lnTo>
                    <a:pt x="10452" y="3318"/>
                  </a:lnTo>
                  <a:lnTo>
                    <a:pt x="10518" y="3462"/>
                  </a:lnTo>
                  <a:lnTo>
                    <a:pt x="10597" y="3594"/>
                  </a:lnTo>
                  <a:lnTo>
                    <a:pt x="3594" y="10597"/>
                  </a:lnTo>
                  <a:lnTo>
                    <a:pt x="3463" y="10518"/>
                  </a:lnTo>
                  <a:lnTo>
                    <a:pt x="3318" y="10452"/>
                  </a:lnTo>
                  <a:lnTo>
                    <a:pt x="3173" y="10400"/>
                  </a:lnTo>
                  <a:lnTo>
                    <a:pt x="3015" y="10347"/>
                  </a:lnTo>
                  <a:lnTo>
                    <a:pt x="2857" y="10308"/>
                  </a:lnTo>
                  <a:lnTo>
                    <a:pt x="2699" y="10281"/>
                  </a:lnTo>
                  <a:lnTo>
                    <a:pt x="2541" y="10268"/>
                  </a:lnTo>
                  <a:lnTo>
                    <a:pt x="2146" y="10268"/>
                  </a:lnTo>
                  <a:lnTo>
                    <a:pt x="1922" y="10308"/>
                  </a:lnTo>
                  <a:lnTo>
                    <a:pt x="1686" y="10360"/>
                  </a:lnTo>
                  <a:lnTo>
                    <a:pt x="1475" y="10439"/>
                  </a:lnTo>
                  <a:lnTo>
                    <a:pt x="1264" y="10544"/>
                  </a:lnTo>
                  <a:lnTo>
                    <a:pt x="1067" y="10663"/>
                  </a:lnTo>
                  <a:lnTo>
                    <a:pt x="883" y="10795"/>
                  </a:lnTo>
                  <a:lnTo>
                    <a:pt x="698" y="10966"/>
                  </a:lnTo>
                  <a:lnTo>
                    <a:pt x="540" y="11137"/>
                  </a:lnTo>
                  <a:lnTo>
                    <a:pt x="409" y="11321"/>
                  </a:lnTo>
                  <a:lnTo>
                    <a:pt x="290" y="11519"/>
                  </a:lnTo>
                  <a:lnTo>
                    <a:pt x="185" y="11729"/>
                  </a:lnTo>
                  <a:lnTo>
                    <a:pt x="106" y="11953"/>
                  </a:lnTo>
                  <a:lnTo>
                    <a:pt x="53" y="12177"/>
                  </a:lnTo>
                  <a:lnTo>
                    <a:pt x="14" y="12401"/>
                  </a:lnTo>
                  <a:lnTo>
                    <a:pt x="1" y="12637"/>
                  </a:lnTo>
                  <a:lnTo>
                    <a:pt x="14" y="12874"/>
                  </a:lnTo>
                  <a:lnTo>
                    <a:pt x="53" y="13111"/>
                  </a:lnTo>
                  <a:lnTo>
                    <a:pt x="106" y="13335"/>
                  </a:lnTo>
                  <a:lnTo>
                    <a:pt x="185" y="13559"/>
                  </a:lnTo>
                  <a:lnTo>
                    <a:pt x="290" y="13756"/>
                  </a:lnTo>
                  <a:lnTo>
                    <a:pt x="409" y="13967"/>
                  </a:lnTo>
                  <a:lnTo>
                    <a:pt x="540" y="14151"/>
                  </a:lnTo>
                  <a:lnTo>
                    <a:pt x="698" y="14322"/>
                  </a:lnTo>
                  <a:lnTo>
                    <a:pt x="883" y="14480"/>
                  </a:lnTo>
                  <a:lnTo>
                    <a:pt x="1067" y="14625"/>
                  </a:lnTo>
                  <a:lnTo>
                    <a:pt x="1264" y="14744"/>
                  </a:lnTo>
                  <a:lnTo>
                    <a:pt x="1475" y="14836"/>
                  </a:lnTo>
                  <a:lnTo>
                    <a:pt x="1686" y="14915"/>
                  </a:lnTo>
                  <a:lnTo>
                    <a:pt x="1922" y="14981"/>
                  </a:lnTo>
                  <a:lnTo>
                    <a:pt x="2146" y="15007"/>
                  </a:lnTo>
                  <a:lnTo>
                    <a:pt x="2383" y="15020"/>
                  </a:lnTo>
                  <a:lnTo>
                    <a:pt x="2620" y="15007"/>
                  </a:lnTo>
                  <a:lnTo>
                    <a:pt x="2857" y="14981"/>
                  </a:lnTo>
                  <a:lnTo>
                    <a:pt x="3081" y="14915"/>
                  </a:lnTo>
                  <a:lnTo>
                    <a:pt x="3291" y="14836"/>
                  </a:lnTo>
                  <a:lnTo>
                    <a:pt x="3502" y="14744"/>
                  </a:lnTo>
                  <a:lnTo>
                    <a:pt x="3700" y="14625"/>
                  </a:lnTo>
                  <a:lnTo>
                    <a:pt x="3897" y="14480"/>
                  </a:lnTo>
                  <a:lnTo>
                    <a:pt x="4068" y="14322"/>
                  </a:lnTo>
                  <a:lnTo>
                    <a:pt x="4200" y="14178"/>
                  </a:lnTo>
                  <a:lnTo>
                    <a:pt x="4331" y="14006"/>
                  </a:lnTo>
                  <a:lnTo>
                    <a:pt x="4437" y="13848"/>
                  </a:lnTo>
                  <a:lnTo>
                    <a:pt x="4529" y="13664"/>
                  </a:lnTo>
                  <a:lnTo>
                    <a:pt x="4608" y="13493"/>
                  </a:lnTo>
                  <a:lnTo>
                    <a:pt x="4674" y="13309"/>
                  </a:lnTo>
                  <a:lnTo>
                    <a:pt x="4713" y="13111"/>
                  </a:lnTo>
                  <a:lnTo>
                    <a:pt x="4739" y="12927"/>
                  </a:lnTo>
                  <a:lnTo>
                    <a:pt x="4766" y="12730"/>
                  </a:lnTo>
                  <a:lnTo>
                    <a:pt x="4766" y="12545"/>
                  </a:lnTo>
                  <a:lnTo>
                    <a:pt x="4739" y="12348"/>
                  </a:lnTo>
                  <a:lnTo>
                    <a:pt x="4713" y="12150"/>
                  </a:lnTo>
                  <a:lnTo>
                    <a:pt x="4660" y="11966"/>
                  </a:lnTo>
                  <a:lnTo>
                    <a:pt x="4608" y="11782"/>
                  </a:lnTo>
                  <a:lnTo>
                    <a:pt x="4529" y="11598"/>
                  </a:lnTo>
                  <a:lnTo>
                    <a:pt x="4437" y="11426"/>
                  </a:lnTo>
                  <a:lnTo>
                    <a:pt x="11427" y="4437"/>
                  </a:lnTo>
                  <a:lnTo>
                    <a:pt x="11571" y="4502"/>
                  </a:lnTo>
                  <a:lnTo>
                    <a:pt x="11716" y="4568"/>
                  </a:lnTo>
                  <a:lnTo>
                    <a:pt x="11861" y="4634"/>
                  </a:lnTo>
                  <a:lnTo>
                    <a:pt x="12006" y="4674"/>
                  </a:lnTo>
                  <a:lnTo>
                    <a:pt x="12164" y="4713"/>
                  </a:lnTo>
                  <a:lnTo>
                    <a:pt x="12322" y="4739"/>
                  </a:lnTo>
                  <a:lnTo>
                    <a:pt x="12480" y="4753"/>
                  </a:lnTo>
                  <a:lnTo>
                    <a:pt x="12638" y="4766"/>
                  </a:lnTo>
                  <a:lnTo>
                    <a:pt x="12874" y="4753"/>
                  </a:lnTo>
                  <a:lnTo>
                    <a:pt x="13111" y="4713"/>
                  </a:lnTo>
                  <a:lnTo>
                    <a:pt x="13335" y="4660"/>
                  </a:lnTo>
                  <a:lnTo>
                    <a:pt x="13559" y="4581"/>
                  </a:lnTo>
                  <a:lnTo>
                    <a:pt x="13756" y="4476"/>
                  </a:lnTo>
                  <a:lnTo>
                    <a:pt x="13967" y="4358"/>
                  </a:lnTo>
                  <a:lnTo>
                    <a:pt x="14151" y="4226"/>
                  </a:lnTo>
                  <a:lnTo>
                    <a:pt x="14322" y="4068"/>
                  </a:lnTo>
                  <a:lnTo>
                    <a:pt x="14494" y="3884"/>
                  </a:lnTo>
                  <a:lnTo>
                    <a:pt x="14625" y="3686"/>
                  </a:lnTo>
                  <a:lnTo>
                    <a:pt x="14744" y="3489"/>
                  </a:lnTo>
                  <a:lnTo>
                    <a:pt x="14849" y="3278"/>
                  </a:lnTo>
                  <a:lnTo>
                    <a:pt x="14928" y="3054"/>
                  </a:lnTo>
                  <a:lnTo>
                    <a:pt x="14981" y="2844"/>
                  </a:lnTo>
                  <a:lnTo>
                    <a:pt x="15007" y="2607"/>
                  </a:lnTo>
                  <a:lnTo>
                    <a:pt x="15020" y="2383"/>
                  </a:lnTo>
                  <a:lnTo>
                    <a:pt x="15007" y="2159"/>
                  </a:lnTo>
                  <a:lnTo>
                    <a:pt x="14981" y="1922"/>
                  </a:lnTo>
                  <a:lnTo>
                    <a:pt x="14928" y="1712"/>
                  </a:lnTo>
                  <a:lnTo>
                    <a:pt x="14849" y="1488"/>
                  </a:lnTo>
                  <a:lnTo>
                    <a:pt x="14744" y="1277"/>
                  </a:lnTo>
                  <a:lnTo>
                    <a:pt x="14625" y="1080"/>
                  </a:lnTo>
                  <a:lnTo>
                    <a:pt x="14494" y="882"/>
                  </a:lnTo>
                  <a:lnTo>
                    <a:pt x="14322" y="698"/>
                  </a:lnTo>
                  <a:lnTo>
                    <a:pt x="14151" y="540"/>
                  </a:lnTo>
                  <a:lnTo>
                    <a:pt x="13967" y="409"/>
                  </a:lnTo>
                  <a:lnTo>
                    <a:pt x="13756" y="277"/>
                  </a:lnTo>
                  <a:lnTo>
                    <a:pt x="13559" y="185"/>
                  </a:lnTo>
                  <a:lnTo>
                    <a:pt x="13335" y="106"/>
                  </a:lnTo>
                  <a:lnTo>
                    <a:pt x="13111" y="53"/>
                  </a:lnTo>
                  <a:lnTo>
                    <a:pt x="12874" y="14"/>
                  </a:lnTo>
                  <a:lnTo>
                    <a:pt x="1263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6"/>
            <p:cNvSpPr/>
            <p:nvPr/>
          </p:nvSpPr>
          <p:spPr>
            <a:xfrm>
              <a:off x="4040350" y="3435525"/>
              <a:ext cx="375500" cy="375525"/>
            </a:xfrm>
            <a:custGeom>
              <a:rect b="b" l="l" r="r" t="t"/>
              <a:pathLst>
                <a:path extrusionOk="0" h="15021" w="15020">
                  <a:moveTo>
                    <a:pt x="2502" y="1185"/>
                  </a:moveTo>
                  <a:lnTo>
                    <a:pt x="2620" y="1199"/>
                  </a:lnTo>
                  <a:lnTo>
                    <a:pt x="2725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1" y="1383"/>
                  </a:lnTo>
                  <a:lnTo>
                    <a:pt x="3147" y="1449"/>
                  </a:lnTo>
                  <a:lnTo>
                    <a:pt x="3225" y="1528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5" y="2146"/>
                  </a:lnTo>
                  <a:lnTo>
                    <a:pt x="3568" y="2265"/>
                  </a:lnTo>
                  <a:lnTo>
                    <a:pt x="3581" y="2383"/>
                  </a:lnTo>
                  <a:lnTo>
                    <a:pt x="3568" y="2502"/>
                  </a:lnTo>
                  <a:lnTo>
                    <a:pt x="3555" y="2620"/>
                  </a:lnTo>
                  <a:lnTo>
                    <a:pt x="3528" y="2726"/>
                  </a:lnTo>
                  <a:lnTo>
                    <a:pt x="3489" y="2831"/>
                  </a:lnTo>
                  <a:lnTo>
                    <a:pt x="3436" y="2936"/>
                  </a:lnTo>
                  <a:lnTo>
                    <a:pt x="3383" y="3041"/>
                  </a:lnTo>
                  <a:lnTo>
                    <a:pt x="3304" y="3134"/>
                  </a:lnTo>
                  <a:lnTo>
                    <a:pt x="3225" y="3226"/>
                  </a:lnTo>
                  <a:lnTo>
                    <a:pt x="3147" y="3305"/>
                  </a:lnTo>
                  <a:lnTo>
                    <a:pt x="3041" y="3371"/>
                  </a:lnTo>
                  <a:lnTo>
                    <a:pt x="2949" y="3436"/>
                  </a:lnTo>
                  <a:lnTo>
                    <a:pt x="2831" y="3476"/>
                  </a:lnTo>
                  <a:lnTo>
                    <a:pt x="2725" y="3515"/>
                  </a:lnTo>
                  <a:lnTo>
                    <a:pt x="2620" y="3542"/>
                  </a:lnTo>
                  <a:lnTo>
                    <a:pt x="2502" y="3555"/>
                  </a:lnTo>
                  <a:lnTo>
                    <a:pt x="2383" y="3568"/>
                  </a:lnTo>
                  <a:lnTo>
                    <a:pt x="2265" y="3555"/>
                  </a:lnTo>
                  <a:lnTo>
                    <a:pt x="2146" y="3542"/>
                  </a:lnTo>
                  <a:lnTo>
                    <a:pt x="2041" y="3515"/>
                  </a:lnTo>
                  <a:lnTo>
                    <a:pt x="1922" y="3476"/>
                  </a:lnTo>
                  <a:lnTo>
                    <a:pt x="1817" y="3436"/>
                  </a:lnTo>
                  <a:lnTo>
                    <a:pt x="1725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83" y="3041"/>
                  </a:lnTo>
                  <a:lnTo>
                    <a:pt x="1330" y="2936"/>
                  </a:lnTo>
                  <a:lnTo>
                    <a:pt x="1277" y="2831"/>
                  </a:lnTo>
                  <a:lnTo>
                    <a:pt x="1238" y="2726"/>
                  </a:lnTo>
                  <a:lnTo>
                    <a:pt x="1211" y="2620"/>
                  </a:lnTo>
                  <a:lnTo>
                    <a:pt x="1185" y="2502"/>
                  </a:lnTo>
                  <a:lnTo>
                    <a:pt x="1185" y="2383"/>
                  </a:lnTo>
                  <a:lnTo>
                    <a:pt x="1185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83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25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close/>
                  <a:moveTo>
                    <a:pt x="12756" y="11440"/>
                  </a:moveTo>
                  <a:lnTo>
                    <a:pt x="12874" y="11466"/>
                  </a:lnTo>
                  <a:lnTo>
                    <a:pt x="12993" y="11492"/>
                  </a:lnTo>
                  <a:lnTo>
                    <a:pt x="13098" y="11532"/>
                  </a:lnTo>
                  <a:lnTo>
                    <a:pt x="13203" y="11585"/>
                  </a:lnTo>
                  <a:lnTo>
                    <a:pt x="13309" y="11637"/>
                  </a:lnTo>
                  <a:lnTo>
                    <a:pt x="13401" y="11716"/>
                  </a:lnTo>
                  <a:lnTo>
                    <a:pt x="13493" y="11795"/>
                  </a:lnTo>
                  <a:lnTo>
                    <a:pt x="13572" y="11874"/>
                  </a:lnTo>
                  <a:lnTo>
                    <a:pt x="13638" y="11980"/>
                  </a:lnTo>
                  <a:lnTo>
                    <a:pt x="13704" y="12072"/>
                  </a:lnTo>
                  <a:lnTo>
                    <a:pt x="13743" y="12177"/>
                  </a:lnTo>
                  <a:lnTo>
                    <a:pt x="13783" y="12282"/>
                  </a:lnTo>
                  <a:lnTo>
                    <a:pt x="13809" y="12401"/>
                  </a:lnTo>
                  <a:lnTo>
                    <a:pt x="13835" y="12519"/>
                  </a:lnTo>
                  <a:lnTo>
                    <a:pt x="13835" y="12638"/>
                  </a:lnTo>
                  <a:lnTo>
                    <a:pt x="13835" y="12756"/>
                  </a:lnTo>
                  <a:lnTo>
                    <a:pt x="13809" y="12875"/>
                  </a:lnTo>
                  <a:lnTo>
                    <a:pt x="13783" y="12980"/>
                  </a:lnTo>
                  <a:lnTo>
                    <a:pt x="13743" y="13098"/>
                  </a:lnTo>
                  <a:lnTo>
                    <a:pt x="13704" y="13204"/>
                  </a:lnTo>
                  <a:lnTo>
                    <a:pt x="13638" y="13296"/>
                  </a:lnTo>
                  <a:lnTo>
                    <a:pt x="13572" y="13401"/>
                  </a:lnTo>
                  <a:lnTo>
                    <a:pt x="13493" y="13480"/>
                  </a:lnTo>
                  <a:lnTo>
                    <a:pt x="13401" y="13559"/>
                  </a:lnTo>
                  <a:lnTo>
                    <a:pt x="13309" y="13638"/>
                  </a:lnTo>
                  <a:lnTo>
                    <a:pt x="13203" y="13691"/>
                  </a:lnTo>
                  <a:lnTo>
                    <a:pt x="13098" y="13743"/>
                  </a:lnTo>
                  <a:lnTo>
                    <a:pt x="12980" y="13770"/>
                  </a:lnTo>
                  <a:lnTo>
                    <a:pt x="12874" y="13796"/>
                  </a:lnTo>
                  <a:lnTo>
                    <a:pt x="12756" y="13822"/>
                  </a:lnTo>
                  <a:lnTo>
                    <a:pt x="12519" y="13822"/>
                  </a:lnTo>
                  <a:lnTo>
                    <a:pt x="12414" y="13796"/>
                  </a:lnTo>
                  <a:lnTo>
                    <a:pt x="12295" y="13770"/>
                  </a:lnTo>
                  <a:lnTo>
                    <a:pt x="12190" y="13743"/>
                  </a:lnTo>
                  <a:lnTo>
                    <a:pt x="12085" y="13691"/>
                  </a:lnTo>
                  <a:lnTo>
                    <a:pt x="11979" y="13638"/>
                  </a:lnTo>
                  <a:lnTo>
                    <a:pt x="11887" y="13559"/>
                  </a:lnTo>
                  <a:lnTo>
                    <a:pt x="11795" y="13480"/>
                  </a:lnTo>
                  <a:lnTo>
                    <a:pt x="11716" y="13401"/>
                  </a:lnTo>
                  <a:lnTo>
                    <a:pt x="11650" y="13296"/>
                  </a:lnTo>
                  <a:lnTo>
                    <a:pt x="11584" y="13204"/>
                  </a:lnTo>
                  <a:lnTo>
                    <a:pt x="11532" y="13098"/>
                  </a:lnTo>
                  <a:lnTo>
                    <a:pt x="11492" y="12980"/>
                  </a:lnTo>
                  <a:lnTo>
                    <a:pt x="11466" y="12875"/>
                  </a:lnTo>
                  <a:lnTo>
                    <a:pt x="11453" y="12756"/>
                  </a:lnTo>
                  <a:lnTo>
                    <a:pt x="11440" y="12638"/>
                  </a:lnTo>
                  <a:lnTo>
                    <a:pt x="11453" y="12519"/>
                  </a:lnTo>
                  <a:lnTo>
                    <a:pt x="11466" y="12401"/>
                  </a:lnTo>
                  <a:lnTo>
                    <a:pt x="11492" y="12282"/>
                  </a:lnTo>
                  <a:lnTo>
                    <a:pt x="11532" y="12177"/>
                  </a:lnTo>
                  <a:lnTo>
                    <a:pt x="11584" y="12072"/>
                  </a:lnTo>
                  <a:lnTo>
                    <a:pt x="11650" y="11980"/>
                  </a:lnTo>
                  <a:lnTo>
                    <a:pt x="11716" y="11874"/>
                  </a:lnTo>
                  <a:lnTo>
                    <a:pt x="11795" y="11795"/>
                  </a:lnTo>
                  <a:lnTo>
                    <a:pt x="11887" y="11716"/>
                  </a:lnTo>
                  <a:lnTo>
                    <a:pt x="11979" y="11637"/>
                  </a:lnTo>
                  <a:lnTo>
                    <a:pt x="12071" y="11585"/>
                  </a:lnTo>
                  <a:lnTo>
                    <a:pt x="12177" y="11532"/>
                  </a:lnTo>
                  <a:lnTo>
                    <a:pt x="12295" y="11492"/>
                  </a:lnTo>
                  <a:lnTo>
                    <a:pt x="12400" y="11466"/>
                  </a:lnTo>
                  <a:lnTo>
                    <a:pt x="12519" y="11440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6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70"/>
                  </a:lnTo>
                  <a:lnTo>
                    <a:pt x="409" y="1054"/>
                  </a:lnTo>
                  <a:lnTo>
                    <a:pt x="277" y="1264"/>
                  </a:lnTo>
                  <a:lnTo>
                    <a:pt x="185" y="1462"/>
                  </a:lnTo>
                  <a:lnTo>
                    <a:pt x="106" y="1686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0" y="2383"/>
                  </a:lnTo>
                  <a:lnTo>
                    <a:pt x="14" y="2620"/>
                  </a:lnTo>
                  <a:lnTo>
                    <a:pt x="53" y="2844"/>
                  </a:lnTo>
                  <a:lnTo>
                    <a:pt x="106" y="3068"/>
                  </a:lnTo>
                  <a:lnTo>
                    <a:pt x="185" y="3292"/>
                  </a:lnTo>
                  <a:lnTo>
                    <a:pt x="277" y="3502"/>
                  </a:lnTo>
                  <a:lnTo>
                    <a:pt x="395" y="3700"/>
                  </a:lnTo>
                  <a:lnTo>
                    <a:pt x="540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67" y="4358"/>
                  </a:lnTo>
                  <a:lnTo>
                    <a:pt x="1264" y="4476"/>
                  </a:lnTo>
                  <a:lnTo>
                    <a:pt x="1475" y="4582"/>
                  </a:lnTo>
                  <a:lnTo>
                    <a:pt x="1685" y="4661"/>
                  </a:lnTo>
                  <a:lnTo>
                    <a:pt x="1909" y="4713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41" y="4753"/>
                  </a:lnTo>
                  <a:lnTo>
                    <a:pt x="2699" y="4740"/>
                  </a:lnTo>
                  <a:lnTo>
                    <a:pt x="2857" y="4713"/>
                  </a:lnTo>
                  <a:lnTo>
                    <a:pt x="3015" y="4674"/>
                  </a:lnTo>
                  <a:lnTo>
                    <a:pt x="3160" y="4621"/>
                  </a:lnTo>
                  <a:lnTo>
                    <a:pt x="3318" y="4568"/>
                  </a:lnTo>
                  <a:lnTo>
                    <a:pt x="3449" y="4503"/>
                  </a:lnTo>
                  <a:lnTo>
                    <a:pt x="3594" y="4424"/>
                  </a:lnTo>
                  <a:lnTo>
                    <a:pt x="10597" y="11427"/>
                  </a:lnTo>
                  <a:lnTo>
                    <a:pt x="10518" y="11558"/>
                  </a:lnTo>
                  <a:lnTo>
                    <a:pt x="10452" y="11703"/>
                  </a:lnTo>
                  <a:lnTo>
                    <a:pt x="10400" y="11848"/>
                  </a:lnTo>
                  <a:lnTo>
                    <a:pt x="10347" y="12006"/>
                  </a:lnTo>
                  <a:lnTo>
                    <a:pt x="10307" y="12164"/>
                  </a:lnTo>
                  <a:lnTo>
                    <a:pt x="10281" y="12322"/>
                  </a:lnTo>
                  <a:lnTo>
                    <a:pt x="10268" y="12480"/>
                  </a:lnTo>
                  <a:lnTo>
                    <a:pt x="10268" y="12638"/>
                  </a:lnTo>
                  <a:lnTo>
                    <a:pt x="10268" y="12875"/>
                  </a:lnTo>
                  <a:lnTo>
                    <a:pt x="10307" y="13112"/>
                  </a:lnTo>
                  <a:lnTo>
                    <a:pt x="10360" y="13335"/>
                  </a:lnTo>
                  <a:lnTo>
                    <a:pt x="10439" y="13546"/>
                  </a:lnTo>
                  <a:lnTo>
                    <a:pt x="10544" y="13757"/>
                  </a:lnTo>
                  <a:lnTo>
                    <a:pt x="10663" y="13954"/>
                  </a:lnTo>
                  <a:lnTo>
                    <a:pt x="10795" y="14138"/>
                  </a:lnTo>
                  <a:lnTo>
                    <a:pt x="10952" y="14323"/>
                  </a:lnTo>
                  <a:lnTo>
                    <a:pt x="11137" y="14481"/>
                  </a:lnTo>
                  <a:lnTo>
                    <a:pt x="11321" y="14612"/>
                  </a:lnTo>
                  <a:lnTo>
                    <a:pt x="11518" y="14731"/>
                  </a:lnTo>
                  <a:lnTo>
                    <a:pt x="11729" y="14836"/>
                  </a:lnTo>
                  <a:lnTo>
                    <a:pt x="11953" y="14915"/>
                  </a:lnTo>
                  <a:lnTo>
                    <a:pt x="12177" y="14968"/>
                  </a:lnTo>
                  <a:lnTo>
                    <a:pt x="12400" y="15007"/>
                  </a:lnTo>
                  <a:lnTo>
                    <a:pt x="12637" y="15020"/>
                  </a:lnTo>
                  <a:lnTo>
                    <a:pt x="12874" y="15007"/>
                  </a:lnTo>
                  <a:lnTo>
                    <a:pt x="13111" y="14968"/>
                  </a:lnTo>
                  <a:lnTo>
                    <a:pt x="13335" y="14915"/>
                  </a:lnTo>
                  <a:lnTo>
                    <a:pt x="13546" y="14836"/>
                  </a:lnTo>
                  <a:lnTo>
                    <a:pt x="13756" y="14731"/>
                  </a:lnTo>
                  <a:lnTo>
                    <a:pt x="13954" y="14612"/>
                  </a:lnTo>
                  <a:lnTo>
                    <a:pt x="14151" y="14481"/>
                  </a:lnTo>
                  <a:lnTo>
                    <a:pt x="14322" y="14323"/>
                  </a:lnTo>
                  <a:lnTo>
                    <a:pt x="14480" y="14138"/>
                  </a:lnTo>
                  <a:lnTo>
                    <a:pt x="14625" y="13954"/>
                  </a:lnTo>
                  <a:lnTo>
                    <a:pt x="14744" y="13757"/>
                  </a:lnTo>
                  <a:lnTo>
                    <a:pt x="14836" y="13546"/>
                  </a:lnTo>
                  <a:lnTo>
                    <a:pt x="14915" y="13335"/>
                  </a:lnTo>
                  <a:lnTo>
                    <a:pt x="14980" y="13112"/>
                  </a:lnTo>
                  <a:lnTo>
                    <a:pt x="15007" y="12875"/>
                  </a:lnTo>
                  <a:lnTo>
                    <a:pt x="15020" y="12638"/>
                  </a:lnTo>
                  <a:lnTo>
                    <a:pt x="15007" y="12401"/>
                  </a:lnTo>
                  <a:lnTo>
                    <a:pt x="14980" y="12164"/>
                  </a:lnTo>
                  <a:lnTo>
                    <a:pt x="14915" y="11940"/>
                  </a:lnTo>
                  <a:lnTo>
                    <a:pt x="14836" y="11729"/>
                  </a:lnTo>
                  <a:lnTo>
                    <a:pt x="14744" y="11519"/>
                  </a:lnTo>
                  <a:lnTo>
                    <a:pt x="14625" y="11321"/>
                  </a:lnTo>
                  <a:lnTo>
                    <a:pt x="14480" y="11137"/>
                  </a:lnTo>
                  <a:lnTo>
                    <a:pt x="14322" y="10953"/>
                  </a:lnTo>
                  <a:lnTo>
                    <a:pt x="14151" y="10795"/>
                  </a:lnTo>
                  <a:lnTo>
                    <a:pt x="13954" y="10663"/>
                  </a:lnTo>
                  <a:lnTo>
                    <a:pt x="13756" y="10532"/>
                  </a:lnTo>
                  <a:lnTo>
                    <a:pt x="13546" y="10439"/>
                  </a:lnTo>
                  <a:lnTo>
                    <a:pt x="13335" y="10360"/>
                  </a:lnTo>
                  <a:lnTo>
                    <a:pt x="13111" y="10308"/>
                  </a:lnTo>
                  <a:lnTo>
                    <a:pt x="12874" y="10268"/>
                  </a:lnTo>
                  <a:lnTo>
                    <a:pt x="12637" y="10255"/>
                  </a:lnTo>
                  <a:lnTo>
                    <a:pt x="12479" y="10268"/>
                  </a:lnTo>
                  <a:lnTo>
                    <a:pt x="12321" y="10281"/>
                  </a:lnTo>
                  <a:lnTo>
                    <a:pt x="12164" y="10308"/>
                  </a:lnTo>
                  <a:lnTo>
                    <a:pt x="12006" y="10347"/>
                  </a:lnTo>
                  <a:lnTo>
                    <a:pt x="11861" y="10387"/>
                  </a:lnTo>
                  <a:lnTo>
                    <a:pt x="11716" y="10453"/>
                  </a:lnTo>
                  <a:lnTo>
                    <a:pt x="11571" y="10518"/>
                  </a:lnTo>
                  <a:lnTo>
                    <a:pt x="11426" y="10584"/>
                  </a:lnTo>
                  <a:lnTo>
                    <a:pt x="4423" y="3594"/>
                  </a:lnTo>
                  <a:lnTo>
                    <a:pt x="4502" y="3450"/>
                  </a:lnTo>
                  <a:lnTo>
                    <a:pt x="4568" y="3305"/>
                  </a:lnTo>
                  <a:lnTo>
                    <a:pt x="4634" y="3160"/>
                  </a:lnTo>
                  <a:lnTo>
                    <a:pt x="4673" y="3015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6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86"/>
                  </a:lnTo>
                  <a:lnTo>
                    <a:pt x="4581" y="1462"/>
                  </a:lnTo>
                  <a:lnTo>
                    <a:pt x="4476" y="1264"/>
                  </a:lnTo>
                  <a:lnTo>
                    <a:pt x="4358" y="1054"/>
                  </a:lnTo>
                  <a:lnTo>
                    <a:pt x="4226" y="870"/>
                  </a:lnTo>
                  <a:lnTo>
                    <a:pt x="4068" y="698"/>
                  </a:lnTo>
                  <a:lnTo>
                    <a:pt x="3884" y="540"/>
                  </a:lnTo>
                  <a:lnTo>
                    <a:pt x="3699" y="396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81" y="106"/>
                  </a:lnTo>
                  <a:lnTo>
                    <a:pt x="2844" y="40"/>
                  </a:lnTo>
                  <a:lnTo>
                    <a:pt x="2620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6"/>
            <p:cNvSpPr/>
            <p:nvPr/>
          </p:nvSpPr>
          <p:spPr>
            <a:xfrm>
              <a:off x="6204425" y="2754325"/>
              <a:ext cx="380450" cy="380450"/>
            </a:xfrm>
            <a:custGeom>
              <a:rect b="b" l="l" r="r" t="t"/>
              <a:pathLst>
                <a:path extrusionOk="0" h="15218" w="15218">
                  <a:moveTo>
                    <a:pt x="2502" y="1185"/>
                  </a:move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82"/>
                  </a:lnTo>
                  <a:lnTo>
                    <a:pt x="3133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25"/>
                  </a:lnTo>
                  <a:lnTo>
                    <a:pt x="3436" y="1830"/>
                  </a:lnTo>
                  <a:lnTo>
                    <a:pt x="3489" y="1935"/>
                  </a:lnTo>
                  <a:lnTo>
                    <a:pt x="3528" y="2041"/>
                  </a:lnTo>
                  <a:lnTo>
                    <a:pt x="3555" y="2159"/>
                  </a:lnTo>
                  <a:lnTo>
                    <a:pt x="3568" y="2264"/>
                  </a:lnTo>
                  <a:lnTo>
                    <a:pt x="3581" y="2383"/>
                  </a:lnTo>
                  <a:lnTo>
                    <a:pt x="3568" y="2501"/>
                  </a:lnTo>
                  <a:lnTo>
                    <a:pt x="3555" y="2607"/>
                  </a:lnTo>
                  <a:lnTo>
                    <a:pt x="3528" y="2725"/>
                  </a:lnTo>
                  <a:lnTo>
                    <a:pt x="3489" y="2830"/>
                  </a:lnTo>
                  <a:lnTo>
                    <a:pt x="3436" y="2936"/>
                  </a:lnTo>
                  <a:lnTo>
                    <a:pt x="3384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36" y="3436"/>
                  </a:lnTo>
                  <a:lnTo>
                    <a:pt x="2831" y="3489"/>
                  </a:lnTo>
                  <a:lnTo>
                    <a:pt x="2725" y="3515"/>
                  </a:lnTo>
                  <a:lnTo>
                    <a:pt x="2607" y="3541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1"/>
                  </a:lnTo>
                  <a:lnTo>
                    <a:pt x="2041" y="3515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27" y="3225"/>
                  </a:lnTo>
                  <a:lnTo>
                    <a:pt x="1448" y="3133"/>
                  </a:lnTo>
                  <a:lnTo>
                    <a:pt x="1383" y="3041"/>
                  </a:lnTo>
                  <a:lnTo>
                    <a:pt x="1317" y="2936"/>
                  </a:lnTo>
                  <a:lnTo>
                    <a:pt x="1264" y="2830"/>
                  </a:lnTo>
                  <a:lnTo>
                    <a:pt x="1238" y="2725"/>
                  </a:lnTo>
                  <a:lnTo>
                    <a:pt x="1198" y="2607"/>
                  </a:lnTo>
                  <a:lnTo>
                    <a:pt x="1185" y="2501"/>
                  </a:lnTo>
                  <a:lnTo>
                    <a:pt x="1185" y="2383"/>
                  </a:lnTo>
                  <a:lnTo>
                    <a:pt x="1185" y="2264"/>
                  </a:lnTo>
                  <a:lnTo>
                    <a:pt x="1198" y="2159"/>
                  </a:lnTo>
                  <a:lnTo>
                    <a:pt x="1238" y="2041"/>
                  </a:lnTo>
                  <a:lnTo>
                    <a:pt x="1264" y="1935"/>
                  </a:lnTo>
                  <a:lnTo>
                    <a:pt x="1317" y="1830"/>
                  </a:lnTo>
                  <a:lnTo>
                    <a:pt x="1383" y="1725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20" y="1461"/>
                  </a:lnTo>
                  <a:lnTo>
                    <a:pt x="1712" y="1382"/>
                  </a:lnTo>
                  <a:lnTo>
                    <a:pt x="1817" y="1330"/>
                  </a:lnTo>
                  <a:lnTo>
                    <a:pt x="1922" y="1277"/>
                  </a:lnTo>
                  <a:lnTo>
                    <a:pt x="2028" y="1238"/>
                  </a:lnTo>
                  <a:lnTo>
                    <a:pt x="2146" y="1211"/>
                  </a:lnTo>
                  <a:lnTo>
                    <a:pt x="2265" y="1185"/>
                  </a:lnTo>
                  <a:close/>
                  <a:moveTo>
                    <a:pt x="12967" y="11650"/>
                  </a:moveTo>
                  <a:lnTo>
                    <a:pt x="13072" y="11663"/>
                  </a:lnTo>
                  <a:lnTo>
                    <a:pt x="13190" y="11703"/>
                  </a:lnTo>
                  <a:lnTo>
                    <a:pt x="13296" y="11742"/>
                  </a:lnTo>
                  <a:lnTo>
                    <a:pt x="13401" y="11782"/>
                  </a:lnTo>
                  <a:lnTo>
                    <a:pt x="13506" y="11847"/>
                  </a:lnTo>
                  <a:lnTo>
                    <a:pt x="13598" y="11913"/>
                  </a:lnTo>
                  <a:lnTo>
                    <a:pt x="13691" y="11992"/>
                  </a:lnTo>
                  <a:lnTo>
                    <a:pt x="13770" y="12084"/>
                  </a:lnTo>
                  <a:lnTo>
                    <a:pt x="13835" y="12176"/>
                  </a:lnTo>
                  <a:lnTo>
                    <a:pt x="13901" y="12282"/>
                  </a:lnTo>
                  <a:lnTo>
                    <a:pt x="13954" y="12387"/>
                  </a:lnTo>
                  <a:lnTo>
                    <a:pt x="13993" y="12492"/>
                  </a:lnTo>
                  <a:lnTo>
                    <a:pt x="14020" y="12611"/>
                  </a:lnTo>
                  <a:lnTo>
                    <a:pt x="14033" y="12729"/>
                  </a:lnTo>
                  <a:lnTo>
                    <a:pt x="14033" y="12848"/>
                  </a:lnTo>
                  <a:lnTo>
                    <a:pt x="14033" y="12966"/>
                  </a:lnTo>
                  <a:lnTo>
                    <a:pt x="14020" y="13085"/>
                  </a:lnTo>
                  <a:lnTo>
                    <a:pt x="13993" y="13190"/>
                  </a:lnTo>
                  <a:lnTo>
                    <a:pt x="13954" y="13309"/>
                  </a:lnTo>
                  <a:lnTo>
                    <a:pt x="13901" y="13414"/>
                  </a:lnTo>
                  <a:lnTo>
                    <a:pt x="13835" y="13506"/>
                  </a:lnTo>
                  <a:lnTo>
                    <a:pt x="13770" y="13598"/>
                  </a:lnTo>
                  <a:lnTo>
                    <a:pt x="13691" y="13690"/>
                  </a:lnTo>
                  <a:lnTo>
                    <a:pt x="13598" y="13769"/>
                  </a:lnTo>
                  <a:lnTo>
                    <a:pt x="13506" y="13835"/>
                  </a:lnTo>
                  <a:lnTo>
                    <a:pt x="13401" y="13901"/>
                  </a:lnTo>
                  <a:lnTo>
                    <a:pt x="13296" y="13940"/>
                  </a:lnTo>
                  <a:lnTo>
                    <a:pt x="13190" y="13980"/>
                  </a:lnTo>
                  <a:lnTo>
                    <a:pt x="13072" y="14006"/>
                  </a:lnTo>
                  <a:lnTo>
                    <a:pt x="12953" y="14019"/>
                  </a:lnTo>
                  <a:lnTo>
                    <a:pt x="12835" y="14033"/>
                  </a:lnTo>
                  <a:lnTo>
                    <a:pt x="12730" y="14019"/>
                  </a:lnTo>
                  <a:lnTo>
                    <a:pt x="12611" y="14006"/>
                  </a:lnTo>
                  <a:lnTo>
                    <a:pt x="12493" y="13980"/>
                  </a:lnTo>
                  <a:lnTo>
                    <a:pt x="12387" y="13940"/>
                  </a:lnTo>
                  <a:lnTo>
                    <a:pt x="12282" y="13901"/>
                  </a:lnTo>
                  <a:lnTo>
                    <a:pt x="12177" y="13835"/>
                  </a:lnTo>
                  <a:lnTo>
                    <a:pt x="12085" y="13769"/>
                  </a:lnTo>
                  <a:lnTo>
                    <a:pt x="11992" y="13690"/>
                  </a:lnTo>
                  <a:lnTo>
                    <a:pt x="11913" y="13598"/>
                  </a:lnTo>
                  <a:lnTo>
                    <a:pt x="11848" y="13506"/>
                  </a:lnTo>
                  <a:lnTo>
                    <a:pt x="11782" y="13414"/>
                  </a:lnTo>
                  <a:lnTo>
                    <a:pt x="11729" y="13309"/>
                  </a:lnTo>
                  <a:lnTo>
                    <a:pt x="11690" y="13190"/>
                  </a:lnTo>
                  <a:lnTo>
                    <a:pt x="11663" y="13085"/>
                  </a:lnTo>
                  <a:lnTo>
                    <a:pt x="11650" y="12966"/>
                  </a:lnTo>
                  <a:lnTo>
                    <a:pt x="11650" y="12848"/>
                  </a:lnTo>
                  <a:lnTo>
                    <a:pt x="11650" y="12729"/>
                  </a:lnTo>
                  <a:lnTo>
                    <a:pt x="11663" y="12611"/>
                  </a:lnTo>
                  <a:lnTo>
                    <a:pt x="11690" y="12492"/>
                  </a:lnTo>
                  <a:lnTo>
                    <a:pt x="11729" y="12387"/>
                  </a:lnTo>
                  <a:lnTo>
                    <a:pt x="11782" y="12282"/>
                  </a:lnTo>
                  <a:lnTo>
                    <a:pt x="11848" y="12176"/>
                  </a:lnTo>
                  <a:lnTo>
                    <a:pt x="11913" y="12084"/>
                  </a:lnTo>
                  <a:lnTo>
                    <a:pt x="11992" y="11992"/>
                  </a:lnTo>
                  <a:lnTo>
                    <a:pt x="12085" y="11913"/>
                  </a:lnTo>
                  <a:lnTo>
                    <a:pt x="12177" y="11847"/>
                  </a:lnTo>
                  <a:lnTo>
                    <a:pt x="12282" y="11782"/>
                  </a:lnTo>
                  <a:lnTo>
                    <a:pt x="12387" y="11742"/>
                  </a:lnTo>
                  <a:lnTo>
                    <a:pt x="12493" y="11703"/>
                  </a:lnTo>
                  <a:lnTo>
                    <a:pt x="12611" y="11663"/>
                  </a:lnTo>
                  <a:lnTo>
                    <a:pt x="12716" y="11650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5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82"/>
                  </a:lnTo>
                  <a:lnTo>
                    <a:pt x="395" y="1066"/>
                  </a:lnTo>
                  <a:lnTo>
                    <a:pt x="277" y="1277"/>
                  </a:lnTo>
                  <a:lnTo>
                    <a:pt x="172" y="1488"/>
                  </a:lnTo>
                  <a:lnTo>
                    <a:pt x="106" y="1698"/>
                  </a:lnTo>
                  <a:lnTo>
                    <a:pt x="40" y="1922"/>
                  </a:lnTo>
                  <a:lnTo>
                    <a:pt x="14" y="2159"/>
                  </a:lnTo>
                  <a:lnTo>
                    <a:pt x="1" y="2383"/>
                  </a:lnTo>
                  <a:lnTo>
                    <a:pt x="14" y="2607"/>
                  </a:lnTo>
                  <a:lnTo>
                    <a:pt x="40" y="2830"/>
                  </a:lnTo>
                  <a:lnTo>
                    <a:pt x="106" y="3054"/>
                  </a:lnTo>
                  <a:lnTo>
                    <a:pt x="172" y="3278"/>
                  </a:lnTo>
                  <a:lnTo>
                    <a:pt x="277" y="3489"/>
                  </a:lnTo>
                  <a:lnTo>
                    <a:pt x="395" y="3686"/>
                  </a:lnTo>
                  <a:lnTo>
                    <a:pt x="540" y="3883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67" y="4357"/>
                  </a:lnTo>
                  <a:lnTo>
                    <a:pt x="1264" y="4476"/>
                  </a:lnTo>
                  <a:lnTo>
                    <a:pt x="1475" y="4581"/>
                  </a:lnTo>
                  <a:lnTo>
                    <a:pt x="1685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60" y="4634"/>
                  </a:lnTo>
                  <a:lnTo>
                    <a:pt x="3305" y="4568"/>
                  </a:lnTo>
                  <a:lnTo>
                    <a:pt x="3449" y="4502"/>
                  </a:lnTo>
                  <a:lnTo>
                    <a:pt x="3594" y="4423"/>
                  </a:lnTo>
                  <a:lnTo>
                    <a:pt x="10795" y="11637"/>
                  </a:lnTo>
                  <a:lnTo>
                    <a:pt x="10716" y="11768"/>
                  </a:lnTo>
                  <a:lnTo>
                    <a:pt x="10650" y="11913"/>
                  </a:lnTo>
                  <a:lnTo>
                    <a:pt x="10597" y="12058"/>
                  </a:lnTo>
                  <a:lnTo>
                    <a:pt x="10544" y="12216"/>
                  </a:lnTo>
                  <a:lnTo>
                    <a:pt x="10505" y="12361"/>
                  </a:lnTo>
                  <a:lnTo>
                    <a:pt x="10479" y="12519"/>
                  </a:lnTo>
                  <a:lnTo>
                    <a:pt x="10465" y="12677"/>
                  </a:lnTo>
                  <a:lnTo>
                    <a:pt x="10465" y="12848"/>
                  </a:lnTo>
                  <a:lnTo>
                    <a:pt x="10479" y="13085"/>
                  </a:lnTo>
                  <a:lnTo>
                    <a:pt x="10505" y="13309"/>
                  </a:lnTo>
                  <a:lnTo>
                    <a:pt x="10571" y="13532"/>
                  </a:lnTo>
                  <a:lnTo>
                    <a:pt x="10637" y="13756"/>
                  </a:lnTo>
                  <a:lnTo>
                    <a:pt x="10742" y="13967"/>
                  </a:lnTo>
                  <a:lnTo>
                    <a:pt x="10860" y="14164"/>
                  </a:lnTo>
                  <a:lnTo>
                    <a:pt x="11005" y="14348"/>
                  </a:lnTo>
                  <a:lnTo>
                    <a:pt x="11163" y="14520"/>
                  </a:lnTo>
                  <a:lnTo>
                    <a:pt x="11334" y="14691"/>
                  </a:lnTo>
                  <a:lnTo>
                    <a:pt x="11519" y="14822"/>
                  </a:lnTo>
                  <a:lnTo>
                    <a:pt x="11716" y="14941"/>
                  </a:lnTo>
                  <a:lnTo>
                    <a:pt x="11927" y="15046"/>
                  </a:lnTo>
                  <a:lnTo>
                    <a:pt x="12150" y="15125"/>
                  </a:lnTo>
                  <a:lnTo>
                    <a:pt x="12374" y="15178"/>
                  </a:lnTo>
                  <a:lnTo>
                    <a:pt x="12611" y="15217"/>
                  </a:lnTo>
                  <a:lnTo>
                    <a:pt x="13072" y="15217"/>
                  </a:lnTo>
                  <a:lnTo>
                    <a:pt x="13309" y="15178"/>
                  </a:lnTo>
                  <a:lnTo>
                    <a:pt x="13533" y="15125"/>
                  </a:lnTo>
                  <a:lnTo>
                    <a:pt x="13756" y="15046"/>
                  </a:lnTo>
                  <a:lnTo>
                    <a:pt x="13967" y="14941"/>
                  </a:lnTo>
                  <a:lnTo>
                    <a:pt x="14164" y="14822"/>
                  </a:lnTo>
                  <a:lnTo>
                    <a:pt x="14349" y="14691"/>
                  </a:lnTo>
                  <a:lnTo>
                    <a:pt x="14520" y="14520"/>
                  </a:lnTo>
                  <a:lnTo>
                    <a:pt x="14678" y="14348"/>
                  </a:lnTo>
                  <a:lnTo>
                    <a:pt x="14823" y="14164"/>
                  </a:lnTo>
                  <a:lnTo>
                    <a:pt x="14941" y="13967"/>
                  </a:lnTo>
                  <a:lnTo>
                    <a:pt x="15046" y="13756"/>
                  </a:lnTo>
                  <a:lnTo>
                    <a:pt x="15112" y="13532"/>
                  </a:lnTo>
                  <a:lnTo>
                    <a:pt x="15178" y="13309"/>
                  </a:lnTo>
                  <a:lnTo>
                    <a:pt x="15204" y="13085"/>
                  </a:lnTo>
                  <a:lnTo>
                    <a:pt x="15218" y="12848"/>
                  </a:lnTo>
                  <a:lnTo>
                    <a:pt x="15204" y="12611"/>
                  </a:lnTo>
                  <a:lnTo>
                    <a:pt x="15178" y="12374"/>
                  </a:lnTo>
                  <a:lnTo>
                    <a:pt x="15112" y="12150"/>
                  </a:lnTo>
                  <a:lnTo>
                    <a:pt x="15046" y="11940"/>
                  </a:lnTo>
                  <a:lnTo>
                    <a:pt x="14941" y="11729"/>
                  </a:lnTo>
                  <a:lnTo>
                    <a:pt x="14823" y="11518"/>
                  </a:lnTo>
                  <a:lnTo>
                    <a:pt x="14678" y="11334"/>
                  </a:lnTo>
                  <a:lnTo>
                    <a:pt x="14520" y="11163"/>
                  </a:lnTo>
                  <a:lnTo>
                    <a:pt x="14349" y="11005"/>
                  </a:lnTo>
                  <a:lnTo>
                    <a:pt x="14164" y="10860"/>
                  </a:lnTo>
                  <a:lnTo>
                    <a:pt x="13967" y="10742"/>
                  </a:lnTo>
                  <a:lnTo>
                    <a:pt x="13756" y="10650"/>
                  </a:lnTo>
                  <a:lnTo>
                    <a:pt x="13533" y="10571"/>
                  </a:lnTo>
                  <a:lnTo>
                    <a:pt x="13309" y="10505"/>
                  </a:lnTo>
                  <a:lnTo>
                    <a:pt x="13072" y="10478"/>
                  </a:lnTo>
                  <a:lnTo>
                    <a:pt x="12848" y="10465"/>
                  </a:lnTo>
                  <a:lnTo>
                    <a:pt x="12677" y="10465"/>
                  </a:lnTo>
                  <a:lnTo>
                    <a:pt x="12519" y="10492"/>
                  </a:lnTo>
                  <a:lnTo>
                    <a:pt x="12361" y="10518"/>
                  </a:lnTo>
                  <a:lnTo>
                    <a:pt x="12203" y="10544"/>
                  </a:lnTo>
                  <a:lnTo>
                    <a:pt x="12058" y="10597"/>
                  </a:lnTo>
                  <a:lnTo>
                    <a:pt x="11913" y="10650"/>
                  </a:lnTo>
                  <a:lnTo>
                    <a:pt x="11769" y="10715"/>
                  </a:lnTo>
                  <a:lnTo>
                    <a:pt x="11624" y="10794"/>
                  </a:lnTo>
                  <a:lnTo>
                    <a:pt x="4423" y="3594"/>
                  </a:lnTo>
                  <a:lnTo>
                    <a:pt x="4516" y="3423"/>
                  </a:lnTo>
                  <a:lnTo>
                    <a:pt x="4595" y="3238"/>
                  </a:lnTo>
                  <a:lnTo>
                    <a:pt x="4660" y="3054"/>
                  </a:lnTo>
                  <a:lnTo>
                    <a:pt x="4713" y="2870"/>
                  </a:lnTo>
                  <a:lnTo>
                    <a:pt x="4739" y="2672"/>
                  </a:lnTo>
                  <a:lnTo>
                    <a:pt x="4753" y="2488"/>
                  </a:lnTo>
                  <a:lnTo>
                    <a:pt x="4753" y="2291"/>
                  </a:lnTo>
                  <a:lnTo>
                    <a:pt x="4739" y="2093"/>
                  </a:lnTo>
                  <a:lnTo>
                    <a:pt x="4713" y="1909"/>
                  </a:lnTo>
                  <a:lnTo>
                    <a:pt x="4660" y="1725"/>
                  </a:lnTo>
                  <a:lnTo>
                    <a:pt x="4608" y="1540"/>
                  </a:lnTo>
                  <a:lnTo>
                    <a:pt x="4529" y="1356"/>
                  </a:lnTo>
                  <a:lnTo>
                    <a:pt x="4437" y="1185"/>
                  </a:lnTo>
                  <a:lnTo>
                    <a:pt x="4318" y="1014"/>
                  </a:lnTo>
                  <a:lnTo>
                    <a:pt x="4200" y="856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699" y="395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68" y="106"/>
                  </a:lnTo>
                  <a:lnTo>
                    <a:pt x="2844" y="53"/>
                  </a:lnTo>
                  <a:lnTo>
                    <a:pt x="2620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6"/>
            <p:cNvSpPr/>
            <p:nvPr/>
          </p:nvSpPr>
          <p:spPr>
            <a:xfrm>
              <a:off x="2745050" y="784075"/>
              <a:ext cx="481500" cy="119150"/>
            </a:xfrm>
            <a:custGeom>
              <a:rect b="b" l="l" r="r" t="t"/>
              <a:pathLst>
                <a:path extrusionOk="0" h="4766" w="19260">
                  <a:moveTo>
                    <a:pt x="2370" y="1185"/>
                  </a:moveTo>
                  <a:lnTo>
                    <a:pt x="2502" y="1198"/>
                  </a:lnTo>
                  <a:lnTo>
                    <a:pt x="2621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42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50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1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3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96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16877" y="1185"/>
                  </a:moveTo>
                  <a:lnTo>
                    <a:pt x="17008" y="1198"/>
                  </a:lnTo>
                  <a:lnTo>
                    <a:pt x="17127" y="1211"/>
                  </a:lnTo>
                  <a:lnTo>
                    <a:pt x="17232" y="1238"/>
                  </a:lnTo>
                  <a:lnTo>
                    <a:pt x="17350" y="1277"/>
                  </a:lnTo>
                  <a:lnTo>
                    <a:pt x="17456" y="1330"/>
                  </a:lnTo>
                  <a:lnTo>
                    <a:pt x="17548" y="1396"/>
                  </a:lnTo>
                  <a:lnTo>
                    <a:pt x="17640" y="1461"/>
                  </a:lnTo>
                  <a:lnTo>
                    <a:pt x="17732" y="1540"/>
                  </a:lnTo>
                  <a:lnTo>
                    <a:pt x="17811" y="1619"/>
                  </a:lnTo>
                  <a:lnTo>
                    <a:pt x="17877" y="1712"/>
                  </a:lnTo>
                  <a:lnTo>
                    <a:pt x="17930" y="1817"/>
                  </a:lnTo>
                  <a:lnTo>
                    <a:pt x="17982" y="1922"/>
                  </a:lnTo>
                  <a:lnTo>
                    <a:pt x="18022" y="2027"/>
                  </a:lnTo>
                  <a:lnTo>
                    <a:pt x="18048" y="2146"/>
                  </a:lnTo>
                  <a:lnTo>
                    <a:pt x="18074" y="2264"/>
                  </a:lnTo>
                  <a:lnTo>
                    <a:pt x="18074" y="2383"/>
                  </a:lnTo>
                  <a:lnTo>
                    <a:pt x="18074" y="2501"/>
                  </a:lnTo>
                  <a:lnTo>
                    <a:pt x="18048" y="2620"/>
                  </a:lnTo>
                  <a:lnTo>
                    <a:pt x="18022" y="2738"/>
                  </a:lnTo>
                  <a:lnTo>
                    <a:pt x="17982" y="2844"/>
                  </a:lnTo>
                  <a:lnTo>
                    <a:pt x="17930" y="2949"/>
                  </a:lnTo>
                  <a:lnTo>
                    <a:pt x="17877" y="3054"/>
                  </a:lnTo>
                  <a:lnTo>
                    <a:pt x="17811" y="3146"/>
                  </a:lnTo>
                  <a:lnTo>
                    <a:pt x="17732" y="3225"/>
                  </a:lnTo>
                  <a:lnTo>
                    <a:pt x="17640" y="3304"/>
                  </a:lnTo>
                  <a:lnTo>
                    <a:pt x="17548" y="3370"/>
                  </a:lnTo>
                  <a:lnTo>
                    <a:pt x="17456" y="3436"/>
                  </a:lnTo>
                  <a:lnTo>
                    <a:pt x="17350" y="3489"/>
                  </a:lnTo>
                  <a:lnTo>
                    <a:pt x="17232" y="3528"/>
                  </a:lnTo>
                  <a:lnTo>
                    <a:pt x="17127" y="3554"/>
                  </a:lnTo>
                  <a:lnTo>
                    <a:pt x="17008" y="3581"/>
                  </a:lnTo>
                  <a:lnTo>
                    <a:pt x="16758" y="3581"/>
                  </a:lnTo>
                  <a:lnTo>
                    <a:pt x="16640" y="3554"/>
                  </a:lnTo>
                  <a:lnTo>
                    <a:pt x="16521" y="3528"/>
                  </a:lnTo>
                  <a:lnTo>
                    <a:pt x="16416" y="3489"/>
                  </a:lnTo>
                  <a:lnTo>
                    <a:pt x="16311" y="3436"/>
                  </a:lnTo>
                  <a:lnTo>
                    <a:pt x="16218" y="3370"/>
                  </a:lnTo>
                  <a:lnTo>
                    <a:pt x="16126" y="3304"/>
                  </a:lnTo>
                  <a:lnTo>
                    <a:pt x="16034" y="3225"/>
                  </a:lnTo>
                  <a:lnTo>
                    <a:pt x="15955" y="3146"/>
                  </a:lnTo>
                  <a:lnTo>
                    <a:pt x="15889" y="3054"/>
                  </a:lnTo>
                  <a:lnTo>
                    <a:pt x="15823" y="2949"/>
                  </a:lnTo>
                  <a:lnTo>
                    <a:pt x="15784" y="2844"/>
                  </a:lnTo>
                  <a:lnTo>
                    <a:pt x="15744" y="2738"/>
                  </a:lnTo>
                  <a:lnTo>
                    <a:pt x="15705" y="2620"/>
                  </a:lnTo>
                  <a:lnTo>
                    <a:pt x="15692" y="2501"/>
                  </a:lnTo>
                  <a:lnTo>
                    <a:pt x="15679" y="2383"/>
                  </a:lnTo>
                  <a:lnTo>
                    <a:pt x="15692" y="2264"/>
                  </a:lnTo>
                  <a:lnTo>
                    <a:pt x="15705" y="2146"/>
                  </a:lnTo>
                  <a:lnTo>
                    <a:pt x="15744" y="2027"/>
                  </a:lnTo>
                  <a:lnTo>
                    <a:pt x="15784" y="1922"/>
                  </a:lnTo>
                  <a:lnTo>
                    <a:pt x="15823" y="1817"/>
                  </a:lnTo>
                  <a:lnTo>
                    <a:pt x="15889" y="1712"/>
                  </a:lnTo>
                  <a:lnTo>
                    <a:pt x="15955" y="1619"/>
                  </a:lnTo>
                  <a:lnTo>
                    <a:pt x="16034" y="1540"/>
                  </a:lnTo>
                  <a:lnTo>
                    <a:pt x="16126" y="1461"/>
                  </a:lnTo>
                  <a:lnTo>
                    <a:pt x="16218" y="1396"/>
                  </a:lnTo>
                  <a:lnTo>
                    <a:pt x="16311" y="1330"/>
                  </a:lnTo>
                  <a:lnTo>
                    <a:pt x="16416" y="1277"/>
                  </a:lnTo>
                  <a:lnTo>
                    <a:pt x="16521" y="1238"/>
                  </a:lnTo>
                  <a:lnTo>
                    <a:pt x="16640" y="1211"/>
                  </a:lnTo>
                  <a:lnTo>
                    <a:pt x="16758" y="1198"/>
                  </a:lnTo>
                  <a:lnTo>
                    <a:pt x="16877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7" y="53"/>
                  </a:lnTo>
                  <a:lnTo>
                    <a:pt x="1673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7" y="553"/>
                  </a:lnTo>
                  <a:lnTo>
                    <a:pt x="699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46"/>
                  </a:lnTo>
                  <a:lnTo>
                    <a:pt x="1" y="2383"/>
                  </a:lnTo>
                  <a:lnTo>
                    <a:pt x="1" y="2633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99" y="4068"/>
                  </a:lnTo>
                  <a:lnTo>
                    <a:pt x="857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81"/>
                  </a:lnTo>
                  <a:lnTo>
                    <a:pt x="1673" y="4660"/>
                  </a:lnTo>
                  <a:lnTo>
                    <a:pt x="1897" y="4713"/>
                  </a:lnTo>
                  <a:lnTo>
                    <a:pt x="2133" y="4752"/>
                  </a:lnTo>
                  <a:lnTo>
                    <a:pt x="2370" y="4765"/>
                  </a:lnTo>
                  <a:lnTo>
                    <a:pt x="2581" y="4752"/>
                  </a:lnTo>
                  <a:lnTo>
                    <a:pt x="2778" y="4726"/>
                  </a:lnTo>
                  <a:lnTo>
                    <a:pt x="2976" y="4686"/>
                  </a:lnTo>
                  <a:lnTo>
                    <a:pt x="3160" y="4621"/>
                  </a:lnTo>
                  <a:lnTo>
                    <a:pt x="3344" y="4555"/>
                  </a:lnTo>
                  <a:lnTo>
                    <a:pt x="3516" y="4463"/>
                  </a:lnTo>
                  <a:lnTo>
                    <a:pt x="3687" y="4371"/>
                  </a:lnTo>
                  <a:lnTo>
                    <a:pt x="3845" y="4252"/>
                  </a:lnTo>
                  <a:lnTo>
                    <a:pt x="3990" y="4134"/>
                  </a:lnTo>
                  <a:lnTo>
                    <a:pt x="4121" y="3989"/>
                  </a:lnTo>
                  <a:lnTo>
                    <a:pt x="4253" y="3844"/>
                  </a:lnTo>
                  <a:lnTo>
                    <a:pt x="4358" y="3686"/>
                  </a:lnTo>
                  <a:lnTo>
                    <a:pt x="4463" y="3515"/>
                  </a:lnTo>
                  <a:lnTo>
                    <a:pt x="4542" y="3344"/>
                  </a:lnTo>
                  <a:lnTo>
                    <a:pt x="4621" y="3160"/>
                  </a:lnTo>
                  <a:lnTo>
                    <a:pt x="4674" y="2975"/>
                  </a:lnTo>
                  <a:lnTo>
                    <a:pt x="14573" y="2975"/>
                  </a:lnTo>
                  <a:lnTo>
                    <a:pt x="14639" y="3160"/>
                  </a:lnTo>
                  <a:lnTo>
                    <a:pt x="14705" y="3344"/>
                  </a:lnTo>
                  <a:lnTo>
                    <a:pt x="14797" y="3515"/>
                  </a:lnTo>
                  <a:lnTo>
                    <a:pt x="14889" y="3686"/>
                  </a:lnTo>
                  <a:lnTo>
                    <a:pt x="15007" y="3844"/>
                  </a:lnTo>
                  <a:lnTo>
                    <a:pt x="15126" y="3989"/>
                  </a:lnTo>
                  <a:lnTo>
                    <a:pt x="15271" y="4134"/>
                  </a:lnTo>
                  <a:lnTo>
                    <a:pt x="15415" y="4252"/>
                  </a:lnTo>
                  <a:lnTo>
                    <a:pt x="15573" y="4371"/>
                  </a:lnTo>
                  <a:lnTo>
                    <a:pt x="15731" y="4463"/>
                  </a:lnTo>
                  <a:lnTo>
                    <a:pt x="15916" y="4555"/>
                  </a:lnTo>
                  <a:lnTo>
                    <a:pt x="16087" y="4621"/>
                  </a:lnTo>
                  <a:lnTo>
                    <a:pt x="16284" y="4686"/>
                  </a:lnTo>
                  <a:lnTo>
                    <a:pt x="16482" y="4726"/>
                  </a:lnTo>
                  <a:lnTo>
                    <a:pt x="16679" y="4752"/>
                  </a:lnTo>
                  <a:lnTo>
                    <a:pt x="16877" y="4765"/>
                  </a:lnTo>
                  <a:lnTo>
                    <a:pt x="17127" y="4752"/>
                  </a:lnTo>
                  <a:lnTo>
                    <a:pt x="17364" y="4713"/>
                  </a:lnTo>
                  <a:lnTo>
                    <a:pt x="17587" y="4660"/>
                  </a:lnTo>
                  <a:lnTo>
                    <a:pt x="17811" y="4581"/>
                  </a:lnTo>
                  <a:lnTo>
                    <a:pt x="18009" y="4476"/>
                  </a:lnTo>
                  <a:lnTo>
                    <a:pt x="18206" y="4357"/>
                  </a:lnTo>
                  <a:lnTo>
                    <a:pt x="18390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1" y="3712"/>
                  </a:lnTo>
                  <a:lnTo>
                    <a:pt x="18970" y="3515"/>
                  </a:lnTo>
                  <a:lnTo>
                    <a:pt x="19075" y="3304"/>
                  </a:lnTo>
                  <a:lnTo>
                    <a:pt x="19154" y="3094"/>
                  </a:lnTo>
                  <a:lnTo>
                    <a:pt x="19206" y="2857"/>
                  </a:lnTo>
                  <a:lnTo>
                    <a:pt x="19246" y="2633"/>
                  </a:lnTo>
                  <a:lnTo>
                    <a:pt x="19259" y="2383"/>
                  </a:lnTo>
                  <a:lnTo>
                    <a:pt x="19246" y="2146"/>
                  </a:lnTo>
                  <a:lnTo>
                    <a:pt x="19206" y="1909"/>
                  </a:lnTo>
                  <a:lnTo>
                    <a:pt x="19154" y="1672"/>
                  </a:lnTo>
                  <a:lnTo>
                    <a:pt x="19075" y="1461"/>
                  </a:lnTo>
                  <a:lnTo>
                    <a:pt x="18970" y="1251"/>
                  </a:lnTo>
                  <a:lnTo>
                    <a:pt x="18851" y="1053"/>
                  </a:lnTo>
                  <a:lnTo>
                    <a:pt x="18719" y="869"/>
                  </a:lnTo>
                  <a:lnTo>
                    <a:pt x="18561" y="698"/>
                  </a:lnTo>
                  <a:lnTo>
                    <a:pt x="18390" y="553"/>
                  </a:lnTo>
                  <a:lnTo>
                    <a:pt x="18206" y="408"/>
                  </a:lnTo>
                  <a:lnTo>
                    <a:pt x="18009" y="290"/>
                  </a:lnTo>
                  <a:lnTo>
                    <a:pt x="17811" y="198"/>
                  </a:lnTo>
                  <a:lnTo>
                    <a:pt x="17587" y="106"/>
                  </a:lnTo>
                  <a:lnTo>
                    <a:pt x="17364" y="53"/>
                  </a:lnTo>
                  <a:lnTo>
                    <a:pt x="17127" y="13"/>
                  </a:lnTo>
                  <a:lnTo>
                    <a:pt x="16877" y="0"/>
                  </a:lnTo>
                  <a:lnTo>
                    <a:pt x="16679" y="13"/>
                  </a:lnTo>
                  <a:lnTo>
                    <a:pt x="16482" y="40"/>
                  </a:lnTo>
                  <a:lnTo>
                    <a:pt x="16284" y="79"/>
                  </a:lnTo>
                  <a:lnTo>
                    <a:pt x="16087" y="145"/>
                  </a:lnTo>
                  <a:lnTo>
                    <a:pt x="15916" y="211"/>
                  </a:lnTo>
                  <a:lnTo>
                    <a:pt x="15731" y="303"/>
                  </a:lnTo>
                  <a:lnTo>
                    <a:pt x="15573" y="395"/>
                  </a:lnTo>
                  <a:lnTo>
                    <a:pt x="15415" y="514"/>
                  </a:lnTo>
                  <a:lnTo>
                    <a:pt x="15271" y="645"/>
                  </a:lnTo>
                  <a:lnTo>
                    <a:pt x="15126" y="777"/>
                  </a:lnTo>
                  <a:lnTo>
                    <a:pt x="15007" y="922"/>
                  </a:lnTo>
                  <a:lnTo>
                    <a:pt x="14889" y="1080"/>
                  </a:lnTo>
                  <a:lnTo>
                    <a:pt x="14797" y="1251"/>
                  </a:lnTo>
                  <a:lnTo>
                    <a:pt x="14705" y="1422"/>
                  </a:lnTo>
                  <a:lnTo>
                    <a:pt x="14639" y="1606"/>
                  </a:lnTo>
                  <a:lnTo>
                    <a:pt x="14573" y="1791"/>
                  </a:lnTo>
                  <a:lnTo>
                    <a:pt x="4674" y="1791"/>
                  </a:lnTo>
                  <a:lnTo>
                    <a:pt x="4621" y="1606"/>
                  </a:lnTo>
                  <a:lnTo>
                    <a:pt x="4542" y="1422"/>
                  </a:lnTo>
                  <a:lnTo>
                    <a:pt x="4463" y="1251"/>
                  </a:lnTo>
                  <a:lnTo>
                    <a:pt x="4358" y="1080"/>
                  </a:lnTo>
                  <a:lnTo>
                    <a:pt x="4253" y="922"/>
                  </a:lnTo>
                  <a:lnTo>
                    <a:pt x="4121" y="777"/>
                  </a:lnTo>
                  <a:lnTo>
                    <a:pt x="3990" y="645"/>
                  </a:lnTo>
                  <a:lnTo>
                    <a:pt x="3845" y="514"/>
                  </a:lnTo>
                  <a:lnTo>
                    <a:pt x="3687" y="395"/>
                  </a:lnTo>
                  <a:lnTo>
                    <a:pt x="3516" y="303"/>
                  </a:lnTo>
                  <a:lnTo>
                    <a:pt x="3344" y="211"/>
                  </a:lnTo>
                  <a:lnTo>
                    <a:pt x="3160" y="145"/>
                  </a:lnTo>
                  <a:lnTo>
                    <a:pt x="2976" y="79"/>
                  </a:lnTo>
                  <a:lnTo>
                    <a:pt x="2778" y="40"/>
                  </a:lnTo>
                  <a:lnTo>
                    <a:pt x="2581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6"/>
            <p:cNvSpPr/>
            <p:nvPr/>
          </p:nvSpPr>
          <p:spPr>
            <a:xfrm>
              <a:off x="1265475" y="1018700"/>
              <a:ext cx="4767200" cy="4229150"/>
            </a:xfrm>
            <a:custGeom>
              <a:rect b="b" l="l" r="r" t="t"/>
              <a:pathLst>
                <a:path extrusionOk="0" h="169166" w="190688">
                  <a:moveTo>
                    <a:pt x="71610" y="3542"/>
                  </a:moveTo>
                  <a:lnTo>
                    <a:pt x="71795" y="3555"/>
                  </a:lnTo>
                  <a:lnTo>
                    <a:pt x="71966" y="3581"/>
                  </a:lnTo>
                  <a:lnTo>
                    <a:pt x="72124" y="3608"/>
                  </a:lnTo>
                  <a:lnTo>
                    <a:pt x="72295" y="3647"/>
                  </a:lnTo>
                  <a:lnTo>
                    <a:pt x="72453" y="3700"/>
                  </a:lnTo>
                  <a:lnTo>
                    <a:pt x="72611" y="3752"/>
                  </a:lnTo>
                  <a:lnTo>
                    <a:pt x="72769" y="3805"/>
                  </a:lnTo>
                  <a:lnTo>
                    <a:pt x="72927" y="3871"/>
                  </a:lnTo>
                  <a:lnTo>
                    <a:pt x="73071" y="3950"/>
                  </a:lnTo>
                  <a:lnTo>
                    <a:pt x="73216" y="4042"/>
                  </a:lnTo>
                  <a:lnTo>
                    <a:pt x="73348" y="4121"/>
                  </a:lnTo>
                  <a:lnTo>
                    <a:pt x="73611" y="4318"/>
                  </a:lnTo>
                  <a:lnTo>
                    <a:pt x="73861" y="4542"/>
                  </a:lnTo>
                  <a:lnTo>
                    <a:pt x="74072" y="4779"/>
                  </a:lnTo>
                  <a:lnTo>
                    <a:pt x="74269" y="5042"/>
                  </a:lnTo>
                  <a:lnTo>
                    <a:pt x="74361" y="5187"/>
                  </a:lnTo>
                  <a:lnTo>
                    <a:pt x="74440" y="5332"/>
                  </a:lnTo>
                  <a:lnTo>
                    <a:pt x="74519" y="5477"/>
                  </a:lnTo>
                  <a:lnTo>
                    <a:pt x="74585" y="5635"/>
                  </a:lnTo>
                  <a:lnTo>
                    <a:pt x="74651" y="5780"/>
                  </a:lnTo>
                  <a:lnTo>
                    <a:pt x="74704" y="5938"/>
                  </a:lnTo>
                  <a:lnTo>
                    <a:pt x="74756" y="6109"/>
                  </a:lnTo>
                  <a:lnTo>
                    <a:pt x="74796" y="6267"/>
                  </a:lnTo>
                  <a:lnTo>
                    <a:pt x="74822" y="6438"/>
                  </a:lnTo>
                  <a:lnTo>
                    <a:pt x="74849" y="6609"/>
                  </a:lnTo>
                  <a:lnTo>
                    <a:pt x="74862" y="6780"/>
                  </a:lnTo>
                  <a:lnTo>
                    <a:pt x="74862" y="6964"/>
                  </a:lnTo>
                  <a:lnTo>
                    <a:pt x="74862" y="7135"/>
                  </a:lnTo>
                  <a:lnTo>
                    <a:pt x="74849" y="7307"/>
                  </a:lnTo>
                  <a:lnTo>
                    <a:pt x="74822" y="7478"/>
                  </a:lnTo>
                  <a:lnTo>
                    <a:pt x="74796" y="7649"/>
                  </a:lnTo>
                  <a:lnTo>
                    <a:pt x="74756" y="7807"/>
                  </a:lnTo>
                  <a:lnTo>
                    <a:pt x="74704" y="7978"/>
                  </a:lnTo>
                  <a:lnTo>
                    <a:pt x="74651" y="8136"/>
                  </a:lnTo>
                  <a:lnTo>
                    <a:pt x="74585" y="8294"/>
                  </a:lnTo>
                  <a:lnTo>
                    <a:pt x="74519" y="8439"/>
                  </a:lnTo>
                  <a:lnTo>
                    <a:pt x="74440" y="8583"/>
                  </a:lnTo>
                  <a:lnTo>
                    <a:pt x="74361" y="8728"/>
                  </a:lnTo>
                  <a:lnTo>
                    <a:pt x="74269" y="8873"/>
                  </a:lnTo>
                  <a:lnTo>
                    <a:pt x="74072" y="9136"/>
                  </a:lnTo>
                  <a:lnTo>
                    <a:pt x="73861" y="9373"/>
                  </a:lnTo>
                  <a:lnTo>
                    <a:pt x="73611" y="9597"/>
                  </a:lnTo>
                  <a:lnTo>
                    <a:pt x="73348" y="9795"/>
                  </a:lnTo>
                  <a:lnTo>
                    <a:pt x="73216" y="9887"/>
                  </a:lnTo>
                  <a:lnTo>
                    <a:pt x="73071" y="9966"/>
                  </a:lnTo>
                  <a:lnTo>
                    <a:pt x="72927" y="10045"/>
                  </a:lnTo>
                  <a:lnTo>
                    <a:pt x="72769" y="10110"/>
                  </a:lnTo>
                  <a:lnTo>
                    <a:pt x="72611" y="10176"/>
                  </a:lnTo>
                  <a:lnTo>
                    <a:pt x="72453" y="10229"/>
                  </a:lnTo>
                  <a:lnTo>
                    <a:pt x="72295" y="10268"/>
                  </a:lnTo>
                  <a:lnTo>
                    <a:pt x="72124" y="10308"/>
                  </a:lnTo>
                  <a:lnTo>
                    <a:pt x="71966" y="10334"/>
                  </a:lnTo>
                  <a:lnTo>
                    <a:pt x="71795" y="10361"/>
                  </a:lnTo>
                  <a:lnTo>
                    <a:pt x="71610" y="10374"/>
                  </a:lnTo>
                  <a:lnTo>
                    <a:pt x="71268" y="10374"/>
                  </a:lnTo>
                  <a:lnTo>
                    <a:pt x="71097" y="10361"/>
                  </a:lnTo>
                  <a:lnTo>
                    <a:pt x="70926" y="10334"/>
                  </a:lnTo>
                  <a:lnTo>
                    <a:pt x="70755" y="10308"/>
                  </a:lnTo>
                  <a:lnTo>
                    <a:pt x="70584" y="10268"/>
                  </a:lnTo>
                  <a:lnTo>
                    <a:pt x="70426" y="10229"/>
                  </a:lnTo>
                  <a:lnTo>
                    <a:pt x="70268" y="10176"/>
                  </a:lnTo>
                  <a:lnTo>
                    <a:pt x="70110" y="10110"/>
                  </a:lnTo>
                  <a:lnTo>
                    <a:pt x="69965" y="10045"/>
                  </a:lnTo>
                  <a:lnTo>
                    <a:pt x="69807" y="9966"/>
                  </a:lnTo>
                  <a:lnTo>
                    <a:pt x="69662" y="9887"/>
                  </a:lnTo>
                  <a:lnTo>
                    <a:pt x="69530" y="9795"/>
                  </a:lnTo>
                  <a:lnTo>
                    <a:pt x="69267" y="9597"/>
                  </a:lnTo>
                  <a:lnTo>
                    <a:pt x="69017" y="9373"/>
                  </a:lnTo>
                  <a:lnTo>
                    <a:pt x="68806" y="9136"/>
                  </a:lnTo>
                  <a:lnTo>
                    <a:pt x="68609" y="8873"/>
                  </a:lnTo>
                  <a:lnTo>
                    <a:pt x="68517" y="8728"/>
                  </a:lnTo>
                  <a:lnTo>
                    <a:pt x="68438" y="8583"/>
                  </a:lnTo>
                  <a:lnTo>
                    <a:pt x="68359" y="8439"/>
                  </a:lnTo>
                  <a:lnTo>
                    <a:pt x="68293" y="8294"/>
                  </a:lnTo>
                  <a:lnTo>
                    <a:pt x="68227" y="8136"/>
                  </a:lnTo>
                  <a:lnTo>
                    <a:pt x="68175" y="7978"/>
                  </a:lnTo>
                  <a:lnTo>
                    <a:pt x="68122" y="7807"/>
                  </a:lnTo>
                  <a:lnTo>
                    <a:pt x="68096" y="7649"/>
                  </a:lnTo>
                  <a:lnTo>
                    <a:pt x="68056" y="7478"/>
                  </a:lnTo>
                  <a:lnTo>
                    <a:pt x="68043" y="7307"/>
                  </a:lnTo>
                  <a:lnTo>
                    <a:pt x="68030" y="7135"/>
                  </a:lnTo>
                  <a:lnTo>
                    <a:pt x="68017" y="6964"/>
                  </a:lnTo>
                  <a:lnTo>
                    <a:pt x="68030" y="6780"/>
                  </a:lnTo>
                  <a:lnTo>
                    <a:pt x="68043" y="6609"/>
                  </a:lnTo>
                  <a:lnTo>
                    <a:pt x="68056" y="6438"/>
                  </a:lnTo>
                  <a:lnTo>
                    <a:pt x="68096" y="6267"/>
                  </a:lnTo>
                  <a:lnTo>
                    <a:pt x="68122" y="6109"/>
                  </a:lnTo>
                  <a:lnTo>
                    <a:pt x="68175" y="5938"/>
                  </a:lnTo>
                  <a:lnTo>
                    <a:pt x="68227" y="5780"/>
                  </a:lnTo>
                  <a:lnTo>
                    <a:pt x="68293" y="5635"/>
                  </a:lnTo>
                  <a:lnTo>
                    <a:pt x="68359" y="5477"/>
                  </a:lnTo>
                  <a:lnTo>
                    <a:pt x="68438" y="5332"/>
                  </a:lnTo>
                  <a:lnTo>
                    <a:pt x="68517" y="5187"/>
                  </a:lnTo>
                  <a:lnTo>
                    <a:pt x="68609" y="5042"/>
                  </a:lnTo>
                  <a:lnTo>
                    <a:pt x="68806" y="4779"/>
                  </a:lnTo>
                  <a:lnTo>
                    <a:pt x="69017" y="4542"/>
                  </a:lnTo>
                  <a:lnTo>
                    <a:pt x="69267" y="4318"/>
                  </a:lnTo>
                  <a:lnTo>
                    <a:pt x="69530" y="4121"/>
                  </a:lnTo>
                  <a:lnTo>
                    <a:pt x="69662" y="4042"/>
                  </a:lnTo>
                  <a:lnTo>
                    <a:pt x="69807" y="3950"/>
                  </a:lnTo>
                  <a:lnTo>
                    <a:pt x="69965" y="3871"/>
                  </a:lnTo>
                  <a:lnTo>
                    <a:pt x="70110" y="3805"/>
                  </a:lnTo>
                  <a:lnTo>
                    <a:pt x="70268" y="3752"/>
                  </a:lnTo>
                  <a:lnTo>
                    <a:pt x="70426" y="3700"/>
                  </a:lnTo>
                  <a:lnTo>
                    <a:pt x="70584" y="3647"/>
                  </a:lnTo>
                  <a:lnTo>
                    <a:pt x="70755" y="3608"/>
                  </a:lnTo>
                  <a:lnTo>
                    <a:pt x="70926" y="3581"/>
                  </a:lnTo>
                  <a:lnTo>
                    <a:pt x="71097" y="3555"/>
                  </a:lnTo>
                  <a:lnTo>
                    <a:pt x="71268" y="3542"/>
                  </a:lnTo>
                  <a:close/>
                  <a:moveTo>
                    <a:pt x="163847" y="5609"/>
                  </a:moveTo>
                  <a:lnTo>
                    <a:pt x="164018" y="5622"/>
                  </a:lnTo>
                  <a:lnTo>
                    <a:pt x="164189" y="5635"/>
                  </a:lnTo>
                  <a:lnTo>
                    <a:pt x="164360" y="5648"/>
                  </a:lnTo>
                  <a:lnTo>
                    <a:pt x="164531" y="5687"/>
                  </a:lnTo>
                  <a:lnTo>
                    <a:pt x="164702" y="5727"/>
                  </a:lnTo>
                  <a:lnTo>
                    <a:pt x="164860" y="5766"/>
                  </a:lnTo>
                  <a:lnTo>
                    <a:pt x="165018" y="5819"/>
                  </a:lnTo>
                  <a:lnTo>
                    <a:pt x="165176" y="5885"/>
                  </a:lnTo>
                  <a:lnTo>
                    <a:pt x="165321" y="5951"/>
                  </a:lnTo>
                  <a:lnTo>
                    <a:pt x="165479" y="6030"/>
                  </a:lnTo>
                  <a:lnTo>
                    <a:pt x="165611" y="6109"/>
                  </a:lnTo>
                  <a:lnTo>
                    <a:pt x="165756" y="6201"/>
                  </a:lnTo>
                  <a:lnTo>
                    <a:pt x="166019" y="6398"/>
                  </a:lnTo>
                  <a:lnTo>
                    <a:pt x="166256" y="6622"/>
                  </a:lnTo>
                  <a:lnTo>
                    <a:pt x="166480" y="6859"/>
                  </a:lnTo>
                  <a:lnTo>
                    <a:pt x="166677" y="7122"/>
                  </a:lnTo>
                  <a:lnTo>
                    <a:pt x="166769" y="7267"/>
                  </a:lnTo>
                  <a:lnTo>
                    <a:pt x="166848" y="7399"/>
                  </a:lnTo>
                  <a:lnTo>
                    <a:pt x="166927" y="7557"/>
                  </a:lnTo>
                  <a:lnTo>
                    <a:pt x="166993" y="7702"/>
                  </a:lnTo>
                  <a:lnTo>
                    <a:pt x="167059" y="7859"/>
                  </a:lnTo>
                  <a:lnTo>
                    <a:pt x="167111" y="8017"/>
                  </a:lnTo>
                  <a:lnTo>
                    <a:pt x="167151" y="8175"/>
                  </a:lnTo>
                  <a:lnTo>
                    <a:pt x="167190" y="8347"/>
                  </a:lnTo>
                  <a:lnTo>
                    <a:pt x="167230" y="8518"/>
                  </a:lnTo>
                  <a:lnTo>
                    <a:pt x="167243" y="8689"/>
                  </a:lnTo>
                  <a:lnTo>
                    <a:pt x="167256" y="8860"/>
                  </a:lnTo>
                  <a:lnTo>
                    <a:pt x="167269" y="9031"/>
                  </a:lnTo>
                  <a:lnTo>
                    <a:pt x="167256" y="9202"/>
                  </a:lnTo>
                  <a:lnTo>
                    <a:pt x="167243" y="9386"/>
                  </a:lnTo>
                  <a:lnTo>
                    <a:pt x="167230" y="9558"/>
                  </a:lnTo>
                  <a:lnTo>
                    <a:pt x="167190" y="9716"/>
                  </a:lnTo>
                  <a:lnTo>
                    <a:pt x="167151" y="9887"/>
                  </a:lnTo>
                  <a:lnTo>
                    <a:pt x="167111" y="10045"/>
                  </a:lnTo>
                  <a:lnTo>
                    <a:pt x="167059" y="10203"/>
                  </a:lnTo>
                  <a:lnTo>
                    <a:pt x="166993" y="10361"/>
                  </a:lnTo>
                  <a:lnTo>
                    <a:pt x="166927" y="10519"/>
                  </a:lnTo>
                  <a:lnTo>
                    <a:pt x="166848" y="10663"/>
                  </a:lnTo>
                  <a:lnTo>
                    <a:pt x="166769" y="10808"/>
                  </a:lnTo>
                  <a:lnTo>
                    <a:pt x="166677" y="10940"/>
                  </a:lnTo>
                  <a:lnTo>
                    <a:pt x="166480" y="11203"/>
                  </a:lnTo>
                  <a:lnTo>
                    <a:pt x="166256" y="11453"/>
                  </a:lnTo>
                  <a:lnTo>
                    <a:pt x="166019" y="11677"/>
                  </a:lnTo>
                  <a:lnTo>
                    <a:pt x="165756" y="11861"/>
                  </a:lnTo>
                  <a:lnTo>
                    <a:pt x="165611" y="11953"/>
                  </a:lnTo>
                  <a:lnTo>
                    <a:pt x="165479" y="12045"/>
                  </a:lnTo>
                  <a:lnTo>
                    <a:pt x="165321" y="12111"/>
                  </a:lnTo>
                  <a:lnTo>
                    <a:pt x="165176" y="12177"/>
                  </a:lnTo>
                  <a:lnTo>
                    <a:pt x="165018" y="12243"/>
                  </a:lnTo>
                  <a:lnTo>
                    <a:pt x="164860" y="12296"/>
                  </a:lnTo>
                  <a:lnTo>
                    <a:pt x="164702" y="12348"/>
                  </a:lnTo>
                  <a:lnTo>
                    <a:pt x="164531" y="12388"/>
                  </a:lnTo>
                  <a:lnTo>
                    <a:pt x="164360" y="12414"/>
                  </a:lnTo>
                  <a:lnTo>
                    <a:pt x="164189" y="12440"/>
                  </a:lnTo>
                  <a:lnTo>
                    <a:pt x="164018" y="12454"/>
                  </a:lnTo>
                  <a:lnTo>
                    <a:pt x="163663" y="12454"/>
                  </a:lnTo>
                  <a:lnTo>
                    <a:pt x="163491" y="12440"/>
                  </a:lnTo>
                  <a:lnTo>
                    <a:pt x="163320" y="12414"/>
                  </a:lnTo>
                  <a:lnTo>
                    <a:pt x="163162" y="12388"/>
                  </a:lnTo>
                  <a:lnTo>
                    <a:pt x="162991" y="12348"/>
                  </a:lnTo>
                  <a:lnTo>
                    <a:pt x="162833" y="12296"/>
                  </a:lnTo>
                  <a:lnTo>
                    <a:pt x="162675" y="12243"/>
                  </a:lnTo>
                  <a:lnTo>
                    <a:pt x="162517" y="12177"/>
                  </a:lnTo>
                  <a:lnTo>
                    <a:pt x="162359" y="12111"/>
                  </a:lnTo>
                  <a:lnTo>
                    <a:pt x="162215" y="12045"/>
                  </a:lnTo>
                  <a:lnTo>
                    <a:pt x="162070" y="11953"/>
                  </a:lnTo>
                  <a:lnTo>
                    <a:pt x="161938" y="11861"/>
                  </a:lnTo>
                  <a:lnTo>
                    <a:pt x="161675" y="11677"/>
                  </a:lnTo>
                  <a:lnTo>
                    <a:pt x="161425" y="11453"/>
                  </a:lnTo>
                  <a:lnTo>
                    <a:pt x="161201" y="11203"/>
                  </a:lnTo>
                  <a:lnTo>
                    <a:pt x="161004" y="10940"/>
                  </a:lnTo>
                  <a:lnTo>
                    <a:pt x="160925" y="10808"/>
                  </a:lnTo>
                  <a:lnTo>
                    <a:pt x="160832" y="10663"/>
                  </a:lnTo>
                  <a:lnTo>
                    <a:pt x="160767" y="10519"/>
                  </a:lnTo>
                  <a:lnTo>
                    <a:pt x="160688" y="10361"/>
                  </a:lnTo>
                  <a:lnTo>
                    <a:pt x="160635" y="10203"/>
                  </a:lnTo>
                  <a:lnTo>
                    <a:pt x="160582" y="10045"/>
                  </a:lnTo>
                  <a:lnTo>
                    <a:pt x="160530" y="9887"/>
                  </a:lnTo>
                  <a:lnTo>
                    <a:pt x="160490" y="9716"/>
                  </a:lnTo>
                  <a:lnTo>
                    <a:pt x="160464" y="9558"/>
                  </a:lnTo>
                  <a:lnTo>
                    <a:pt x="160437" y="9386"/>
                  </a:lnTo>
                  <a:lnTo>
                    <a:pt x="160424" y="9202"/>
                  </a:lnTo>
                  <a:lnTo>
                    <a:pt x="160424" y="9031"/>
                  </a:lnTo>
                  <a:lnTo>
                    <a:pt x="160424" y="8860"/>
                  </a:lnTo>
                  <a:lnTo>
                    <a:pt x="160437" y="8689"/>
                  </a:lnTo>
                  <a:lnTo>
                    <a:pt x="160464" y="8518"/>
                  </a:lnTo>
                  <a:lnTo>
                    <a:pt x="160490" y="8347"/>
                  </a:lnTo>
                  <a:lnTo>
                    <a:pt x="160530" y="8175"/>
                  </a:lnTo>
                  <a:lnTo>
                    <a:pt x="160582" y="8017"/>
                  </a:lnTo>
                  <a:lnTo>
                    <a:pt x="160635" y="7859"/>
                  </a:lnTo>
                  <a:lnTo>
                    <a:pt x="160688" y="7702"/>
                  </a:lnTo>
                  <a:lnTo>
                    <a:pt x="160767" y="7557"/>
                  </a:lnTo>
                  <a:lnTo>
                    <a:pt x="160832" y="7399"/>
                  </a:lnTo>
                  <a:lnTo>
                    <a:pt x="160925" y="7267"/>
                  </a:lnTo>
                  <a:lnTo>
                    <a:pt x="161004" y="7122"/>
                  </a:lnTo>
                  <a:lnTo>
                    <a:pt x="161201" y="6859"/>
                  </a:lnTo>
                  <a:lnTo>
                    <a:pt x="161425" y="6622"/>
                  </a:lnTo>
                  <a:lnTo>
                    <a:pt x="161675" y="6398"/>
                  </a:lnTo>
                  <a:lnTo>
                    <a:pt x="161938" y="6201"/>
                  </a:lnTo>
                  <a:lnTo>
                    <a:pt x="162070" y="6109"/>
                  </a:lnTo>
                  <a:lnTo>
                    <a:pt x="162215" y="6030"/>
                  </a:lnTo>
                  <a:lnTo>
                    <a:pt x="162359" y="5951"/>
                  </a:lnTo>
                  <a:lnTo>
                    <a:pt x="162517" y="5885"/>
                  </a:lnTo>
                  <a:lnTo>
                    <a:pt x="162675" y="5819"/>
                  </a:lnTo>
                  <a:lnTo>
                    <a:pt x="162833" y="5766"/>
                  </a:lnTo>
                  <a:lnTo>
                    <a:pt x="162991" y="5727"/>
                  </a:lnTo>
                  <a:lnTo>
                    <a:pt x="163162" y="5687"/>
                  </a:lnTo>
                  <a:lnTo>
                    <a:pt x="163320" y="5648"/>
                  </a:lnTo>
                  <a:lnTo>
                    <a:pt x="163491" y="5635"/>
                  </a:lnTo>
                  <a:lnTo>
                    <a:pt x="163663" y="5622"/>
                  </a:lnTo>
                  <a:lnTo>
                    <a:pt x="163847" y="5609"/>
                  </a:lnTo>
                  <a:close/>
                  <a:moveTo>
                    <a:pt x="155054" y="48298"/>
                  </a:moveTo>
                  <a:lnTo>
                    <a:pt x="155225" y="48311"/>
                  </a:lnTo>
                  <a:lnTo>
                    <a:pt x="155396" y="48337"/>
                  </a:lnTo>
                  <a:lnTo>
                    <a:pt x="155567" y="48364"/>
                  </a:lnTo>
                  <a:lnTo>
                    <a:pt x="155738" y="48403"/>
                  </a:lnTo>
                  <a:lnTo>
                    <a:pt x="155896" y="48443"/>
                  </a:lnTo>
                  <a:lnTo>
                    <a:pt x="156054" y="48508"/>
                  </a:lnTo>
                  <a:lnTo>
                    <a:pt x="156212" y="48561"/>
                  </a:lnTo>
                  <a:lnTo>
                    <a:pt x="156357" y="48627"/>
                  </a:lnTo>
                  <a:lnTo>
                    <a:pt x="156515" y="48706"/>
                  </a:lnTo>
                  <a:lnTo>
                    <a:pt x="156646" y="48785"/>
                  </a:lnTo>
                  <a:lnTo>
                    <a:pt x="156791" y="48877"/>
                  </a:lnTo>
                  <a:lnTo>
                    <a:pt x="157054" y="49074"/>
                  </a:lnTo>
                  <a:lnTo>
                    <a:pt x="157291" y="49298"/>
                  </a:lnTo>
                  <a:lnTo>
                    <a:pt x="157515" y="49535"/>
                  </a:lnTo>
                  <a:lnTo>
                    <a:pt x="157713" y="49798"/>
                  </a:lnTo>
                  <a:lnTo>
                    <a:pt x="157805" y="49943"/>
                  </a:lnTo>
                  <a:lnTo>
                    <a:pt x="157884" y="50088"/>
                  </a:lnTo>
                  <a:lnTo>
                    <a:pt x="157963" y="50233"/>
                  </a:lnTo>
                  <a:lnTo>
                    <a:pt x="158029" y="50391"/>
                  </a:lnTo>
                  <a:lnTo>
                    <a:pt x="158094" y="50536"/>
                  </a:lnTo>
                  <a:lnTo>
                    <a:pt x="158147" y="50694"/>
                  </a:lnTo>
                  <a:lnTo>
                    <a:pt x="158187" y="50865"/>
                  </a:lnTo>
                  <a:lnTo>
                    <a:pt x="158226" y="51023"/>
                  </a:lnTo>
                  <a:lnTo>
                    <a:pt x="158266" y="51194"/>
                  </a:lnTo>
                  <a:lnTo>
                    <a:pt x="158279" y="51365"/>
                  </a:lnTo>
                  <a:lnTo>
                    <a:pt x="158292" y="51536"/>
                  </a:lnTo>
                  <a:lnTo>
                    <a:pt x="158305" y="51720"/>
                  </a:lnTo>
                  <a:lnTo>
                    <a:pt x="158292" y="51891"/>
                  </a:lnTo>
                  <a:lnTo>
                    <a:pt x="158279" y="52063"/>
                  </a:lnTo>
                  <a:lnTo>
                    <a:pt x="158266" y="52234"/>
                  </a:lnTo>
                  <a:lnTo>
                    <a:pt x="158226" y="52405"/>
                  </a:lnTo>
                  <a:lnTo>
                    <a:pt x="158187" y="52563"/>
                  </a:lnTo>
                  <a:lnTo>
                    <a:pt x="158147" y="52734"/>
                  </a:lnTo>
                  <a:lnTo>
                    <a:pt x="158094" y="52892"/>
                  </a:lnTo>
                  <a:lnTo>
                    <a:pt x="158029" y="53050"/>
                  </a:lnTo>
                  <a:lnTo>
                    <a:pt x="157963" y="53195"/>
                  </a:lnTo>
                  <a:lnTo>
                    <a:pt x="157884" y="53339"/>
                  </a:lnTo>
                  <a:lnTo>
                    <a:pt x="157805" y="53484"/>
                  </a:lnTo>
                  <a:lnTo>
                    <a:pt x="157713" y="53629"/>
                  </a:lnTo>
                  <a:lnTo>
                    <a:pt x="157515" y="53892"/>
                  </a:lnTo>
                  <a:lnTo>
                    <a:pt x="157291" y="54129"/>
                  </a:lnTo>
                  <a:lnTo>
                    <a:pt x="157054" y="54353"/>
                  </a:lnTo>
                  <a:lnTo>
                    <a:pt x="156791" y="54550"/>
                  </a:lnTo>
                  <a:lnTo>
                    <a:pt x="156646" y="54643"/>
                  </a:lnTo>
                  <a:lnTo>
                    <a:pt x="156515" y="54722"/>
                  </a:lnTo>
                  <a:lnTo>
                    <a:pt x="156357" y="54801"/>
                  </a:lnTo>
                  <a:lnTo>
                    <a:pt x="156212" y="54866"/>
                  </a:lnTo>
                  <a:lnTo>
                    <a:pt x="156054" y="54932"/>
                  </a:lnTo>
                  <a:lnTo>
                    <a:pt x="155896" y="54985"/>
                  </a:lnTo>
                  <a:lnTo>
                    <a:pt x="155738" y="55024"/>
                  </a:lnTo>
                  <a:lnTo>
                    <a:pt x="155567" y="55064"/>
                  </a:lnTo>
                  <a:lnTo>
                    <a:pt x="155396" y="55090"/>
                  </a:lnTo>
                  <a:lnTo>
                    <a:pt x="155225" y="55117"/>
                  </a:lnTo>
                  <a:lnTo>
                    <a:pt x="155054" y="55130"/>
                  </a:lnTo>
                  <a:lnTo>
                    <a:pt x="154698" y="55130"/>
                  </a:lnTo>
                  <a:lnTo>
                    <a:pt x="154527" y="55117"/>
                  </a:lnTo>
                  <a:lnTo>
                    <a:pt x="154356" y="55090"/>
                  </a:lnTo>
                  <a:lnTo>
                    <a:pt x="154198" y="55064"/>
                  </a:lnTo>
                  <a:lnTo>
                    <a:pt x="154027" y="55024"/>
                  </a:lnTo>
                  <a:lnTo>
                    <a:pt x="153869" y="54985"/>
                  </a:lnTo>
                  <a:lnTo>
                    <a:pt x="153711" y="54932"/>
                  </a:lnTo>
                  <a:lnTo>
                    <a:pt x="153553" y="54866"/>
                  </a:lnTo>
                  <a:lnTo>
                    <a:pt x="153395" y="54801"/>
                  </a:lnTo>
                  <a:lnTo>
                    <a:pt x="153250" y="54722"/>
                  </a:lnTo>
                  <a:lnTo>
                    <a:pt x="153105" y="54643"/>
                  </a:lnTo>
                  <a:lnTo>
                    <a:pt x="152974" y="54550"/>
                  </a:lnTo>
                  <a:lnTo>
                    <a:pt x="152711" y="54353"/>
                  </a:lnTo>
                  <a:lnTo>
                    <a:pt x="152460" y="54129"/>
                  </a:lnTo>
                  <a:lnTo>
                    <a:pt x="152237" y="53892"/>
                  </a:lnTo>
                  <a:lnTo>
                    <a:pt x="152039" y="53629"/>
                  </a:lnTo>
                  <a:lnTo>
                    <a:pt x="151960" y="53484"/>
                  </a:lnTo>
                  <a:lnTo>
                    <a:pt x="151868" y="53339"/>
                  </a:lnTo>
                  <a:lnTo>
                    <a:pt x="151802" y="53195"/>
                  </a:lnTo>
                  <a:lnTo>
                    <a:pt x="151723" y="53050"/>
                  </a:lnTo>
                  <a:lnTo>
                    <a:pt x="151671" y="52892"/>
                  </a:lnTo>
                  <a:lnTo>
                    <a:pt x="151618" y="52734"/>
                  </a:lnTo>
                  <a:lnTo>
                    <a:pt x="151565" y="52563"/>
                  </a:lnTo>
                  <a:lnTo>
                    <a:pt x="151526" y="52405"/>
                  </a:lnTo>
                  <a:lnTo>
                    <a:pt x="151499" y="52234"/>
                  </a:lnTo>
                  <a:lnTo>
                    <a:pt x="151473" y="52063"/>
                  </a:lnTo>
                  <a:lnTo>
                    <a:pt x="151460" y="51891"/>
                  </a:lnTo>
                  <a:lnTo>
                    <a:pt x="151460" y="51720"/>
                  </a:lnTo>
                  <a:lnTo>
                    <a:pt x="151460" y="51536"/>
                  </a:lnTo>
                  <a:lnTo>
                    <a:pt x="151473" y="51365"/>
                  </a:lnTo>
                  <a:lnTo>
                    <a:pt x="151499" y="51194"/>
                  </a:lnTo>
                  <a:lnTo>
                    <a:pt x="151526" y="51023"/>
                  </a:lnTo>
                  <a:lnTo>
                    <a:pt x="151565" y="50865"/>
                  </a:lnTo>
                  <a:lnTo>
                    <a:pt x="151618" y="50694"/>
                  </a:lnTo>
                  <a:lnTo>
                    <a:pt x="151671" y="50536"/>
                  </a:lnTo>
                  <a:lnTo>
                    <a:pt x="151723" y="50391"/>
                  </a:lnTo>
                  <a:lnTo>
                    <a:pt x="151802" y="50233"/>
                  </a:lnTo>
                  <a:lnTo>
                    <a:pt x="151868" y="50088"/>
                  </a:lnTo>
                  <a:lnTo>
                    <a:pt x="151960" y="49943"/>
                  </a:lnTo>
                  <a:lnTo>
                    <a:pt x="152039" y="49798"/>
                  </a:lnTo>
                  <a:lnTo>
                    <a:pt x="152237" y="49535"/>
                  </a:lnTo>
                  <a:lnTo>
                    <a:pt x="152460" y="49298"/>
                  </a:lnTo>
                  <a:lnTo>
                    <a:pt x="152711" y="49074"/>
                  </a:lnTo>
                  <a:lnTo>
                    <a:pt x="152974" y="48877"/>
                  </a:lnTo>
                  <a:lnTo>
                    <a:pt x="153105" y="48785"/>
                  </a:lnTo>
                  <a:lnTo>
                    <a:pt x="153250" y="48706"/>
                  </a:lnTo>
                  <a:lnTo>
                    <a:pt x="153395" y="48627"/>
                  </a:lnTo>
                  <a:lnTo>
                    <a:pt x="153553" y="48561"/>
                  </a:lnTo>
                  <a:lnTo>
                    <a:pt x="153711" y="48508"/>
                  </a:lnTo>
                  <a:lnTo>
                    <a:pt x="153869" y="48443"/>
                  </a:lnTo>
                  <a:lnTo>
                    <a:pt x="154027" y="48403"/>
                  </a:lnTo>
                  <a:lnTo>
                    <a:pt x="154198" y="48364"/>
                  </a:lnTo>
                  <a:lnTo>
                    <a:pt x="154356" y="48337"/>
                  </a:lnTo>
                  <a:lnTo>
                    <a:pt x="154527" y="48311"/>
                  </a:lnTo>
                  <a:lnTo>
                    <a:pt x="154698" y="48298"/>
                  </a:lnTo>
                  <a:close/>
                  <a:moveTo>
                    <a:pt x="7136" y="50641"/>
                  </a:moveTo>
                  <a:lnTo>
                    <a:pt x="7307" y="50654"/>
                  </a:lnTo>
                  <a:lnTo>
                    <a:pt x="7478" y="50680"/>
                  </a:lnTo>
                  <a:lnTo>
                    <a:pt x="7649" y="50707"/>
                  </a:lnTo>
                  <a:lnTo>
                    <a:pt x="7820" y="50746"/>
                  </a:lnTo>
                  <a:lnTo>
                    <a:pt x="7978" y="50786"/>
                  </a:lnTo>
                  <a:lnTo>
                    <a:pt x="8136" y="50838"/>
                  </a:lnTo>
                  <a:lnTo>
                    <a:pt x="8294" y="50904"/>
                  </a:lnTo>
                  <a:lnTo>
                    <a:pt x="8439" y="50970"/>
                  </a:lnTo>
                  <a:lnTo>
                    <a:pt x="8584" y="51049"/>
                  </a:lnTo>
                  <a:lnTo>
                    <a:pt x="8728" y="51128"/>
                  </a:lnTo>
                  <a:lnTo>
                    <a:pt x="8873" y="51220"/>
                  </a:lnTo>
                  <a:lnTo>
                    <a:pt x="9136" y="51418"/>
                  </a:lnTo>
                  <a:lnTo>
                    <a:pt x="9373" y="51641"/>
                  </a:lnTo>
                  <a:lnTo>
                    <a:pt x="9597" y="51878"/>
                  </a:lnTo>
                  <a:lnTo>
                    <a:pt x="9795" y="52142"/>
                  </a:lnTo>
                  <a:lnTo>
                    <a:pt x="9887" y="52286"/>
                  </a:lnTo>
                  <a:lnTo>
                    <a:pt x="9966" y="52431"/>
                  </a:lnTo>
                  <a:lnTo>
                    <a:pt x="10045" y="52576"/>
                  </a:lnTo>
                  <a:lnTo>
                    <a:pt x="10111" y="52721"/>
                  </a:lnTo>
                  <a:lnTo>
                    <a:pt x="10176" y="52879"/>
                  </a:lnTo>
                  <a:lnTo>
                    <a:pt x="10229" y="53037"/>
                  </a:lnTo>
                  <a:lnTo>
                    <a:pt x="10268" y="53208"/>
                  </a:lnTo>
                  <a:lnTo>
                    <a:pt x="10308" y="53366"/>
                  </a:lnTo>
                  <a:lnTo>
                    <a:pt x="10334" y="53537"/>
                  </a:lnTo>
                  <a:lnTo>
                    <a:pt x="10361" y="53708"/>
                  </a:lnTo>
                  <a:lnTo>
                    <a:pt x="10374" y="53879"/>
                  </a:lnTo>
                  <a:lnTo>
                    <a:pt x="10374" y="54050"/>
                  </a:lnTo>
                  <a:lnTo>
                    <a:pt x="10374" y="54235"/>
                  </a:lnTo>
                  <a:lnTo>
                    <a:pt x="10361" y="54406"/>
                  </a:lnTo>
                  <a:lnTo>
                    <a:pt x="10334" y="54577"/>
                  </a:lnTo>
                  <a:lnTo>
                    <a:pt x="10308" y="54748"/>
                  </a:lnTo>
                  <a:lnTo>
                    <a:pt x="10268" y="54906"/>
                  </a:lnTo>
                  <a:lnTo>
                    <a:pt x="10229" y="55077"/>
                  </a:lnTo>
                  <a:lnTo>
                    <a:pt x="10176" y="55235"/>
                  </a:lnTo>
                  <a:lnTo>
                    <a:pt x="10111" y="55380"/>
                  </a:lnTo>
                  <a:lnTo>
                    <a:pt x="10045" y="55538"/>
                  </a:lnTo>
                  <a:lnTo>
                    <a:pt x="9966" y="55683"/>
                  </a:lnTo>
                  <a:lnTo>
                    <a:pt x="9887" y="55827"/>
                  </a:lnTo>
                  <a:lnTo>
                    <a:pt x="9795" y="55972"/>
                  </a:lnTo>
                  <a:lnTo>
                    <a:pt x="9597" y="56235"/>
                  </a:lnTo>
                  <a:lnTo>
                    <a:pt x="9373" y="56472"/>
                  </a:lnTo>
                  <a:lnTo>
                    <a:pt x="9136" y="56696"/>
                  </a:lnTo>
                  <a:lnTo>
                    <a:pt x="8873" y="56894"/>
                  </a:lnTo>
                  <a:lnTo>
                    <a:pt x="8728" y="56986"/>
                  </a:lnTo>
                  <a:lnTo>
                    <a:pt x="8584" y="57065"/>
                  </a:lnTo>
                  <a:lnTo>
                    <a:pt x="8439" y="57144"/>
                  </a:lnTo>
                  <a:lnTo>
                    <a:pt x="8294" y="57209"/>
                  </a:lnTo>
                  <a:lnTo>
                    <a:pt x="8136" y="57262"/>
                  </a:lnTo>
                  <a:lnTo>
                    <a:pt x="7978" y="57328"/>
                  </a:lnTo>
                  <a:lnTo>
                    <a:pt x="7820" y="57367"/>
                  </a:lnTo>
                  <a:lnTo>
                    <a:pt x="7649" y="57407"/>
                  </a:lnTo>
                  <a:lnTo>
                    <a:pt x="7478" y="57433"/>
                  </a:lnTo>
                  <a:lnTo>
                    <a:pt x="7307" y="57460"/>
                  </a:lnTo>
                  <a:lnTo>
                    <a:pt x="7136" y="57473"/>
                  </a:lnTo>
                  <a:lnTo>
                    <a:pt x="6780" y="57473"/>
                  </a:lnTo>
                  <a:lnTo>
                    <a:pt x="6609" y="57460"/>
                  </a:lnTo>
                  <a:lnTo>
                    <a:pt x="6438" y="57433"/>
                  </a:lnTo>
                  <a:lnTo>
                    <a:pt x="6267" y="57407"/>
                  </a:lnTo>
                  <a:lnTo>
                    <a:pt x="6109" y="57367"/>
                  </a:lnTo>
                  <a:lnTo>
                    <a:pt x="5938" y="57328"/>
                  </a:lnTo>
                  <a:lnTo>
                    <a:pt x="5780" y="57262"/>
                  </a:lnTo>
                  <a:lnTo>
                    <a:pt x="5635" y="57209"/>
                  </a:lnTo>
                  <a:lnTo>
                    <a:pt x="5477" y="57144"/>
                  </a:lnTo>
                  <a:lnTo>
                    <a:pt x="5332" y="57065"/>
                  </a:lnTo>
                  <a:lnTo>
                    <a:pt x="5187" y="56986"/>
                  </a:lnTo>
                  <a:lnTo>
                    <a:pt x="5043" y="56894"/>
                  </a:lnTo>
                  <a:lnTo>
                    <a:pt x="4779" y="56696"/>
                  </a:lnTo>
                  <a:lnTo>
                    <a:pt x="4542" y="56472"/>
                  </a:lnTo>
                  <a:lnTo>
                    <a:pt x="4319" y="56235"/>
                  </a:lnTo>
                  <a:lnTo>
                    <a:pt x="4121" y="55972"/>
                  </a:lnTo>
                  <a:lnTo>
                    <a:pt x="4042" y="55827"/>
                  </a:lnTo>
                  <a:lnTo>
                    <a:pt x="3950" y="55683"/>
                  </a:lnTo>
                  <a:lnTo>
                    <a:pt x="3884" y="55538"/>
                  </a:lnTo>
                  <a:lnTo>
                    <a:pt x="3805" y="55380"/>
                  </a:lnTo>
                  <a:lnTo>
                    <a:pt x="3753" y="55235"/>
                  </a:lnTo>
                  <a:lnTo>
                    <a:pt x="3700" y="55077"/>
                  </a:lnTo>
                  <a:lnTo>
                    <a:pt x="3647" y="54906"/>
                  </a:lnTo>
                  <a:lnTo>
                    <a:pt x="3608" y="54748"/>
                  </a:lnTo>
                  <a:lnTo>
                    <a:pt x="3581" y="54577"/>
                  </a:lnTo>
                  <a:lnTo>
                    <a:pt x="3555" y="54406"/>
                  </a:lnTo>
                  <a:lnTo>
                    <a:pt x="3542" y="54235"/>
                  </a:lnTo>
                  <a:lnTo>
                    <a:pt x="3542" y="54050"/>
                  </a:lnTo>
                  <a:lnTo>
                    <a:pt x="3542" y="53879"/>
                  </a:lnTo>
                  <a:lnTo>
                    <a:pt x="3555" y="53708"/>
                  </a:lnTo>
                  <a:lnTo>
                    <a:pt x="3581" y="53537"/>
                  </a:lnTo>
                  <a:lnTo>
                    <a:pt x="3608" y="53366"/>
                  </a:lnTo>
                  <a:lnTo>
                    <a:pt x="3647" y="53208"/>
                  </a:lnTo>
                  <a:lnTo>
                    <a:pt x="3700" y="53037"/>
                  </a:lnTo>
                  <a:lnTo>
                    <a:pt x="3753" y="52879"/>
                  </a:lnTo>
                  <a:lnTo>
                    <a:pt x="3805" y="52721"/>
                  </a:lnTo>
                  <a:lnTo>
                    <a:pt x="3884" y="52576"/>
                  </a:lnTo>
                  <a:lnTo>
                    <a:pt x="3950" y="52431"/>
                  </a:lnTo>
                  <a:lnTo>
                    <a:pt x="4042" y="52286"/>
                  </a:lnTo>
                  <a:lnTo>
                    <a:pt x="4121" y="52142"/>
                  </a:lnTo>
                  <a:lnTo>
                    <a:pt x="4319" y="51878"/>
                  </a:lnTo>
                  <a:lnTo>
                    <a:pt x="4542" y="51641"/>
                  </a:lnTo>
                  <a:lnTo>
                    <a:pt x="4779" y="51418"/>
                  </a:lnTo>
                  <a:lnTo>
                    <a:pt x="5043" y="51220"/>
                  </a:lnTo>
                  <a:lnTo>
                    <a:pt x="5187" y="51128"/>
                  </a:lnTo>
                  <a:lnTo>
                    <a:pt x="5332" y="51049"/>
                  </a:lnTo>
                  <a:lnTo>
                    <a:pt x="5477" y="50970"/>
                  </a:lnTo>
                  <a:lnTo>
                    <a:pt x="5635" y="50904"/>
                  </a:lnTo>
                  <a:lnTo>
                    <a:pt x="5780" y="50838"/>
                  </a:lnTo>
                  <a:lnTo>
                    <a:pt x="5938" y="50786"/>
                  </a:lnTo>
                  <a:lnTo>
                    <a:pt x="6109" y="50746"/>
                  </a:lnTo>
                  <a:lnTo>
                    <a:pt x="6267" y="50707"/>
                  </a:lnTo>
                  <a:lnTo>
                    <a:pt x="6438" y="50680"/>
                  </a:lnTo>
                  <a:lnTo>
                    <a:pt x="6609" y="50654"/>
                  </a:lnTo>
                  <a:lnTo>
                    <a:pt x="6780" y="50641"/>
                  </a:lnTo>
                  <a:close/>
                  <a:moveTo>
                    <a:pt x="183724" y="65595"/>
                  </a:moveTo>
                  <a:lnTo>
                    <a:pt x="183895" y="65608"/>
                  </a:lnTo>
                  <a:lnTo>
                    <a:pt x="184066" y="65621"/>
                  </a:lnTo>
                  <a:lnTo>
                    <a:pt x="184237" y="65634"/>
                  </a:lnTo>
                  <a:lnTo>
                    <a:pt x="184408" y="65660"/>
                  </a:lnTo>
                  <a:lnTo>
                    <a:pt x="184579" y="65700"/>
                  </a:lnTo>
                  <a:lnTo>
                    <a:pt x="184737" y="65753"/>
                  </a:lnTo>
                  <a:lnTo>
                    <a:pt x="184895" y="65805"/>
                  </a:lnTo>
                  <a:lnTo>
                    <a:pt x="185053" y="65871"/>
                  </a:lnTo>
                  <a:lnTo>
                    <a:pt x="185198" y="65937"/>
                  </a:lnTo>
                  <a:lnTo>
                    <a:pt x="185356" y="66016"/>
                  </a:lnTo>
                  <a:lnTo>
                    <a:pt x="185488" y="66095"/>
                  </a:lnTo>
                  <a:lnTo>
                    <a:pt x="185632" y="66187"/>
                  </a:lnTo>
                  <a:lnTo>
                    <a:pt x="185896" y="66384"/>
                  </a:lnTo>
                  <a:lnTo>
                    <a:pt x="186133" y="66595"/>
                  </a:lnTo>
                  <a:lnTo>
                    <a:pt x="186356" y="66845"/>
                  </a:lnTo>
                  <a:lnTo>
                    <a:pt x="186554" y="67108"/>
                  </a:lnTo>
                  <a:lnTo>
                    <a:pt x="186646" y="67240"/>
                  </a:lnTo>
                  <a:lnTo>
                    <a:pt x="186725" y="67385"/>
                  </a:lnTo>
                  <a:lnTo>
                    <a:pt x="186804" y="67530"/>
                  </a:lnTo>
                  <a:lnTo>
                    <a:pt x="186870" y="67688"/>
                  </a:lnTo>
                  <a:lnTo>
                    <a:pt x="186936" y="67846"/>
                  </a:lnTo>
                  <a:lnTo>
                    <a:pt x="186988" y="68004"/>
                  </a:lnTo>
                  <a:lnTo>
                    <a:pt x="187028" y="68162"/>
                  </a:lnTo>
                  <a:lnTo>
                    <a:pt x="187067" y="68333"/>
                  </a:lnTo>
                  <a:lnTo>
                    <a:pt x="187107" y="68491"/>
                  </a:lnTo>
                  <a:lnTo>
                    <a:pt x="187120" y="68662"/>
                  </a:lnTo>
                  <a:lnTo>
                    <a:pt x="187133" y="68846"/>
                  </a:lnTo>
                  <a:lnTo>
                    <a:pt x="187146" y="69017"/>
                  </a:lnTo>
                  <a:lnTo>
                    <a:pt x="187133" y="69188"/>
                  </a:lnTo>
                  <a:lnTo>
                    <a:pt x="187120" y="69373"/>
                  </a:lnTo>
                  <a:lnTo>
                    <a:pt x="187107" y="69544"/>
                  </a:lnTo>
                  <a:lnTo>
                    <a:pt x="187067" y="69702"/>
                  </a:lnTo>
                  <a:lnTo>
                    <a:pt x="187028" y="69873"/>
                  </a:lnTo>
                  <a:lnTo>
                    <a:pt x="186988" y="70031"/>
                  </a:lnTo>
                  <a:lnTo>
                    <a:pt x="186936" y="70189"/>
                  </a:lnTo>
                  <a:lnTo>
                    <a:pt x="186870" y="70347"/>
                  </a:lnTo>
                  <a:lnTo>
                    <a:pt x="186804" y="70505"/>
                  </a:lnTo>
                  <a:lnTo>
                    <a:pt x="186725" y="70649"/>
                  </a:lnTo>
                  <a:lnTo>
                    <a:pt x="186646" y="70794"/>
                  </a:lnTo>
                  <a:lnTo>
                    <a:pt x="186554" y="70926"/>
                  </a:lnTo>
                  <a:lnTo>
                    <a:pt x="186356" y="71189"/>
                  </a:lnTo>
                  <a:lnTo>
                    <a:pt x="186133" y="71439"/>
                  </a:lnTo>
                  <a:lnTo>
                    <a:pt x="185896" y="71650"/>
                  </a:lnTo>
                  <a:lnTo>
                    <a:pt x="185632" y="71847"/>
                  </a:lnTo>
                  <a:lnTo>
                    <a:pt x="185488" y="71939"/>
                  </a:lnTo>
                  <a:lnTo>
                    <a:pt x="185356" y="72018"/>
                  </a:lnTo>
                  <a:lnTo>
                    <a:pt x="185198" y="72097"/>
                  </a:lnTo>
                  <a:lnTo>
                    <a:pt x="185053" y="72163"/>
                  </a:lnTo>
                  <a:lnTo>
                    <a:pt x="184895" y="72229"/>
                  </a:lnTo>
                  <a:lnTo>
                    <a:pt x="184737" y="72282"/>
                  </a:lnTo>
                  <a:lnTo>
                    <a:pt x="184579" y="72334"/>
                  </a:lnTo>
                  <a:lnTo>
                    <a:pt x="184408" y="72374"/>
                  </a:lnTo>
                  <a:lnTo>
                    <a:pt x="184237" y="72400"/>
                  </a:lnTo>
                  <a:lnTo>
                    <a:pt x="184066" y="72413"/>
                  </a:lnTo>
                  <a:lnTo>
                    <a:pt x="183895" y="72427"/>
                  </a:lnTo>
                  <a:lnTo>
                    <a:pt x="183724" y="72440"/>
                  </a:lnTo>
                  <a:lnTo>
                    <a:pt x="183539" y="72427"/>
                  </a:lnTo>
                  <a:lnTo>
                    <a:pt x="183368" y="72413"/>
                  </a:lnTo>
                  <a:lnTo>
                    <a:pt x="183197" y="72400"/>
                  </a:lnTo>
                  <a:lnTo>
                    <a:pt x="183026" y="72374"/>
                  </a:lnTo>
                  <a:lnTo>
                    <a:pt x="182868" y="72334"/>
                  </a:lnTo>
                  <a:lnTo>
                    <a:pt x="182710" y="72282"/>
                  </a:lnTo>
                  <a:lnTo>
                    <a:pt x="182552" y="72229"/>
                  </a:lnTo>
                  <a:lnTo>
                    <a:pt x="182394" y="72163"/>
                  </a:lnTo>
                  <a:lnTo>
                    <a:pt x="182236" y="72097"/>
                  </a:lnTo>
                  <a:lnTo>
                    <a:pt x="182091" y="72018"/>
                  </a:lnTo>
                  <a:lnTo>
                    <a:pt x="181947" y="71939"/>
                  </a:lnTo>
                  <a:lnTo>
                    <a:pt x="181815" y="71847"/>
                  </a:lnTo>
                  <a:lnTo>
                    <a:pt x="181552" y="71650"/>
                  </a:lnTo>
                  <a:lnTo>
                    <a:pt x="181302" y="71439"/>
                  </a:lnTo>
                  <a:lnTo>
                    <a:pt x="181078" y="71189"/>
                  </a:lnTo>
                  <a:lnTo>
                    <a:pt x="180880" y="70926"/>
                  </a:lnTo>
                  <a:lnTo>
                    <a:pt x="180801" y="70794"/>
                  </a:lnTo>
                  <a:lnTo>
                    <a:pt x="180709" y="70649"/>
                  </a:lnTo>
                  <a:lnTo>
                    <a:pt x="180643" y="70505"/>
                  </a:lnTo>
                  <a:lnTo>
                    <a:pt x="180564" y="70347"/>
                  </a:lnTo>
                  <a:lnTo>
                    <a:pt x="180512" y="70189"/>
                  </a:lnTo>
                  <a:lnTo>
                    <a:pt x="180459" y="70031"/>
                  </a:lnTo>
                  <a:lnTo>
                    <a:pt x="180406" y="69873"/>
                  </a:lnTo>
                  <a:lnTo>
                    <a:pt x="180367" y="69702"/>
                  </a:lnTo>
                  <a:lnTo>
                    <a:pt x="180341" y="69544"/>
                  </a:lnTo>
                  <a:lnTo>
                    <a:pt x="180314" y="69373"/>
                  </a:lnTo>
                  <a:lnTo>
                    <a:pt x="180301" y="69188"/>
                  </a:lnTo>
                  <a:lnTo>
                    <a:pt x="180301" y="69017"/>
                  </a:lnTo>
                  <a:lnTo>
                    <a:pt x="180301" y="68846"/>
                  </a:lnTo>
                  <a:lnTo>
                    <a:pt x="180314" y="68662"/>
                  </a:lnTo>
                  <a:lnTo>
                    <a:pt x="180341" y="68491"/>
                  </a:lnTo>
                  <a:lnTo>
                    <a:pt x="180367" y="68333"/>
                  </a:lnTo>
                  <a:lnTo>
                    <a:pt x="180406" y="68162"/>
                  </a:lnTo>
                  <a:lnTo>
                    <a:pt x="180459" y="68004"/>
                  </a:lnTo>
                  <a:lnTo>
                    <a:pt x="180512" y="67846"/>
                  </a:lnTo>
                  <a:lnTo>
                    <a:pt x="180564" y="67688"/>
                  </a:lnTo>
                  <a:lnTo>
                    <a:pt x="180643" y="67530"/>
                  </a:lnTo>
                  <a:lnTo>
                    <a:pt x="180709" y="67385"/>
                  </a:lnTo>
                  <a:lnTo>
                    <a:pt x="180801" y="67240"/>
                  </a:lnTo>
                  <a:lnTo>
                    <a:pt x="180880" y="67108"/>
                  </a:lnTo>
                  <a:lnTo>
                    <a:pt x="181078" y="66845"/>
                  </a:lnTo>
                  <a:lnTo>
                    <a:pt x="181302" y="66595"/>
                  </a:lnTo>
                  <a:lnTo>
                    <a:pt x="181552" y="66384"/>
                  </a:lnTo>
                  <a:lnTo>
                    <a:pt x="181815" y="66187"/>
                  </a:lnTo>
                  <a:lnTo>
                    <a:pt x="181947" y="66095"/>
                  </a:lnTo>
                  <a:lnTo>
                    <a:pt x="182091" y="66016"/>
                  </a:lnTo>
                  <a:lnTo>
                    <a:pt x="182236" y="65937"/>
                  </a:lnTo>
                  <a:lnTo>
                    <a:pt x="182394" y="65871"/>
                  </a:lnTo>
                  <a:lnTo>
                    <a:pt x="182552" y="65805"/>
                  </a:lnTo>
                  <a:lnTo>
                    <a:pt x="182710" y="65753"/>
                  </a:lnTo>
                  <a:lnTo>
                    <a:pt x="182868" y="65700"/>
                  </a:lnTo>
                  <a:lnTo>
                    <a:pt x="183026" y="65660"/>
                  </a:lnTo>
                  <a:lnTo>
                    <a:pt x="183197" y="65634"/>
                  </a:lnTo>
                  <a:lnTo>
                    <a:pt x="183368" y="65621"/>
                  </a:lnTo>
                  <a:lnTo>
                    <a:pt x="183539" y="65608"/>
                  </a:lnTo>
                  <a:lnTo>
                    <a:pt x="183724" y="65595"/>
                  </a:lnTo>
                  <a:close/>
                  <a:moveTo>
                    <a:pt x="54774" y="71860"/>
                  </a:moveTo>
                  <a:lnTo>
                    <a:pt x="54945" y="71874"/>
                  </a:lnTo>
                  <a:lnTo>
                    <a:pt x="55116" y="71900"/>
                  </a:lnTo>
                  <a:lnTo>
                    <a:pt x="55288" y="71926"/>
                  </a:lnTo>
                  <a:lnTo>
                    <a:pt x="55446" y="71966"/>
                  </a:lnTo>
                  <a:lnTo>
                    <a:pt x="55617" y="72018"/>
                  </a:lnTo>
                  <a:lnTo>
                    <a:pt x="55775" y="72071"/>
                  </a:lnTo>
                  <a:lnTo>
                    <a:pt x="55933" y="72124"/>
                  </a:lnTo>
                  <a:lnTo>
                    <a:pt x="56077" y="72203"/>
                  </a:lnTo>
                  <a:lnTo>
                    <a:pt x="56222" y="72269"/>
                  </a:lnTo>
                  <a:lnTo>
                    <a:pt x="56367" y="72361"/>
                  </a:lnTo>
                  <a:lnTo>
                    <a:pt x="56512" y="72440"/>
                  </a:lnTo>
                  <a:lnTo>
                    <a:pt x="56775" y="72637"/>
                  </a:lnTo>
                  <a:lnTo>
                    <a:pt x="57012" y="72861"/>
                  </a:lnTo>
                  <a:lnTo>
                    <a:pt x="57236" y="73111"/>
                  </a:lnTo>
                  <a:lnTo>
                    <a:pt x="57433" y="73374"/>
                  </a:lnTo>
                  <a:lnTo>
                    <a:pt x="57525" y="73506"/>
                  </a:lnTo>
                  <a:lnTo>
                    <a:pt x="57604" y="73651"/>
                  </a:lnTo>
                  <a:lnTo>
                    <a:pt x="57683" y="73796"/>
                  </a:lnTo>
                  <a:lnTo>
                    <a:pt x="57749" y="73953"/>
                  </a:lnTo>
                  <a:lnTo>
                    <a:pt x="57815" y="74111"/>
                  </a:lnTo>
                  <a:lnTo>
                    <a:pt x="57868" y="74269"/>
                  </a:lnTo>
                  <a:lnTo>
                    <a:pt x="57907" y="74427"/>
                  </a:lnTo>
                  <a:lnTo>
                    <a:pt x="57947" y="74585"/>
                  </a:lnTo>
                  <a:lnTo>
                    <a:pt x="57973" y="74756"/>
                  </a:lnTo>
                  <a:lnTo>
                    <a:pt x="57999" y="74928"/>
                  </a:lnTo>
                  <a:lnTo>
                    <a:pt x="58012" y="75099"/>
                  </a:lnTo>
                  <a:lnTo>
                    <a:pt x="58012" y="75283"/>
                  </a:lnTo>
                  <a:lnTo>
                    <a:pt x="58012" y="75454"/>
                  </a:lnTo>
                  <a:lnTo>
                    <a:pt x="57999" y="75625"/>
                  </a:lnTo>
                  <a:lnTo>
                    <a:pt x="57973" y="75796"/>
                  </a:lnTo>
                  <a:lnTo>
                    <a:pt x="57947" y="75968"/>
                  </a:lnTo>
                  <a:lnTo>
                    <a:pt x="57907" y="76139"/>
                  </a:lnTo>
                  <a:lnTo>
                    <a:pt x="57868" y="76297"/>
                  </a:lnTo>
                  <a:lnTo>
                    <a:pt x="57815" y="76455"/>
                  </a:lnTo>
                  <a:lnTo>
                    <a:pt x="57749" y="76613"/>
                  </a:lnTo>
                  <a:lnTo>
                    <a:pt x="57683" y="76757"/>
                  </a:lnTo>
                  <a:lnTo>
                    <a:pt x="57604" y="76902"/>
                  </a:lnTo>
                  <a:lnTo>
                    <a:pt x="57525" y="77047"/>
                  </a:lnTo>
                  <a:lnTo>
                    <a:pt x="57433" y="77192"/>
                  </a:lnTo>
                  <a:lnTo>
                    <a:pt x="57236" y="77455"/>
                  </a:lnTo>
                  <a:lnTo>
                    <a:pt x="57012" y="77692"/>
                  </a:lnTo>
                  <a:lnTo>
                    <a:pt x="56775" y="77916"/>
                  </a:lnTo>
                  <a:lnTo>
                    <a:pt x="56512" y="78113"/>
                  </a:lnTo>
                  <a:lnTo>
                    <a:pt x="56367" y="78205"/>
                  </a:lnTo>
                  <a:lnTo>
                    <a:pt x="56222" y="78284"/>
                  </a:lnTo>
                  <a:lnTo>
                    <a:pt x="56077" y="78363"/>
                  </a:lnTo>
                  <a:lnTo>
                    <a:pt x="55933" y="78429"/>
                  </a:lnTo>
                  <a:lnTo>
                    <a:pt x="55775" y="78495"/>
                  </a:lnTo>
                  <a:lnTo>
                    <a:pt x="55617" y="78548"/>
                  </a:lnTo>
                  <a:lnTo>
                    <a:pt x="55446" y="78587"/>
                  </a:lnTo>
                  <a:lnTo>
                    <a:pt x="55288" y="78627"/>
                  </a:lnTo>
                  <a:lnTo>
                    <a:pt x="55116" y="78666"/>
                  </a:lnTo>
                  <a:lnTo>
                    <a:pt x="54945" y="78679"/>
                  </a:lnTo>
                  <a:lnTo>
                    <a:pt x="54774" y="78692"/>
                  </a:lnTo>
                  <a:lnTo>
                    <a:pt x="54603" y="78706"/>
                  </a:lnTo>
                  <a:lnTo>
                    <a:pt x="54419" y="78692"/>
                  </a:lnTo>
                  <a:lnTo>
                    <a:pt x="54248" y="78679"/>
                  </a:lnTo>
                  <a:lnTo>
                    <a:pt x="54077" y="78666"/>
                  </a:lnTo>
                  <a:lnTo>
                    <a:pt x="53905" y="78627"/>
                  </a:lnTo>
                  <a:lnTo>
                    <a:pt x="53747" y="78587"/>
                  </a:lnTo>
                  <a:lnTo>
                    <a:pt x="53576" y="78548"/>
                  </a:lnTo>
                  <a:lnTo>
                    <a:pt x="53418" y="78495"/>
                  </a:lnTo>
                  <a:lnTo>
                    <a:pt x="53274" y="78429"/>
                  </a:lnTo>
                  <a:lnTo>
                    <a:pt x="53116" y="78363"/>
                  </a:lnTo>
                  <a:lnTo>
                    <a:pt x="52971" y="78284"/>
                  </a:lnTo>
                  <a:lnTo>
                    <a:pt x="52826" y="78205"/>
                  </a:lnTo>
                  <a:lnTo>
                    <a:pt x="52681" y="78113"/>
                  </a:lnTo>
                  <a:lnTo>
                    <a:pt x="52418" y="77916"/>
                  </a:lnTo>
                  <a:lnTo>
                    <a:pt x="52181" y="77692"/>
                  </a:lnTo>
                  <a:lnTo>
                    <a:pt x="51957" y="77455"/>
                  </a:lnTo>
                  <a:lnTo>
                    <a:pt x="51760" y="77192"/>
                  </a:lnTo>
                  <a:lnTo>
                    <a:pt x="51668" y="77047"/>
                  </a:lnTo>
                  <a:lnTo>
                    <a:pt x="51589" y="76902"/>
                  </a:lnTo>
                  <a:lnTo>
                    <a:pt x="51510" y="76757"/>
                  </a:lnTo>
                  <a:lnTo>
                    <a:pt x="51444" y="76613"/>
                  </a:lnTo>
                  <a:lnTo>
                    <a:pt x="51391" y="76455"/>
                  </a:lnTo>
                  <a:lnTo>
                    <a:pt x="51339" y="76297"/>
                  </a:lnTo>
                  <a:lnTo>
                    <a:pt x="51286" y="76139"/>
                  </a:lnTo>
                  <a:lnTo>
                    <a:pt x="51246" y="75968"/>
                  </a:lnTo>
                  <a:lnTo>
                    <a:pt x="51220" y="75796"/>
                  </a:lnTo>
                  <a:lnTo>
                    <a:pt x="51194" y="75625"/>
                  </a:lnTo>
                  <a:lnTo>
                    <a:pt x="51181" y="75454"/>
                  </a:lnTo>
                  <a:lnTo>
                    <a:pt x="51181" y="75283"/>
                  </a:lnTo>
                  <a:lnTo>
                    <a:pt x="51181" y="75099"/>
                  </a:lnTo>
                  <a:lnTo>
                    <a:pt x="51194" y="74928"/>
                  </a:lnTo>
                  <a:lnTo>
                    <a:pt x="51220" y="74756"/>
                  </a:lnTo>
                  <a:lnTo>
                    <a:pt x="51246" y="74585"/>
                  </a:lnTo>
                  <a:lnTo>
                    <a:pt x="51286" y="74427"/>
                  </a:lnTo>
                  <a:lnTo>
                    <a:pt x="51339" y="74269"/>
                  </a:lnTo>
                  <a:lnTo>
                    <a:pt x="51391" y="74111"/>
                  </a:lnTo>
                  <a:lnTo>
                    <a:pt x="51444" y="73953"/>
                  </a:lnTo>
                  <a:lnTo>
                    <a:pt x="51510" y="73796"/>
                  </a:lnTo>
                  <a:lnTo>
                    <a:pt x="51589" y="73651"/>
                  </a:lnTo>
                  <a:lnTo>
                    <a:pt x="51668" y="73506"/>
                  </a:lnTo>
                  <a:lnTo>
                    <a:pt x="51760" y="73374"/>
                  </a:lnTo>
                  <a:lnTo>
                    <a:pt x="51957" y="73111"/>
                  </a:lnTo>
                  <a:lnTo>
                    <a:pt x="52181" y="72861"/>
                  </a:lnTo>
                  <a:lnTo>
                    <a:pt x="52418" y="72637"/>
                  </a:lnTo>
                  <a:lnTo>
                    <a:pt x="52681" y="72440"/>
                  </a:lnTo>
                  <a:lnTo>
                    <a:pt x="52826" y="72361"/>
                  </a:lnTo>
                  <a:lnTo>
                    <a:pt x="52971" y="72269"/>
                  </a:lnTo>
                  <a:lnTo>
                    <a:pt x="53116" y="72203"/>
                  </a:lnTo>
                  <a:lnTo>
                    <a:pt x="53274" y="72124"/>
                  </a:lnTo>
                  <a:lnTo>
                    <a:pt x="53418" y="72071"/>
                  </a:lnTo>
                  <a:lnTo>
                    <a:pt x="53576" y="72018"/>
                  </a:lnTo>
                  <a:lnTo>
                    <a:pt x="53747" y="71966"/>
                  </a:lnTo>
                  <a:lnTo>
                    <a:pt x="53905" y="71926"/>
                  </a:lnTo>
                  <a:lnTo>
                    <a:pt x="54077" y="71900"/>
                  </a:lnTo>
                  <a:lnTo>
                    <a:pt x="54248" y="71874"/>
                  </a:lnTo>
                  <a:lnTo>
                    <a:pt x="54419" y="71860"/>
                  </a:lnTo>
                  <a:close/>
                  <a:moveTo>
                    <a:pt x="125330" y="92303"/>
                  </a:moveTo>
                  <a:lnTo>
                    <a:pt x="125633" y="92317"/>
                  </a:lnTo>
                  <a:lnTo>
                    <a:pt x="125923" y="92356"/>
                  </a:lnTo>
                  <a:lnTo>
                    <a:pt x="126212" y="92422"/>
                  </a:lnTo>
                  <a:lnTo>
                    <a:pt x="126489" y="92501"/>
                  </a:lnTo>
                  <a:lnTo>
                    <a:pt x="126752" y="92619"/>
                  </a:lnTo>
                  <a:lnTo>
                    <a:pt x="127002" y="92738"/>
                  </a:lnTo>
                  <a:lnTo>
                    <a:pt x="127252" y="92896"/>
                  </a:lnTo>
                  <a:lnTo>
                    <a:pt x="127476" y="93067"/>
                  </a:lnTo>
                  <a:lnTo>
                    <a:pt x="127687" y="93251"/>
                  </a:lnTo>
                  <a:lnTo>
                    <a:pt x="127884" y="93462"/>
                  </a:lnTo>
                  <a:lnTo>
                    <a:pt x="128068" y="93672"/>
                  </a:lnTo>
                  <a:lnTo>
                    <a:pt x="128226" y="93909"/>
                  </a:lnTo>
                  <a:lnTo>
                    <a:pt x="128371" y="94159"/>
                  </a:lnTo>
                  <a:lnTo>
                    <a:pt x="128490" y="94423"/>
                  </a:lnTo>
                  <a:lnTo>
                    <a:pt x="128582" y="94686"/>
                  </a:lnTo>
                  <a:lnTo>
                    <a:pt x="128661" y="94976"/>
                  </a:lnTo>
                  <a:lnTo>
                    <a:pt x="128661" y="96476"/>
                  </a:lnTo>
                  <a:lnTo>
                    <a:pt x="128582" y="96753"/>
                  </a:lnTo>
                  <a:lnTo>
                    <a:pt x="128490" y="97029"/>
                  </a:lnTo>
                  <a:lnTo>
                    <a:pt x="128371" y="97279"/>
                  </a:lnTo>
                  <a:lnTo>
                    <a:pt x="128226" y="97529"/>
                  </a:lnTo>
                  <a:lnTo>
                    <a:pt x="128068" y="97766"/>
                  </a:lnTo>
                  <a:lnTo>
                    <a:pt x="127884" y="97990"/>
                  </a:lnTo>
                  <a:lnTo>
                    <a:pt x="127687" y="98188"/>
                  </a:lnTo>
                  <a:lnTo>
                    <a:pt x="127476" y="98372"/>
                  </a:lnTo>
                  <a:lnTo>
                    <a:pt x="127252" y="98543"/>
                  </a:lnTo>
                  <a:lnTo>
                    <a:pt x="127002" y="98701"/>
                  </a:lnTo>
                  <a:lnTo>
                    <a:pt x="126752" y="98833"/>
                  </a:lnTo>
                  <a:lnTo>
                    <a:pt x="126489" y="98938"/>
                  </a:lnTo>
                  <a:lnTo>
                    <a:pt x="126212" y="99030"/>
                  </a:lnTo>
                  <a:lnTo>
                    <a:pt x="125923" y="99083"/>
                  </a:lnTo>
                  <a:lnTo>
                    <a:pt x="125633" y="99122"/>
                  </a:lnTo>
                  <a:lnTo>
                    <a:pt x="125330" y="99135"/>
                  </a:lnTo>
                  <a:lnTo>
                    <a:pt x="125146" y="99135"/>
                  </a:lnTo>
                  <a:lnTo>
                    <a:pt x="124975" y="99122"/>
                  </a:lnTo>
                  <a:lnTo>
                    <a:pt x="124804" y="99096"/>
                  </a:lnTo>
                  <a:lnTo>
                    <a:pt x="124633" y="99069"/>
                  </a:lnTo>
                  <a:lnTo>
                    <a:pt x="124475" y="99030"/>
                  </a:lnTo>
                  <a:lnTo>
                    <a:pt x="124304" y="98991"/>
                  </a:lnTo>
                  <a:lnTo>
                    <a:pt x="124146" y="98938"/>
                  </a:lnTo>
                  <a:lnTo>
                    <a:pt x="124001" y="98872"/>
                  </a:lnTo>
                  <a:lnTo>
                    <a:pt x="123843" y="98806"/>
                  </a:lnTo>
                  <a:lnTo>
                    <a:pt x="123698" y="98727"/>
                  </a:lnTo>
                  <a:lnTo>
                    <a:pt x="123553" y="98648"/>
                  </a:lnTo>
                  <a:lnTo>
                    <a:pt x="123409" y="98556"/>
                  </a:lnTo>
                  <a:lnTo>
                    <a:pt x="123145" y="98359"/>
                  </a:lnTo>
                  <a:lnTo>
                    <a:pt x="122908" y="98135"/>
                  </a:lnTo>
                  <a:lnTo>
                    <a:pt x="122685" y="97898"/>
                  </a:lnTo>
                  <a:lnTo>
                    <a:pt x="122487" y="97635"/>
                  </a:lnTo>
                  <a:lnTo>
                    <a:pt x="122395" y="97490"/>
                  </a:lnTo>
                  <a:lnTo>
                    <a:pt x="122316" y="97345"/>
                  </a:lnTo>
                  <a:lnTo>
                    <a:pt x="122237" y="97200"/>
                  </a:lnTo>
                  <a:lnTo>
                    <a:pt x="122171" y="97055"/>
                  </a:lnTo>
                  <a:lnTo>
                    <a:pt x="122119" y="96898"/>
                  </a:lnTo>
                  <a:lnTo>
                    <a:pt x="122053" y="96740"/>
                  </a:lnTo>
                  <a:lnTo>
                    <a:pt x="122013" y="96568"/>
                  </a:lnTo>
                  <a:lnTo>
                    <a:pt x="121974" y="96410"/>
                  </a:lnTo>
                  <a:lnTo>
                    <a:pt x="121947" y="96239"/>
                  </a:lnTo>
                  <a:lnTo>
                    <a:pt x="121921" y="96068"/>
                  </a:lnTo>
                  <a:lnTo>
                    <a:pt x="121908" y="95897"/>
                  </a:lnTo>
                  <a:lnTo>
                    <a:pt x="121908" y="95726"/>
                  </a:lnTo>
                  <a:lnTo>
                    <a:pt x="121908" y="95542"/>
                  </a:lnTo>
                  <a:lnTo>
                    <a:pt x="121921" y="95371"/>
                  </a:lnTo>
                  <a:lnTo>
                    <a:pt x="121947" y="95199"/>
                  </a:lnTo>
                  <a:lnTo>
                    <a:pt x="121974" y="95028"/>
                  </a:lnTo>
                  <a:lnTo>
                    <a:pt x="122013" y="94870"/>
                  </a:lnTo>
                  <a:lnTo>
                    <a:pt x="122053" y="94699"/>
                  </a:lnTo>
                  <a:lnTo>
                    <a:pt x="122119" y="94541"/>
                  </a:lnTo>
                  <a:lnTo>
                    <a:pt x="122171" y="94396"/>
                  </a:lnTo>
                  <a:lnTo>
                    <a:pt x="122237" y="94238"/>
                  </a:lnTo>
                  <a:lnTo>
                    <a:pt x="122316" y="94094"/>
                  </a:lnTo>
                  <a:lnTo>
                    <a:pt x="122395" y="93949"/>
                  </a:lnTo>
                  <a:lnTo>
                    <a:pt x="122487" y="93804"/>
                  </a:lnTo>
                  <a:lnTo>
                    <a:pt x="122685" y="93541"/>
                  </a:lnTo>
                  <a:lnTo>
                    <a:pt x="122908" y="93304"/>
                  </a:lnTo>
                  <a:lnTo>
                    <a:pt x="123145" y="93080"/>
                  </a:lnTo>
                  <a:lnTo>
                    <a:pt x="123409" y="92883"/>
                  </a:lnTo>
                  <a:lnTo>
                    <a:pt x="123553" y="92790"/>
                  </a:lnTo>
                  <a:lnTo>
                    <a:pt x="123698" y="92712"/>
                  </a:lnTo>
                  <a:lnTo>
                    <a:pt x="123843" y="92633"/>
                  </a:lnTo>
                  <a:lnTo>
                    <a:pt x="124001" y="92567"/>
                  </a:lnTo>
                  <a:lnTo>
                    <a:pt x="124146" y="92514"/>
                  </a:lnTo>
                  <a:lnTo>
                    <a:pt x="124304" y="92461"/>
                  </a:lnTo>
                  <a:lnTo>
                    <a:pt x="124475" y="92409"/>
                  </a:lnTo>
                  <a:lnTo>
                    <a:pt x="124633" y="92369"/>
                  </a:lnTo>
                  <a:lnTo>
                    <a:pt x="124804" y="92343"/>
                  </a:lnTo>
                  <a:lnTo>
                    <a:pt x="124975" y="92317"/>
                  </a:lnTo>
                  <a:lnTo>
                    <a:pt x="125146" y="92303"/>
                  </a:lnTo>
                  <a:close/>
                  <a:moveTo>
                    <a:pt x="10742" y="117472"/>
                  </a:moveTo>
                  <a:lnTo>
                    <a:pt x="10913" y="117485"/>
                  </a:lnTo>
                  <a:lnTo>
                    <a:pt x="11085" y="117512"/>
                  </a:lnTo>
                  <a:lnTo>
                    <a:pt x="11256" y="117538"/>
                  </a:lnTo>
                  <a:lnTo>
                    <a:pt x="11427" y="117577"/>
                  </a:lnTo>
                  <a:lnTo>
                    <a:pt x="11585" y="117630"/>
                  </a:lnTo>
                  <a:lnTo>
                    <a:pt x="11743" y="117683"/>
                  </a:lnTo>
                  <a:lnTo>
                    <a:pt x="11901" y="117749"/>
                  </a:lnTo>
                  <a:lnTo>
                    <a:pt x="12046" y="117814"/>
                  </a:lnTo>
                  <a:lnTo>
                    <a:pt x="12190" y="117880"/>
                  </a:lnTo>
                  <a:lnTo>
                    <a:pt x="12335" y="117972"/>
                  </a:lnTo>
                  <a:lnTo>
                    <a:pt x="12480" y="118064"/>
                  </a:lnTo>
                  <a:lnTo>
                    <a:pt x="12743" y="118249"/>
                  </a:lnTo>
                  <a:lnTo>
                    <a:pt x="12980" y="118473"/>
                  </a:lnTo>
                  <a:lnTo>
                    <a:pt x="13204" y="118723"/>
                  </a:lnTo>
                  <a:lnTo>
                    <a:pt x="13401" y="118986"/>
                  </a:lnTo>
                  <a:lnTo>
                    <a:pt x="13494" y="119118"/>
                  </a:lnTo>
                  <a:lnTo>
                    <a:pt x="13573" y="119262"/>
                  </a:lnTo>
                  <a:lnTo>
                    <a:pt x="13651" y="119407"/>
                  </a:lnTo>
                  <a:lnTo>
                    <a:pt x="13717" y="119565"/>
                  </a:lnTo>
                  <a:lnTo>
                    <a:pt x="13783" y="119723"/>
                  </a:lnTo>
                  <a:lnTo>
                    <a:pt x="13836" y="119881"/>
                  </a:lnTo>
                  <a:lnTo>
                    <a:pt x="13875" y="120039"/>
                  </a:lnTo>
                  <a:lnTo>
                    <a:pt x="13915" y="120210"/>
                  </a:lnTo>
                  <a:lnTo>
                    <a:pt x="13941" y="120368"/>
                  </a:lnTo>
                  <a:lnTo>
                    <a:pt x="13967" y="120539"/>
                  </a:lnTo>
                  <a:lnTo>
                    <a:pt x="13981" y="120723"/>
                  </a:lnTo>
                  <a:lnTo>
                    <a:pt x="13981" y="120895"/>
                  </a:lnTo>
                  <a:lnTo>
                    <a:pt x="13981" y="121066"/>
                  </a:lnTo>
                  <a:lnTo>
                    <a:pt x="13967" y="121237"/>
                  </a:lnTo>
                  <a:lnTo>
                    <a:pt x="13941" y="121408"/>
                  </a:lnTo>
                  <a:lnTo>
                    <a:pt x="13915" y="121579"/>
                  </a:lnTo>
                  <a:lnTo>
                    <a:pt x="13875" y="121750"/>
                  </a:lnTo>
                  <a:lnTo>
                    <a:pt x="13836" y="121908"/>
                  </a:lnTo>
                  <a:lnTo>
                    <a:pt x="13783" y="122066"/>
                  </a:lnTo>
                  <a:lnTo>
                    <a:pt x="13717" y="122224"/>
                  </a:lnTo>
                  <a:lnTo>
                    <a:pt x="13651" y="122369"/>
                  </a:lnTo>
                  <a:lnTo>
                    <a:pt x="13573" y="122527"/>
                  </a:lnTo>
                  <a:lnTo>
                    <a:pt x="13494" y="122659"/>
                  </a:lnTo>
                  <a:lnTo>
                    <a:pt x="13401" y="122803"/>
                  </a:lnTo>
                  <a:lnTo>
                    <a:pt x="13204" y="123067"/>
                  </a:lnTo>
                  <a:lnTo>
                    <a:pt x="12980" y="123304"/>
                  </a:lnTo>
                  <a:lnTo>
                    <a:pt x="12743" y="123527"/>
                  </a:lnTo>
                  <a:lnTo>
                    <a:pt x="12480" y="123725"/>
                  </a:lnTo>
                  <a:lnTo>
                    <a:pt x="12335" y="123817"/>
                  </a:lnTo>
                  <a:lnTo>
                    <a:pt x="12190" y="123896"/>
                  </a:lnTo>
                  <a:lnTo>
                    <a:pt x="12046" y="123975"/>
                  </a:lnTo>
                  <a:lnTo>
                    <a:pt x="11901" y="124041"/>
                  </a:lnTo>
                  <a:lnTo>
                    <a:pt x="11743" y="124106"/>
                  </a:lnTo>
                  <a:lnTo>
                    <a:pt x="11585" y="124159"/>
                  </a:lnTo>
                  <a:lnTo>
                    <a:pt x="11427" y="124199"/>
                  </a:lnTo>
                  <a:lnTo>
                    <a:pt x="11256" y="124238"/>
                  </a:lnTo>
                  <a:lnTo>
                    <a:pt x="11085" y="124278"/>
                  </a:lnTo>
                  <a:lnTo>
                    <a:pt x="10913" y="124291"/>
                  </a:lnTo>
                  <a:lnTo>
                    <a:pt x="10742" y="124304"/>
                  </a:lnTo>
                  <a:lnTo>
                    <a:pt x="10571" y="124317"/>
                  </a:lnTo>
                  <a:lnTo>
                    <a:pt x="10387" y="124304"/>
                  </a:lnTo>
                  <a:lnTo>
                    <a:pt x="10216" y="124291"/>
                  </a:lnTo>
                  <a:lnTo>
                    <a:pt x="10045" y="124278"/>
                  </a:lnTo>
                  <a:lnTo>
                    <a:pt x="9874" y="124238"/>
                  </a:lnTo>
                  <a:lnTo>
                    <a:pt x="9716" y="124199"/>
                  </a:lnTo>
                  <a:lnTo>
                    <a:pt x="9544" y="124159"/>
                  </a:lnTo>
                  <a:lnTo>
                    <a:pt x="9387" y="124106"/>
                  </a:lnTo>
                  <a:lnTo>
                    <a:pt x="9242" y="124041"/>
                  </a:lnTo>
                  <a:lnTo>
                    <a:pt x="9084" y="123975"/>
                  </a:lnTo>
                  <a:lnTo>
                    <a:pt x="8939" y="123896"/>
                  </a:lnTo>
                  <a:lnTo>
                    <a:pt x="8794" y="123817"/>
                  </a:lnTo>
                  <a:lnTo>
                    <a:pt x="8649" y="123725"/>
                  </a:lnTo>
                  <a:lnTo>
                    <a:pt x="8386" y="123527"/>
                  </a:lnTo>
                  <a:lnTo>
                    <a:pt x="8149" y="123304"/>
                  </a:lnTo>
                  <a:lnTo>
                    <a:pt x="7925" y="123067"/>
                  </a:lnTo>
                  <a:lnTo>
                    <a:pt x="7728" y="122803"/>
                  </a:lnTo>
                  <a:lnTo>
                    <a:pt x="7649" y="122659"/>
                  </a:lnTo>
                  <a:lnTo>
                    <a:pt x="7557" y="122527"/>
                  </a:lnTo>
                  <a:lnTo>
                    <a:pt x="7491" y="122369"/>
                  </a:lnTo>
                  <a:lnTo>
                    <a:pt x="7412" y="122224"/>
                  </a:lnTo>
                  <a:lnTo>
                    <a:pt x="7359" y="122066"/>
                  </a:lnTo>
                  <a:lnTo>
                    <a:pt x="7307" y="121908"/>
                  </a:lnTo>
                  <a:lnTo>
                    <a:pt x="7254" y="121750"/>
                  </a:lnTo>
                  <a:lnTo>
                    <a:pt x="7215" y="121579"/>
                  </a:lnTo>
                  <a:lnTo>
                    <a:pt x="7188" y="121408"/>
                  </a:lnTo>
                  <a:lnTo>
                    <a:pt x="7162" y="121237"/>
                  </a:lnTo>
                  <a:lnTo>
                    <a:pt x="7149" y="121066"/>
                  </a:lnTo>
                  <a:lnTo>
                    <a:pt x="7149" y="120895"/>
                  </a:lnTo>
                  <a:lnTo>
                    <a:pt x="7149" y="120723"/>
                  </a:lnTo>
                  <a:lnTo>
                    <a:pt x="7162" y="120539"/>
                  </a:lnTo>
                  <a:lnTo>
                    <a:pt x="7188" y="120368"/>
                  </a:lnTo>
                  <a:lnTo>
                    <a:pt x="7215" y="120210"/>
                  </a:lnTo>
                  <a:lnTo>
                    <a:pt x="7254" y="120039"/>
                  </a:lnTo>
                  <a:lnTo>
                    <a:pt x="7307" y="119881"/>
                  </a:lnTo>
                  <a:lnTo>
                    <a:pt x="7359" y="119723"/>
                  </a:lnTo>
                  <a:lnTo>
                    <a:pt x="7412" y="119565"/>
                  </a:lnTo>
                  <a:lnTo>
                    <a:pt x="7491" y="119407"/>
                  </a:lnTo>
                  <a:lnTo>
                    <a:pt x="7557" y="119262"/>
                  </a:lnTo>
                  <a:lnTo>
                    <a:pt x="7649" y="119118"/>
                  </a:lnTo>
                  <a:lnTo>
                    <a:pt x="7728" y="118986"/>
                  </a:lnTo>
                  <a:lnTo>
                    <a:pt x="7925" y="118723"/>
                  </a:lnTo>
                  <a:lnTo>
                    <a:pt x="8149" y="118473"/>
                  </a:lnTo>
                  <a:lnTo>
                    <a:pt x="8386" y="118249"/>
                  </a:lnTo>
                  <a:lnTo>
                    <a:pt x="8649" y="118064"/>
                  </a:lnTo>
                  <a:lnTo>
                    <a:pt x="8794" y="117972"/>
                  </a:lnTo>
                  <a:lnTo>
                    <a:pt x="8939" y="117880"/>
                  </a:lnTo>
                  <a:lnTo>
                    <a:pt x="9084" y="117814"/>
                  </a:lnTo>
                  <a:lnTo>
                    <a:pt x="9242" y="117749"/>
                  </a:lnTo>
                  <a:lnTo>
                    <a:pt x="9387" y="117683"/>
                  </a:lnTo>
                  <a:lnTo>
                    <a:pt x="9544" y="117630"/>
                  </a:lnTo>
                  <a:lnTo>
                    <a:pt x="9716" y="117577"/>
                  </a:lnTo>
                  <a:lnTo>
                    <a:pt x="9874" y="117538"/>
                  </a:lnTo>
                  <a:lnTo>
                    <a:pt x="10045" y="117512"/>
                  </a:lnTo>
                  <a:lnTo>
                    <a:pt x="10216" y="117485"/>
                  </a:lnTo>
                  <a:lnTo>
                    <a:pt x="10387" y="117472"/>
                  </a:lnTo>
                  <a:close/>
                  <a:moveTo>
                    <a:pt x="71136" y="1"/>
                  </a:moveTo>
                  <a:lnTo>
                    <a:pt x="70847" y="27"/>
                  </a:lnTo>
                  <a:lnTo>
                    <a:pt x="70544" y="54"/>
                  </a:lnTo>
                  <a:lnTo>
                    <a:pt x="70254" y="93"/>
                  </a:lnTo>
                  <a:lnTo>
                    <a:pt x="69965" y="146"/>
                  </a:lnTo>
                  <a:lnTo>
                    <a:pt x="69688" y="225"/>
                  </a:lnTo>
                  <a:lnTo>
                    <a:pt x="69412" y="304"/>
                  </a:lnTo>
                  <a:lnTo>
                    <a:pt x="69136" y="383"/>
                  </a:lnTo>
                  <a:lnTo>
                    <a:pt x="68872" y="488"/>
                  </a:lnTo>
                  <a:lnTo>
                    <a:pt x="68609" y="593"/>
                  </a:lnTo>
                  <a:lnTo>
                    <a:pt x="68346" y="725"/>
                  </a:lnTo>
                  <a:lnTo>
                    <a:pt x="68096" y="856"/>
                  </a:lnTo>
                  <a:lnTo>
                    <a:pt x="67859" y="988"/>
                  </a:lnTo>
                  <a:lnTo>
                    <a:pt x="67609" y="1146"/>
                  </a:lnTo>
                  <a:lnTo>
                    <a:pt x="67385" y="1304"/>
                  </a:lnTo>
                  <a:lnTo>
                    <a:pt x="67161" y="1475"/>
                  </a:lnTo>
                  <a:lnTo>
                    <a:pt x="66937" y="1646"/>
                  </a:lnTo>
                  <a:lnTo>
                    <a:pt x="66727" y="1831"/>
                  </a:lnTo>
                  <a:lnTo>
                    <a:pt x="66529" y="2028"/>
                  </a:lnTo>
                  <a:lnTo>
                    <a:pt x="66332" y="2239"/>
                  </a:lnTo>
                  <a:lnTo>
                    <a:pt x="66147" y="2449"/>
                  </a:lnTo>
                  <a:lnTo>
                    <a:pt x="65963" y="2660"/>
                  </a:lnTo>
                  <a:lnTo>
                    <a:pt x="65792" y="2884"/>
                  </a:lnTo>
                  <a:lnTo>
                    <a:pt x="65634" y="3121"/>
                  </a:lnTo>
                  <a:lnTo>
                    <a:pt x="65489" y="3358"/>
                  </a:lnTo>
                  <a:lnTo>
                    <a:pt x="65344" y="3594"/>
                  </a:lnTo>
                  <a:lnTo>
                    <a:pt x="65213" y="3845"/>
                  </a:lnTo>
                  <a:lnTo>
                    <a:pt x="65081" y="4108"/>
                  </a:lnTo>
                  <a:lnTo>
                    <a:pt x="64976" y="4371"/>
                  </a:lnTo>
                  <a:lnTo>
                    <a:pt x="64871" y="4634"/>
                  </a:lnTo>
                  <a:lnTo>
                    <a:pt x="64778" y="4911"/>
                  </a:lnTo>
                  <a:lnTo>
                    <a:pt x="64699" y="5187"/>
                  </a:lnTo>
                  <a:lnTo>
                    <a:pt x="58342" y="5187"/>
                  </a:lnTo>
                  <a:lnTo>
                    <a:pt x="57920" y="5200"/>
                  </a:lnTo>
                  <a:lnTo>
                    <a:pt x="57512" y="5227"/>
                  </a:lnTo>
                  <a:lnTo>
                    <a:pt x="57104" y="5266"/>
                  </a:lnTo>
                  <a:lnTo>
                    <a:pt x="56696" y="5332"/>
                  </a:lnTo>
                  <a:lnTo>
                    <a:pt x="56301" y="5411"/>
                  </a:lnTo>
                  <a:lnTo>
                    <a:pt x="55906" y="5503"/>
                  </a:lnTo>
                  <a:lnTo>
                    <a:pt x="55538" y="5609"/>
                  </a:lnTo>
                  <a:lnTo>
                    <a:pt x="55156" y="5740"/>
                  </a:lnTo>
                  <a:lnTo>
                    <a:pt x="54801" y="5872"/>
                  </a:lnTo>
                  <a:lnTo>
                    <a:pt x="54445" y="6030"/>
                  </a:lnTo>
                  <a:lnTo>
                    <a:pt x="54103" y="6201"/>
                  </a:lnTo>
                  <a:lnTo>
                    <a:pt x="53774" y="6385"/>
                  </a:lnTo>
                  <a:lnTo>
                    <a:pt x="53458" y="6569"/>
                  </a:lnTo>
                  <a:lnTo>
                    <a:pt x="53142" y="6780"/>
                  </a:lnTo>
                  <a:lnTo>
                    <a:pt x="52839" y="7004"/>
                  </a:lnTo>
                  <a:lnTo>
                    <a:pt x="52563" y="7228"/>
                  </a:lnTo>
                  <a:lnTo>
                    <a:pt x="52286" y="7478"/>
                  </a:lnTo>
                  <a:lnTo>
                    <a:pt x="52036" y="7728"/>
                  </a:lnTo>
                  <a:lnTo>
                    <a:pt x="51786" y="7991"/>
                  </a:lnTo>
                  <a:lnTo>
                    <a:pt x="51562" y="8268"/>
                  </a:lnTo>
                  <a:lnTo>
                    <a:pt x="51352" y="8544"/>
                  </a:lnTo>
                  <a:lnTo>
                    <a:pt x="51154" y="8847"/>
                  </a:lnTo>
                  <a:lnTo>
                    <a:pt x="50970" y="9150"/>
                  </a:lnTo>
                  <a:lnTo>
                    <a:pt x="50812" y="9452"/>
                  </a:lnTo>
                  <a:lnTo>
                    <a:pt x="50654" y="9768"/>
                  </a:lnTo>
                  <a:lnTo>
                    <a:pt x="50536" y="10097"/>
                  </a:lnTo>
                  <a:lnTo>
                    <a:pt x="50417" y="10426"/>
                  </a:lnTo>
                  <a:lnTo>
                    <a:pt x="50325" y="10755"/>
                  </a:lnTo>
                  <a:lnTo>
                    <a:pt x="50259" y="11111"/>
                  </a:lnTo>
                  <a:lnTo>
                    <a:pt x="50206" y="11453"/>
                  </a:lnTo>
                  <a:lnTo>
                    <a:pt x="50180" y="11809"/>
                  </a:lnTo>
                  <a:lnTo>
                    <a:pt x="50167" y="12164"/>
                  </a:lnTo>
                  <a:lnTo>
                    <a:pt x="50167" y="39044"/>
                  </a:lnTo>
                  <a:lnTo>
                    <a:pt x="36240" y="39044"/>
                  </a:lnTo>
                  <a:lnTo>
                    <a:pt x="35871" y="39057"/>
                  </a:lnTo>
                  <a:lnTo>
                    <a:pt x="35529" y="39097"/>
                  </a:lnTo>
                  <a:lnTo>
                    <a:pt x="35174" y="39149"/>
                  </a:lnTo>
                  <a:lnTo>
                    <a:pt x="34832" y="39215"/>
                  </a:lnTo>
                  <a:lnTo>
                    <a:pt x="34489" y="39307"/>
                  </a:lnTo>
                  <a:lnTo>
                    <a:pt x="34160" y="39412"/>
                  </a:lnTo>
                  <a:lnTo>
                    <a:pt x="33844" y="39544"/>
                  </a:lnTo>
                  <a:lnTo>
                    <a:pt x="33528" y="39689"/>
                  </a:lnTo>
                  <a:lnTo>
                    <a:pt x="33212" y="39860"/>
                  </a:lnTo>
                  <a:lnTo>
                    <a:pt x="32910" y="40044"/>
                  </a:lnTo>
                  <a:lnTo>
                    <a:pt x="32620" y="40242"/>
                  </a:lnTo>
                  <a:lnTo>
                    <a:pt x="32344" y="40452"/>
                  </a:lnTo>
                  <a:lnTo>
                    <a:pt x="32067" y="40676"/>
                  </a:lnTo>
                  <a:lnTo>
                    <a:pt x="31804" y="40913"/>
                  </a:lnTo>
                  <a:lnTo>
                    <a:pt x="31541" y="41176"/>
                  </a:lnTo>
                  <a:lnTo>
                    <a:pt x="31304" y="41453"/>
                  </a:lnTo>
                  <a:lnTo>
                    <a:pt x="31067" y="41729"/>
                  </a:lnTo>
                  <a:lnTo>
                    <a:pt x="30856" y="42032"/>
                  </a:lnTo>
                  <a:lnTo>
                    <a:pt x="30646" y="42335"/>
                  </a:lnTo>
                  <a:lnTo>
                    <a:pt x="30448" y="42664"/>
                  </a:lnTo>
                  <a:lnTo>
                    <a:pt x="30264" y="42993"/>
                  </a:lnTo>
                  <a:lnTo>
                    <a:pt x="30106" y="43335"/>
                  </a:lnTo>
                  <a:lnTo>
                    <a:pt x="29948" y="43691"/>
                  </a:lnTo>
                  <a:lnTo>
                    <a:pt x="29803" y="44046"/>
                  </a:lnTo>
                  <a:lnTo>
                    <a:pt x="29685" y="44415"/>
                  </a:lnTo>
                  <a:lnTo>
                    <a:pt x="29566" y="44796"/>
                  </a:lnTo>
                  <a:lnTo>
                    <a:pt x="29474" y="45191"/>
                  </a:lnTo>
                  <a:lnTo>
                    <a:pt x="29395" y="45586"/>
                  </a:lnTo>
                  <a:lnTo>
                    <a:pt x="29342" y="45981"/>
                  </a:lnTo>
                  <a:lnTo>
                    <a:pt x="29290" y="46389"/>
                  </a:lnTo>
                  <a:lnTo>
                    <a:pt x="29263" y="46810"/>
                  </a:lnTo>
                  <a:lnTo>
                    <a:pt x="29263" y="47232"/>
                  </a:lnTo>
                  <a:lnTo>
                    <a:pt x="29263" y="51457"/>
                  </a:lnTo>
                  <a:lnTo>
                    <a:pt x="29263" y="56907"/>
                  </a:lnTo>
                  <a:lnTo>
                    <a:pt x="29263" y="66384"/>
                  </a:lnTo>
                  <a:lnTo>
                    <a:pt x="29263" y="72663"/>
                  </a:lnTo>
                  <a:lnTo>
                    <a:pt x="12164" y="72663"/>
                  </a:lnTo>
                  <a:lnTo>
                    <a:pt x="11993" y="72650"/>
                  </a:lnTo>
                  <a:lnTo>
                    <a:pt x="11822" y="72637"/>
                  </a:lnTo>
                  <a:lnTo>
                    <a:pt x="11651" y="72611"/>
                  </a:lnTo>
                  <a:lnTo>
                    <a:pt x="11480" y="72571"/>
                  </a:lnTo>
                  <a:lnTo>
                    <a:pt x="11322" y="72519"/>
                  </a:lnTo>
                  <a:lnTo>
                    <a:pt x="11164" y="72453"/>
                  </a:lnTo>
                  <a:lnTo>
                    <a:pt x="11006" y="72374"/>
                  </a:lnTo>
                  <a:lnTo>
                    <a:pt x="10848" y="72295"/>
                  </a:lnTo>
                  <a:lnTo>
                    <a:pt x="10690" y="72190"/>
                  </a:lnTo>
                  <a:lnTo>
                    <a:pt x="10545" y="72097"/>
                  </a:lnTo>
                  <a:lnTo>
                    <a:pt x="10400" y="71979"/>
                  </a:lnTo>
                  <a:lnTo>
                    <a:pt x="10255" y="71860"/>
                  </a:lnTo>
                  <a:lnTo>
                    <a:pt x="10124" y="71729"/>
                  </a:lnTo>
                  <a:lnTo>
                    <a:pt x="9992" y="71584"/>
                  </a:lnTo>
                  <a:lnTo>
                    <a:pt x="9874" y="71439"/>
                  </a:lnTo>
                  <a:lnTo>
                    <a:pt x="9755" y="71281"/>
                  </a:lnTo>
                  <a:lnTo>
                    <a:pt x="9637" y="71123"/>
                  </a:lnTo>
                  <a:lnTo>
                    <a:pt x="9531" y="70952"/>
                  </a:lnTo>
                  <a:lnTo>
                    <a:pt x="9426" y="70781"/>
                  </a:lnTo>
                  <a:lnTo>
                    <a:pt x="9334" y="70597"/>
                  </a:lnTo>
                  <a:lnTo>
                    <a:pt x="9242" y="70413"/>
                  </a:lnTo>
                  <a:lnTo>
                    <a:pt x="9150" y="70215"/>
                  </a:lnTo>
                  <a:lnTo>
                    <a:pt x="9071" y="70018"/>
                  </a:lnTo>
                  <a:lnTo>
                    <a:pt x="9005" y="69807"/>
                  </a:lnTo>
                  <a:lnTo>
                    <a:pt x="8939" y="69596"/>
                  </a:lnTo>
                  <a:lnTo>
                    <a:pt x="8886" y="69386"/>
                  </a:lnTo>
                  <a:lnTo>
                    <a:pt x="8847" y="69175"/>
                  </a:lnTo>
                  <a:lnTo>
                    <a:pt x="8807" y="68951"/>
                  </a:lnTo>
                  <a:lnTo>
                    <a:pt x="8768" y="68728"/>
                  </a:lnTo>
                  <a:lnTo>
                    <a:pt x="8755" y="68491"/>
                  </a:lnTo>
                  <a:lnTo>
                    <a:pt x="8742" y="68267"/>
                  </a:lnTo>
                  <a:lnTo>
                    <a:pt x="8728" y="68030"/>
                  </a:lnTo>
                  <a:lnTo>
                    <a:pt x="8728" y="60790"/>
                  </a:lnTo>
                  <a:lnTo>
                    <a:pt x="9005" y="60711"/>
                  </a:lnTo>
                  <a:lnTo>
                    <a:pt x="9281" y="60619"/>
                  </a:lnTo>
                  <a:lnTo>
                    <a:pt x="9544" y="60527"/>
                  </a:lnTo>
                  <a:lnTo>
                    <a:pt x="9808" y="60408"/>
                  </a:lnTo>
                  <a:lnTo>
                    <a:pt x="10071" y="60290"/>
                  </a:lnTo>
                  <a:lnTo>
                    <a:pt x="10321" y="60158"/>
                  </a:lnTo>
                  <a:lnTo>
                    <a:pt x="10558" y="60013"/>
                  </a:lnTo>
                  <a:lnTo>
                    <a:pt x="10808" y="59855"/>
                  </a:lnTo>
                  <a:lnTo>
                    <a:pt x="11032" y="59697"/>
                  </a:lnTo>
                  <a:lnTo>
                    <a:pt x="11256" y="59526"/>
                  </a:lnTo>
                  <a:lnTo>
                    <a:pt x="11480" y="59355"/>
                  </a:lnTo>
                  <a:lnTo>
                    <a:pt x="11690" y="59171"/>
                  </a:lnTo>
                  <a:lnTo>
                    <a:pt x="11888" y="58973"/>
                  </a:lnTo>
                  <a:lnTo>
                    <a:pt x="12085" y="58763"/>
                  </a:lnTo>
                  <a:lnTo>
                    <a:pt x="12269" y="58552"/>
                  </a:lnTo>
                  <a:lnTo>
                    <a:pt x="12454" y="58342"/>
                  </a:lnTo>
                  <a:lnTo>
                    <a:pt x="12612" y="58118"/>
                  </a:lnTo>
                  <a:lnTo>
                    <a:pt x="12770" y="57881"/>
                  </a:lnTo>
                  <a:lnTo>
                    <a:pt x="12927" y="57644"/>
                  </a:lnTo>
                  <a:lnTo>
                    <a:pt x="13072" y="57394"/>
                  </a:lnTo>
                  <a:lnTo>
                    <a:pt x="13204" y="57144"/>
                  </a:lnTo>
                  <a:lnTo>
                    <a:pt x="13322" y="56894"/>
                  </a:lnTo>
                  <a:lnTo>
                    <a:pt x="13428" y="56630"/>
                  </a:lnTo>
                  <a:lnTo>
                    <a:pt x="13533" y="56354"/>
                  </a:lnTo>
                  <a:lnTo>
                    <a:pt x="13625" y="56091"/>
                  </a:lnTo>
                  <a:lnTo>
                    <a:pt x="13704" y="55814"/>
                  </a:lnTo>
                  <a:lnTo>
                    <a:pt x="13770" y="55525"/>
                  </a:lnTo>
                  <a:lnTo>
                    <a:pt x="13823" y="55235"/>
                  </a:lnTo>
                  <a:lnTo>
                    <a:pt x="13862" y="54945"/>
                  </a:lnTo>
                  <a:lnTo>
                    <a:pt x="13902" y="54656"/>
                  </a:lnTo>
                  <a:lnTo>
                    <a:pt x="13915" y="54353"/>
                  </a:lnTo>
                  <a:lnTo>
                    <a:pt x="13928" y="54050"/>
                  </a:lnTo>
                  <a:lnTo>
                    <a:pt x="13915" y="53695"/>
                  </a:lnTo>
                  <a:lnTo>
                    <a:pt x="13888" y="53339"/>
                  </a:lnTo>
                  <a:lnTo>
                    <a:pt x="13849" y="52997"/>
                  </a:lnTo>
                  <a:lnTo>
                    <a:pt x="13783" y="52655"/>
                  </a:lnTo>
                  <a:lnTo>
                    <a:pt x="13704" y="52313"/>
                  </a:lnTo>
                  <a:lnTo>
                    <a:pt x="13612" y="51984"/>
                  </a:lnTo>
                  <a:lnTo>
                    <a:pt x="13507" y="51668"/>
                  </a:lnTo>
                  <a:lnTo>
                    <a:pt x="13375" y="51352"/>
                  </a:lnTo>
                  <a:lnTo>
                    <a:pt x="13230" y="51036"/>
                  </a:lnTo>
                  <a:lnTo>
                    <a:pt x="13085" y="50733"/>
                  </a:lnTo>
                  <a:lnTo>
                    <a:pt x="12914" y="50443"/>
                  </a:lnTo>
                  <a:lnTo>
                    <a:pt x="12730" y="50167"/>
                  </a:lnTo>
                  <a:lnTo>
                    <a:pt x="12533" y="49891"/>
                  </a:lnTo>
                  <a:lnTo>
                    <a:pt x="12335" y="49627"/>
                  </a:lnTo>
                  <a:lnTo>
                    <a:pt x="12111" y="49377"/>
                  </a:lnTo>
                  <a:lnTo>
                    <a:pt x="11888" y="49140"/>
                  </a:lnTo>
                  <a:lnTo>
                    <a:pt x="11637" y="48903"/>
                  </a:lnTo>
                  <a:lnTo>
                    <a:pt x="11387" y="48680"/>
                  </a:lnTo>
                  <a:lnTo>
                    <a:pt x="11124" y="48482"/>
                  </a:lnTo>
                  <a:lnTo>
                    <a:pt x="10848" y="48285"/>
                  </a:lnTo>
                  <a:lnTo>
                    <a:pt x="10571" y="48100"/>
                  </a:lnTo>
                  <a:lnTo>
                    <a:pt x="10282" y="47929"/>
                  </a:lnTo>
                  <a:lnTo>
                    <a:pt x="9979" y="47784"/>
                  </a:lnTo>
                  <a:lnTo>
                    <a:pt x="9663" y="47640"/>
                  </a:lnTo>
                  <a:lnTo>
                    <a:pt x="9347" y="47521"/>
                  </a:lnTo>
                  <a:lnTo>
                    <a:pt x="9031" y="47403"/>
                  </a:lnTo>
                  <a:lnTo>
                    <a:pt x="8702" y="47311"/>
                  </a:lnTo>
                  <a:lnTo>
                    <a:pt x="8360" y="47232"/>
                  </a:lnTo>
                  <a:lnTo>
                    <a:pt x="8018" y="47179"/>
                  </a:lnTo>
                  <a:lnTo>
                    <a:pt x="7675" y="47126"/>
                  </a:lnTo>
                  <a:lnTo>
                    <a:pt x="7320" y="47100"/>
                  </a:lnTo>
                  <a:lnTo>
                    <a:pt x="6964" y="47087"/>
                  </a:lnTo>
                  <a:lnTo>
                    <a:pt x="6596" y="47100"/>
                  </a:lnTo>
                  <a:lnTo>
                    <a:pt x="6254" y="47126"/>
                  </a:lnTo>
                  <a:lnTo>
                    <a:pt x="5898" y="47179"/>
                  </a:lnTo>
                  <a:lnTo>
                    <a:pt x="5556" y="47232"/>
                  </a:lnTo>
                  <a:lnTo>
                    <a:pt x="5227" y="47311"/>
                  </a:lnTo>
                  <a:lnTo>
                    <a:pt x="4898" y="47403"/>
                  </a:lnTo>
                  <a:lnTo>
                    <a:pt x="4569" y="47521"/>
                  </a:lnTo>
                  <a:lnTo>
                    <a:pt x="4253" y="47640"/>
                  </a:lnTo>
                  <a:lnTo>
                    <a:pt x="3950" y="47784"/>
                  </a:lnTo>
                  <a:lnTo>
                    <a:pt x="3647" y="47929"/>
                  </a:lnTo>
                  <a:lnTo>
                    <a:pt x="3358" y="48100"/>
                  </a:lnTo>
                  <a:lnTo>
                    <a:pt x="3068" y="48285"/>
                  </a:lnTo>
                  <a:lnTo>
                    <a:pt x="2792" y="48482"/>
                  </a:lnTo>
                  <a:lnTo>
                    <a:pt x="2528" y="48680"/>
                  </a:lnTo>
                  <a:lnTo>
                    <a:pt x="2278" y="48903"/>
                  </a:lnTo>
                  <a:lnTo>
                    <a:pt x="2041" y="49140"/>
                  </a:lnTo>
                  <a:lnTo>
                    <a:pt x="1804" y="49377"/>
                  </a:lnTo>
                  <a:lnTo>
                    <a:pt x="1594" y="49627"/>
                  </a:lnTo>
                  <a:lnTo>
                    <a:pt x="1383" y="49891"/>
                  </a:lnTo>
                  <a:lnTo>
                    <a:pt x="1186" y="50167"/>
                  </a:lnTo>
                  <a:lnTo>
                    <a:pt x="1001" y="50443"/>
                  </a:lnTo>
                  <a:lnTo>
                    <a:pt x="843" y="50733"/>
                  </a:lnTo>
                  <a:lnTo>
                    <a:pt x="685" y="51036"/>
                  </a:lnTo>
                  <a:lnTo>
                    <a:pt x="541" y="51352"/>
                  </a:lnTo>
                  <a:lnTo>
                    <a:pt x="422" y="51668"/>
                  </a:lnTo>
                  <a:lnTo>
                    <a:pt x="304" y="51984"/>
                  </a:lnTo>
                  <a:lnTo>
                    <a:pt x="212" y="52313"/>
                  </a:lnTo>
                  <a:lnTo>
                    <a:pt x="133" y="52655"/>
                  </a:lnTo>
                  <a:lnTo>
                    <a:pt x="80" y="52997"/>
                  </a:lnTo>
                  <a:lnTo>
                    <a:pt x="27" y="53339"/>
                  </a:lnTo>
                  <a:lnTo>
                    <a:pt x="1" y="53695"/>
                  </a:lnTo>
                  <a:lnTo>
                    <a:pt x="1" y="54050"/>
                  </a:lnTo>
                  <a:lnTo>
                    <a:pt x="1" y="54353"/>
                  </a:lnTo>
                  <a:lnTo>
                    <a:pt x="27" y="54656"/>
                  </a:lnTo>
                  <a:lnTo>
                    <a:pt x="54" y="54945"/>
                  </a:lnTo>
                  <a:lnTo>
                    <a:pt x="93" y="55235"/>
                  </a:lnTo>
                  <a:lnTo>
                    <a:pt x="146" y="55525"/>
                  </a:lnTo>
                  <a:lnTo>
                    <a:pt x="225" y="55814"/>
                  </a:lnTo>
                  <a:lnTo>
                    <a:pt x="304" y="56091"/>
                  </a:lnTo>
                  <a:lnTo>
                    <a:pt x="383" y="56354"/>
                  </a:lnTo>
                  <a:lnTo>
                    <a:pt x="488" y="56630"/>
                  </a:lnTo>
                  <a:lnTo>
                    <a:pt x="593" y="56894"/>
                  </a:lnTo>
                  <a:lnTo>
                    <a:pt x="725" y="57144"/>
                  </a:lnTo>
                  <a:lnTo>
                    <a:pt x="857" y="57394"/>
                  </a:lnTo>
                  <a:lnTo>
                    <a:pt x="988" y="57644"/>
                  </a:lnTo>
                  <a:lnTo>
                    <a:pt x="1146" y="57881"/>
                  </a:lnTo>
                  <a:lnTo>
                    <a:pt x="1304" y="58118"/>
                  </a:lnTo>
                  <a:lnTo>
                    <a:pt x="1475" y="58342"/>
                  </a:lnTo>
                  <a:lnTo>
                    <a:pt x="1646" y="58552"/>
                  </a:lnTo>
                  <a:lnTo>
                    <a:pt x="1831" y="58763"/>
                  </a:lnTo>
                  <a:lnTo>
                    <a:pt x="2028" y="58973"/>
                  </a:lnTo>
                  <a:lnTo>
                    <a:pt x="2239" y="59171"/>
                  </a:lnTo>
                  <a:lnTo>
                    <a:pt x="2449" y="59355"/>
                  </a:lnTo>
                  <a:lnTo>
                    <a:pt x="2660" y="59526"/>
                  </a:lnTo>
                  <a:lnTo>
                    <a:pt x="2884" y="59697"/>
                  </a:lnTo>
                  <a:lnTo>
                    <a:pt x="3121" y="59855"/>
                  </a:lnTo>
                  <a:lnTo>
                    <a:pt x="3358" y="60013"/>
                  </a:lnTo>
                  <a:lnTo>
                    <a:pt x="3595" y="60158"/>
                  </a:lnTo>
                  <a:lnTo>
                    <a:pt x="3845" y="60290"/>
                  </a:lnTo>
                  <a:lnTo>
                    <a:pt x="4108" y="60408"/>
                  </a:lnTo>
                  <a:lnTo>
                    <a:pt x="4371" y="60527"/>
                  </a:lnTo>
                  <a:lnTo>
                    <a:pt x="4634" y="60619"/>
                  </a:lnTo>
                  <a:lnTo>
                    <a:pt x="4911" y="60711"/>
                  </a:lnTo>
                  <a:lnTo>
                    <a:pt x="5187" y="60790"/>
                  </a:lnTo>
                  <a:lnTo>
                    <a:pt x="5187" y="68030"/>
                  </a:lnTo>
                  <a:lnTo>
                    <a:pt x="5201" y="68451"/>
                  </a:lnTo>
                  <a:lnTo>
                    <a:pt x="5227" y="68859"/>
                  </a:lnTo>
                  <a:lnTo>
                    <a:pt x="5266" y="69267"/>
                  </a:lnTo>
                  <a:lnTo>
                    <a:pt x="5332" y="69675"/>
                  </a:lnTo>
                  <a:lnTo>
                    <a:pt x="5411" y="70070"/>
                  </a:lnTo>
                  <a:lnTo>
                    <a:pt x="5503" y="70452"/>
                  </a:lnTo>
                  <a:lnTo>
                    <a:pt x="5609" y="70834"/>
                  </a:lnTo>
                  <a:lnTo>
                    <a:pt x="5740" y="71202"/>
                  </a:lnTo>
                  <a:lnTo>
                    <a:pt x="5872" y="71571"/>
                  </a:lnTo>
                  <a:lnTo>
                    <a:pt x="6030" y="71926"/>
                  </a:lnTo>
                  <a:lnTo>
                    <a:pt x="6201" y="72269"/>
                  </a:lnTo>
                  <a:lnTo>
                    <a:pt x="6385" y="72598"/>
                  </a:lnTo>
                  <a:lnTo>
                    <a:pt x="6570" y="72914"/>
                  </a:lnTo>
                  <a:lnTo>
                    <a:pt x="6780" y="73229"/>
                  </a:lnTo>
                  <a:lnTo>
                    <a:pt x="7004" y="73519"/>
                  </a:lnTo>
                  <a:lnTo>
                    <a:pt x="7228" y="73809"/>
                  </a:lnTo>
                  <a:lnTo>
                    <a:pt x="7478" y="74072"/>
                  </a:lnTo>
                  <a:lnTo>
                    <a:pt x="7728" y="74335"/>
                  </a:lnTo>
                  <a:lnTo>
                    <a:pt x="7991" y="74572"/>
                  </a:lnTo>
                  <a:lnTo>
                    <a:pt x="8268" y="74809"/>
                  </a:lnTo>
                  <a:lnTo>
                    <a:pt x="8544" y="75020"/>
                  </a:lnTo>
                  <a:lnTo>
                    <a:pt x="8847" y="75217"/>
                  </a:lnTo>
                  <a:lnTo>
                    <a:pt x="9150" y="75401"/>
                  </a:lnTo>
                  <a:lnTo>
                    <a:pt x="9452" y="75559"/>
                  </a:lnTo>
                  <a:lnTo>
                    <a:pt x="9768" y="75704"/>
                  </a:lnTo>
                  <a:lnTo>
                    <a:pt x="10097" y="75836"/>
                  </a:lnTo>
                  <a:lnTo>
                    <a:pt x="10426" y="75941"/>
                  </a:lnTo>
                  <a:lnTo>
                    <a:pt x="10756" y="76033"/>
                  </a:lnTo>
                  <a:lnTo>
                    <a:pt x="11111" y="76112"/>
                  </a:lnTo>
                  <a:lnTo>
                    <a:pt x="11453" y="76165"/>
                  </a:lnTo>
                  <a:lnTo>
                    <a:pt x="11809" y="76191"/>
                  </a:lnTo>
                  <a:lnTo>
                    <a:pt x="12164" y="76204"/>
                  </a:lnTo>
                  <a:lnTo>
                    <a:pt x="29263" y="76204"/>
                  </a:lnTo>
                  <a:lnTo>
                    <a:pt x="29263" y="100754"/>
                  </a:lnTo>
                  <a:lnTo>
                    <a:pt x="29263" y="115682"/>
                  </a:lnTo>
                  <a:lnTo>
                    <a:pt x="29250" y="115866"/>
                  </a:lnTo>
                  <a:lnTo>
                    <a:pt x="29237" y="116037"/>
                  </a:lnTo>
                  <a:lnTo>
                    <a:pt x="29198" y="116208"/>
                  </a:lnTo>
                  <a:lnTo>
                    <a:pt x="29158" y="116366"/>
                  </a:lnTo>
                  <a:lnTo>
                    <a:pt x="29105" y="116537"/>
                  </a:lnTo>
                  <a:lnTo>
                    <a:pt x="29040" y="116695"/>
                  </a:lnTo>
                  <a:lnTo>
                    <a:pt x="28974" y="116853"/>
                  </a:lnTo>
                  <a:lnTo>
                    <a:pt x="28882" y="117011"/>
                  </a:lnTo>
                  <a:lnTo>
                    <a:pt x="28789" y="117156"/>
                  </a:lnTo>
                  <a:lnTo>
                    <a:pt x="28684" y="117314"/>
                  </a:lnTo>
                  <a:lnTo>
                    <a:pt x="28579" y="117446"/>
                  </a:lnTo>
                  <a:lnTo>
                    <a:pt x="28460" y="117591"/>
                  </a:lnTo>
                  <a:lnTo>
                    <a:pt x="28329" y="117722"/>
                  </a:lnTo>
                  <a:lnTo>
                    <a:pt x="28184" y="117854"/>
                  </a:lnTo>
                  <a:lnTo>
                    <a:pt x="28039" y="117985"/>
                  </a:lnTo>
                  <a:lnTo>
                    <a:pt x="27881" y="118104"/>
                  </a:lnTo>
                  <a:lnTo>
                    <a:pt x="27723" y="118222"/>
                  </a:lnTo>
                  <a:lnTo>
                    <a:pt x="27552" y="118328"/>
                  </a:lnTo>
                  <a:lnTo>
                    <a:pt x="27381" y="118433"/>
                  </a:lnTo>
                  <a:lnTo>
                    <a:pt x="27197" y="118525"/>
                  </a:lnTo>
                  <a:lnTo>
                    <a:pt x="27012" y="118617"/>
                  </a:lnTo>
                  <a:lnTo>
                    <a:pt x="26815" y="118696"/>
                  </a:lnTo>
                  <a:lnTo>
                    <a:pt x="26618" y="118775"/>
                  </a:lnTo>
                  <a:lnTo>
                    <a:pt x="26407" y="118841"/>
                  </a:lnTo>
                  <a:lnTo>
                    <a:pt x="26196" y="118907"/>
                  </a:lnTo>
                  <a:lnTo>
                    <a:pt x="25986" y="118960"/>
                  </a:lnTo>
                  <a:lnTo>
                    <a:pt x="25762" y="119012"/>
                  </a:lnTo>
                  <a:lnTo>
                    <a:pt x="25538" y="119052"/>
                  </a:lnTo>
                  <a:lnTo>
                    <a:pt x="25314" y="119078"/>
                  </a:lnTo>
                  <a:lnTo>
                    <a:pt x="25091" y="119104"/>
                  </a:lnTo>
                  <a:lnTo>
                    <a:pt x="24854" y="119118"/>
                  </a:lnTo>
                  <a:lnTo>
                    <a:pt x="17298" y="119118"/>
                  </a:lnTo>
                  <a:lnTo>
                    <a:pt x="17219" y="118841"/>
                  </a:lnTo>
                  <a:lnTo>
                    <a:pt x="17127" y="118565"/>
                  </a:lnTo>
                  <a:lnTo>
                    <a:pt x="17034" y="118301"/>
                  </a:lnTo>
                  <a:lnTo>
                    <a:pt x="16916" y="118038"/>
                  </a:lnTo>
                  <a:lnTo>
                    <a:pt x="16798" y="117788"/>
                  </a:lnTo>
                  <a:lnTo>
                    <a:pt x="16666" y="117538"/>
                  </a:lnTo>
                  <a:lnTo>
                    <a:pt x="16521" y="117288"/>
                  </a:lnTo>
                  <a:lnTo>
                    <a:pt x="16376" y="117051"/>
                  </a:lnTo>
                  <a:lnTo>
                    <a:pt x="16205" y="116814"/>
                  </a:lnTo>
                  <a:lnTo>
                    <a:pt x="16047" y="116590"/>
                  </a:lnTo>
                  <a:lnTo>
                    <a:pt x="15863" y="116380"/>
                  </a:lnTo>
                  <a:lnTo>
                    <a:pt x="15679" y="116169"/>
                  </a:lnTo>
                  <a:lnTo>
                    <a:pt x="15481" y="115958"/>
                  </a:lnTo>
                  <a:lnTo>
                    <a:pt x="15284" y="115774"/>
                  </a:lnTo>
                  <a:lnTo>
                    <a:pt x="15073" y="115590"/>
                  </a:lnTo>
                  <a:lnTo>
                    <a:pt x="14849" y="115405"/>
                  </a:lnTo>
                  <a:lnTo>
                    <a:pt x="14626" y="115234"/>
                  </a:lnTo>
                  <a:lnTo>
                    <a:pt x="14389" y="115076"/>
                  </a:lnTo>
                  <a:lnTo>
                    <a:pt x="14152" y="114932"/>
                  </a:lnTo>
                  <a:lnTo>
                    <a:pt x="13915" y="114787"/>
                  </a:lnTo>
                  <a:lnTo>
                    <a:pt x="13651" y="114655"/>
                  </a:lnTo>
                  <a:lnTo>
                    <a:pt x="13401" y="114537"/>
                  </a:lnTo>
                  <a:lnTo>
                    <a:pt x="13138" y="114418"/>
                  </a:lnTo>
                  <a:lnTo>
                    <a:pt x="12875" y="114326"/>
                  </a:lnTo>
                  <a:lnTo>
                    <a:pt x="12598" y="114234"/>
                  </a:lnTo>
                  <a:lnTo>
                    <a:pt x="12322" y="114155"/>
                  </a:lnTo>
                  <a:lnTo>
                    <a:pt x="12032" y="114089"/>
                  </a:lnTo>
                  <a:lnTo>
                    <a:pt x="11756" y="114023"/>
                  </a:lnTo>
                  <a:lnTo>
                    <a:pt x="11466" y="113984"/>
                  </a:lnTo>
                  <a:lnTo>
                    <a:pt x="11164" y="113957"/>
                  </a:lnTo>
                  <a:lnTo>
                    <a:pt x="10874" y="113931"/>
                  </a:lnTo>
                  <a:lnTo>
                    <a:pt x="10571" y="113931"/>
                  </a:lnTo>
                  <a:lnTo>
                    <a:pt x="10203" y="113944"/>
                  </a:lnTo>
                  <a:lnTo>
                    <a:pt x="9860" y="113971"/>
                  </a:lnTo>
                  <a:lnTo>
                    <a:pt x="9505" y="114010"/>
                  </a:lnTo>
                  <a:lnTo>
                    <a:pt x="9163" y="114076"/>
                  </a:lnTo>
                  <a:lnTo>
                    <a:pt x="8834" y="114155"/>
                  </a:lnTo>
                  <a:lnTo>
                    <a:pt x="8505" y="114247"/>
                  </a:lnTo>
                  <a:lnTo>
                    <a:pt x="8175" y="114352"/>
                  </a:lnTo>
                  <a:lnTo>
                    <a:pt x="7860" y="114471"/>
                  </a:lnTo>
                  <a:lnTo>
                    <a:pt x="7557" y="114616"/>
                  </a:lnTo>
                  <a:lnTo>
                    <a:pt x="7254" y="114774"/>
                  </a:lnTo>
                  <a:lnTo>
                    <a:pt x="6964" y="114945"/>
                  </a:lnTo>
                  <a:lnTo>
                    <a:pt x="6675" y="115116"/>
                  </a:lnTo>
                  <a:lnTo>
                    <a:pt x="6398" y="115313"/>
                  </a:lnTo>
                  <a:lnTo>
                    <a:pt x="6135" y="115524"/>
                  </a:lnTo>
                  <a:lnTo>
                    <a:pt x="5885" y="115734"/>
                  </a:lnTo>
                  <a:lnTo>
                    <a:pt x="5648" y="115971"/>
                  </a:lnTo>
                  <a:lnTo>
                    <a:pt x="5411" y="116208"/>
                  </a:lnTo>
                  <a:lnTo>
                    <a:pt x="5201" y="116472"/>
                  </a:lnTo>
                  <a:lnTo>
                    <a:pt x="4990" y="116735"/>
                  </a:lnTo>
                  <a:lnTo>
                    <a:pt x="4792" y="116998"/>
                  </a:lnTo>
                  <a:lnTo>
                    <a:pt x="4608" y="117288"/>
                  </a:lnTo>
                  <a:lnTo>
                    <a:pt x="4450" y="117577"/>
                  </a:lnTo>
                  <a:lnTo>
                    <a:pt x="4292" y="117880"/>
                  </a:lnTo>
                  <a:lnTo>
                    <a:pt x="4147" y="118183"/>
                  </a:lnTo>
                  <a:lnTo>
                    <a:pt x="4029" y="118499"/>
                  </a:lnTo>
                  <a:lnTo>
                    <a:pt x="3911" y="118828"/>
                  </a:lnTo>
                  <a:lnTo>
                    <a:pt x="3818" y="119157"/>
                  </a:lnTo>
                  <a:lnTo>
                    <a:pt x="3739" y="119486"/>
                  </a:lnTo>
                  <a:lnTo>
                    <a:pt x="3687" y="119828"/>
                  </a:lnTo>
                  <a:lnTo>
                    <a:pt x="3634" y="120184"/>
                  </a:lnTo>
                  <a:lnTo>
                    <a:pt x="3608" y="120539"/>
                  </a:lnTo>
                  <a:lnTo>
                    <a:pt x="3608" y="120895"/>
                  </a:lnTo>
                  <a:lnTo>
                    <a:pt x="3608" y="121250"/>
                  </a:lnTo>
                  <a:lnTo>
                    <a:pt x="3634" y="121605"/>
                  </a:lnTo>
                  <a:lnTo>
                    <a:pt x="3687" y="121948"/>
                  </a:lnTo>
                  <a:lnTo>
                    <a:pt x="3739" y="122290"/>
                  </a:lnTo>
                  <a:lnTo>
                    <a:pt x="3818" y="122632"/>
                  </a:lnTo>
                  <a:lnTo>
                    <a:pt x="3911" y="122961"/>
                  </a:lnTo>
                  <a:lnTo>
                    <a:pt x="4029" y="123290"/>
                  </a:lnTo>
                  <a:lnTo>
                    <a:pt x="4147" y="123606"/>
                  </a:lnTo>
                  <a:lnTo>
                    <a:pt x="4292" y="123909"/>
                  </a:lnTo>
                  <a:lnTo>
                    <a:pt x="4450" y="124212"/>
                  </a:lnTo>
                  <a:lnTo>
                    <a:pt x="4608" y="124501"/>
                  </a:lnTo>
                  <a:lnTo>
                    <a:pt x="4792" y="124778"/>
                  </a:lnTo>
                  <a:lnTo>
                    <a:pt x="4990" y="125054"/>
                  </a:lnTo>
                  <a:lnTo>
                    <a:pt x="5201" y="125318"/>
                  </a:lnTo>
                  <a:lnTo>
                    <a:pt x="5411" y="125568"/>
                  </a:lnTo>
                  <a:lnTo>
                    <a:pt x="5648" y="125818"/>
                  </a:lnTo>
                  <a:lnTo>
                    <a:pt x="5885" y="126042"/>
                  </a:lnTo>
                  <a:lnTo>
                    <a:pt x="6135" y="126265"/>
                  </a:lnTo>
                  <a:lnTo>
                    <a:pt x="6398" y="126476"/>
                  </a:lnTo>
                  <a:lnTo>
                    <a:pt x="6675" y="126660"/>
                  </a:lnTo>
                  <a:lnTo>
                    <a:pt x="6964" y="126844"/>
                  </a:lnTo>
                  <a:lnTo>
                    <a:pt x="7254" y="127016"/>
                  </a:lnTo>
                  <a:lnTo>
                    <a:pt x="7557" y="127174"/>
                  </a:lnTo>
                  <a:lnTo>
                    <a:pt x="7860" y="127305"/>
                  </a:lnTo>
                  <a:lnTo>
                    <a:pt x="8175" y="127437"/>
                  </a:lnTo>
                  <a:lnTo>
                    <a:pt x="8505" y="127542"/>
                  </a:lnTo>
                  <a:lnTo>
                    <a:pt x="8834" y="127634"/>
                  </a:lnTo>
                  <a:lnTo>
                    <a:pt x="9163" y="127713"/>
                  </a:lnTo>
                  <a:lnTo>
                    <a:pt x="9505" y="127779"/>
                  </a:lnTo>
                  <a:lnTo>
                    <a:pt x="9860" y="127819"/>
                  </a:lnTo>
                  <a:lnTo>
                    <a:pt x="10203" y="127845"/>
                  </a:lnTo>
                  <a:lnTo>
                    <a:pt x="10571" y="127858"/>
                  </a:lnTo>
                  <a:lnTo>
                    <a:pt x="10874" y="127845"/>
                  </a:lnTo>
                  <a:lnTo>
                    <a:pt x="11164" y="127832"/>
                  </a:lnTo>
                  <a:lnTo>
                    <a:pt x="11466" y="127805"/>
                  </a:lnTo>
                  <a:lnTo>
                    <a:pt x="11756" y="127753"/>
                  </a:lnTo>
                  <a:lnTo>
                    <a:pt x="12032" y="127700"/>
                  </a:lnTo>
                  <a:lnTo>
                    <a:pt x="12322" y="127634"/>
                  </a:lnTo>
                  <a:lnTo>
                    <a:pt x="12598" y="127555"/>
                  </a:lnTo>
                  <a:lnTo>
                    <a:pt x="12875" y="127463"/>
                  </a:lnTo>
                  <a:lnTo>
                    <a:pt x="13138" y="127371"/>
                  </a:lnTo>
                  <a:lnTo>
                    <a:pt x="13401" y="127253"/>
                  </a:lnTo>
                  <a:lnTo>
                    <a:pt x="13651" y="127134"/>
                  </a:lnTo>
                  <a:lnTo>
                    <a:pt x="13915" y="127002"/>
                  </a:lnTo>
                  <a:lnTo>
                    <a:pt x="14152" y="126858"/>
                  </a:lnTo>
                  <a:lnTo>
                    <a:pt x="14389" y="126713"/>
                  </a:lnTo>
                  <a:lnTo>
                    <a:pt x="14626" y="126555"/>
                  </a:lnTo>
                  <a:lnTo>
                    <a:pt x="14849" y="126384"/>
                  </a:lnTo>
                  <a:lnTo>
                    <a:pt x="15073" y="126199"/>
                  </a:lnTo>
                  <a:lnTo>
                    <a:pt x="15284" y="126015"/>
                  </a:lnTo>
                  <a:lnTo>
                    <a:pt x="15481" y="125818"/>
                  </a:lnTo>
                  <a:lnTo>
                    <a:pt x="15679" y="125620"/>
                  </a:lnTo>
                  <a:lnTo>
                    <a:pt x="15863" y="125410"/>
                  </a:lnTo>
                  <a:lnTo>
                    <a:pt x="16047" y="125186"/>
                  </a:lnTo>
                  <a:lnTo>
                    <a:pt x="16205" y="124962"/>
                  </a:lnTo>
                  <a:lnTo>
                    <a:pt x="16376" y="124738"/>
                  </a:lnTo>
                  <a:lnTo>
                    <a:pt x="16521" y="124501"/>
                  </a:lnTo>
                  <a:lnTo>
                    <a:pt x="16666" y="124251"/>
                  </a:lnTo>
                  <a:lnTo>
                    <a:pt x="16798" y="124001"/>
                  </a:lnTo>
                  <a:lnTo>
                    <a:pt x="16916" y="123751"/>
                  </a:lnTo>
                  <a:lnTo>
                    <a:pt x="17034" y="123488"/>
                  </a:lnTo>
                  <a:lnTo>
                    <a:pt x="17127" y="123211"/>
                  </a:lnTo>
                  <a:lnTo>
                    <a:pt x="17219" y="122948"/>
                  </a:lnTo>
                  <a:lnTo>
                    <a:pt x="17298" y="122672"/>
                  </a:lnTo>
                  <a:lnTo>
                    <a:pt x="24630" y="122672"/>
                  </a:lnTo>
                  <a:lnTo>
                    <a:pt x="25038" y="122659"/>
                  </a:lnTo>
                  <a:lnTo>
                    <a:pt x="25459" y="122632"/>
                  </a:lnTo>
                  <a:lnTo>
                    <a:pt x="25867" y="122580"/>
                  </a:lnTo>
                  <a:lnTo>
                    <a:pt x="26275" y="122527"/>
                  </a:lnTo>
                  <a:lnTo>
                    <a:pt x="26670" y="122448"/>
                  </a:lnTo>
                  <a:lnTo>
                    <a:pt x="27052" y="122356"/>
                  </a:lnTo>
                  <a:lnTo>
                    <a:pt x="27434" y="122237"/>
                  </a:lnTo>
                  <a:lnTo>
                    <a:pt x="27802" y="122119"/>
                  </a:lnTo>
                  <a:lnTo>
                    <a:pt x="28171" y="121974"/>
                  </a:lnTo>
                  <a:lnTo>
                    <a:pt x="28513" y="121816"/>
                  </a:lnTo>
                  <a:lnTo>
                    <a:pt x="28855" y="121658"/>
                  </a:lnTo>
                  <a:lnTo>
                    <a:pt x="29198" y="121474"/>
                  </a:lnTo>
                  <a:lnTo>
                    <a:pt x="29513" y="121276"/>
                  </a:lnTo>
                  <a:lnTo>
                    <a:pt x="29829" y="121066"/>
                  </a:lnTo>
                  <a:lnTo>
                    <a:pt x="30119" y="120855"/>
                  </a:lnTo>
                  <a:lnTo>
                    <a:pt x="30409" y="120618"/>
                  </a:lnTo>
                  <a:lnTo>
                    <a:pt x="30672" y="120381"/>
                  </a:lnTo>
                  <a:lnTo>
                    <a:pt x="30935" y="120118"/>
                  </a:lnTo>
                  <a:lnTo>
                    <a:pt x="31172" y="119855"/>
                  </a:lnTo>
                  <a:lnTo>
                    <a:pt x="31409" y="119591"/>
                  </a:lnTo>
                  <a:lnTo>
                    <a:pt x="31620" y="119302"/>
                  </a:lnTo>
                  <a:lnTo>
                    <a:pt x="31817" y="119012"/>
                  </a:lnTo>
                  <a:lnTo>
                    <a:pt x="31988" y="118709"/>
                  </a:lnTo>
                  <a:lnTo>
                    <a:pt x="32159" y="118407"/>
                  </a:lnTo>
                  <a:lnTo>
                    <a:pt x="32304" y="118078"/>
                  </a:lnTo>
                  <a:lnTo>
                    <a:pt x="32436" y="117762"/>
                  </a:lnTo>
                  <a:lnTo>
                    <a:pt x="32541" y="117433"/>
                  </a:lnTo>
                  <a:lnTo>
                    <a:pt x="32633" y="117090"/>
                  </a:lnTo>
                  <a:lnTo>
                    <a:pt x="32712" y="116748"/>
                  </a:lnTo>
                  <a:lnTo>
                    <a:pt x="32765" y="116406"/>
                  </a:lnTo>
                  <a:lnTo>
                    <a:pt x="32791" y="116050"/>
                  </a:lnTo>
                  <a:lnTo>
                    <a:pt x="32804" y="115682"/>
                  </a:lnTo>
                  <a:lnTo>
                    <a:pt x="32804" y="106507"/>
                  </a:lnTo>
                  <a:lnTo>
                    <a:pt x="33054" y="106639"/>
                  </a:lnTo>
                  <a:lnTo>
                    <a:pt x="33305" y="106783"/>
                  </a:lnTo>
                  <a:lnTo>
                    <a:pt x="33568" y="106902"/>
                  </a:lnTo>
                  <a:lnTo>
                    <a:pt x="33844" y="107020"/>
                  </a:lnTo>
                  <a:lnTo>
                    <a:pt x="34121" y="107126"/>
                  </a:lnTo>
                  <a:lnTo>
                    <a:pt x="34397" y="107231"/>
                  </a:lnTo>
                  <a:lnTo>
                    <a:pt x="34674" y="107323"/>
                  </a:lnTo>
                  <a:lnTo>
                    <a:pt x="34963" y="107402"/>
                  </a:lnTo>
                  <a:lnTo>
                    <a:pt x="35266" y="107481"/>
                  </a:lnTo>
                  <a:lnTo>
                    <a:pt x="35556" y="107547"/>
                  </a:lnTo>
                  <a:lnTo>
                    <a:pt x="35871" y="107599"/>
                  </a:lnTo>
                  <a:lnTo>
                    <a:pt x="36174" y="107652"/>
                  </a:lnTo>
                  <a:lnTo>
                    <a:pt x="36477" y="107692"/>
                  </a:lnTo>
                  <a:lnTo>
                    <a:pt x="36793" y="107718"/>
                  </a:lnTo>
                  <a:lnTo>
                    <a:pt x="37109" y="107731"/>
                  </a:lnTo>
                  <a:lnTo>
                    <a:pt x="51273" y="107731"/>
                  </a:lnTo>
                  <a:lnTo>
                    <a:pt x="51510" y="107757"/>
                  </a:lnTo>
                  <a:lnTo>
                    <a:pt x="51733" y="107771"/>
                  </a:lnTo>
                  <a:lnTo>
                    <a:pt x="51957" y="107810"/>
                  </a:lnTo>
                  <a:lnTo>
                    <a:pt x="52181" y="107850"/>
                  </a:lnTo>
                  <a:lnTo>
                    <a:pt x="52405" y="107889"/>
                  </a:lnTo>
                  <a:lnTo>
                    <a:pt x="52615" y="107942"/>
                  </a:lnTo>
                  <a:lnTo>
                    <a:pt x="52826" y="108008"/>
                  </a:lnTo>
                  <a:lnTo>
                    <a:pt x="53037" y="108073"/>
                  </a:lnTo>
                  <a:lnTo>
                    <a:pt x="53234" y="108152"/>
                  </a:lnTo>
                  <a:lnTo>
                    <a:pt x="53418" y="108244"/>
                  </a:lnTo>
                  <a:lnTo>
                    <a:pt x="53616" y="108323"/>
                  </a:lnTo>
                  <a:lnTo>
                    <a:pt x="53800" y="108429"/>
                  </a:lnTo>
                  <a:lnTo>
                    <a:pt x="53971" y="108534"/>
                  </a:lnTo>
                  <a:lnTo>
                    <a:pt x="54142" y="108639"/>
                  </a:lnTo>
                  <a:lnTo>
                    <a:pt x="54300" y="108758"/>
                  </a:lnTo>
                  <a:lnTo>
                    <a:pt x="54458" y="108876"/>
                  </a:lnTo>
                  <a:lnTo>
                    <a:pt x="54603" y="108995"/>
                  </a:lnTo>
                  <a:lnTo>
                    <a:pt x="54748" y="109126"/>
                  </a:lnTo>
                  <a:lnTo>
                    <a:pt x="54866" y="109258"/>
                  </a:lnTo>
                  <a:lnTo>
                    <a:pt x="54998" y="109403"/>
                  </a:lnTo>
                  <a:lnTo>
                    <a:pt x="55103" y="109548"/>
                  </a:lnTo>
                  <a:lnTo>
                    <a:pt x="55209" y="109692"/>
                  </a:lnTo>
                  <a:lnTo>
                    <a:pt x="55301" y="109850"/>
                  </a:lnTo>
                  <a:lnTo>
                    <a:pt x="55393" y="109995"/>
                  </a:lnTo>
                  <a:lnTo>
                    <a:pt x="55459" y="110153"/>
                  </a:lnTo>
                  <a:lnTo>
                    <a:pt x="55525" y="110324"/>
                  </a:lnTo>
                  <a:lnTo>
                    <a:pt x="55577" y="110482"/>
                  </a:lnTo>
                  <a:lnTo>
                    <a:pt x="55617" y="110653"/>
                  </a:lnTo>
                  <a:lnTo>
                    <a:pt x="55656" y="110825"/>
                  </a:lnTo>
                  <a:lnTo>
                    <a:pt x="55669" y="110996"/>
                  </a:lnTo>
                  <a:lnTo>
                    <a:pt x="55682" y="111167"/>
                  </a:lnTo>
                  <a:lnTo>
                    <a:pt x="55682" y="169165"/>
                  </a:lnTo>
                  <a:lnTo>
                    <a:pt x="59223" y="169165"/>
                  </a:lnTo>
                  <a:lnTo>
                    <a:pt x="59223" y="111167"/>
                  </a:lnTo>
                  <a:lnTo>
                    <a:pt x="59210" y="110811"/>
                  </a:lnTo>
                  <a:lnTo>
                    <a:pt x="59184" y="110456"/>
                  </a:lnTo>
                  <a:lnTo>
                    <a:pt x="59131" y="110101"/>
                  </a:lnTo>
                  <a:lnTo>
                    <a:pt x="59052" y="109758"/>
                  </a:lnTo>
                  <a:lnTo>
                    <a:pt x="58960" y="109429"/>
                  </a:lnTo>
                  <a:lnTo>
                    <a:pt x="58855" y="109100"/>
                  </a:lnTo>
                  <a:lnTo>
                    <a:pt x="58723" y="108771"/>
                  </a:lnTo>
                  <a:lnTo>
                    <a:pt x="58578" y="108455"/>
                  </a:lnTo>
                  <a:lnTo>
                    <a:pt x="58407" y="108139"/>
                  </a:lnTo>
                  <a:lnTo>
                    <a:pt x="58236" y="107850"/>
                  </a:lnTo>
                  <a:lnTo>
                    <a:pt x="58039" y="107547"/>
                  </a:lnTo>
                  <a:lnTo>
                    <a:pt x="57828" y="107270"/>
                  </a:lnTo>
                  <a:lnTo>
                    <a:pt x="57591" y="106994"/>
                  </a:lnTo>
                  <a:lnTo>
                    <a:pt x="57354" y="106731"/>
                  </a:lnTo>
                  <a:lnTo>
                    <a:pt x="57091" y="106481"/>
                  </a:lnTo>
                  <a:lnTo>
                    <a:pt x="56828" y="106230"/>
                  </a:lnTo>
                  <a:lnTo>
                    <a:pt x="56538" y="106007"/>
                  </a:lnTo>
                  <a:lnTo>
                    <a:pt x="56235" y="105783"/>
                  </a:lnTo>
                  <a:lnTo>
                    <a:pt x="55933" y="105572"/>
                  </a:lnTo>
                  <a:lnTo>
                    <a:pt x="55617" y="105388"/>
                  </a:lnTo>
                  <a:lnTo>
                    <a:pt x="55274" y="105204"/>
                  </a:lnTo>
                  <a:lnTo>
                    <a:pt x="54932" y="105033"/>
                  </a:lnTo>
                  <a:lnTo>
                    <a:pt x="54590" y="104875"/>
                  </a:lnTo>
                  <a:lnTo>
                    <a:pt x="54221" y="104743"/>
                  </a:lnTo>
                  <a:lnTo>
                    <a:pt x="53853" y="104611"/>
                  </a:lnTo>
                  <a:lnTo>
                    <a:pt x="53471" y="104506"/>
                  </a:lnTo>
                  <a:lnTo>
                    <a:pt x="53089" y="104414"/>
                  </a:lnTo>
                  <a:lnTo>
                    <a:pt x="52694" y="104335"/>
                  </a:lnTo>
                  <a:lnTo>
                    <a:pt x="52286" y="104269"/>
                  </a:lnTo>
                  <a:lnTo>
                    <a:pt x="51878" y="104230"/>
                  </a:lnTo>
                  <a:lnTo>
                    <a:pt x="51457" y="104203"/>
                  </a:lnTo>
                  <a:lnTo>
                    <a:pt x="51049" y="104190"/>
                  </a:lnTo>
                  <a:lnTo>
                    <a:pt x="37201" y="104190"/>
                  </a:lnTo>
                  <a:lnTo>
                    <a:pt x="36964" y="104177"/>
                  </a:lnTo>
                  <a:lnTo>
                    <a:pt x="36740" y="104151"/>
                  </a:lnTo>
                  <a:lnTo>
                    <a:pt x="36516" y="104124"/>
                  </a:lnTo>
                  <a:lnTo>
                    <a:pt x="36293" y="104085"/>
                  </a:lnTo>
                  <a:lnTo>
                    <a:pt x="36082" y="104032"/>
                  </a:lnTo>
                  <a:lnTo>
                    <a:pt x="35858" y="103979"/>
                  </a:lnTo>
                  <a:lnTo>
                    <a:pt x="35648" y="103914"/>
                  </a:lnTo>
                  <a:lnTo>
                    <a:pt x="35450" y="103848"/>
                  </a:lnTo>
                  <a:lnTo>
                    <a:pt x="35253" y="103769"/>
                  </a:lnTo>
                  <a:lnTo>
                    <a:pt x="35055" y="103690"/>
                  </a:lnTo>
                  <a:lnTo>
                    <a:pt x="34871" y="103598"/>
                  </a:lnTo>
                  <a:lnTo>
                    <a:pt x="34687" y="103492"/>
                  </a:lnTo>
                  <a:lnTo>
                    <a:pt x="34502" y="103387"/>
                  </a:lnTo>
                  <a:lnTo>
                    <a:pt x="34344" y="103282"/>
                  </a:lnTo>
                  <a:lnTo>
                    <a:pt x="34173" y="103176"/>
                  </a:lnTo>
                  <a:lnTo>
                    <a:pt x="34029" y="103045"/>
                  </a:lnTo>
                  <a:lnTo>
                    <a:pt x="33871" y="102926"/>
                  </a:lnTo>
                  <a:lnTo>
                    <a:pt x="33739" y="102795"/>
                  </a:lnTo>
                  <a:lnTo>
                    <a:pt x="33607" y="102663"/>
                  </a:lnTo>
                  <a:lnTo>
                    <a:pt x="33489" y="102518"/>
                  </a:lnTo>
                  <a:lnTo>
                    <a:pt x="33370" y="102374"/>
                  </a:lnTo>
                  <a:lnTo>
                    <a:pt x="33265" y="102229"/>
                  </a:lnTo>
                  <a:lnTo>
                    <a:pt x="33173" y="102071"/>
                  </a:lnTo>
                  <a:lnTo>
                    <a:pt x="33094" y="101926"/>
                  </a:lnTo>
                  <a:lnTo>
                    <a:pt x="33015" y="101768"/>
                  </a:lnTo>
                  <a:lnTo>
                    <a:pt x="32949" y="101597"/>
                  </a:lnTo>
                  <a:lnTo>
                    <a:pt x="32896" y="101439"/>
                  </a:lnTo>
                  <a:lnTo>
                    <a:pt x="32857" y="101268"/>
                  </a:lnTo>
                  <a:lnTo>
                    <a:pt x="32831" y="101097"/>
                  </a:lnTo>
                  <a:lnTo>
                    <a:pt x="32804" y="100926"/>
                  </a:lnTo>
                  <a:lnTo>
                    <a:pt x="32804" y="100754"/>
                  </a:lnTo>
                  <a:lnTo>
                    <a:pt x="32804" y="66384"/>
                  </a:lnTo>
                  <a:lnTo>
                    <a:pt x="32804" y="56907"/>
                  </a:lnTo>
                  <a:lnTo>
                    <a:pt x="32804" y="51457"/>
                  </a:lnTo>
                  <a:lnTo>
                    <a:pt x="32804" y="47232"/>
                  </a:lnTo>
                  <a:lnTo>
                    <a:pt x="32804" y="46995"/>
                  </a:lnTo>
                  <a:lnTo>
                    <a:pt x="32818" y="46758"/>
                  </a:lnTo>
                  <a:lnTo>
                    <a:pt x="32844" y="46534"/>
                  </a:lnTo>
                  <a:lnTo>
                    <a:pt x="32870" y="46310"/>
                  </a:lnTo>
                  <a:lnTo>
                    <a:pt x="32910" y="46086"/>
                  </a:lnTo>
                  <a:lnTo>
                    <a:pt x="32962" y="45863"/>
                  </a:lnTo>
                  <a:lnTo>
                    <a:pt x="33015" y="45652"/>
                  </a:lnTo>
                  <a:lnTo>
                    <a:pt x="33081" y="45441"/>
                  </a:lnTo>
                  <a:lnTo>
                    <a:pt x="33147" y="45244"/>
                  </a:lnTo>
                  <a:lnTo>
                    <a:pt x="33226" y="45046"/>
                  </a:lnTo>
                  <a:lnTo>
                    <a:pt x="33305" y="44849"/>
                  </a:lnTo>
                  <a:lnTo>
                    <a:pt x="33397" y="44652"/>
                  </a:lnTo>
                  <a:lnTo>
                    <a:pt x="33489" y="44480"/>
                  </a:lnTo>
                  <a:lnTo>
                    <a:pt x="33594" y="44296"/>
                  </a:lnTo>
                  <a:lnTo>
                    <a:pt x="33713" y="44125"/>
                  </a:lnTo>
                  <a:lnTo>
                    <a:pt x="33818" y="43967"/>
                  </a:lnTo>
                  <a:lnTo>
                    <a:pt x="33936" y="43809"/>
                  </a:lnTo>
                  <a:lnTo>
                    <a:pt x="34068" y="43664"/>
                  </a:lnTo>
                  <a:lnTo>
                    <a:pt x="34200" y="43533"/>
                  </a:lnTo>
                  <a:lnTo>
                    <a:pt x="34331" y="43401"/>
                  </a:lnTo>
                  <a:lnTo>
                    <a:pt x="34476" y="43269"/>
                  </a:lnTo>
                  <a:lnTo>
                    <a:pt x="34621" y="43164"/>
                  </a:lnTo>
                  <a:lnTo>
                    <a:pt x="34766" y="43059"/>
                  </a:lnTo>
                  <a:lnTo>
                    <a:pt x="34911" y="42967"/>
                  </a:lnTo>
                  <a:lnTo>
                    <a:pt x="35068" y="42874"/>
                  </a:lnTo>
                  <a:lnTo>
                    <a:pt x="35226" y="42809"/>
                  </a:lnTo>
                  <a:lnTo>
                    <a:pt x="35384" y="42743"/>
                  </a:lnTo>
                  <a:lnTo>
                    <a:pt x="35556" y="42690"/>
                  </a:lnTo>
                  <a:lnTo>
                    <a:pt x="35727" y="42651"/>
                  </a:lnTo>
                  <a:lnTo>
                    <a:pt x="35885" y="42624"/>
                  </a:lnTo>
                  <a:lnTo>
                    <a:pt x="36069" y="42598"/>
                  </a:lnTo>
                  <a:lnTo>
                    <a:pt x="72519" y="42598"/>
                  </a:lnTo>
                  <a:lnTo>
                    <a:pt x="72519" y="70070"/>
                  </a:lnTo>
                  <a:lnTo>
                    <a:pt x="72505" y="70241"/>
                  </a:lnTo>
                  <a:lnTo>
                    <a:pt x="72492" y="70413"/>
                  </a:lnTo>
                  <a:lnTo>
                    <a:pt x="72466" y="70584"/>
                  </a:lnTo>
                  <a:lnTo>
                    <a:pt x="72426" y="70755"/>
                  </a:lnTo>
                  <a:lnTo>
                    <a:pt x="72374" y="70926"/>
                  </a:lnTo>
                  <a:lnTo>
                    <a:pt x="72308" y="71084"/>
                  </a:lnTo>
                  <a:lnTo>
                    <a:pt x="72229" y="71242"/>
                  </a:lnTo>
                  <a:lnTo>
                    <a:pt x="72150" y="71400"/>
                  </a:lnTo>
                  <a:lnTo>
                    <a:pt x="72058" y="71545"/>
                  </a:lnTo>
                  <a:lnTo>
                    <a:pt x="71953" y="71689"/>
                  </a:lnTo>
                  <a:lnTo>
                    <a:pt x="71834" y="71834"/>
                  </a:lnTo>
                  <a:lnTo>
                    <a:pt x="71716" y="71979"/>
                  </a:lnTo>
                  <a:lnTo>
                    <a:pt x="71584" y="72111"/>
                  </a:lnTo>
                  <a:lnTo>
                    <a:pt x="71439" y="72242"/>
                  </a:lnTo>
                  <a:lnTo>
                    <a:pt x="71294" y="72374"/>
                  </a:lnTo>
                  <a:lnTo>
                    <a:pt x="71150" y="72492"/>
                  </a:lnTo>
                  <a:lnTo>
                    <a:pt x="70978" y="72598"/>
                  </a:lnTo>
                  <a:lnTo>
                    <a:pt x="70807" y="72716"/>
                  </a:lnTo>
                  <a:lnTo>
                    <a:pt x="70636" y="72821"/>
                  </a:lnTo>
                  <a:lnTo>
                    <a:pt x="70452" y="72914"/>
                  </a:lnTo>
                  <a:lnTo>
                    <a:pt x="70268" y="73006"/>
                  </a:lnTo>
                  <a:lnTo>
                    <a:pt x="70070" y="73085"/>
                  </a:lnTo>
                  <a:lnTo>
                    <a:pt x="69873" y="73164"/>
                  </a:lnTo>
                  <a:lnTo>
                    <a:pt x="69662" y="73229"/>
                  </a:lnTo>
                  <a:lnTo>
                    <a:pt x="69465" y="73295"/>
                  </a:lnTo>
                  <a:lnTo>
                    <a:pt x="69241" y="73348"/>
                  </a:lnTo>
                  <a:lnTo>
                    <a:pt x="69030" y="73401"/>
                  </a:lnTo>
                  <a:lnTo>
                    <a:pt x="68806" y="73440"/>
                  </a:lnTo>
                  <a:lnTo>
                    <a:pt x="68583" y="73466"/>
                  </a:lnTo>
                  <a:lnTo>
                    <a:pt x="68346" y="73493"/>
                  </a:lnTo>
                  <a:lnTo>
                    <a:pt x="68122" y="73506"/>
                  </a:lnTo>
                  <a:lnTo>
                    <a:pt x="61330" y="73506"/>
                  </a:lnTo>
                  <a:lnTo>
                    <a:pt x="61251" y="73229"/>
                  </a:lnTo>
                  <a:lnTo>
                    <a:pt x="61158" y="72953"/>
                  </a:lnTo>
                  <a:lnTo>
                    <a:pt x="61066" y="72690"/>
                  </a:lnTo>
                  <a:lnTo>
                    <a:pt x="60948" y="72427"/>
                  </a:lnTo>
                  <a:lnTo>
                    <a:pt x="60829" y="72176"/>
                  </a:lnTo>
                  <a:lnTo>
                    <a:pt x="60698" y="71926"/>
                  </a:lnTo>
                  <a:lnTo>
                    <a:pt x="60553" y="71676"/>
                  </a:lnTo>
                  <a:lnTo>
                    <a:pt x="60408" y="71439"/>
                  </a:lnTo>
                  <a:lnTo>
                    <a:pt x="60237" y="71202"/>
                  </a:lnTo>
                  <a:lnTo>
                    <a:pt x="60079" y="70979"/>
                  </a:lnTo>
                  <a:lnTo>
                    <a:pt x="59895" y="70768"/>
                  </a:lnTo>
                  <a:lnTo>
                    <a:pt x="59711" y="70557"/>
                  </a:lnTo>
                  <a:lnTo>
                    <a:pt x="59513" y="70347"/>
                  </a:lnTo>
                  <a:lnTo>
                    <a:pt x="59316" y="70162"/>
                  </a:lnTo>
                  <a:lnTo>
                    <a:pt x="59105" y="69965"/>
                  </a:lnTo>
                  <a:lnTo>
                    <a:pt x="58881" y="69794"/>
                  </a:lnTo>
                  <a:lnTo>
                    <a:pt x="58657" y="69623"/>
                  </a:lnTo>
                  <a:lnTo>
                    <a:pt x="58420" y="69465"/>
                  </a:lnTo>
                  <a:lnTo>
                    <a:pt x="58184" y="69307"/>
                  </a:lnTo>
                  <a:lnTo>
                    <a:pt x="57947" y="69175"/>
                  </a:lnTo>
                  <a:lnTo>
                    <a:pt x="57683" y="69043"/>
                  </a:lnTo>
                  <a:lnTo>
                    <a:pt x="57433" y="68925"/>
                  </a:lnTo>
                  <a:lnTo>
                    <a:pt x="57170" y="68807"/>
                  </a:lnTo>
                  <a:lnTo>
                    <a:pt x="56907" y="68701"/>
                  </a:lnTo>
                  <a:lnTo>
                    <a:pt x="56630" y="68622"/>
                  </a:lnTo>
                  <a:lnTo>
                    <a:pt x="56354" y="68543"/>
                  </a:lnTo>
                  <a:lnTo>
                    <a:pt x="56064" y="68477"/>
                  </a:lnTo>
                  <a:lnTo>
                    <a:pt x="55788" y="68412"/>
                  </a:lnTo>
                  <a:lnTo>
                    <a:pt x="55485" y="68372"/>
                  </a:lnTo>
                  <a:lnTo>
                    <a:pt x="55195" y="68346"/>
                  </a:lnTo>
                  <a:lnTo>
                    <a:pt x="54906" y="68320"/>
                  </a:lnTo>
                  <a:lnTo>
                    <a:pt x="54235" y="68320"/>
                  </a:lnTo>
                  <a:lnTo>
                    <a:pt x="53892" y="68346"/>
                  </a:lnTo>
                  <a:lnTo>
                    <a:pt x="53537" y="68398"/>
                  </a:lnTo>
                  <a:lnTo>
                    <a:pt x="53195" y="68451"/>
                  </a:lnTo>
                  <a:lnTo>
                    <a:pt x="52866" y="68530"/>
                  </a:lnTo>
                  <a:lnTo>
                    <a:pt x="52523" y="68635"/>
                  </a:lnTo>
                  <a:lnTo>
                    <a:pt x="52207" y="68741"/>
                  </a:lnTo>
                  <a:lnTo>
                    <a:pt x="51891" y="68859"/>
                  </a:lnTo>
                  <a:lnTo>
                    <a:pt x="51575" y="69004"/>
                  </a:lnTo>
                  <a:lnTo>
                    <a:pt x="51286" y="69162"/>
                  </a:lnTo>
                  <a:lnTo>
                    <a:pt x="50996" y="69320"/>
                  </a:lnTo>
                  <a:lnTo>
                    <a:pt x="50707" y="69504"/>
                  </a:lnTo>
                  <a:lnTo>
                    <a:pt x="50430" y="69702"/>
                  </a:lnTo>
                  <a:lnTo>
                    <a:pt x="50167" y="69912"/>
                  </a:lnTo>
                  <a:lnTo>
                    <a:pt x="49917" y="70123"/>
                  </a:lnTo>
                  <a:lnTo>
                    <a:pt x="49680" y="70360"/>
                  </a:lnTo>
                  <a:lnTo>
                    <a:pt x="49443" y="70597"/>
                  </a:lnTo>
                  <a:lnTo>
                    <a:pt x="49232" y="70847"/>
                  </a:lnTo>
                  <a:lnTo>
                    <a:pt x="49022" y="71110"/>
                  </a:lnTo>
                  <a:lnTo>
                    <a:pt x="48824" y="71387"/>
                  </a:lnTo>
                  <a:lnTo>
                    <a:pt x="48640" y="71676"/>
                  </a:lnTo>
                  <a:lnTo>
                    <a:pt x="48482" y="71966"/>
                  </a:lnTo>
                  <a:lnTo>
                    <a:pt x="48324" y="72269"/>
                  </a:lnTo>
                  <a:lnTo>
                    <a:pt x="48179" y="72571"/>
                  </a:lnTo>
                  <a:lnTo>
                    <a:pt x="48061" y="72887"/>
                  </a:lnTo>
                  <a:lnTo>
                    <a:pt x="47942" y="73216"/>
                  </a:lnTo>
                  <a:lnTo>
                    <a:pt x="47850" y="73545"/>
                  </a:lnTo>
                  <a:lnTo>
                    <a:pt x="47771" y="73875"/>
                  </a:lnTo>
                  <a:lnTo>
                    <a:pt x="47719" y="74217"/>
                  </a:lnTo>
                  <a:lnTo>
                    <a:pt x="47666" y="74572"/>
                  </a:lnTo>
                  <a:lnTo>
                    <a:pt x="47640" y="74928"/>
                  </a:lnTo>
                  <a:lnTo>
                    <a:pt x="47640" y="75283"/>
                  </a:lnTo>
                  <a:lnTo>
                    <a:pt x="47640" y="75638"/>
                  </a:lnTo>
                  <a:lnTo>
                    <a:pt x="47666" y="75994"/>
                  </a:lnTo>
                  <a:lnTo>
                    <a:pt x="47719" y="76336"/>
                  </a:lnTo>
                  <a:lnTo>
                    <a:pt x="47771" y="76678"/>
                  </a:lnTo>
                  <a:lnTo>
                    <a:pt x="47850" y="77021"/>
                  </a:lnTo>
                  <a:lnTo>
                    <a:pt x="47942" y="77350"/>
                  </a:lnTo>
                  <a:lnTo>
                    <a:pt x="48061" y="77666"/>
                  </a:lnTo>
                  <a:lnTo>
                    <a:pt x="48179" y="77982"/>
                  </a:lnTo>
                  <a:lnTo>
                    <a:pt x="48324" y="78297"/>
                  </a:lnTo>
                  <a:lnTo>
                    <a:pt x="48482" y="78600"/>
                  </a:lnTo>
                  <a:lnTo>
                    <a:pt x="48640" y="78890"/>
                  </a:lnTo>
                  <a:lnTo>
                    <a:pt x="48824" y="79166"/>
                  </a:lnTo>
                  <a:lnTo>
                    <a:pt x="49022" y="79443"/>
                  </a:lnTo>
                  <a:lnTo>
                    <a:pt x="49232" y="79706"/>
                  </a:lnTo>
                  <a:lnTo>
                    <a:pt x="49443" y="79956"/>
                  </a:lnTo>
                  <a:lnTo>
                    <a:pt x="49680" y="80206"/>
                  </a:lnTo>
                  <a:lnTo>
                    <a:pt x="49917" y="80430"/>
                  </a:lnTo>
                  <a:lnTo>
                    <a:pt x="50167" y="80654"/>
                  </a:lnTo>
                  <a:lnTo>
                    <a:pt x="50430" y="80864"/>
                  </a:lnTo>
                  <a:lnTo>
                    <a:pt x="50707" y="81049"/>
                  </a:lnTo>
                  <a:lnTo>
                    <a:pt x="50996" y="81233"/>
                  </a:lnTo>
                  <a:lnTo>
                    <a:pt x="51286" y="81404"/>
                  </a:lnTo>
                  <a:lnTo>
                    <a:pt x="51575" y="81562"/>
                  </a:lnTo>
                  <a:lnTo>
                    <a:pt x="51891" y="81694"/>
                  </a:lnTo>
                  <a:lnTo>
                    <a:pt x="52207" y="81825"/>
                  </a:lnTo>
                  <a:lnTo>
                    <a:pt x="52523" y="81931"/>
                  </a:lnTo>
                  <a:lnTo>
                    <a:pt x="52866" y="82023"/>
                  </a:lnTo>
                  <a:lnTo>
                    <a:pt x="53195" y="82102"/>
                  </a:lnTo>
                  <a:lnTo>
                    <a:pt x="53537" y="82168"/>
                  </a:lnTo>
                  <a:lnTo>
                    <a:pt x="53892" y="82207"/>
                  </a:lnTo>
                  <a:lnTo>
                    <a:pt x="54235" y="82233"/>
                  </a:lnTo>
                  <a:lnTo>
                    <a:pt x="54603" y="82247"/>
                  </a:lnTo>
                  <a:lnTo>
                    <a:pt x="54906" y="82233"/>
                  </a:lnTo>
                  <a:lnTo>
                    <a:pt x="55195" y="82220"/>
                  </a:lnTo>
                  <a:lnTo>
                    <a:pt x="55485" y="82181"/>
                  </a:lnTo>
                  <a:lnTo>
                    <a:pt x="55788" y="82141"/>
                  </a:lnTo>
                  <a:lnTo>
                    <a:pt x="56064" y="82089"/>
                  </a:lnTo>
                  <a:lnTo>
                    <a:pt x="56354" y="82023"/>
                  </a:lnTo>
                  <a:lnTo>
                    <a:pt x="56630" y="81944"/>
                  </a:lnTo>
                  <a:lnTo>
                    <a:pt x="56907" y="81852"/>
                  </a:lnTo>
                  <a:lnTo>
                    <a:pt x="57170" y="81746"/>
                  </a:lnTo>
                  <a:lnTo>
                    <a:pt x="57433" y="81641"/>
                  </a:lnTo>
                  <a:lnTo>
                    <a:pt x="57683" y="81523"/>
                  </a:lnTo>
                  <a:lnTo>
                    <a:pt x="57947" y="81391"/>
                  </a:lnTo>
                  <a:lnTo>
                    <a:pt x="58184" y="81246"/>
                  </a:lnTo>
                  <a:lnTo>
                    <a:pt x="58420" y="81101"/>
                  </a:lnTo>
                  <a:lnTo>
                    <a:pt x="58657" y="80930"/>
                  </a:lnTo>
                  <a:lnTo>
                    <a:pt x="58881" y="80772"/>
                  </a:lnTo>
                  <a:lnTo>
                    <a:pt x="59105" y="80588"/>
                  </a:lnTo>
                  <a:lnTo>
                    <a:pt x="59316" y="80404"/>
                  </a:lnTo>
                  <a:lnTo>
                    <a:pt x="59513" y="80206"/>
                  </a:lnTo>
                  <a:lnTo>
                    <a:pt x="59711" y="80009"/>
                  </a:lnTo>
                  <a:lnTo>
                    <a:pt x="59895" y="79798"/>
                  </a:lnTo>
                  <a:lnTo>
                    <a:pt x="60079" y="79574"/>
                  </a:lnTo>
                  <a:lnTo>
                    <a:pt x="60237" y="79351"/>
                  </a:lnTo>
                  <a:lnTo>
                    <a:pt x="60408" y="79127"/>
                  </a:lnTo>
                  <a:lnTo>
                    <a:pt x="60553" y="78890"/>
                  </a:lnTo>
                  <a:lnTo>
                    <a:pt x="60698" y="78640"/>
                  </a:lnTo>
                  <a:lnTo>
                    <a:pt x="60829" y="78390"/>
                  </a:lnTo>
                  <a:lnTo>
                    <a:pt x="60948" y="78126"/>
                  </a:lnTo>
                  <a:lnTo>
                    <a:pt x="61066" y="77863"/>
                  </a:lnTo>
                  <a:lnTo>
                    <a:pt x="61158" y="77600"/>
                  </a:lnTo>
                  <a:lnTo>
                    <a:pt x="61251" y="77323"/>
                  </a:lnTo>
                  <a:lnTo>
                    <a:pt x="61330" y="77047"/>
                  </a:lnTo>
                  <a:lnTo>
                    <a:pt x="68306" y="77047"/>
                  </a:lnTo>
                  <a:lnTo>
                    <a:pt x="68714" y="77021"/>
                  </a:lnTo>
                  <a:lnTo>
                    <a:pt x="69122" y="76968"/>
                  </a:lnTo>
                  <a:lnTo>
                    <a:pt x="69530" y="76915"/>
                  </a:lnTo>
                  <a:lnTo>
                    <a:pt x="69925" y="76836"/>
                  </a:lnTo>
                  <a:lnTo>
                    <a:pt x="70307" y="76744"/>
                  </a:lnTo>
                  <a:lnTo>
                    <a:pt x="70689" y="76626"/>
                  </a:lnTo>
                  <a:lnTo>
                    <a:pt x="71071" y="76507"/>
                  </a:lnTo>
                  <a:lnTo>
                    <a:pt x="71426" y="76362"/>
                  </a:lnTo>
                  <a:lnTo>
                    <a:pt x="71781" y="76204"/>
                  </a:lnTo>
                  <a:lnTo>
                    <a:pt x="72124" y="76046"/>
                  </a:lnTo>
                  <a:lnTo>
                    <a:pt x="72453" y="75862"/>
                  </a:lnTo>
                  <a:lnTo>
                    <a:pt x="72769" y="75665"/>
                  </a:lnTo>
                  <a:lnTo>
                    <a:pt x="73085" y="75454"/>
                  </a:lnTo>
                  <a:lnTo>
                    <a:pt x="73374" y="75230"/>
                  </a:lnTo>
                  <a:lnTo>
                    <a:pt x="73664" y="75007"/>
                  </a:lnTo>
                  <a:lnTo>
                    <a:pt x="73940" y="74770"/>
                  </a:lnTo>
                  <a:lnTo>
                    <a:pt x="74190" y="74506"/>
                  </a:lnTo>
                  <a:lnTo>
                    <a:pt x="74440" y="74243"/>
                  </a:lnTo>
                  <a:lnTo>
                    <a:pt x="74664" y="73967"/>
                  </a:lnTo>
                  <a:lnTo>
                    <a:pt x="74875" y="73690"/>
                  </a:lnTo>
                  <a:lnTo>
                    <a:pt x="75072" y="73401"/>
                  </a:lnTo>
                  <a:lnTo>
                    <a:pt x="75257" y="73098"/>
                  </a:lnTo>
                  <a:lnTo>
                    <a:pt x="75415" y="72782"/>
                  </a:lnTo>
                  <a:lnTo>
                    <a:pt x="75559" y="72466"/>
                  </a:lnTo>
                  <a:lnTo>
                    <a:pt x="75691" y="72150"/>
                  </a:lnTo>
                  <a:lnTo>
                    <a:pt x="75809" y="71821"/>
                  </a:lnTo>
                  <a:lnTo>
                    <a:pt x="75902" y="71479"/>
                  </a:lnTo>
                  <a:lnTo>
                    <a:pt x="75967" y="71136"/>
                  </a:lnTo>
                  <a:lnTo>
                    <a:pt x="76020" y="70781"/>
                  </a:lnTo>
                  <a:lnTo>
                    <a:pt x="76046" y="70426"/>
                  </a:lnTo>
                  <a:lnTo>
                    <a:pt x="76060" y="70070"/>
                  </a:lnTo>
                  <a:lnTo>
                    <a:pt x="76060" y="42598"/>
                  </a:lnTo>
                  <a:lnTo>
                    <a:pt x="92264" y="42598"/>
                  </a:lnTo>
                  <a:lnTo>
                    <a:pt x="92685" y="42585"/>
                  </a:lnTo>
                  <a:lnTo>
                    <a:pt x="93093" y="42559"/>
                  </a:lnTo>
                  <a:lnTo>
                    <a:pt x="93501" y="42519"/>
                  </a:lnTo>
                  <a:lnTo>
                    <a:pt x="93909" y="42453"/>
                  </a:lnTo>
                  <a:lnTo>
                    <a:pt x="94304" y="42374"/>
                  </a:lnTo>
                  <a:lnTo>
                    <a:pt x="94686" y="42282"/>
                  </a:lnTo>
                  <a:lnTo>
                    <a:pt x="95068" y="42164"/>
                  </a:lnTo>
                  <a:lnTo>
                    <a:pt x="95436" y="42045"/>
                  </a:lnTo>
                  <a:lnTo>
                    <a:pt x="95805" y="41900"/>
                  </a:lnTo>
                  <a:lnTo>
                    <a:pt x="96160" y="41756"/>
                  </a:lnTo>
                  <a:lnTo>
                    <a:pt x="96502" y="41584"/>
                  </a:lnTo>
                  <a:lnTo>
                    <a:pt x="96832" y="41400"/>
                  </a:lnTo>
                  <a:lnTo>
                    <a:pt x="97147" y="41203"/>
                  </a:lnTo>
                  <a:lnTo>
                    <a:pt x="97463" y="40992"/>
                  </a:lnTo>
                  <a:lnTo>
                    <a:pt x="97753" y="40781"/>
                  </a:lnTo>
                  <a:lnTo>
                    <a:pt x="98043" y="40544"/>
                  </a:lnTo>
                  <a:lnTo>
                    <a:pt x="98319" y="40308"/>
                  </a:lnTo>
                  <a:lnTo>
                    <a:pt x="98569" y="40057"/>
                  </a:lnTo>
                  <a:lnTo>
                    <a:pt x="98819" y="39794"/>
                  </a:lnTo>
                  <a:lnTo>
                    <a:pt x="99043" y="39518"/>
                  </a:lnTo>
                  <a:lnTo>
                    <a:pt x="99254" y="39228"/>
                  </a:lnTo>
                  <a:lnTo>
                    <a:pt x="99451" y="38939"/>
                  </a:lnTo>
                  <a:lnTo>
                    <a:pt x="99635" y="38636"/>
                  </a:lnTo>
                  <a:lnTo>
                    <a:pt x="99793" y="38333"/>
                  </a:lnTo>
                  <a:lnTo>
                    <a:pt x="99938" y="38017"/>
                  </a:lnTo>
                  <a:lnTo>
                    <a:pt x="100070" y="37688"/>
                  </a:lnTo>
                  <a:lnTo>
                    <a:pt x="100188" y="37359"/>
                  </a:lnTo>
                  <a:lnTo>
                    <a:pt x="100280" y="37017"/>
                  </a:lnTo>
                  <a:lnTo>
                    <a:pt x="100346" y="36674"/>
                  </a:lnTo>
                  <a:lnTo>
                    <a:pt x="100399" y="36332"/>
                  </a:lnTo>
                  <a:lnTo>
                    <a:pt x="100425" y="35977"/>
                  </a:lnTo>
                  <a:lnTo>
                    <a:pt x="100438" y="35621"/>
                  </a:lnTo>
                  <a:lnTo>
                    <a:pt x="100438" y="28131"/>
                  </a:lnTo>
                  <a:lnTo>
                    <a:pt x="100438" y="21721"/>
                  </a:lnTo>
                  <a:lnTo>
                    <a:pt x="100438" y="14244"/>
                  </a:lnTo>
                  <a:lnTo>
                    <a:pt x="100451" y="14059"/>
                  </a:lnTo>
                  <a:lnTo>
                    <a:pt x="100465" y="13888"/>
                  </a:lnTo>
                  <a:lnTo>
                    <a:pt x="100491" y="13717"/>
                  </a:lnTo>
                  <a:lnTo>
                    <a:pt x="100530" y="13559"/>
                  </a:lnTo>
                  <a:lnTo>
                    <a:pt x="100583" y="13388"/>
                  </a:lnTo>
                  <a:lnTo>
                    <a:pt x="100649" y="13230"/>
                  </a:lnTo>
                  <a:lnTo>
                    <a:pt x="100728" y="13072"/>
                  </a:lnTo>
                  <a:lnTo>
                    <a:pt x="100807" y="12914"/>
                  </a:lnTo>
                  <a:lnTo>
                    <a:pt x="100899" y="12769"/>
                  </a:lnTo>
                  <a:lnTo>
                    <a:pt x="101004" y="12612"/>
                  </a:lnTo>
                  <a:lnTo>
                    <a:pt x="101123" y="12480"/>
                  </a:lnTo>
                  <a:lnTo>
                    <a:pt x="101241" y="12335"/>
                  </a:lnTo>
                  <a:lnTo>
                    <a:pt x="101373" y="12203"/>
                  </a:lnTo>
                  <a:lnTo>
                    <a:pt x="101518" y="12072"/>
                  </a:lnTo>
                  <a:lnTo>
                    <a:pt x="101663" y="11940"/>
                  </a:lnTo>
                  <a:lnTo>
                    <a:pt x="101820" y="11822"/>
                  </a:lnTo>
                  <a:lnTo>
                    <a:pt x="101978" y="11703"/>
                  </a:lnTo>
                  <a:lnTo>
                    <a:pt x="102150" y="11598"/>
                  </a:lnTo>
                  <a:lnTo>
                    <a:pt x="102321" y="11493"/>
                  </a:lnTo>
                  <a:lnTo>
                    <a:pt x="102505" y="11400"/>
                  </a:lnTo>
                  <a:lnTo>
                    <a:pt x="102689" y="11308"/>
                  </a:lnTo>
                  <a:lnTo>
                    <a:pt x="102887" y="11229"/>
                  </a:lnTo>
                  <a:lnTo>
                    <a:pt x="103084" y="11150"/>
                  </a:lnTo>
                  <a:lnTo>
                    <a:pt x="103295" y="11085"/>
                  </a:lnTo>
                  <a:lnTo>
                    <a:pt x="103505" y="11019"/>
                  </a:lnTo>
                  <a:lnTo>
                    <a:pt x="103716" y="10966"/>
                  </a:lnTo>
                  <a:lnTo>
                    <a:pt x="103927" y="10913"/>
                  </a:lnTo>
                  <a:lnTo>
                    <a:pt x="104150" y="10874"/>
                  </a:lnTo>
                  <a:lnTo>
                    <a:pt x="104374" y="10848"/>
                  </a:lnTo>
                  <a:lnTo>
                    <a:pt x="104611" y="10821"/>
                  </a:lnTo>
                  <a:lnTo>
                    <a:pt x="104835" y="10808"/>
                  </a:lnTo>
                  <a:lnTo>
                    <a:pt x="126884" y="10808"/>
                  </a:lnTo>
                  <a:lnTo>
                    <a:pt x="126884" y="62607"/>
                  </a:lnTo>
                  <a:lnTo>
                    <a:pt x="126897" y="63028"/>
                  </a:lnTo>
                  <a:lnTo>
                    <a:pt x="126923" y="63449"/>
                  </a:lnTo>
                  <a:lnTo>
                    <a:pt x="126976" y="63857"/>
                  </a:lnTo>
                  <a:lnTo>
                    <a:pt x="127029" y="64252"/>
                  </a:lnTo>
                  <a:lnTo>
                    <a:pt x="127108" y="64647"/>
                  </a:lnTo>
                  <a:lnTo>
                    <a:pt x="127200" y="65042"/>
                  </a:lnTo>
                  <a:lnTo>
                    <a:pt x="127318" y="65424"/>
                  </a:lnTo>
                  <a:lnTo>
                    <a:pt x="127437" y="65792"/>
                  </a:lnTo>
                  <a:lnTo>
                    <a:pt x="127581" y="66148"/>
                  </a:lnTo>
                  <a:lnTo>
                    <a:pt x="127726" y="66503"/>
                  </a:lnTo>
                  <a:lnTo>
                    <a:pt x="127897" y="66845"/>
                  </a:lnTo>
                  <a:lnTo>
                    <a:pt x="128082" y="67174"/>
                  </a:lnTo>
                  <a:lnTo>
                    <a:pt x="128279" y="67503"/>
                  </a:lnTo>
                  <a:lnTo>
                    <a:pt x="128490" y="67806"/>
                  </a:lnTo>
                  <a:lnTo>
                    <a:pt x="128700" y="68109"/>
                  </a:lnTo>
                  <a:lnTo>
                    <a:pt x="128937" y="68385"/>
                  </a:lnTo>
                  <a:lnTo>
                    <a:pt x="129174" y="68662"/>
                  </a:lnTo>
                  <a:lnTo>
                    <a:pt x="129424" y="68925"/>
                  </a:lnTo>
                  <a:lnTo>
                    <a:pt x="129701" y="69162"/>
                  </a:lnTo>
                  <a:lnTo>
                    <a:pt x="129964" y="69386"/>
                  </a:lnTo>
                  <a:lnTo>
                    <a:pt x="130254" y="69610"/>
                  </a:lnTo>
                  <a:lnTo>
                    <a:pt x="130543" y="69807"/>
                  </a:lnTo>
                  <a:lnTo>
                    <a:pt x="130846" y="69978"/>
                  </a:lnTo>
                  <a:lnTo>
                    <a:pt x="131149" y="70149"/>
                  </a:lnTo>
                  <a:lnTo>
                    <a:pt x="131465" y="70294"/>
                  </a:lnTo>
                  <a:lnTo>
                    <a:pt x="131794" y="70426"/>
                  </a:lnTo>
                  <a:lnTo>
                    <a:pt x="132123" y="70531"/>
                  </a:lnTo>
                  <a:lnTo>
                    <a:pt x="132465" y="70623"/>
                  </a:lnTo>
                  <a:lnTo>
                    <a:pt x="132807" y="70689"/>
                  </a:lnTo>
                  <a:lnTo>
                    <a:pt x="133150" y="70742"/>
                  </a:lnTo>
                  <a:lnTo>
                    <a:pt x="133505" y="70781"/>
                  </a:lnTo>
                  <a:lnTo>
                    <a:pt x="133860" y="70794"/>
                  </a:lnTo>
                  <a:lnTo>
                    <a:pt x="142970" y="70794"/>
                  </a:lnTo>
                  <a:lnTo>
                    <a:pt x="142970" y="90434"/>
                  </a:lnTo>
                  <a:lnTo>
                    <a:pt x="142970" y="90605"/>
                  </a:lnTo>
                  <a:lnTo>
                    <a:pt x="142943" y="90776"/>
                  </a:lnTo>
                  <a:lnTo>
                    <a:pt x="142917" y="90948"/>
                  </a:lnTo>
                  <a:lnTo>
                    <a:pt x="142877" y="91119"/>
                  </a:lnTo>
                  <a:lnTo>
                    <a:pt x="142825" y="91277"/>
                  </a:lnTo>
                  <a:lnTo>
                    <a:pt x="142759" y="91448"/>
                  </a:lnTo>
                  <a:lnTo>
                    <a:pt x="142693" y="91606"/>
                  </a:lnTo>
                  <a:lnTo>
                    <a:pt x="142601" y="91751"/>
                  </a:lnTo>
                  <a:lnTo>
                    <a:pt x="142509" y="91909"/>
                  </a:lnTo>
                  <a:lnTo>
                    <a:pt x="142404" y="92053"/>
                  </a:lnTo>
                  <a:lnTo>
                    <a:pt x="142285" y="92198"/>
                  </a:lnTo>
                  <a:lnTo>
                    <a:pt x="142167" y="92343"/>
                  </a:lnTo>
                  <a:lnTo>
                    <a:pt x="142035" y="92475"/>
                  </a:lnTo>
                  <a:lnTo>
                    <a:pt x="141903" y="92606"/>
                  </a:lnTo>
                  <a:lnTo>
                    <a:pt x="141759" y="92725"/>
                  </a:lnTo>
                  <a:lnTo>
                    <a:pt x="141601" y="92856"/>
                  </a:lnTo>
                  <a:lnTo>
                    <a:pt x="141443" y="92962"/>
                  </a:lnTo>
                  <a:lnTo>
                    <a:pt x="141271" y="93067"/>
                  </a:lnTo>
                  <a:lnTo>
                    <a:pt x="141087" y="93172"/>
                  </a:lnTo>
                  <a:lnTo>
                    <a:pt x="140903" y="93278"/>
                  </a:lnTo>
                  <a:lnTo>
                    <a:pt x="140719" y="93370"/>
                  </a:lnTo>
                  <a:lnTo>
                    <a:pt x="140521" y="93449"/>
                  </a:lnTo>
                  <a:lnTo>
                    <a:pt x="140324" y="93528"/>
                  </a:lnTo>
                  <a:lnTo>
                    <a:pt x="140126" y="93593"/>
                  </a:lnTo>
                  <a:lnTo>
                    <a:pt x="139916" y="93659"/>
                  </a:lnTo>
                  <a:lnTo>
                    <a:pt x="139705" y="93712"/>
                  </a:lnTo>
                  <a:lnTo>
                    <a:pt x="139481" y="93765"/>
                  </a:lnTo>
                  <a:lnTo>
                    <a:pt x="139257" y="93804"/>
                  </a:lnTo>
                  <a:lnTo>
                    <a:pt x="139034" y="93830"/>
                  </a:lnTo>
                  <a:lnTo>
                    <a:pt x="138810" y="93857"/>
                  </a:lnTo>
                  <a:lnTo>
                    <a:pt x="138573" y="93870"/>
                  </a:lnTo>
                  <a:lnTo>
                    <a:pt x="132044" y="93870"/>
                  </a:lnTo>
                  <a:lnTo>
                    <a:pt x="131952" y="93593"/>
                  </a:lnTo>
                  <a:lnTo>
                    <a:pt x="131860" y="93330"/>
                  </a:lnTo>
                  <a:lnTo>
                    <a:pt x="131767" y="93067"/>
                  </a:lnTo>
                  <a:lnTo>
                    <a:pt x="131649" y="92804"/>
                  </a:lnTo>
                  <a:lnTo>
                    <a:pt x="131530" y="92554"/>
                  </a:lnTo>
                  <a:lnTo>
                    <a:pt x="131386" y="92303"/>
                  </a:lnTo>
                  <a:lnTo>
                    <a:pt x="131254" y="92066"/>
                  </a:lnTo>
                  <a:lnTo>
                    <a:pt x="131096" y="91830"/>
                  </a:lnTo>
                  <a:lnTo>
                    <a:pt x="130938" y="91606"/>
                  </a:lnTo>
                  <a:lnTo>
                    <a:pt x="130767" y="91382"/>
                  </a:lnTo>
                  <a:lnTo>
                    <a:pt x="130583" y="91158"/>
                  </a:lnTo>
                  <a:lnTo>
                    <a:pt x="130398" y="90961"/>
                  </a:lnTo>
                  <a:lnTo>
                    <a:pt x="130201" y="90763"/>
                  </a:lnTo>
                  <a:lnTo>
                    <a:pt x="130004" y="90566"/>
                  </a:lnTo>
                  <a:lnTo>
                    <a:pt x="129793" y="90382"/>
                  </a:lnTo>
                  <a:lnTo>
                    <a:pt x="129582" y="90210"/>
                  </a:lnTo>
                  <a:lnTo>
                    <a:pt x="129359" y="90039"/>
                  </a:lnTo>
                  <a:lnTo>
                    <a:pt x="129122" y="89881"/>
                  </a:lnTo>
                  <a:lnTo>
                    <a:pt x="128885" y="89737"/>
                  </a:lnTo>
                  <a:lnTo>
                    <a:pt x="128635" y="89592"/>
                  </a:lnTo>
                  <a:lnTo>
                    <a:pt x="128384" y="89473"/>
                  </a:lnTo>
                  <a:lnTo>
                    <a:pt x="128134" y="89355"/>
                  </a:lnTo>
                  <a:lnTo>
                    <a:pt x="127871" y="89236"/>
                  </a:lnTo>
                  <a:lnTo>
                    <a:pt x="127608" y="89144"/>
                  </a:lnTo>
                  <a:lnTo>
                    <a:pt x="127344" y="89052"/>
                  </a:lnTo>
                  <a:lnTo>
                    <a:pt x="127068" y="88973"/>
                  </a:lnTo>
                  <a:lnTo>
                    <a:pt x="126778" y="88907"/>
                  </a:lnTo>
                  <a:lnTo>
                    <a:pt x="126502" y="88855"/>
                  </a:lnTo>
                  <a:lnTo>
                    <a:pt x="126212" y="88815"/>
                  </a:lnTo>
                  <a:lnTo>
                    <a:pt x="125923" y="88776"/>
                  </a:lnTo>
                  <a:lnTo>
                    <a:pt x="125620" y="88762"/>
                  </a:lnTo>
                  <a:lnTo>
                    <a:pt x="124962" y="88762"/>
                  </a:lnTo>
                  <a:lnTo>
                    <a:pt x="124620" y="88789"/>
                  </a:lnTo>
                  <a:lnTo>
                    <a:pt x="124264" y="88841"/>
                  </a:lnTo>
                  <a:lnTo>
                    <a:pt x="123922" y="88894"/>
                  </a:lnTo>
                  <a:lnTo>
                    <a:pt x="123593" y="88973"/>
                  </a:lnTo>
                  <a:lnTo>
                    <a:pt x="123251" y="89065"/>
                  </a:lnTo>
                  <a:lnTo>
                    <a:pt x="122935" y="89184"/>
                  </a:lnTo>
                  <a:lnTo>
                    <a:pt x="122619" y="89302"/>
                  </a:lnTo>
                  <a:lnTo>
                    <a:pt x="122303" y="89447"/>
                  </a:lnTo>
                  <a:lnTo>
                    <a:pt x="122013" y="89605"/>
                  </a:lnTo>
                  <a:lnTo>
                    <a:pt x="121711" y="89763"/>
                  </a:lnTo>
                  <a:lnTo>
                    <a:pt x="121434" y="89947"/>
                  </a:lnTo>
                  <a:lnTo>
                    <a:pt x="121158" y="90145"/>
                  </a:lnTo>
                  <a:lnTo>
                    <a:pt x="120894" y="90355"/>
                  </a:lnTo>
                  <a:lnTo>
                    <a:pt x="120644" y="90566"/>
                  </a:lnTo>
                  <a:lnTo>
                    <a:pt x="120407" y="90803"/>
                  </a:lnTo>
                  <a:lnTo>
                    <a:pt x="120170" y="91040"/>
                  </a:lnTo>
                  <a:lnTo>
                    <a:pt x="119947" y="91290"/>
                  </a:lnTo>
                  <a:lnTo>
                    <a:pt x="119749" y="91553"/>
                  </a:lnTo>
                  <a:lnTo>
                    <a:pt x="119552" y="91830"/>
                  </a:lnTo>
                  <a:lnTo>
                    <a:pt x="119367" y="92106"/>
                  </a:lnTo>
                  <a:lnTo>
                    <a:pt x="119196" y="92409"/>
                  </a:lnTo>
                  <a:lnTo>
                    <a:pt x="119051" y="92698"/>
                  </a:lnTo>
                  <a:lnTo>
                    <a:pt x="118907" y="93014"/>
                  </a:lnTo>
                  <a:lnTo>
                    <a:pt x="118788" y="93330"/>
                  </a:lnTo>
                  <a:lnTo>
                    <a:pt x="118670" y="93646"/>
                  </a:lnTo>
                  <a:lnTo>
                    <a:pt x="118578" y="93988"/>
                  </a:lnTo>
                  <a:lnTo>
                    <a:pt x="118499" y="94317"/>
                  </a:lnTo>
                  <a:lnTo>
                    <a:pt x="118446" y="94660"/>
                  </a:lnTo>
                  <a:lnTo>
                    <a:pt x="118393" y="95015"/>
                  </a:lnTo>
                  <a:lnTo>
                    <a:pt x="118367" y="95357"/>
                  </a:lnTo>
                  <a:lnTo>
                    <a:pt x="118367" y="95726"/>
                  </a:lnTo>
                  <a:lnTo>
                    <a:pt x="118367" y="96081"/>
                  </a:lnTo>
                  <a:lnTo>
                    <a:pt x="118393" y="96437"/>
                  </a:lnTo>
                  <a:lnTo>
                    <a:pt x="118446" y="96779"/>
                  </a:lnTo>
                  <a:lnTo>
                    <a:pt x="118499" y="97121"/>
                  </a:lnTo>
                  <a:lnTo>
                    <a:pt x="118578" y="97464"/>
                  </a:lnTo>
                  <a:lnTo>
                    <a:pt x="118670" y="97793"/>
                  </a:lnTo>
                  <a:lnTo>
                    <a:pt x="118788" y="98109"/>
                  </a:lnTo>
                  <a:lnTo>
                    <a:pt x="118907" y="98424"/>
                  </a:lnTo>
                  <a:lnTo>
                    <a:pt x="119051" y="98740"/>
                  </a:lnTo>
                  <a:lnTo>
                    <a:pt x="119196" y="99043"/>
                  </a:lnTo>
                  <a:lnTo>
                    <a:pt x="119367" y="99333"/>
                  </a:lnTo>
                  <a:lnTo>
                    <a:pt x="119552" y="99609"/>
                  </a:lnTo>
                  <a:lnTo>
                    <a:pt x="119749" y="99886"/>
                  </a:lnTo>
                  <a:lnTo>
                    <a:pt x="119947" y="100149"/>
                  </a:lnTo>
                  <a:lnTo>
                    <a:pt x="120170" y="100399"/>
                  </a:lnTo>
                  <a:lnTo>
                    <a:pt x="120407" y="100649"/>
                  </a:lnTo>
                  <a:lnTo>
                    <a:pt x="120644" y="100873"/>
                  </a:lnTo>
                  <a:lnTo>
                    <a:pt x="120894" y="101097"/>
                  </a:lnTo>
                  <a:lnTo>
                    <a:pt x="121158" y="101294"/>
                  </a:lnTo>
                  <a:lnTo>
                    <a:pt x="121434" y="101492"/>
                  </a:lnTo>
                  <a:lnTo>
                    <a:pt x="121711" y="101676"/>
                  </a:lnTo>
                  <a:lnTo>
                    <a:pt x="122013" y="101847"/>
                  </a:lnTo>
                  <a:lnTo>
                    <a:pt x="122303" y="101992"/>
                  </a:lnTo>
                  <a:lnTo>
                    <a:pt x="122619" y="102137"/>
                  </a:lnTo>
                  <a:lnTo>
                    <a:pt x="122935" y="102255"/>
                  </a:lnTo>
                  <a:lnTo>
                    <a:pt x="123251" y="102374"/>
                  </a:lnTo>
                  <a:lnTo>
                    <a:pt x="123593" y="102466"/>
                  </a:lnTo>
                  <a:lnTo>
                    <a:pt x="123922" y="102545"/>
                  </a:lnTo>
                  <a:lnTo>
                    <a:pt x="124264" y="102610"/>
                  </a:lnTo>
                  <a:lnTo>
                    <a:pt x="124620" y="102650"/>
                  </a:lnTo>
                  <a:lnTo>
                    <a:pt x="124962" y="102676"/>
                  </a:lnTo>
                  <a:lnTo>
                    <a:pt x="125330" y="102689"/>
                  </a:lnTo>
                  <a:lnTo>
                    <a:pt x="125633" y="102676"/>
                  </a:lnTo>
                  <a:lnTo>
                    <a:pt x="125923" y="102663"/>
                  </a:lnTo>
                  <a:lnTo>
                    <a:pt x="126226" y="102624"/>
                  </a:lnTo>
                  <a:lnTo>
                    <a:pt x="126515" y="102584"/>
                  </a:lnTo>
                  <a:lnTo>
                    <a:pt x="126805" y="102531"/>
                  </a:lnTo>
                  <a:lnTo>
                    <a:pt x="127094" y="102453"/>
                  </a:lnTo>
                  <a:lnTo>
                    <a:pt x="127371" y="102374"/>
                  </a:lnTo>
                  <a:lnTo>
                    <a:pt x="127647" y="102281"/>
                  </a:lnTo>
                  <a:lnTo>
                    <a:pt x="127924" y="102189"/>
                  </a:lnTo>
                  <a:lnTo>
                    <a:pt x="128187" y="102071"/>
                  </a:lnTo>
                  <a:lnTo>
                    <a:pt x="128437" y="101952"/>
                  </a:lnTo>
                  <a:lnTo>
                    <a:pt x="128687" y="101821"/>
                  </a:lnTo>
                  <a:lnTo>
                    <a:pt x="128937" y="101676"/>
                  </a:lnTo>
                  <a:lnTo>
                    <a:pt x="129174" y="101518"/>
                  </a:lnTo>
                  <a:lnTo>
                    <a:pt x="129411" y="101360"/>
                  </a:lnTo>
                  <a:lnTo>
                    <a:pt x="129635" y="101189"/>
                  </a:lnTo>
                  <a:lnTo>
                    <a:pt x="129859" y="101005"/>
                  </a:lnTo>
                  <a:lnTo>
                    <a:pt x="130069" y="100807"/>
                  </a:lnTo>
                  <a:lnTo>
                    <a:pt x="130267" y="100610"/>
                  </a:lnTo>
                  <a:lnTo>
                    <a:pt x="130464" y="100412"/>
                  </a:lnTo>
                  <a:lnTo>
                    <a:pt x="130662" y="100202"/>
                  </a:lnTo>
                  <a:lnTo>
                    <a:pt x="130833" y="99978"/>
                  </a:lnTo>
                  <a:lnTo>
                    <a:pt x="131004" y="99754"/>
                  </a:lnTo>
                  <a:lnTo>
                    <a:pt x="131162" y="99517"/>
                  </a:lnTo>
                  <a:lnTo>
                    <a:pt x="131320" y="99267"/>
                  </a:lnTo>
                  <a:lnTo>
                    <a:pt x="131451" y="99017"/>
                  </a:lnTo>
                  <a:lnTo>
                    <a:pt x="131583" y="98767"/>
                  </a:lnTo>
                  <a:lnTo>
                    <a:pt x="131702" y="98503"/>
                  </a:lnTo>
                  <a:lnTo>
                    <a:pt x="131820" y="98240"/>
                  </a:lnTo>
                  <a:lnTo>
                    <a:pt x="131912" y="97977"/>
                  </a:lnTo>
                  <a:lnTo>
                    <a:pt x="132004" y="97700"/>
                  </a:lnTo>
                  <a:lnTo>
                    <a:pt x="132083" y="97411"/>
                  </a:lnTo>
                  <a:lnTo>
                    <a:pt x="138336" y="97411"/>
                  </a:lnTo>
                  <a:lnTo>
                    <a:pt x="138757" y="97398"/>
                  </a:lnTo>
                  <a:lnTo>
                    <a:pt x="139178" y="97371"/>
                  </a:lnTo>
                  <a:lnTo>
                    <a:pt x="139587" y="97332"/>
                  </a:lnTo>
                  <a:lnTo>
                    <a:pt x="139981" y="97266"/>
                  </a:lnTo>
                  <a:lnTo>
                    <a:pt x="140376" y="97187"/>
                  </a:lnTo>
                  <a:lnTo>
                    <a:pt x="140771" y="97095"/>
                  </a:lnTo>
                  <a:lnTo>
                    <a:pt x="141153" y="96990"/>
                  </a:lnTo>
                  <a:lnTo>
                    <a:pt x="141522" y="96858"/>
                  </a:lnTo>
                  <a:lnTo>
                    <a:pt x="141877" y="96726"/>
                  </a:lnTo>
                  <a:lnTo>
                    <a:pt x="142232" y="96568"/>
                  </a:lnTo>
                  <a:lnTo>
                    <a:pt x="142575" y="96397"/>
                  </a:lnTo>
                  <a:lnTo>
                    <a:pt x="142904" y="96213"/>
                  </a:lnTo>
                  <a:lnTo>
                    <a:pt x="143233" y="96029"/>
                  </a:lnTo>
                  <a:lnTo>
                    <a:pt x="143536" y="95818"/>
                  </a:lnTo>
                  <a:lnTo>
                    <a:pt x="143838" y="95594"/>
                  </a:lnTo>
                  <a:lnTo>
                    <a:pt x="144115" y="95371"/>
                  </a:lnTo>
                  <a:lnTo>
                    <a:pt x="144391" y="95120"/>
                  </a:lnTo>
                  <a:lnTo>
                    <a:pt x="144641" y="94870"/>
                  </a:lnTo>
                  <a:lnTo>
                    <a:pt x="144891" y="94607"/>
                  </a:lnTo>
                  <a:lnTo>
                    <a:pt x="145115" y="94331"/>
                  </a:lnTo>
                  <a:lnTo>
                    <a:pt x="145326" y="94054"/>
                  </a:lnTo>
                  <a:lnTo>
                    <a:pt x="145523" y="93765"/>
                  </a:lnTo>
                  <a:lnTo>
                    <a:pt x="145708" y="93462"/>
                  </a:lnTo>
                  <a:lnTo>
                    <a:pt x="145879" y="93146"/>
                  </a:lnTo>
                  <a:lnTo>
                    <a:pt x="146023" y="92830"/>
                  </a:lnTo>
                  <a:lnTo>
                    <a:pt x="146155" y="92514"/>
                  </a:lnTo>
                  <a:lnTo>
                    <a:pt x="146260" y="92172"/>
                  </a:lnTo>
                  <a:lnTo>
                    <a:pt x="146353" y="91843"/>
                  </a:lnTo>
                  <a:lnTo>
                    <a:pt x="146418" y="91500"/>
                  </a:lnTo>
                  <a:lnTo>
                    <a:pt x="146471" y="91145"/>
                  </a:lnTo>
                  <a:lnTo>
                    <a:pt x="146511" y="90790"/>
                  </a:lnTo>
                  <a:lnTo>
                    <a:pt x="146524" y="90434"/>
                  </a:lnTo>
                  <a:lnTo>
                    <a:pt x="146524" y="70794"/>
                  </a:lnTo>
                  <a:lnTo>
                    <a:pt x="176984" y="70794"/>
                  </a:lnTo>
                  <a:lnTo>
                    <a:pt x="177063" y="71071"/>
                  </a:lnTo>
                  <a:lnTo>
                    <a:pt x="177155" y="71334"/>
                  </a:lnTo>
                  <a:lnTo>
                    <a:pt x="177260" y="71610"/>
                  </a:lnTo>
                  <a:lnTo>
                    <a:pt x="177366" y="71874"/>
                  </a:lnTo>
                  <a:lnTo>
                    <a:pt x="177484" y="72124"/>
                  </a:lnTo>
                  <a:lnTo>
                    <a:pt x="177629" y="72374"/>
                  </a:lnTo>
                  <a:lnTo>
                    <a:pt x="177761" y="72624"/>
                  </a:lnTo>
                  <a:lnTo>
                    <a:pt x="177919" y="72861"/>
                  </a:lnTo>
                  <a:lnTo>
                    <a:pt x="178077" y="73085"/>
                  </a:lnTo>
                  <a:lnTo>
                    <a:pt x="178248" y="73322"/>
                  </a:lnTo>
                  <a:lnTo>
                    <a:pt x="178419" y="73532"/>
                  </a:lnTo>
                  <a:lnTo>
                    <a:pt x="178616" y="73743"/>
                  </a:lnTo>
                  <a:lnTo>
                    <a:pt x="178801" y="73940"/>
                  </a:lnTo>
                  <a:lnTo>
                    <a:pt x="179011" y="74138"/>
                  </a:lnTo>
                  <a:lnTo>
                    <a:pt x="179222" y="74322"/>
                  </a:lnTo>
                  <a:lnTo>
                    <a:pt x="179432" y="74506"/>
                  </a:lnTo>
                  <a:lnTo>
                    <a:pt x="179669" y="74677"/>
                  </a:lnTo>
                  <a:lnTo>
                    <a:pt x="179893" y="74835"/>
                  </a:lnTo>
                  <a:lnTo>
                    <a:pt x="180130" y="74980"/>
                  </a:lnTo>
                  <a:lnTo>
                    <a:pt x="180380" y="75125"/>
                  </a:lnTo>
                  <a:lnTo>
                    <a:pt x="180630" y="75257"/>
                  </a:lnTo>
                  <a:lnTo>
                    <a:pt x="180880" y="75375"/>
                  </a:lnTo>
                  <a:lnTo>
                    <a:pt x="181144" y="75494"/>
                  </a:lnTo>
                  <a:lnTo>
                    <a:pt x="181420" y="75586"/>
                  </a:lnTo>
                  <a:lnTo>
                    <a:pt x="181697" y="75678"/>
                  </a:lnTo>
                  <a:lnTo>
                    <a:pt x="181973" y="75757"/>
                  </a:lnTo>
                  <a:lnTo>
                    <a:pt x="182249" y="75823"/>
                  </a:lnTo>
                  <a:lnTo>
                    <a:pt x="182539" y="75875"/>
                  </a:lnTo>
                  <a:lnTo>
                    <a:pt x="182829" y="75928"/>
                  </a:lnTo>
                  <a:lnTo>
                    <a:pt x="183118" y="75954"/>
                  </a:lnTo>
                  <a:lnTo>
                    <a:pt x="183421" y="75981"/>
                  </a:lnTo>
                  <a:lnTo>
                    <a:pt x="183724" y="75981"/>
                  </a:lnTo>
                  <a:lnTo>
                    <a:pt x="184079" y="75968"/>
                  </a:lnTo>
                  <a:lnTo>
                    <a:pt x="184435" y="75941"/>
                  </a:lnTo>
                  <a:lnTo>
                    <a:pt x="184777" y="75902"/>
                  </a:lnTo>
                  <a:lnTo>
                    <a:pt x="185119" y="75836"/>
                  </a:lnTo>
                  <a:lnTo>
                    <a:pt x="185461" y="75757"/>
                  </a:lnTo>
                  <a:lnTo>
                    <a:pt x="185790" y="75665"/>
                  </a:lnTo>
                  <a:lnTo>
                    <a:pt x="186106" y="75559"/>
                  </a:lnTo>
                  <a:lnTo>
                    <a:pt x="186435" y="75428"/>
                  </a:lnTo>
                  <a:lnTo>
                    <a:pt x="186738" y="75296"/>
                  </a:lnTo>
                  <a:lnTo>
                    <a:pt x="187041" y="75138"/>
                  </a:lnTo>
                  <a:lnTo>
                    <a:pt x="187330" y="74967"/>
                  </a:lnTo>
                  <a:lnTo>
                    <a:pt x="187607" y="74796"/>
                  </a:lnTo>
                  <a:lnTo>
                    <a:pt x="187883" y="74599"/>
                  </a:lnTo>
                  <a:lnTo>
                    <a:pt x="188147" y="74388"/>
                  </a:lnTo>
                  <a:lnTo>
                    <a:pt x="188397" y="74164"/>
                  </a:lnTo>
                  <a:lnTo>
                    <a:pt x="188647" y="73940"/>
                  </a:lnTo>
                  <a:lnTo>
                    <a:pt x="188871" y="73703"/>
                  </a:lnTo>
                  <a:lnTo>
                    <a:pt x="189094" y="73440"/>
                  </a:lnTo>
                  <a:lnTo>
                    <a:pt x="189305" y="73177"/>
                  </a:lnTo>
                  <a:lnTo>
                    <a:pt x="189489" y="72914"/>
                  </a:lnTo>
                  <a:lnTo>
                    <a:pt x="189674" y="72624"/>
                  </a:lnTo>
                  <a:lnTo>
                    <a:pt x="189845" y="72334"/>
                  </a:lnTo>
                  <a:lnTo>
                    <a:pt x="190003" y="72032"/>
                  </a:lnTo>
                  <a:lnTo>
                    <a:pt x="190134" y="71729"/>
                  </a:lnTo>
                  <a:lnTo>
                    <a:pt x="190266" y="71413"/>
                  </a:lnTo>
                  <a:lnTo>
                    <a:pt x="190371" y="71084"/>
                  </a:lnTo>
                  <a:lnTo>
                    <a:pt x="190463" y="70755"/>
                  </a:lnTo>
                  <a:lnTo>
                    <a:pt x="190542" y="70413"/>
                  </a:lnTo>
                  <a:lnTo>
                    <a:pt x="190608" y="70070"/>
                  </a:lnTo>
                  <a:lnTo>
                    <a:pt x="190648" y="69728"/>
                  </a:lnTo>
                  <a:lnTo>
                    <a:pt x="190674" y="69373"/>
                  </a:lnTo>
                  <a:lnTo>
                    <a:pt x="190687" y="69017"/>
                  </a:lnTo>
                  <a:lnTo>
                    <a:pt x="190674" y="68662"/>
                  </a:lnTo>
                  <a:lnTo>
                    <a:pt x="190648" y="68306"/>
                  </a:lnTo>
                  <a:lnTo>
                    <a:pt x="190608" y="67964"/>
                  </a:lnTo>
                  <a:lnTo>
                    <a:pt x="190542" y="67622"/>
                  </a:lnTo>
                  <a:lnTo>
                    <a:pt x="190463" y="67280"/>
                  </a:lnTo>
                  <a:lnTo>
                    <a:pt x="190371" y="66951"/>
                  </a:lnTo>
                  <a:lnTo>
                    <a:pt x="190266" y="66621"/>
                  </a:lnTo>
                  <a:lnTo>
                    <a:pt x="190134" y="66305"/>
                  </a:lnTo>
                  <a:lnTo>
                    <a:pt x="190003" y="66003"/>
                  </a:lnTo>
                  <a:lnTo>
                    <a:pt x="189845" y="65700"/>
                  </a:lnTo>
                  <a:lnTo>
                    <a:pt x="189674" y="65410"/>
                  </a:lnTo>
                  <a:lnTo>
                    <a:pt x="189489" y="65121"/>
                  </a:lnTo>
                  <a:lnTo>
                    <a:pt x="189305" y="64858"/>
                  </a:lnTo>
                  <a:lnTo>
                    <a:pt x="189094" y="64594"/>
                  </a:lnTo>
                  <a:lnTo>
                    <a:pt x="188871" y="64331"/>
                  </a:lnTo>
                  <a:lnTo>
                    <a:pt x="188647" y="64094"/>
                  </a:lnTo>
                  <a:lnTo>
                    <a:pt x="188397" y="63870"/>
                  </a:lnTo>
                  <a:lnTo>
                    <a:pt x="188147" y="63646"/>
                  </a:lnTo>
                  <a:lnTo>
                    <a:pt x="187883" y="63436"/>
                  </a:lnTo>
                  <a:lnTo>
                    <a:pt x="187607" y="63238"/>
                  </a:lnTo>
                  <a:lnTo>
                    <a:pt x="187330" y="63067"/>
                  </a:lnTo>
                  <a:lnTo>
                    <a:pt x="187041" y="62896"/>
                  </a:lnTo>
                  <a:lnTo>
                    <a:pt x="186738" y="62738"/>
                  </a:lnTo>
                  <a:lnTo>
                    <a:pt x="186435" y="62607"/>
                  </a:lnTo>
                  <a:lnTo>
                    <a:pt x="186106" y="62475"/>
                  </a:lnTo>
                  <a:lnTo>
                    <a:pt x="185790" y="62370"/>
                  </a:lnTo>
                  <a:lnTo>
                    <a:pt x="185461" y="62277"/>
                  </a:lnTo>
                  <a:lnTo>
                    <a:pt x="185119" y="62198"/>
                  </a:lnTo>
                  <a:lnTo>
                    <a:pt x="184777" y="62133"/>
                  </a:lnTo>
                  <a:lnTo>
                    <a:pt x="184435" y="62093"/>
                  </a:lnTo>
                  <a:lnTo>
                    <a:pt x="184079" y="62067"/>
                  </a:lnTo>
                  <a:lnTo>
                    <a:pt x="183724" y="62054"/>
                  </a:lnTo>
                  <a:lnTo>
                    <a:pt x="183421" y="62054"/>
                  </a:lnTo>
                  <a:lnTo>
                    <a:pt x="183118" y="62080"/>
                  </a:lnTo>
                  <a:lnTo>
                    <a:pt x="182829" y="62106"/>
                  </a:lnTo>
                  <a:lnTo>
                    <a:pt x="182539" y="62159"/>
                  </a:lnTo>
                  <a:lnTo>
                    <a:pt x="182249" y="62212"/>
                  </a:lnTo>
                  <a:lnTo>
                    <a:pt x="181973" y="62277"/>
                  </a:lnTo>
                  <a:lnTo>
                    <a:pt x="181697" y="62356"/>
                  </a:lnTo>
                  <a:lnTo>
                    <a:pt x="181420" y="62449"/>
                  </a:lnTo>
                  <a:lnTo>
                    <a:pt x="181144" y="62541"/>
                  </a:lnTo>
                  <a:lnTo>
                    <a:pt x="180880" y="62659"/>
                  </a:lnTo>
                  <a:lnTo>
                    <a:pt x="180630" y="62778"/>
                  </a:lnTo>
                  <a:lnTo>
                    <a:pt x="180380" y="62909"/>
                  </a:lnTo>
                  <a:lnTo>
                    <a:pt x="180130" y="63054"/>
                  </a:lnTo>
                  <a:lnTo>
                    <a:pt x="179893" y="63199"/>
                  </a:lnTo>
                  <a:lnTo>
                    <a:pt x="179669" y="63357"/>
                  </a:lnTo>
                  <a:lnTo>
                    <a:pt x="179432" y="63528"/>
                  </a:lnTo>
                  <a:lnTo>
                    <a:pt x="179222" y="63712"/>
                  </a:lnTo>
                  <a:lnTo>
                    <a:pt x="179011" y="63897"/>
                  </a:lnTo>
                  <a:lnTo>
                    <a:pt x="178801" y="64094"/>
                  </a:lnTo>
                  <a:lnTo>
                    <a:pt x="178616" y="64291"/>
                  </a:lnTo>
                  <a:lnTo>
                    <a:pt x="178419" y="64502"/>
                  </a:lnTo>
                  <a:lnTo>
                    <a:pt x="178248" y="64713"/>
                  </a:lnTo>
                  <a:lnTo>
                    <a:pt x="178077" y="64950"/>
                  </a:lnTo>
                  <a:lnTo>
                    <a:pt x="177919" y="65173"/>
                  </a:lnTo>
                  <a:lnTo>
                    <a:pt x="177761" y="65410"/>
                  </a:lnTo>
                  <a:lnTo>
                    <a:pt x="177629" y="65660"/>
                  </a:lnTo>
                  <a:lnTo>
                    <a:pt x="177484" y="65911"/>
                  </a:lnTo>
                  <a:lnTo>
                    <a:pt x="177366" y="66161"/>
                  </a:lnTo>
                  <a:lnTo>
                    <a:pt x="177260" y="66424"/>
                  </a:lnTo>
                  <a:lnTo>
                    <a:pt x="177155" y="66700"/>
                  </a:lnTo>
                  <a:lnTo>
                    <a:pt x="177063" y="66964"/>
                  </a:lnTo>
                  <a:lnTo>
                    <a:pt x="176984" y="67240"/>
                  </a:lnTo>
                  <a:lnTo>
                    <a:pt x="133689" y="67240"/>
                  </a:lnTo>
                  <a:lnTo>
                    <a:pt x="133518" y="67227"/>
                  </a:lnTo>
                  <a:lnTo>
                    <a:pt x="133347" y="67187"/>
                  </a:lnTo>
                  <a:lnTo>
                    <a:pt x="133189" y="67148"/>
                  </a:lnTo>
                  <a:lnTo>
                    <a:pt x="133018" y="67095"/>
                  </a:lnTo>
                  <a:lnTo>
                    <a:pt x="132860" y="67029"/>
                  </a:lnTo>
                  <a:lnTo>
                    <a:pt x="132702" y="66964"/>
                  </a:lnTo>
                  <a:lnTo>
                    <a:pt x="132544" y="66872"/>
                  </a:lnTo>
                  <a:lnTo>
                    <a:pt x="132399" y="66779"/>
                  </a:lnTo>
                  <a:lnTo>
                    <a:pt x="132241" y="66674"/>
                  </a:lnTo>
                  <a:lnTo>
                    <a:pt x="132097" y="66569"/>
                  </a:lnTo>
                  <a:lnTo>
                    <a:pt x="131965" y="66437"/>
                  </a:lnTo>
                  <a:lnTo>
                    <a:pt x="131833" y="66305"/>
                  </a:lnTo>
                  <a:lnTo>
                    <a:pt x="131702" y="66174"/>
                  </a:lnTo>
                  <a:lnTo>
                    <a:pt x="131570" y="66029"/>
                  </a:lnTo>
                  <a:lnTo>
                    <a:pt x="131451" y="65871"/>
                  </a:lnTo>
                  <a:lnTo>
                    <a:pt x="131333" y="65713"/>
                  </a:lnTo>
                  <a:lnTo>
                    <a:pt x="131228" y="65542"/>
                  </a:lnTo>
                  <a:lnTo>
                    <a:pt x="131122" y="65358"/>
                  </a:lnTo>
                  <a:lnTo>
                    <a:pt x="131030" y="65187"/>
                  </a:lnTo>
                  <a:lnTo>
                    <a:pt x="130938" y="64989"/>
                  </a:lnTo>
                  <a:lnTo>
                    <a:pt x="130859" y="64805"/>
                  </a:lnTo>
                  <a:lnTo>
                    <a:pt x="130780" y="64594"/>
                  </a:lnTo>
                  <a:lnTo>
                    <a:pt x="130701" y="64397"/>
                  </a:lnTo>
                  <a:lnTo>
                    <a:pt x="130649" y="64186"/>
                  </a:lnTo>
                  <a:lnTo>
                    <a:pt x="130596" y="63976"/>
                  </a:lnTo>
                  <a:lnTo>
                    <a:pt x="130543" y="63752"/>
                  </a:lnTo>
                  <a:lnTo>
                    <a:pt x="130504" y="63528"/>
                  </a:lnTo>
                  <a:lnTo>
                    <a:pt x="130477" y="63304"/>
                  </a:lnTo>
                  <a:lnTo>
                    <a:pt x="130451" y="63080"/>
                  </a:lnTo>
                  <a:lnTo>
                    <a:pt x="130438" y="62843"/>
                  </a:lnTo>
                  <a:lnTo>
                    <a:pt x="130438" y="62607"/>
                  </a:lnTo>
                  <a:lnTo>
                    <a:pt x="130438" y="37148"/>
                  </a:lnTo>
                  <a:lnTo>
                    <a:pt x="150249" y="37148"/>
                  </a:lnTo>
                  <a:lnTo>
                    <a:pt x="150420" y="37175"/>
                  </a:lnTo>
                  <a:lnTo>
                    <a:pt x="150591" y="37201"/>
                  </a:lnTo>
                  <a:lnTo>
                    <a:pt x="150762" y="37240"/>
                  </a:lnTo>
                  <a:lnTo>
                    <a:pt x="150920" y="37293"/>
                  </a:lnTo>
                  <a:lnTo>
                    <a:pt x="151091" y="37359"/>
                  </a:lnTo>
                  <a:lnTo>
                    <a:pt x="151249" y="37438"/>
                  </a:lnTo>
                  <a:lnTo>
                    <a:pt x="151394" y="37517"/>
                  </a:lnTo>
                  <a:lnTo>
                    <a:pt x="151552" y="37609"/>
                  </a:lnTo>
                  <a:lnTo>
                    <a:pt x="151697" y="37714"/>
                  </a:lnTo>
                  <a:lnTo>
                    <a:pt x="151842" y="37833"/>
                  </a:lnTo>
                  <a:lnTo>
                    <a:pt x="151987" y="37951"/>
                  </a:lnTo>
                  <a:lnTo>
                    <a:pt x="152118" y="38083"/>
                  </a:lnTo>
                  <a:lnTo>
                    <a:pt x="152250" y="38215"/>
                  </a:lnTo>
                  <a:lnTo>
                    <a:pt x="152368" y="38373"/>
                  </a:lnTo>
                  <a:lnTo>
                    <a:pt x="152500" y="38517"/>
                  </a:lnTo>
                  <a:lnTo>
                    <a:pt x="152605" y="38688"/>
                  </a:lnTo>
                  <a:lnTo>
                    <a:pt x="152711" y="38846"/>
                  </a:lnTo>
                  <a:lnTo>
                    <a:pt x="152816" y="39031"/>
                  </a:lnTo>
                  <a:lnTo>
                    <a:pt x="152921" y="39215"/>
                  </a:lnTo>
                  <a:lnTo>
                    <a:pt x="153013" y="39399"/>
                  </a:lnTo>
                  <a:lnTo>
                    <a:pt x="153092" y="39597"/>
                  </a:lnTo>
                  <a:lnTo>
                    <a:pt x="153171" y="39794"/>
                  </a:lnTo>
                  <a:lnTo>
                    <a:pt x="153237" y="39992"/>
                  </a:lnTo>
                  <a:lnTo>
                    <a:pt x="153303" y="40202"/>
                  </a:lnTo>
                  <a:lnTo>
                    <a:pt x="153356" y="40426"/>
                  </a:lnTo>
                  <a:lnTo>
                    <a:pt x="153408" y="40637"/>
                  </a:lnTo>
                  <a:lnTo>
                    <a:pt x="153448" y="40860"/>
                  </a:lnTo>
                  <a:lnTo>
                    <a:pt x="153474" y="41084"/>
                  </a:lnTo>
                  <a:lnTo>
                    <a:pt x="153500" y="41308"/>
                  </a:lnTo>
                  <a:lnTo>
                    <a:pt x="153513" y="41545"/>
                  </a:lnTo>
                  <a:lnTo>
                    <a:pt x="153513" y="41782"/>
                  </a:lnTo>
                  <a:lnTo>
                    <a:pt x="153513" y="44888"/>
                  </a:lnTo>
                  <a:lnTo>
                    <a:pt x="153211" y="44954"/>
                  </a:lnTo>
                  <a:lnTo>
                    <a:pt x="152921" y="45033"/>
                  </a:lnTo>
                  <a:lnTo>
                    <a:pt x="152632" y="45125"/>
                  </a:lnTo>
                  <a:lnTo>
                    <a:pt x="152355" y="45218"/>
                  </a:lnTo>
                  <a:lnTo>
                    <a:pt x="152079" y="45336"/>
                  </a:lnTo>
                  <a:lnTo>
                    <a:pt x="151815" y="45468"/>
                  </a:lnTo>
                  <a:lnTo>
                    <a:pt x="151552" y="45599"/>
                  </a:lnTo>
                  <a:lnTo>
                    <a:pt x="151289" y="45744"/>
                  </a:lnTo>
                  <a:lnTo>
                    <a:pt x="151039" y="45902"/>
                  </a:lnTo>
                  <a:lnTo>
                    <a:pt x="150802" y="46073"/>
                  </a:lnTo>
                  <a:lnTo>
                    <a:pt x="150565" y="46244"/>
                  </a:lnTo>
                  <a:lnTo>
                    <a:pt x="150341" y="46442"/>
                  </a:lnTo>
                  <a:lnTo>
                    <a:pt x="150117" y="46639"/>
                  </a:lnTo>
                  <a:lnTo>
                    <a:pt x="149907" y="46837"/>
                  </a:lnTo>
                  <a:lnTo>
                    <a:pt x="149709" y="47047"/>
                  </a:lnTo>
                  <a:lnTo>
                    <a:pt x="149525" y="47271"/>
                  </a:lnTo>
                  <a:lnTo>
                    <a:pt x="149341" y="47508"/>
                  </a:lnTo>
                  <a:lnTo>
                    <a:pt x="149156" y="47745"/>
                  </a:lnTo>
                  <a:lnTo>
                    <a:pt x="148998" y="47982"/>
                  </a:lnTo>
                  <a:lnTo>
                    <a:pt x="148840" y="48245"/>
                  </a:lnTo>
                  <a:lnTo>
                    <a:pt x="148709" y="48495"/>
                  </a:lnTo>
                  <a:lnTo>
                    <a:pt x="148577" y="48759"/>
                  </a:lnTo>
                  <a:lnTo>
                    <a:pt x="148446" y="49035"/>
                  </a:lnTo>
                  <a:lnTo>
                    <a:pt x="148340" y="49311"/>
                  </a:lnTo>
                  <a:lnTo>
                    <a:pt x="148248" y="49601"/>
                  </a:lnTo>
                  <a:lnTo>
                    <a:pt x="148156" y="49891"/>
                  </a:lnTo>
                  <a:lnTo>
                    <a:pt x="148090" y="50180"/>
                  </a:lnTo>
                  <a:lnTo>
                    <a:pt x="148024" y="50483"/>
                  </a:lnTo>
                  <a:lnTo>
                    <a:pt x="147972" y="50786"/>
                  </a:lnTo>
                  <a:lnTo>
                    <a:pt x="147945" y="51088"/>
                  </a:lnTo>
                  <a:lnTo>
                    <a:pt x="147919" y="51404"/>
                  </a:lnTo>
                  <a:lnTo>
                    <a:pt x="147919" y="51720"/>
                  </a:lnTo>
                  <a:lnTo>
                    <a:pt x="147919" y="52076"/>
                  </a:lnTo>
                  <a:lnTo>
                    <a:pt x="147945" y="52431"/>
                  </a:lnTo>
                  <a:lnTo>
                    <a:pt x="147998" y="52773"/>
                  </a:lnTo>
                  <a:lnTo>
                    <a:pt x="148064" y="53116"/>
                  </a:lnTo>
                  <a:lnTo>
                    <a:pt x="148130" y="53458"/>
                  </a:lnTo>
                  <a:lnTo>
                    <a:pt x="148235" y="53787"/>
                  </a:lnTo>
                  <a:lnTo>
                    <a:pt x="148340" y="54103"/>
                  </a:lnTo>
                  <a:lnTo>
                    <a:pt x="148459" y="54419"/>
                  </a:lnTo>
                  <a:lnTo>
                    <a:pt x="148604" y="54735"/>
                  </a:lnTo>
                  <a:lnTo>
                    <a:pt x="148761" y="55038"/>
                  </a:lnTo>
                  <a:lnTo>
                    <a:pt x="148919" y="55327"/>
                  </a:lnTo>
                  <a:lnTo>
                    <a:pt x="149104" y="55604"/>
                  </a:lnTo>
                  <a:lnTo>
                    <a:pt x="149301" y="55880"/>
                  </a:lnTo>
                  <a:lnTo>
                    <a:pt x="149512" y="56143"/>
                  </a:lnTo>
                  <a:lnTo>
                    <a:pt x="149722" y="56393"/>
                  </a:lnTo>
                  <a:lnTo>
                    <a:pt x="149959" y="56630"/>
                  </a:lnTo>
                  <a:lnTo>
                    <a:pt x="150196" y="56867"/>
                  </a:lnTo>
                  <a:lnTo>
                    <a:pt x="150446" y="57091"/>
                  </a:lnTo>
                  <a:lnTo>
                    <a:pt x="150710" y="57288"/>
                  </a:lnTo>
                  <a:lnTo>
                    <a:pt x="150986" y="57486"/>
                  </a:lnTo>
                  <a:lnTo>
                    <a:pt x="151276" y="57670"/>
                  </a:lnTo>
                  <a:lnTo>
                    <a:pt x="151565" y="57841"/>
                  </a:lnTo>
                  <a:lnTo>
                    <a:pt x="151868" y="57986"/>
                  </a:lnTo>
                  <a:lnTo>
                    <a:pt x="152171" y="58131"/>
                  </a:lnTo>
                  <a:lnTo>
                    <a:pt x="152487" y="58249"/>
                  </a:lnTo>
                  <a:lnTo>
                    <a:pt x="152816" y="58368"/>
                  </a:lnTo>
                  <a:lnTo>
                    <a:pt x="153145" y="58460"/>
                  </a:lnTo>
                  <a:lnTo>
                    <a:pt x="153474" y="58539"/>
                  </a:lnTo>
                  <a:lnTo>
                    <a:pt x="153816" y="58592"/>
                  </a:lnTo>
                  <a:lnTo>
                    <a:pt x="154172" y="58644"/>
                  </a:lnTo>
                  <a:lnTo>
                    <a:pt x="154527" y="58671"/>
                  </a:lnTo>
                  <a:lnTo>
                    <a:pt x="154882" y="58684"/>
                  </a:lnTo>
                  <a:lnTo>
                    <a:pt x="155238" y="58671"/>
                  </a:lnTo>
                  <a:lnTo>
                    <a:pt x="155593" y="58644"/>
                  </a:lnTo>
                  <a:lnTo>
                    <a:pt x="155936" y="58592"/>
                  </a:lnTo>
                  <a:lnTo>
                    <a:pt x="156278" y="58539"/>
                  </a:lnTo>
                  <a:lnTo>
                    <a:pt x="156620" y="58460"/>
                  </a:lnTo>
                  <a:lnTo>
                    <a:pt x="156949" y="58368"/>
                  </a:lnTo>
                  <a:lnTo>
                    <a:pt x="157278" y="58249"/>
                  </a:lnTo>
                  <a:lnTo>
                    <a:pt x="157594" y="58131"/>
                  </a:lnTo>
                  <a:lnTo>
                    <a:pt x="157897" y="57986"/>
                  </a:lnTo>
                  <a:lnTo>
                    <a:pt x="158200" y="57841"/>
                  </a:lnTo>
                  <a:lnTo>
                    <a:pt x="158489" y="57670"/>
                  </a:lnTo>
                  <a:lnTo>
                    <a:pt x="158766" y="57486"/>
                  </a:lnTo>
                  <a:lnTo>
                    <a:pt x="159042" y="57288"/>
                  </a:lnTo>
                  <a:lnTo>
                    <a:pt x="159305" y="57091"/>
                  </a:lnTo>
                  <a:lnTo>
                    <a:pt x="159556" y="56867"/>
                  </a:lnTo>
                  <a:lnTo>
                    <a:pt x="159806" y="56630"/>
                  </a:lnTo>
                  <a:lnTo>
                    <a:pt x="160029" y="56393"/>
                  </a:lnTo>
                  <a:lnTo>
                    <a:pt x="160253" y="56143"/>
                  </a:lnTo>
                  <a:lnTo>
                    <a:pt x="160464" y="55880"/>
                  </a:lnTo>
                  <a:lnTo>
                    <a:pt x="160648" y="55604"/>
                  </a:lnTo>
                  <a:lnTo>
                    <a:pt x="160832" y="55327"/>
                  </a:lnTo>
                  <a:lnTo>
                    <a:pt x="161004" y="55038"/>
                  </a:lnTo>
                  <a:lnTo>
                    <a:pt x="161161" y="54735"/>
                  </a:lnTo>
                  <a:lnTo>
                    <a:pt x="161293" y="54419"/>
                  </a:lnTo>
                  <a:lnTo>
                    <a:pt x="161425" y="54103"/>
                  </a:lnTo>
                  <a:lnTo>
                    <a:pt x="161530" y="53787"/>
                  </a:lnTo>
                  <a:lnTo>
                    <a:pt x="161622" y="53458"/>
                  </a:lnTo>
                  <a:lnTo>
                    <a:pt x="161701" y="53116"/>
                  </a:lnTo>
                  <a:lnTo>
                    <a:pt x="161767" y="52773"/>
                  </a:lnTo>
                  <a:lnTo>
                    <a:pt x="161806" y="52431"/>
                  </a:lnTo>
                  <a:lnTo>
                    <a:pt x="161833" y="52076"/>
                  </a:lnTo>
                  <a:lnTo>
                    <a:pt x="161846" y="51720"/>
                  </a:lnTo>
                  <a:lnTo>
                    <a:pt x="161833" y="51431"/>
                  </a:lnTo>
                  <a:lnTo>
                    <a:pt x="161820" y="51141"/>
                  </a:lnTo>
                  <a:lnTo>
                    <a:pt x="161793" y="50865"/>
                  </a:lnTo>
                  <a:lnTo>
                    <a:pt x="161754" y="50588"/>
                  </a:lnTo>
                  <a:lnTo>
                    <a:pt x="161701" y="50312"/>
                  </a:lnTo>
                  <a:lnTo>
                    <a:pt x="161635" y="50035"/>
                  </a:lnTo>
                  <a:lnTo>
                    <a:pt x="161570" y="49772"/>
                  </a:lnTo>
                  <a:lnTo>
                    <a:pt x="161491" y="49509"/>
                  </a:lnTo>
                  <a:lnTo>
                    <a:pt x="161398" y="49259"/>
                  </a:lnTo>
                  <a:lnTo>
                    <a:pt x="161293" y="48995"/>
                  </a:lnTo>
                  <a:lnTo>
                    <a:pt x="161188" y="48759"/>
                  </a:lnTo>
                  <a:lnTo>
                    <a:pt x="161056" y="48508"/>
                  </a:lnTo>
                  <a:lnTo>
                    <a:pt x="160938" y="48271"/>
                  </a:lnTo>
                  <a:lnTo>
                    <a:pt x="160793" y="48035"/>
                  </a:lnTo>
                  <a:lnTo>
                    <a:pt x="160648" y="47811"/>
                  </a:lnTo>
                  <a:lnTo>
                    <a:pt x="160490" y="47600"/>
                  </a:lnTo>
                  <a:lnTo>
                    <a:pt x="160332" y="47376"/>
                  </a:lnTo>
                  <a:lnTo>
                    <a:pt x="160161" y="47179"/>
                  </a:lnTo>
                  <a:lnTo>
                    <a:pt x="159977" y="46981"/>
                  </a:lnTo>
                  <a:lnTo>
                    <a:pt x="159792" y="46784"/>
                  </a:lnTo>
                  <a:lnTo>
                    <a:pt x="159595" y="46600"/>
                  </a:lnTo>
                  <a:lnTo>
                    <a:pt x="159398" y="46415"/>
                  </a:lnTo>
                  <a:lnTo>
                    <a:pt x="159187" y="46244"/>
                  </a:lnTo>
                  <a:lnTo>
                    <a:pt x="158976" y="46086"/>
                  </a:lnTo>
                  <a:lnTo>
                    <a:pt x="158753" y="45928"/>
                  </a:lnTo>
                  <a:lnTo>
                    <a:pt x="158529" y="45784"/>
                  </a:lnTo>
                  <a:lnTo>
                    <a:pt x="158292" y="45652"/>
                  </a:lnTo>
                  <a:lnTo>
                    <a:pt x="158055" y="45520"/>
                  </a:lnTo>
                  <a:lnTo>
                    <a:pt x="157818" y="45402"/>
                  </a:lnTo>
                  <a:lnTo>
                    <a:pt x="157568" y="45297"/>
                  </a:lnTo>
                  <a:lnTo>
                    <a:pt x="157318" y="45191"/>
                  </a:lnTo>
                  <a:lnTo>
                    <a:pt x="157054" y="45099"/>
                  </a:lnTo>
                  <a:lnTo>
                    <a:pt x="157054" y="41782"/>
                  </a:lnTo>
                  <a:lnTo>
                    <a:pt x="157041" y="41361"/>
                  </a:lnTo>
                  <a:lnTo>
                    <a:pt x="157015" y="40939"/>
                  </a:lnTo>
                  <a:lnTo>
                    <a:pt x="156975" y="40531"/>
                  </a:lnTo>
                  <a:lnTo>
                    <a:pt x="156910" y="40136"/>
                  </a:lnTo>
                  <a:lnTo>
                    <a:pt x="156831" y="39742"/>
                  </a:lnTo>
                  <a:lnTo>
                    <a:pt x="156739" y="39347"/>
                  </a:lnTo>
                  <a:lnTo>
                    <a:pt x="156633" y="38965"/>
                  </a:lnTo>
                  <a:lnTo>
                    <a:pt x="156502" y="38596"/>
                  </a:lnTo>
                  <a:lnTo>
                    <a:pt x="156370" y="38241"/>
                  </a:lnTo>
                  <a:lnTo>
                    <a:pt x="156212" y="37885"/>
                  </a:lnTo>
                  <a:lnTo>
                    <a:pt x="156041" y="37543"/>
                  </a:lnTo>
                  <a:lnTo>
                    <a:pt x="155857" y="37214"/>
                  </a:lnTo>
                  <a:lnTo>
                    <a:pt x="155672" y="36885"/>
                  </a:lnTo>
                  <a:lnTo>
                    <a:pt x="155462" y="36582"/>
                  </a:lnTo>
                  <a:lnTo>
                    <a:pt x="155238" y="36280"/>
                  </a:lnTo>
                  <a:lnTo>
                    <a:pt x="155014" y="36003"/>
                  </a:lnTo>
                  <a:lnTo>
                    <a:pt x="154764" y="35727"/>
                  </a:lnTo>
                  <a:lnTo>
                    <a:pt x="154514" y="35477"/>
                  </a:lnTo>
                  <a:lnTo>
                    <a:pt x="154251" y="35226"/>
                  </a:lnTo>
                  <a:lnTo>
                    <a:pt x="153974" y="35003"/>
                  </a:lnTo>
                  <a:lnTo>
                    <a:pt x="153698" y="34792"/>
                  </a:lnTo>
                  <a:lnTo>
                    <a:pt x="153408" y="34595"/>
                  </a:lnTo>
                  <a:lnTo>
                    <a:pt x="153105" y="34410"/>
                  </a:lnTo>
                  <a:lnTo>
                    <a:pt x="152790" y="34239"/>
                  </a:lnTo>
                  <a:lnTo>
                    <a:pt x="152474" y="34094"/>
                  </a:lnTo>
                  <a:lnTo>
                    <a:pt x="152158" y="33976"/>
                  </a:lnTo>
                  <a:lnTo>
                    <a:pt x="151815" y="33857"/>
                  </a:lnTo>
                  <a:lnTo>
                    <a:pt x="151486" y="33765"/>
                  </a:lnTo>
                  <a:lnTo>
                    <a:pt x="151144" y="33699"/>
                  </a:lnTo>
                  <a:lnTo>
                    <a:pt x="150789" y="33647"/>
                  </a:lnTo>
                  <a:lnTo>
                    <a:pt x="150433" y="33607"/>
                  </a:lnTo>
                  <a:lnTo>
                    <a:pt x="130438" y="33607"/>
                  </a:lnTo>
                  <a:lnTo>
                    <a:pt x="130438" y="10808"/>
                  </a:lnTo>
                  <a:lnTo>
                    <a:pt x="157107" y="10808"/>
                  </a:lnTo>
                  <a:lnTo>
                    <a:pt x="157186" y="11085"/>
                  </a:lnTo>
                  <a:lnTo>
                    <a:pt x="157278" y="11361"/>
                  </a:lnTo>
                  <a:lnTo>
                    <a:pt x="157384" y="11624"/>
                  </a:lnTo>
                  <a:lnTo>
                    <a:pt x="157489" y="11888"/>
                  </a:lnTo>
                  <a:lnTo>
                    <a:pt x="157621" y="12138"/>
                  </a:lnTo>
                  <a:lnTo>
                    <a:pt x="157752" y="12388"/>
                  </a:lnTo>
                  <a:lnTo>
                    <a:pt x="157884" y="12638"/>
                  </a:lnTo>
                  <a:lnTo>
                    <a:pt x="158042" y="12875"/>
                  </a:lnTo>
                  <a:lnTo>
                    <a:pt x="158200" y="13112"/>
                  </a:lnTo>
                  <a:lnTo>
                    <a:pt x="158371" y="13336"/>
                  </a:lnTo>
                  <a:lnTo>
                    <a:pt x="158542" y="13546"/>
                  </a:lnTo>
                  <a:lnTo>
                    <a:pt x="158739" y="13757"/>
                  </a:lnTo>
                  <a:lnTo>
                    <a:pt x="158924" y="13967"/>
                  </a:lnTo>
                  <a:lnTo>
                    <a:pt x="159134" y="14152"/>
                  </a:lnTo>
                  <a:lnTo>
                    <a:pt x="159345" y="14336"/>
                  </a:lnTo>
                  <a:lnTo>
                    <a:pt x="159556" y="14520"/>
                  </a:lnTo>
                  <a:lnTo>
                    <a:pt x="159792" y="14691"/>
                  </a:lnTo>
                  <a:lnTo>
                    <a:pt x="160016" y="14849"/>
                  </a:lnTo>
                  <a:lnTo>
                    <a:pt x="160253" y="14994"/>
                  </a:lnTo>
                  <a:lnTo>
                    <a:pt x="160503" y="15139"/>
                  </a:lnTo>
                  <a:lnTo>
                    <a:pt x="160753" y="15271"/>
                  </a:lnTo>
                  <a:lnTo>
                    <a:pt x="161017" y="15389"/>
                  </a:lnTo>
                  <a:lnTo>
                    <a:pt x="161267" y="15507"/>
                  </a:lnTo>
                  <a:lnTo>
                    <a:pt x="161543" y="15600"/>
                  </a:lnTo>
                  <a:lnTo>
                    <a:pt x="161820" y="15692"/>
                  </a:lnTo>
                  <a:lnTo>
                    <a:pt x="162096" y="15771"/>
                  </a:lnTo>
                  <a:lnTo>
                    <a:pt x="162373" y="15837"/>
                  </a:lnTo>
                  <a:lnTo>
                    <a:pt x="162662" y="15902"/>
                  </a:lnTo>
                  <a:lnTo>
                    <a:pt x="162952" y="15942"/>
                  </a:lnTo>
                  <a:lnTo>
                    <a:pt x="163241" y="15968"/>
                  </a:lnTo>
                  <a:lnTo>
                    <a:pt x="163544" y="15995"/>
                  </a:lnTo>
                  <a:lnTo>
                    <a:pt x="163847" y="15995"/>
                  </a:lnTo>
                  <a:lnTo>
                    <a:pt x="164202" y="15981"/>
                  </a:lnTo>
                  <a:lnTo>
                    <a:pt x="164558" y="15955"/>
                  </a:lnTo>
                  <a:lnTo>
                    <a:pt x="164900" y="15916"/>
                  </a:lnTo>
                  <a:lnTo>
                    <a:pt x="165242" y="15850"/>
                  </a:lnTo>
                  <a:lnTo>
                    <a:pt x="165584" y="15771"/>
                  </a:lnTo>
                  <a:lnTo>
                    <a:pt x="165913" y="15679"/>
                  </a:lnTo>
                  <a:lnTo>
                    <a:pt x="166243" y="15573"/>
                  </a:lnTo>
                  <a:lnTo>
                    <a:pt x="166559" y="15455"/>
                  </a:lnTo>
                  <a:lnTo>
                    <a:pt x="166861" y="15310"/>
                  </a:lnTo>
                  <a:lnTo>
                    <a:pt x="167164" y="15152"/>
                  </a:lnTo>
                  <a:lnTo>
                    <a:pt x="167454" y="14981"/>
                  </a:lnTo>
                  <a:lnTo>
                    <a:pt x="167730" y="14810"/>
                  </a:lnTo>
                  <a:lnTo>
                    <a:pt x="168006" y="14612"/>
                  </a:lnTo>
                  <a:lnTo>
                    <a:pt x="168270" y="14402"/>
                  </a:lnTo>
                  <a:lnTo>
                    <a:pt x="168520" y="14191"/>
                  </a:lnTo>
                  <a:lnTo>
                    <a:pt x="168770" y="13954"/>
                  </a:lnTo>
                  <a:lnTo>
                    <a:pt x="168994" y="13717"/>
                  </a:lnTo>
                  <a:lnTo>
                    <a:pt x="169218" y="13454"/>
                  </a:lnTo>
                  <a:lnTo>
                    <a:pt x="169428" y="13191"/>
                  </a:lnTo>
                  <a:lnTo>
                    <a:pt x="169612" y="12927"/>
                  </a:lnTo>
                  <a:lnTo>
                    <a:pt x="169797" y="12638"/>
                  </a:lnTo>
                  <a:lnTo>
                    <a:pt x="169968" y="12348"/>
                  </a:lnTo>
                  <a:lnTo>
                    <a:pt x="170126" y="12045"/>
                  </a:lnTo>
                  <a:lnTo>
                    <a:pt x="170257" y="11743"/>
                  </a:lnTo>
                  <a:lnTo>
                    <a:pt x="170389" y="11427"/>
                  </a:lnTo>
                  <a:lnTo>
                    <a:pt x="170494" y="11098"/>
                  </a:lnTo>
                  <a:lnTo>
                    <a:pt x="170587" y="10769"/>
                  </a:lnTo>
                  <a:lnTo>
                    <a:pt x="170666" y="10440"/>
                  </a:lnTo>
                  <a:lnTo>
                    <a:pt x="170731" y="10097"/>
                  </a:lnTo>
                  <a:lnTo>
                    <a:pt x="170771" y="9742"/>
                  </a:lnTo>
                  <a:lnTo>
                    <a:pt x="170797" y="9386"/>
                  </a:lnTo>
                  <a:lnTo>
                    <a:pt x="170810" y="9031"/>
                  </a:lnTo>
                  <a:lnTo>
                    <a:pt x="170797" y="8676"/>
                  </a:lnTo>
                  <a:lnTo>
                    <a:pt x="170771" y="8320"/>
                  </a:lnTo>
                  <a:lnTo>
                    <a:pt x="170731" y="7978"/>
                  </a:lnTo>
                  <a:lnTo>
                    <a:pt x="170666" y="7636"/>
                  </a:lnTo>
                  <a:lnTo>
                    <a:pt x="170587" y="7293"/>
                  </a:lnTo>
                  <a:lnTo>
                    <a:pt x="170494" y="6964"/>
                  </a:lnTo>
                  <a:lnTo>
                    <a:pt x="170389" y="6635"/>
                  </a:lnTo>
                  <a:lnTo>
                    <a:pt x="170257" y="6319"/>
                  </a:lnTo>
                  <a:lnTo>
                    <a:pt x="170126" y="6017"/>
                  </a:lnTo>
                  <a:lnTo>
                    <a:pt x="169968" y="5714"/>
                  </a:lnTo>
                  <a:lnTo>
                    <a:pt x="169797" y="5424"/>
                  </a:lnTo>
                  <a:lnTo>
                    <a:pt x="169612" y="5148"/>
                  </a:lnTo>
                  <a:lnTo>
                    <a:pt x="169428" y="4871"/>
                  </a:lnTo>
                  <a:lnTo>
                    <a:pt x="169218" y="4608"/>
                  </a:lnTo>
                  <a:lnTo>
                    <a:pt x="168994" y="4358"/>
                  </a:lnTo>
                  <a:lnTo>
                    <a:pt x="168770" y="4108"/>
                  </a:lnTo>
                  <a:lnTo>
                    <a:pt x="168520" y="3884"/>
                  </a:lnTo>
                  <a:lnTo>
                    <a:pt x="168270" y="3660"/>
                  </a:lnTo>
                  <a:lnTo>
                    <a:pt x="168006" y="3450"/>
                  </a:lnTo>
                  <a:lnTo>
                    <a:pt x="167730" y="3265"/>
                  </a:lnTo>
                  <a:lnTo>
                    <a:pt x="167454" y="3081"/>
                  </a:lnTo>
                  <a:lnTo>
                    <a:pt x="167164" y="2910"/>
                  </a:lnTo>
                  <a:lnTo>
                    <a:pt x="166861" y="2752"/>
                  </a:lnTo>
                  <a:lnTo>
                    <a:pt x="166559" y="2620"/>
                  </a:lnTo>
                  <a:lnTo>
                    <a:pt x="166243" y="2489"/>
                  </a:lnTo>
                  <a:lnTo>
                    <a:pt x="165913" y="2383"/>
                  </a:lnTo>
                  <a:lnTo>
                    <a:pt x="165584" y="2291"/>
                  </a:lnTo>
                  <a:lnTo>
                    <a:pt x="165242" y="2212"/>
                  </a:lnTo>
                  <a:lnTo>
                    <a:pt x="164900" y="2147"/>
                  </a:lnTo>
                  <a:lnTo>
                    <a:pt x="164558" y="2107"/>
                  </a:lnTo>
                  <a:lnTo>
                    <a:pt x="164202" y="2081"/>
                  </a:lnTo>
                  <a:lnTo>
                    <a:pt x="163847" y="2068"/>
                  </a:lnTo>
                  <a:lnTo>
                    <a:pt x="163544" y="2081"/>
                  </a:lnTo>
                  <a:lnTo>
                    <a:pt x="163241" y="2094"/>
                  </a:lnTo>
                  <a:lnTo>
                    <a:pt x="162952" y="2120"/>
                  </a:lnTo>
                  <a:lnTo>
                    <a:pt x="162662" y="2173"/>
                  </a:lnTo>
                  <a:lnTo>
                    <a:pt x="162373" y="2225"/>
                  </a:lnTo>
                  <a:lnTo>
                    <a:pt x="162096" y="2291"/>
                  </a:lnTo>
                  <a:lnTo>
                    <a:pt x="161820" y="2370"/>
                  </a:lnTo>
                  <a:lnTo>
                    <a:pt x="161543" y="2462"/>
                  </a:lnTo>
                  <a:lnTo>
                    <a:pt x="161267" y="2555"/>
                  </a:lnTo>
                  <a:lnTo>
                    <a:pt x="161017" y="2673"/>
                  </a:lnTo>
                  <a:lnTo>
                    <a:pt x="160753" y="2792"/>
                  </a:lnTo>
                  <a:lnTo>
                    <a:pt x="160503" y="2923"/>
                  </a:lnTo>
                  <a:lnTo>
                    <a:pt x="160253" y="3068"/>
                  </a:lnTo>
                  <a:lnTo>
                    <a:pt x="160016" y="3213"/>
                  </a:lnTo>
                  <a:lnTo>
                    <a:pt x="159792" y="3371"/>
                  </a:lnTo>
                  <a:lnTo>
                    <a:pt x="159556" y="3542"/>
                  </a:lnTo>
                  <a:lnTo>
                    <a:pt x="159345" y="3726"/>
                  </a:lnTo>
                  <a:lnTo>
                    <a:pt x="159134" y="3910"/>
                  </a:lnTo>
                  <a:lnTo>
                    <a:pt x="158924" y="4108"/>
                  </a:lnTo>
                  <a:lnTo>
                    <a:pt x="158739" y="4305"/>
                  </a:lnTo>
                  <a:lnTo>
                    <a:pt x="158542" y="4516"/>
                  </a:lnTo>
                  <a:lnTo>
                    <a:pt x="158371" y="4740"/>
                  </a:lnTo>
                  <a:lnTo>
                    <a:pt x="158200" y="4964"/>
                  </a:lnTo>
                  <a:lnTo>
                    <a:pt x="158042" y="5187"/>
                  </a:lnTo>
                  <a:lnTo>
                    <a:pt x="157884" y="5424"/>
                  </a:lnTo>
                  <a:lnTo>
                    <a:pt x="157752" y="5674"/>
                  </a:lnTo>
                  <a:lnTo>
                    <a:pt x="157621" y="5924"/>
                  </a:lnTo>
                  <a:lnTo>
                    <a:pt x="157489" y="6175"/>
                  </a:lnTo>
                  <a:lnTo>
                    <a:pt x="157384" y="6438"/>
                  </a:lnTo>
                  <a:lnTo>
                    <a:pt x="157278" y="6714"/>
                  </a:lnTo>
                  <a:lnTo>
                    <a:pt x="157186" y="6978"/>
                  </a:lnTo>
                  <a:lnTo>
                    <a:pt x="157107" y="7267"/>
                  </a:lnTo>
                  <a:lnTo>
                    <a:pt x="104651" y="7267"/>
                  </a:lnTo>
                  <a:lnTo>
                    <a:pt x="104243" y="7293"/>
                  </a:lnTo>
                  <a:lnTo>
                    <a:pt x="103835" y="7346"/>
                  </a:lnTo>
                  <a:lnTo>
                    <a:pt x="103426" y="7399"/>
                  </a:lnTo>
                  <a:lnTo>
                    <a:pt x="103032" y="7478"/>
                  </a:lnTo>
                  <a:lnTo>
                    <a:pt x="102650" y="7570"/>
                  </a:lnTo>
                  <a:lnTo>
                    <a:pt x="102268" y="7688"/>
                  </a:lnTo>
                  <a:lnTo>
                    <a:pt x="101899" y="7807"/>
                  </a:lnTo>
                  <a:lnTo>
                    <a:pt x="101531" y="7952"/>
                  </a:lnTo>
                  <a:lnTo>
                    <a:pt x="101175" y="8110"/>
                  </a:lnTo>
                  <a:lnTo>
                    <a:pt x="100833" y="8268"/>
                  </a:lnTo>
                  <a:lnTo>
                    <a:pt x="100504" y="8452"/>
                  </a:lnTo>
                  <a:lnTo>
                    <a:pt x="100188" y="8649"/>
                  </a:lnTo>
                  <a:lnTo>
                    <a:pt x="99872" y="8860"/>
                  </a:lnTo>
                  <a:lnTo>
                    <a:pt x="99583" y="9071"/>
                  </a:lnTo>
                  <a:lnTo>
                    <a:pt x="99293" y="9307"/>
                  </a:lnTo>
                  <a:lnTo>
                    <a:pt x="99030" y="9544"/>
                  </a:lnTo>
                  <a:lnTo>
                    <a:pt x="98767" y="9808"/>
                  </a:lnTo>
                  <a:lnTo>
                    <a:pt x="98530" y="10071"/>
                  </a:lnTo>
                  <a:lnTo>
                    <a:pt x="98293" y="10334"/>
                  </a:lnTo>
                  <a:lnTo>
                    <a:pt x="98082" y="10624"/>
                  </a:lnTo>
                  <a:lnTo>
                    <a:pt x="97885" y="10913"/>
                  </a:lnTo>
                  <a:lnTo>
                    <a:pt x="97700" y="11216"/>
                  </a:lnTo>
                  <a:lnTo>
                    <a:pt x="97542" y="11519"/>
                  </a:lnTo>
                  <a:lnTo>
                    <a:pt x="97398" y="11848"/>
                  </a:lnTo>
                  <a:lnTo>
                    <a:pt x="97266" y="12164"/>
                  </a:lnTo>
                  <a:lnTo>
                    <a:pt x="97161" y="12493"/>
                  </a:lnTo>
                  <a:lnTo>
                    <a:pt x="97068" y="12835"/>
                  </a:lnTo>
                  <a:lnTo>
                    <a:pt x="96989" y="13178"/>
                  </a:lnTo>
                  <a:lnTo>
                    <a:pt x="96937" y="13520"/>
                  </a:lnTo>
                  <a:lnTo>
                    <a:pt x="96911" y="13875"/>
                  </a:lnTo>
                  <a:lnTo>
                    <a:pt x="96897" y="14244"/>
                  </a:lnTo>
                  <a:lnTo>
                    <a:pt x="96897" y="21721"/>
                  </a:lnTo>
                  <a:lnTo>
                    <a:pt x="96897" y="28131"/>
                  </a:lnTo>
                  <a:lnTo>
                    <a:pt x="96897" y="35621"/>
                  </a:lnTo>
                  <a:lnTo>
                    <a:pt x="96884" y="35792"/>
                  </a:lnTo>
                  <a:lnTo>
                    <a:pt x="96871" y="35964"/>
                  </a:lnTo>
                  <a:lnTo>
                    <a:pt x="96845" y="36135"/>
                  </a:lnTo>
                  <a:lnTo>
                    <a:pt x="96805" y="36293"/>
                  </a:lnTo>
                  <a:lnTo>
                    <a:pt x="96753" y="36464"/>
                  </a:lnTo>
                  <a:lnTo>
                    <a:pt x="96687" y="36622"/>
                  </a:lnTo>
                  <a:lnTo>
                    <a:pt x="96608" y="36780"/>
                  </a:lnTo>
                  <a:lnTo>
                    <a:pt x="96529" y="36938"/>
                  </a:lnTo>
                  <a:lnTo>
                    <a:pt x="96437" y="37096"/>
                  </a:lnTo>
                  <a:lnTo>
                    <a:pt x="96331" y="37240"/>
                  </a:lnTo>
                  <a:lnTo>
                    <a:pt x="96213" y="37385"/>
                  </a:lnTo>
                  <a:lnTo>
                    <a:pt x="96094" y="37517"/>
                  </a:lnTo>
                  <a:lnTo>
                    <a:pt x="95963" y="37662"/>
                  </a:lnTo>
                  <a:lnTo>
                    <a:pt x="95818" y="37780"/>
                  </a:lnTo>
                  <a:lnTo>
                    <a:pt x="95673" y="37912"/>
                  </a:lnTo>
                  <a:lnTo>
                    <a:pt x="95515" y="38030"/>
                  </a:lnTo>
                  <a:lnTo>
                    <a:pt x="95357" y="38149"/>
                  </a:lnTo>
                  <a:lnTo>
                    <a:pt x="95186" y="38254"/>
                  </a:lnTo>
                  <a:lnTo>
                    <a:pt x="95015" y="38359"/>
                  </a:lnTo>
                  <a:lnTo>
                    <a:pt x="94831" y="38451"/>
                  </a:lnTo>
                  <a:lnTo>
                    <a:pt x="94646" y="38544"/>
                  </a:lnTo>
                  <a:lnTo>
                    <a:pt x="94449" y="38623"/>
                  </a:lnTo>
                  <a:lnTo>
                    <a:pt x="94251" y="38702"/>
                  </a:lnTo>
                  <a:lnTo>
                    <a:pt x="94041" y="38781"/>
                  </a:lnTo>
                  <a:lnTo>
                    <a:pt x="93830" y="38833"/>
                  </a:lnTo>
                  <a:lnTo>
                    <a:pt x="93620" y="38886"/>
                  </a:lnTo>
                  <a:lnTo>
                    <a:pt x="93409" y="38939"/>
                  </a:lnTo>
                  <a:lnTo>
                    <a:pt x="93185" y="38978"/>
                  </a:lnTo>
                  <a:lnTo>
                    <a:pt x="92961" y="39004"/>
                  </a:lnTo>
                  <a:lnTo>
                    <a:pt x="92725" y="39031"/>
                  </a:lnTo>
                  <a:lnTo>
                    <a:pt x="92501" y="39044"/>
                  </a:lnTo>
                  <a:lnTo>
                    <a:pt x="53708" y="39044"/>
                  </a:lnTo>
                  <a:lnTo>
                    <a:pt x="53708" y="12164"/>
                  </a:lnTo>
                  <a:lnTo>
                    <a:pt x="53708" y="11993"/>
                  </a:lnTo>
                  <a:lnTo>
                    <a:pt x="53734" y="11822"/>
                  </a:lnTo>
                  <a:lnTo>
                    <a:pt x="53761" y="11651"/>
                  </a:lnTo>
                  <a:lnTo>
                    <a:pt x="53800" y="11479"/>
                  </a:lnTo>
                  <a:lnTo>
                    <a:pt x="53853" y="11321"/>
                  </a:lnTo>
                  <a:lnTo>
                    <a:pt x="53919" y="11164"/>
                  </a:lnTo>
                  <a:lnTo>
                    <a:pt x="53998" y="11006"/>
                  </a:lnTo>
                  <a:lnTo>
                    <a:pt x="54077" y="10848"/>
                  </a:lnTo>
                  <a:lnTo>
                    <a:pt x="54169" y="10690"/>
                  </a:lnTo>
                  <a:lnTo>
                    <a:pt x="54274" y="10545"/>
                  </a:lnTo>
                  <a:lnTo>
                    <a:pt x="54392" y="10400"/>
                  </a:lnTo>
                  <a:lnTo>
                    <a:pt x="54511" y="10255"/>
                  </a:lnTo>
                  <a:lnTo>
                    <a:pt x="54643" y="10124"/>
                  </a:lnTo>
                  <a:lnTo>
                    <a:pt x="54787" y="9992"/>
                  </a:lnTo>
                  <a:lnTo>
                    <a:pt x="54932" y="9873"/>
                  </a:lnTo>
                  <a:lnTo>
                    <a:pt x="55077" y="9755"/>
                  </a:lnTo>
                  <a:lnTo>
                    <a:pt x="55248" y="9637"/>
                  </a:lnTo>
                  <a:lnTo>
                    <a:pt x="55419" y="9531"/>
                  </a:lnTo>
                  <a:lnTo>
                    <a:pt x="55590" y="9426"/>
                  </a:lnTo>
                  <a:lnTo>
                    <a:pt x="55775" y="9334"/>
                  </a:lnTo>
                  <a:lnTo>
                    <a:pt x="55959" y="9242"/>
                  </a:lnTo>
                  <a:lnTo>
                    <a:pt x="56156" y="9150"/>
                  </a:lnTo>
                  <a:lnTo>
                    <a:pt x="56354" y="9071"/>
                  </a:lnTo>
                  <a:lnTo>
                    <a:pt x="56551" y="9005"/>
                  </a:lnTo>
                  <a:lnTo>
                    <a:pt x="56762" y="8939"/>
                  </a:lnTo>
                  <a:lnTo>
                    <a:pt x="56986" y="8886"/>
                  </a:lnTo>
                  <a:lnTo>
                    <a:pt x="57196" y="8847"/>
                  </a:lnTo>
                  <a:lnTo>
                    <a:pt x="57420" y="8807"/>
                  </a:lnTo>
                  <a:lnTo>
                    <a:pt x="57644" y="8768"/>
                  </a:lnTo>
                  <a:lnTo>
                    <a:pt x="57881" y="8755"/>
                  </a:lnTo>
                  <a:lnTo>
                    <a:pt x="58105" y="8741"/>
                  </a:lnTo>
                  <a:lnTo>
                    <a:pt x="58342" y="8728"/>
                  </a:lnTo>
                  <a:lnTo>
                    <a:pt x="64699" y="8728"/>
                  </a:lnTo>
                  <a:lnTo>
                    <a:pt x="64778" y="9005"/>
                  </a:lnTo>
                  <a:lnTo>
                    <a:pt x="64871" y="9281"/>
                  </a:lnTo>
                  <a:lnTo>
                    <a:pt x="64976" y="9544"/>
                  </a:lnTo>
                  <a:lnTo>
                    <a:pt x="65081" y="9808"/>
                  </a:lnTo>
                  <a:lnTo>
                    <a:pt x="65213" y="10071"/>
                  </a:lnTo>
                  <a:lnTo>
                    <a:pt x="65344" y="10321"/>
                  </a:lnTo>
                  <a:lnTo>
                    <a:pt x="65489" y="10558"/>
                  </a:lnTo>
                  <a:lnTo>
                    <a:pt x="65634" y="10808"/>
                  </a:lnTo>
                  <a:lnTo>
                    <a:pt x="65792" y="11032"/>
                  </a:lnTo>
                  <a:lnTo>
                    <a:pt x="65963" y="11256"/>
                  </a:lnTo>
                  <a:lnTo>
                    <a:pt x="66147" y="11479"/>
                  </a:lnTo>
                  <a:lnTo>
                    <a:pt x="66332" y="11690"/>
                  </a:lnTo>
                  <a:lnTo>
                    <a:pt x="66529" y="11888"/>
                  </a:lnTo>
                  <a:lnTo>
                    <a:pt x="66727" y="12085"/>
                  </a:lnTo>
                  <a:lnTo>
                    <a:pt x="66937" y="12269"/>
                  </a:lnTo>
                  <a:lnTo>
                    <a:pt x="67161" y="12440"/>
                  </a:lnTo>
                  <a:lnTo>
                    <a:pt x="67385" y="12612"/>
                  </a:lnTo>
                  <a:lnTo>
                    <a:pt x="67609" y="12769"/>
                  </a:lnTo>
                  <a:lnTo>
                    <a:pt x="67859" y="12927"/>
                  </a:lnTo>
                  <a:lnTo>
                    <a:pt x="68096" y="13072"/>
                  </a:lnTo>
                  <a:lnTo>
                    <a:pt x="68346" y="13204"/>
                  </a:lnTo>
                  <a:lnTo>
                    <a:pt x="68609" y="13322"/>
                  </a:lnTo>
                  <a:lnTo>
                    <a:pt x="68872" y="13428"/>
                  </a:lnTo>
                  <a:lnTo>
                    <a:pt x="69136" y="13533"/>
                  </a:lnTo>
                  <a:lnTo>
                    <a:pt x="69412" y="13625"/>
                  </a:lnTo>
                  <a:lnTo>
                    <a:pt x="69688" y="13704"/>
                  </a:lnTo>
                  <a:lnTo>
                    <a:pt x="69965" y="13770"/>
                  </a:lnTo>
                  <a:lnTo>
                    <a:pt x="70254" y="13823"/>
                  </a:lnTo>
                  <a:lnTo>
                    <a:pt x="70544" y="13862"/>
                  </a:lnTo>
                  <a:lnTo>
                    <a:pt x="70847" y="13902"/>
                  </a:lnTo>
                  <a:lnTo>
                    <a:pt x="71136" y="13915"/>
                  </a:lnTo>
                  <a:lnTo>
                    <a:pt x="71439" y="13928"/>
                  </a:lnTo>
                  <a:lnTo>
                    <a:pt x="71795" y="13915"/>
                  </a:lnTo>
                  <a:lnTo>
                    <a:pt x="72150" y="13888"/>
                  </a:lnTo>
                  <a:lnTo>
                    <a:pt x="72505" y="13849"/>
                  </a:lnTo>
                  <a:lnTo>
                    <a:pt x="72848" y="13783"/>
                  </a:lnTo>
                  <a:lnTo>
                    <a:pt x="73177" y="13704"/>
                  </a:lnTo>
                  <a:lnTo>
                    <a:pt x="73506" y="13612"/>
                  </a:lnTo>
                  <a:lnTo>
                    <a:pt x="73835" y="13507"/>
                  </a:lnTo>
                  <a:lnTo>
                    <a:pt x="74151" y="13375"/>
                  </a:lnTo>
                  <a:lnTo>
                    <a:pt x="74454" y="13230"/>
                  </a:lnTo>
                  <a:lnTo>
                    <a:pt x="74756" y="13085"/>
                  </a:lnTo>
                  <a:lnTo>
                    <a:pt x="75046" y="12914"/>
                  </a:lnTo>
                  <a:lnTo>
                    <a:pt x="75336" y="12730"/>
                  </a:lnTo>
                  <a:lnTo>
                    <a:pt x="75599" y="12533"/>
                  </a:lnTo>
                  <a:lnTo>
                    <a:pt x="75862" y="12335"/>
                  </a:lnTo>
                  <a:lnTo>
                    <a:pt x="76125" y="12111"/>
                  </a:lnTo>
                  <a:lnTo>
                    <a:pt x="76362" y="11888"/>
                  </a:lnTo>
                  <a:lnTo>
                    <a:pt x="76586" y="11637"/>
                  </a:lnTo>
                  <a:lnTo>
                    <a:pt x="76810" y="11387"/>
                  </a:lnTo>
                  <a:lnTo>
                    <a:pt x="77020" y="11124"/>
                  </a:lnTo>
                  <a:lnTo>
                    <a:pt x="77218" y="10848"/>
                  </a:lnTo>
                  <a:lnTo>
                    <a:pt x="77389" y="10571"/>
                  </a:lnTo>
                  <a:lnTo>
                    <a:pt x="77560" y="10282"/>
                  </a:lnTo>
                  <a:lnTo>
                    <a:pt x="77718" y="9979"/>
                  </a:lnTo>
                  <a:lnTo>
                    <a:pt x="77850" y="9663"/>
                  </a:lnTo>
                  <a:lnTo>
                    <a:pt x="77981" y="9347"/>
                  </a:lnTo>
                  <a:lnTo>
                    <a:pt x="78087" y="9031"/>
                  </a:lnTo>
                  <a:lnTo>
                    <a:pt x="78179" y="8702"/>
                  </a:lnTo>
                  <a:lnTo>
                    <a:pt x="78258" y="8360"/>
                  </a:lnTo>
                  <a:lnTo>
                    <a:pt x="78324" y="8017"/>
                  </a:lnTo>
                  <a:lnTo>
                    <a:pt x="78363" y="7675"/>
                  </a:lnTo>
                  <a:lnTo>
                    <a:pt x="78389" y="7320"/>
                  </a:lnTo>
                  <a:lnTo>
                    <a:pt x="78403" y="6964"/>
                  </a:lnTo>
                  <a:lnTo>
                    <a:pt x="78389" y="6596"/>
                  </a:lnTo>
                  <a:lnTo>
                    <a:pt x="78363" y="6254"/>
                  </a:lnTo>
                  <a:lnTo>
                    <a:pt x="78324" y="5898"/>
                  </a:lnTo>
                  <a:lnTo>
                    <a:pt x="78258" y="5556"/>
                  </a:lnTo>
                  <a:lnTo>
                    <a:pt x="78179" y="5227"/>
                  </a:lnTo>
                  <a:lnTo>
                    <a:pt x="78087" y="4885"/>
                  </a:lnTo>
                  <a:lnTo>
                    <a:pt x="77981" y="4569"/>
                  </a:lnTo>
                  <a:lnTo>
                    <a:pt x="77850" y="4253"/>
                  </a:lnTo>
                  <a:lnTo>
                    <a:pt x="77718" y="3937"/>
                  </a:lnTo>
                  <a:lnTo>
                    <a:pt x="77560" y="3647"/>
                  </a:lnTo>
                  <a:lnTo>
                    <a:pt x="77389" y="3358"/>
                  </a:lnTo>
                  <a:lnTo>
                    <a:pt x="77218" y="3068"/>
                  </a:lnTo>
                  <a:lnTo>
                    <a:pt x="77020" y="2792"/>
                  </a:lnTo>
                  <a:lnTo>
                    <a:pt x="76810" y="2528"/>
                  </a:lnTo>
                  <a:lnTo>
                    <a:pt x="76586" y="2278"/>
                  </a:lnTo>
                  <a:lnTo>
                    <a:pt x="76362" y="2041"/>
                  </a:lnTo>
                  <a:lnTo>
                    <a:pt x="76125" y="1804"/>
                  </a:lnTo>
                  <a:lnTo>
                    <a:pt x="75862" y="1594"/>
                  </a:lnTo>
                  <a:lnTo>
                    <a:pt x="75599" y="1383"/>
                  </a:lnTo>
                  <a:lnTo>
                    <a:pt x="75336" y="1186"/>
                  </a:lnTo>
                  <a:lnTo>
                    <a:pt x="75046" y="1001"/>
                  </a:lnTo>
                  <a:lnTo>
                    <a:pt x="74756" y="843"/>
                  </a:lnTo>
                  <a:lnTo>
                    <a:pt x="74454" y="685"/>
                  </a:lnTo>
                  <a:lnTo>
                    <a:pt x="74151" y="541"/>
                  </a:lnTo>
                  <a:lnTo>
                    <a:pt x="73835" y="422"/>
                  </a:lnTo>
                  <a:lnTo>
                    <a:pt x="73506" y="304"/>
                  </a:lnTo>
                  <a:lnTo>
                    <a:pt x="73177" y="211"/>
                  </a:lnTo>
                  <a:lnTo>
                    <a:pt x="72848" y="132"/>
                  </a:lnTo>
                  <a:lnTo>
                    <a:pt x="72505" y="80"/>
                  </a:lnTo>
                  <a:lnTo>
                    <a:pt x="72150" y="27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rgbClr val="E99B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7"/>
          <p:cNvSpPr/>
          <p:nvPr/>
        </p:nvSpPr>
        <p:spPr>
          <a:xfrm>
            <a:off x="3172990" y="972275"/>
            <a:ext cx="3497700" cy="4320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2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confusão</a:t>
            </a:r>
            <a:endParaRPr/>
          </a:p>
        </p:txBody>
      </p:sp>
      <p:grpSp>
        <p:nvGrpSpPr>
          <p:cNvPr id="1085" name="Google Shape;1085;p27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1086" name="Google Shape;1086;p27"/>
            <p:cNvSpPr/>
            <p:nvPr/>
          </p:nvSpPr>
          <p:spPr>
            <a:xfrm>
              <a:off x="2479080" y="2287650"/>
              <a:ext cx="245504" cy="279770"/>
            </a:xfrm>
            <a:custGeom>
              <a:rect b="b" l="l" r="r" t="t"/>
              <a:pathLst>
                <a:path extrusionOk="0" h="8181" w="7179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2418003" y="2503060"/>
              <a:ext cx="365674" cy="149888"/>
            </a:xfrm>
            <a:custGeom>
              <a:rect b="b" l="l" r="r" t="t"/>
              <a:pathLst>
                <a:path extrusionOk="0" h="4383" w="10693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27"/>
          <p:cNvGrpSpPr/>
          <p:nvPr/>
        </p:nvGrpSpPr>
        <p:grpSpPr>
          <a:xfrm>
            <a:off x="3335375" y="1819273"/>
            <a:ext cx="3172925" cy="1448518"/>
            <a:chOff x="3335387" y="2505960"/>
            <a:chExt cx="3172925" cy="852019"/>
          </a:xfrm>
        </p:grpSpPr>
        <p:sp>
          <p:nvSpPr>
            <p:cNvPr id="1089" name="Google Shape;1089;p27"/>
            <p:cNvSpPr txBox="1"/>
            <p:nvPr/>
          </p:nvSpPr>
          <p:spPr>
            <a:xfrm>
              <a:off x="3335387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Verdadeiro Negativo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0" name="Google Shape;1090;p27"/>
            <p:cNvSpPr txBox="1"/>
            <p:nvPr/>
          </p:nvSpPr>
          <p:spPr>
            <a:xfrm>
              <a:off x="5060512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Falso Negativo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1" name="Google Shape;1091;p27"/>
            <p:cNvSpPr txBox="1"/>
            <p:nvPr/>
          </p:nvSpPr>
          <p:spPr>
            <a:xfrm>
              <a:off x="3335387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Falso Positivo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2" name="Google Shape;1092;p27"/>
            <p:cNvSpPr txBox="1"/>
            <p:nvPr/>
          </p:nvSpPr>
          <p:spPr>
            <a:xfrm>
              <a:off x="5060512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Verdadeiro Positivo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3" name="Google Shape;1093;p27"/>
          <p:cNvGrpSpPr/>
          <p:nvPr/>
        </p:nvGrpSpPr>
        <p:grpSpPr>
          <a:xfrm>
            <a:off x="3198075" y="1687683"/>
            <a:ext cx="3410100" cy="1814913"/>
            <a:chOff x="3286125" y="2433675"/>
            <a:chExt cx="3410100" cy="1133400"/>
          </a:xfrm>
        </p:grpSpPr>
        <p:cxnSp>
          <p:nvCxnSpPr>
            <p:cNvPr id="1094" name="Google Shape;1094;p27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27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6" name="Google Shape;1096;p27"/>
          <p:cNvSpPr txBox="1"/>
          <p:nvPr/>
        </p:nvSpPr>
        <p:spPr>
          <a:xfrm>
            <a:off x="4375840" y="1002575"/>
            <a:ext cx="1092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Rótulo Real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27"/>
          <p:cNvSpPr/>
          <p:nvPr/>
        </p:nvSpPr>
        <p:spPr>
          <a:xfrm>
            <a:off x="3335375" y="144512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Neg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27"/>
          <p:cNvSpPr/>
          <p:nvPr/>
        </p:nvSpPr>
        <p:spPr>
          <a:xfrm>
            <a:off x="5022050" y="146027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99" name="Google Shape;1099;p27"/>
          <p:cNvGrpSpPr/>
          <p:nvPr/>
        </p:nvGrpSpPr>
        <p:grpSpPr>
          <a:xfrm>
            <a:off x="1285325" y="2356633"/>
            <a:ext cx="1199100" cy="477001"/>
            <a:chOff x="1365700" y="1524871"/>
            <a:chExt cx="1199100" cy="477001"/>
          </a:xfrm>
        </p:grpSpPr>
        <p:sp>
          <p:nvSpPr>
            <p:cNvPr id="1100" name="Google Shape;1100;p27"/>
            <p:cNvSpPr/>
            <p:nvPr/>
          </p:nvSpPr>
          <p:spPr>
            <a:xfrm>
              <a:off x="1365700" y="1524871"/>
              <a:ext cx="11991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1" name="Google Shape;1101;p27"/>
            <p:cNvSpPr txBox="1"/>
            <p:nvPr/>
          </p:nvSpPr>
          <p:spPr>
            <a:xfrm>
              <a:off x="1365700" y="1524872"/>
              <a:ext cx="11991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Classificado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02" name="Google Shape;1102;p27"/>
          <p:cNvSpPr/>
          <p:nvPr/>
        </p:nvSpPr>
        <p:spPr>
          <a:xfrm>
            <a:off x="2658400" y="1748125"/>
            <a:ext cx="365700" cy="8037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Neg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27"/>
          <p:cNvSpPr/>
          <p:nvPr/>
        </p:nvSpPr>
        <p:spPr>
          <a:xfrm>
            <a:off x="2697075" y="2698000"/>
            <a:ext cx="365700" cy="804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Pos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27"/>
          <p:cNvSpPr/>
          <p:nvPr/>
        </p:nvSpPr>
        <p:spPr>
          <a:xfrm>
            <a:off x="5077750" y="1848450"/>
            <a:ext cx="1366200" cy="1490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A5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27"/>
          <p:cNvSpPr/>
          <p:nvPr/>
        </p:nvSpPr>
        <p:spPr>
          <a:xfrm>
            <a:off x="5289625" y="3850325"/>
            <a:ext cx="2666700" cy="7743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Recall, sensibilidade, razão de verdadeiro positivo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27"/>
          <p:cNvSpPr/>
          <p:nvPr/>
        </p:nvSpPr>
        <p:spPr>
          <a:xfrm>
            <a:off x="1825500" y="3816300"/>
            <a:ext cx="2666700" cy="7743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Recall*, especificidade, razão de verdadeiro negativo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8"/>
          <p:cNvSpPr/>
          <p:nvPr/>
        </p:nvSpPr>
        <p:spPr>
          <a:xfrm>
            <a:off x="3172990" y="972275"/>
            <a:ext cx="3497700" cy="4320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2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confusão</a:t>
            </a:r>
            <a:endParaRPr/>
          </a:p>
        </p:txBody>
      </p:sp>
      <p:grpSp>
        <p:nvGrpSpPr>
          <p:cNvPr id="1113" name="Google Shape;1113;p28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1114" name="Google Shape;1114;p28"/>
            <p:cNvSpPr/>
            <p:nvPr/>
          </p:nvSpPr>
          <p:spPr>
            <a:xfrm>
              <a:off x="2479080" y="2287650"/>
              <a:ext cx="245504" cy="279770"/>
            </a:xfrm>
            <a:custGeom>
              <a:rect b="b" l="l" r="r" t="t"/>
              <a:pathLst>
                <a:path extrusionOk="0" h="8181" w="7179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8"/>
            <p:cNvSpPr/>
            <p:nvPr/>
          </p:nvSpPr>
          <p:spPr>
            <a:xfrm>
              <a:off x="2418003" y="2503060"/>
              <a:ext cx="365674" cy="149888"/>
            </a:xfrm>
            <a:custGeom>
              <a:rect b="b" l="l" r="r" t="t"/>
              <a:pathLst>
                <a:path extrusionOk="0" h="4383" w="10693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28"/>
          <p:cNvGrpSpPr/>
          <p:nvPr/>
        </p:nvGrpSpPr>
        <p:grpSpPr>
          <a:xfrm>
            <a:off x="3335375" y="1819273"/>
            <a:ext cx="3172925" cy="1448518"/>
            <a:chOff x="3335387" y="2505960"/>
            <a:chExt cx="3172925" cy="852019"/>
          </a:xfrm>
        </p:grpSpPr>
        <p:sp>
          <p:nvSpPr>
            <p:cNvPr id="1117" name="Google Shape;1117;p28"/>
            <p:cNvSpPr txBox="1"/>
            <p:nvPr/>
          </p:nvSpPr>
          <p:spPr>
            <a:xfrm>
              <a:off x="3335387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Verdadeiro Negativo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8" name="Google Shape;1118;p28"/>
            <p:cNvSpPr txBox="1"/>
            <p:nvPr/>
          </p:nvSpPr>
          <p:spPr>
            <a:xfrm>
              <a:off x="5060512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Falso Negativo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9" name="Google Shape;1119;p28"/>
            <p:cNvSpPr txBox="1"/>
            <p:nvPr/>
          </p:nvSpPr>
          <p:spPr>
            <a:xfrm>
              <a:off x="3335387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Falso Positivo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0" name="Google Shape;1120;p28"/>
            <p:cNvSpPr txBox="1"/>
            <p:nvPr/>
          </p:nvSpPr>
          <p:spPr>
            <a:xfrm>
              <a:off x="5060512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Verdadeiro Positivo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1" name="Google Shape;1121;p28"/>
          <p:cNvGrpSpPr/>
          <p:nvPr/>
        </p:nvGrpSpPr>
        <p:grpSpPr>
          <a:xfrm>
            <a:off x="3198075" y="1687683"/>
            <a:ext cx="3410100" cy="1814913"/>
            <a:chOff x="3286125" y="2433675"/>
            <a:chExt cx="3410100" cy="1133400"/>
          </a:xfrm>
        </p:grpSpPr>
        <p:cxnSp>
          <p:nvCxnSpPr>
            <p:cNvPr id="1122" name="Google Shape;1122;p28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3" name="Google Shape;1123;p28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4" name="Google Shape;1124;p28"/>
          <p:cNvSpPr txBox="1"/>
          <p:nvPr/>
        </p:nvSpPr>
        <p:spPr>
          <a:xfrm>
            <a:off x="4375840" y="1002575"/>
            <a:ext cx="1092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Rótulo Real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28"/>
          <p:cNvSpPr/>
          <p:nvPr/>
        </p:nvSpPr>
        <p:spPr>
          <a:xfrm>
            <a:off x="3335375" y="144512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Neg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28"/>
          <p:cNvSpPr/>
          <p:nvPr/>
        </p:nvSpPr>
        <p:spPr>
          <a:xfrm>
            <a:off x="5022050" y="146027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27" name="Google Shape;1127;p28"/>
          <p:cNvGrpSpPr/>
          <p:nvPr/>
        </p:nvGrpSpPr>
        <p:grpSpPr>
          <a:xfrm>
            <a:off x="1285325" y="2356633"/>
            <a:ext cx="1199100" cy="477001"/>
            <a:chOff x="1365700" y="1524871"/>
            <a:chExt cx="1199100" cy="477001"/>
          </a:xfrm>
        </p:grpSpPr>
        <p:sp>
          <p:nvSpPr>
            <p:cNvPr id="1128" name="Google Shape;1128;p28"/>
            <p:cNvSpPr/>
            <p:nvPr/>
          </p:nvSpPr>
          <p:spPr>
            <a:xfrm>
              <a:off x="1365700" y="1524871"/>
              <a:ext cx="11991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9" name="Google Shape;1129;p28"/>
            <p:cNvSpPr txBox="1"/>
            <p:nvPr/>
          </p:nvSpPr>
          <p:spPr>
            <a:xfrm>
              <a:off x="1365700" y="1524872"/>
              <a:ext cx="11991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Classificado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30" name="Google Shape;1130;p28"/>
          <p:cNvSpPr/>
          <p:nvPr/>
        </p:nvSpPr>
        <p:spPr>
          <a:xfrm>
            <a:off x="2658400" y="1748125"/>
            <a:ext cx="365700" cy="8037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Neg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28"/>
          <p:cNvSpPr/>
          <p:nvPr/>
        </p:nvSpPr>
        <p:spPr>
          <a:xfrm>
            <a:off x="2697075" y="2698000"/>
            <a:ext cx="365700" cy="804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Pos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28"/>
          <p:cNvSpPr/>
          <p:nvPr/>
        </p:nvSpPr>
        <p:spPr>
          <a:xfrm>
            <a:off x="3397350" y="2698000"/>
            <a:ext cx="3046500" cy="64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A5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28"/>
          <p:cNvSpPr/>
          <p:nvPr/>
        </p:nvSpPr>
        <p:spPr>
          <a:xfrm>
            <a:off x="5289625" y="3850325"/>
            <a:ext cx="2666700" cy="7743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Precisão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28"/>
          <p:cNvSpPr/>
          <p:nvPr/>
        </p:nvSpPr>
        <p:spPr>
          <a:xfrm>
            <a:off x="1825500" y="3816300"/>
            <a:ext cx="2666700" cy="7743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Precisão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29"/>
          <p:cNvSpPr/>
          <p:nvPr/>
        </p:nvSpPr>
        <p:spPr>
          <a:xfrm>
            <a:off x="3172990" y="972275"/>
            <a:ext cx="3497700" cy="4320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2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confusão</a:t>
            </a:r>
            <a:endParaRPr/>
          </a:p>
        </p:txBody>
      </p:sp>
      <p:grpSp>
        <p:nvGrpSpPr>
          <p:cNvPr id="1141" name="Google Shape;1141;p29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1142" name="Google Shape;1142;p29"/>
            <p:cNvSpPr/>
            <p:nvPr/>
          </p:nvSpPr>
          <p:spPr>
            <a:xfrm>
              <a:off x="2479080" y="2287650"/>
              <a:ext cx="245504" cy="279770"/>
            </a:xfrm>
            <a:custGeom>
              <a:rect b="b" l="l" r="r" t="t"/>
              <a:pathLst>
                <a:path extrusionOk="0" h="8181" w="7179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9"/>
            <p:cNvSpPr/>
            <p:nvPr/>
          </p:nvSpPr>
          <p:spPr>
            <a:xfrm>
              <a:off x="2418003" y="2503060"/>
              <a:ext cx="365674" cy="149888"/>
            </a:xfrm>
            <a:custGeom>
              <a:rect b="b" l="l" r="r" t="t"/>
              <a:pathLst>
                <a:path extrusionOk="0" h="4383" w="10693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4" name="Google Shape;1144;p29"/>
          <p:cNvGrpSpPr/>
          <p:nvPr/>
        </p:nvGrpSpPr>
        <p:grpSpPr>
          <a:xfrm>
            <a:off x="3335375" y="1819273"/>
            <a:ext cx="3172925" cy="1448518"/>
            <a:chOff x="3335387" y="2505960"/>
            <a:chExt cx="3172925" cy="852019"/>
          </a:xfrm>
        </p:grpSpPr>
        <p:sp>
          <p:nvSpPr>
            <p:cNvPr id="1145" name="Google Shape;1145;p29"/>
            <p:cNvSpPr txBox="1"/>
            <p:nvPr/>
          </p:nvSpPr>
          <p:spPr>
            <a:xfrm>
              <a:off x="3335387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6" name="Google Shape;1146;p29"/>
            <p:cNvSpPr txBox="1"/>
            <p:nvPr/>
          </p:nvSpPr>
          <p:spPr>
            <a:xfrm>
              <a:off x="5060512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29"/>
            <p:cNvSpPr txBox="1"/>
            <p:nvPr/>
          </p:nvSpPr>
          <p:spPr>
            <a:xfrm>
              <a:off x="3335387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8" name="Google Shape;1148;p29"/>
            <p:cNvSpPr txBox="1"/>
            <p:nvPr/>
          </p:nvSpPr>
          <p:spPr>
            <a:xfrm>
              <a:off x="5060512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9" name="Google Shape;1149;p29"/>
          <p:cNvGrpSpPr/>
          <p:nvPr/>
        </p:nvGrpSpPr>
        <p:grpSpPr>
          <a:xfrm>
            <a:off x="3198075" y="1687683"/>
            <a:ext cx="3410100" cy="1814913"/>
            <a:chOff x="3286125" y="2433675"/>
            <a:chExt cx="3410100" cy="1133400"/>
          </a:xfrm>
        </p:grpSpPr>
        <p:cxnSp>
          <p:nvCxnSpPr>
            <p:cNvPr id="1150" name="Google Shape;1150;p29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29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52" name="Google Shape;1152;p29"/>
          <p:cNvSpPr txBox="1"/>
          <p:nvPr/>
        </p:nvSpPr>
        <p:spPr>
          <a:xfrm>
            <a:off x="4375840" y="1002575"/>
            <a:ext cx="1092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Rótulo Real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29"/>
          <p:cNvSpPr/>
          <p:nvPr/>
        </p:nvSpPr>
        <p:spPr>
          <a:xfrm>
            <a:off x="3335375" y="144512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Neg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29"/>
          <p:cNvSpPr/>
          <p:nvPr/>
        </p:nvSpPr>
        <p:spPr>
          <a:xfrm>
            <a:off x="5022050" y="146027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55" name="Google Shape;1155;p29"/>
          <p:cNvGrpSpPr/>
          <p:nvPr/>
        </p:nvGrpSpPr>
        <p:grpSpPr>
          <a:xfrm>
            <a:off x="1285325" y="2356633"/>
            <a:ext cx="1199100" cy="477001"/>
            <a:chOff x="1365700" y="1524871"/>
            <a:chExt cx="1199100" cy="477001"/>
          </a:xfrm>
        </p:grpSpPr>
        <p:sp>
          <p:nvSpPr>
            <p:cNvPr id="1156" name="Google Shape;1156;p29"/>
            <p:cNvSpPr/>
            <p:nvPr/>
          </p:nvSpPr>
          <p:spPr>
            <a:xfrm>
              <a:off x="1365700" y="1524871"/>
              <a:ext cx="11991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7" name="Google Shape;1157;p29"/>
            <p:cNvSpPr txBox="1"/>
            <p:nvPr/>
          </p:nvSpPr>
          <p:spPr>
            <a:xfrm>
              <a:off x="1365700" y="1524872"/>
              <a:ext cx="11991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Classificado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58" name="Google Shape;1158;p29"/>
          <p:cNvSpPr/>
          <p:nvPr/>
        </p:nvSpPr>
        <p:spPr>
          <a:xfrm>
            <a:off x="2658400" y="1748125"/>
            <a:ext cx="365700" cy="8037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Neg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29"/>
          <p:cNvSpPr/>
          <p:nvPr/>
        </p:nvSpPr>
        <p:spPr>
          <a:xfrm>
            <a:off x="2697075" y="2698000"/>
            <a:ext cx="365700" cy="804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Pos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60" name="Google Shape;1160;p29"/>
          <p:cNvGrpSpPr/>
          <p:nvPr/>
        </p:nvGrpSpPr>
        <p:grpSpPr>
          <a:xfrm flipH="1">
            <a:off x="7013897" y="3127034"/>
            <a:ext cx="2074831" cy="1653350"/>
            <a:chOff x="726125" y="238125"/>
            <a:chExt cx="6167750" cy="5238750"/>
          </a:xfrm>
        </p:grpSpPr>
        <p:sp>
          <p:nvSpPr>
            <p:cNvPr id="1161" name="Google Shape;1161;p29"/>
            <p:cNvSpPr/>
            <p:nvPr/>
          </p:nvSpPr>
          <p:spPr>
            <a:xfrm>
              <a:off x="726125" y="238125"/>
              <a:ext cx="6167750" cy="5238750"/>
            </a:xfrm>
            <a:custGeom>
              <a:rect b="b" l="l" r="r" t="t"/>
              <a:pathLst>
                <a:path extrusionOk="0" h="209550" w="246710">
                  <a:moveTo>
                    <a:pt x="113232" y="0"/>
                  </a:moveTo>
                  <a:lnTo>
                    <a:pt x="112679" y="26"/>
                  </a:lnTo>
                  <a:lnTo>
                    <a:pt x="112140" y="66"/>
                  </a:lnTo>
                  <a:lnTo>
                    <a:pt x="111587" y="118"/>
                  </a:lnTo>
                  <a:lnTo>
                    <a:pt x="111047" y="171"/>
                  </a:lnTo>
                  <a:lnTo>
                    <a:pt x="110507" y="250"/>
                  </a:lnTo>
                  <a:lnTo>
                    <a:pt x="109981" y="342"/>
                  </a:lnTo>
                  <a:lnTo>
                    <a:pt x="109441" y="448"/>
                  </a:lnTo>
                  <a:lnTo>
                    <a:pt x="108915" y="566"/>
                  </a:lnTo>
                  <a:lnTo>
                    <a:pt x="108388" y="698"/>
                  </a:lnTo>
                  <a:lnTo>
                    <a:pt x="107875" y="842"/>
                  </a:lnTo>
                  <a:lnTo>
                    <a:pt x="107361" y="1000"/>
                  </a:lnTo>
                  <a:lnTo>
                    <a:pt x="106848" y="1172"/>
                  </a:lnTo>
                  <a:lnTo>
                    <a:pt x="106335" y="1356"/>
                  </a:lnTo>
                  <a:lnTo>
                    <a:pt x="105834" y="1553"/>
                  </a:lnTo>
                  <a:lnTo>
                    <a:pt x="105347" y="1764"/>
                  </a:lnTo>
                  <a:lnTo>
                    <a:pt x="104847" y="1988"/>
                  </a:lnTo>
                  <a:lnTo>
                    <a:pt x="104373" y="2211"/>
                  </a:lnTo>
                  <a:lnTo>
                    <a:pt x="103886" y="2462"/>
                  </a:lnTo>
                  <a:lnTo>
                    <a:pt x="103412" y="2725"/>
                  </a:lnTo>
                  <a:lnTo>
                    <a:pt x="102952" y="2988"/>
                  </a:lnTo>
                  <a:lnTo>
                    <a:pt x="102491" y="3278"/>
                  </a:lnTo>
                  <a:lnTo>
                    <a:pt x="102043" y="3567"/>
                  </a:lnTo>
                  <a:lnTo>
                    <a:pt x="101596" y="3870"/>
                  </a:lnTo>
                  <a:lnTo>
                    <a:pt x="101161" y="4186"/>
                  </a:lnTo>
                  <a:lnTo>
                    <a:pt x="100740" y="4515"/>
                  </a:lnTo>
                  <a:lnTo>
                    <a:pt x="100319" y="4857"/>
                  </a:lnTo>
                  <a:lnTo>
                    <a:pt x="99898" y="5200"/>
                  </a:lnTo>
                  <a:lnTo>
                    <a:pt x="99503" y="5568"/>
                  </a:lnTo>
                  <a:lnTo>
                    <a:pt x="99108" y="5937"/>
                  </a:lnTo>
                  <a:lnTo>
                    <a:pt x="98726" y="6318"/>
                  </a:lnTo>
                  <a:lnTo>
                    <a:pt x="98344" y="6713"/>
                  </a:lnTo>
                  <a:lnTo>
                    <a:pt x="97923" y="6371"/>
                  </a:lnTo>
                  <a:lnTo>
                    <a:pt x="97489" y="6042"/>
                  </a:lnTo>
                  <a:lnTo>
                    <a:pt x="97068" y="5713"/>
                  </a:lnTo>
                  <a:lnTo>
                    <a:pt x="96620" y="5397"/>
                  </a:lnTo>
                  <a:lnTo>
                    <a:pt x="96186" y="5094"/>
                  </a:lnTo>
                  <a:lnTo>
                    <a:pt x="95738" y="4792"/>
                  </a:lnTo>
                  <a:lnTo>
                    <a:pt x="95277" y="4502"/>
                  </a:lnTo>
                  <a:lnTo>
                    <a:pt x="94817" y="4225"/>
                  </a:lnTo>
                  <a:lnTo>
                    <a:pt x="94356" y="3949"/>
                  </a:lnTo>
                  <a:lnTo>
                    <a:pt x="93895" y="3699"/>
                  </a:lnTo>
                  <a:lnTo>
                    <a:pt x="93421" y="3449"/>
                  </a:lnTo>
                  <a:lnTo>
                    <a:pt x="92934" y="3199"/>
                  </a:lnTo>
                  <a:lnTo>
                    <a:pt x="92460" y="2962"/>
                  </a:lnTo>
                  <a:lnTo>
                    <a:pt x="91973" y="2751"/>
                  </a:lnTo>
                  <a:lnTo>
                    <a:pt x="91486" y="2527"/>
                  </a:lnTo>
                  <a:lnTo>
                    <a:pt x="90986" y="2330"/>
                  </a:lnTo>
                  <a:lnTo>
                    <a:pt x="90499" y="2132"/>
                  </a:lnTo>
                  <a:lnTo>
                    <a:pt x="89999" y="1948"/>
                  </a:lnTo>
                  <a:lnTo>
                    <a:pt x="89485" y="1777"/>
                  </a:lnTo>
                  <a:lnTo>
                    <a:pt x="88985" y="1606"/>
                  </a:lnTo>
                  <a:lnTo>
                    <a:pt x="88472" y="1448"/>
                  </a:lnTo>
                  <a:lnTo>
                    <a:pt x="87958" y="1303"/>
                  </a:lnTo>
                  <a:lnTo>
                    <a:pt x="87432" y="1172"/>
                  </a:lnTo>
                  <a:lnTo>
                    <a:pt x="86918" y="1040"/>
                  </a:lnTo>
                  <a:lnTo>
                    <a:pt x="86392" y="921"/>
                  </a:lnTo>
                  <a:lnTo>
                    <a:pt x="85865" y="816"/>
                  </a:lnTo>
                  <a:lnTo>
                    <a:pt x="85326" y="724"/>
                  </a:lnTo>
                  <a:lnTo>
                    <a:pt x="84799" y="632"/>
                  </a:lnTo>
                  <a:lnTo>
                    <a:pt x="84259" y="553"/>
                  </a:lnTo>
                  <a:lnTo>
                    <a:pt x="83720" y="487"/>
                  </a:lnTo>
                  <a:lnTo>
                    <a:pt x="83180" y="434"/>
                  </a:lnTo>
                  <a:lnTo>
                    <a:pt x="82640" y="395"/>
                  </a:lnTo>
                  <a:lnTo>
                    <a:pt x="81956" y="316"/>
                  </a:lnTo>
                  <a:lnTo>
                    <a:pt x="81271" y="276"/>
                  </a:lnTo>
                  <a:lnTo>
                    <a:pt x="80587" y="237"/>
                  </a:lnTo>
                  <a:lnTo>
                    <a:pt x="79718" y="237"/>
                  </a:lnTo>
                  <a:lnTo>
                    <a:pt x="79547" y="263"/>
                  </a:lnTo>
                  <a:lnTo>
                    <a:pt x="79376" y="290"/>
                  </a:lnTo>
                  <a:lnTo>
                    <a:pt x="79205" y="342"/>
                  </a:lnTo>
                  <a:lnTo>
                    <a:pt x="78678" y="369"/>
                  </a:lnTo>
                  <a:lnTo>
                    <a:pt x="78138" y="408"/>
                  </a:lnTo>
                  <a:lnTo>
                    <a:pt x="77612" y="461"/>
                  </a:lnTo>
                  <a:lnTo>
                    <a:pt x="77085" y="513"/>
                  </a:lnTo>
                  <a:lnTo>
                    <a:pt x="76572" y="579"/>
                  </a:lnTo>
                  <a:lnTo>
                    <a:pt x="76045" y="658"/>
                  </a:lnTo>
                  <a:lnTo>
                    <a:pt x="75532" y="750"/>
                  </a:lnTo>
                  <a:lnTo>
                    <a:pt x="75019" y="842"/>
                  </a:lnTo>
                  <a:lnTo>
                    <a:pt x="74505" y="948"/>
                  </a:lnTo>
                  <a:lnTo>
                    <a:pt x="74005" y="1066"/>
                  </a:lnTo>
                  <a:lnTo>
                    <a:pt x="73505" y="1198"/>
                  </a:lnTo>
                  <a:lnTo>
                    <a:pt x="73005" y="1330"/>
                  </a:lnTo>
                  <a:lnTo>
                    <a:pt x="72504" y="1474"/>
                  </a:lnTo>
                  <a:lnTo>
                    <a:pt x="72004" y="1619"/>
                  </a:lnTo>
                  <a:lnTo>
                    <a:pt x="71517" y="1777"/>
                  </a:lnTo>
                  <a:lnTo>
                    <a:pt x="71030" y="1948"/>
                  </a:lnTo>
                  <a:lnTo>
                    <a:pt x="70543" y="2132"/>
                  </a:lnTo>
                  <a:lnTo>
                    <a:pt x="70069" y="2317"/>
                  </a:lnTo>
                  <a:lnTo>
                    <a:pt x="69595" y="2514"/>
                  </a:lnTo>
                  <a:lnTo>
                    <a:pt x="69121" y="2712"/>
                  </a:lnTo>
                  <a:lnTo>
                    <a:pt x="68661" y="2922"/>
                  </a:lnTo>
                  <a:lnTo>
                    <a:pt x="68200" y="3146"/>
                  </a:lnTo>
                  <a:lnTo>
                    <a:pt x="67739" y="3370"/>
                  </a:lnTo>
                  <a:lnTo>
                    <a:pt x="67292" y="3607"/>
                  </a:lnTo>
                  <a:lnTo>
                    <a:pt x="66831" y="3857"/>
                  </a:lnTo>
                  <a:lnTo>
                    <a:pt x="66397" y="4107"/>
                  </a:lnTo>
                  <a:lnTo>
                    <a:pt x="65949" y="4370"/>
                  </a:lnTo>
                  <a:lnTo>
                    <a:pt x="65528" y="4634"/>
                  </a:lnTo>
                  <a:lnTo>
                    <a:pt x="65093" y="4910"/>
                  </a:lnTo>
                  <a:lnTo>
                    <a:pt x="64672" y="5200"/>
                  </a:lnTo>
                  <a:lnTo>
                    <a:pt x="64251" y="5489"/>
                  </a:lnTo>
                  <a:lnTo>
                    <a:pt x="63843" y="5779"/>
                  </a:lnTo>
                  <a:lnTo>
                    <a:pt x="63435" y="6095"/>
                  </a:lnTo>
                  <a:lnTo>
                    <a:pt x="63027" y="6397"/>
                  </a:lnTo>
                  <a:lnTo>
                    <a:pt x="62632" y="6727"/>
                  </a:lnTo>
                  <a:lnTo>
                    <a:pt x="62250" y="7056"/>
                  </a:lnTo>
                  <a:lnTo>
                    <a:pt x="61855" y="7385"/>
                  </a:lnTo>
                  <a:lnTo>
                    <a:pt x="61487" y="7727"/>
                  </a:lnTo>
                  <a:lnTo>
                    <a:pt x="61105" y="8082"/>
                  </a:lnTo>
                  <a:lnTo>
                    <a:pt x="60749" y="8438"/>
                  </a:lnTo>
                  <a:lnTo>
                    <a:pt x="60381" y="8793"/>
                  </a:lnTo>
                  <a:lnTo>
                    <a:pt x="60039" y="9162"/>
                  </a:lnTo>
                  <a:lnTo>
                    <a:pt x="59683" y="9544"/>
                  </a:lnTo>
                  <a:lnTo>
                    <a:pt x="59354" y="9925"/>
                  </a:lnTo>
                  <a:lnTo>
                    <a:pt x="59012" y="10307"/>
                  </a:lnTo>
                  <a:lnTo>
                    <a:pt x="58683" y="10702"/>
                  </a:lnTo>
                  <a:lnTo>
                    <a:pt x="58367" y="11097"/>
                  </a:lnTo>
                  <a:lnTo>
                    <a:pt x="58064" y="11505"/>
                  </a:lnTo>
                  <a:lnTo>
                    <a:pt x="57748" y="11926"/>
                  </a:lnTo>
                  <a:lnTo>
                    <a:pt x="57459" y="12347"/>
                  </a:lnTo>
                  <a:lnTo>
                    <a:pt x="57169" y="12769"/>
                  </a:lnTo>
                  <a:lnTo>
                    <a:pt x="56879" y="13203"/>
                  </a:lnTo>
                  <a:lnTo>
                    <a:pt x="56616" y="13637"/>
                  </a:lnTo>
                  <a:lnTo>
                    <a:pt x="56340" y="14072"/>
                  </a:lnTo>
                  <a:lnTo>
                    <a:pt x="56090" y="14519"/>
                  </a:lnTo>
                  <a:lnTo>
                    <a:pt x="55826" y="14980"/>
                  </a:lnTo>
                  <a:lnTo>
                    <a:pt x="55589" y="15441"/>
                  </a:lnTo>
                  <a:lnTo>
                    <a:pt x="55352" y="15902"/>
                  </a:lnTo>
                  <a:lnTo>
                    <a:pt x="55129" y="16375"/>
                  </a:lnTo>
                  <a:lnTo>
                    <a:pt x="54905" y="16849"/>
                  </a:lnTo>
                  <a:lnTo>
                    <a:pt x="54694" y="17323"/>
                  </a:lnTo>
                  <a:lnTo>
                    <a:pt x="54497" y="17810"/>
                  </a:lnTo>
                  <a:lnTo>
                    <a:pt x="54299" y="18297"/>
                  </a:lnTo>
                  <a:lnTo>
                    <a:pt x="54115" y="18798"/>
                  </a:lnTo>
                  <a:lnTo>
                    <a:pt x="53523" y="18719"/>
                  </a:lnTo>
                  <a:lnTo>
                    <a:pt x="52917" y="18666"/>
                  </a:lnTo>
                  <a:lnTo>
                    <a:pt x="52220" y="18587"/>
                  </a:lnTo>
                  <a:lnTo>
                    <a:pt x="51522" y="18534"/>
                  </a:lnTo>
                  <a:lnTo>
                    <a:pt x="50811" y="18495"/>
                  </a:lnTo>
                  <a:lnTo>
                    <a:pt x="50113" y="18482"/>
                  </a:lnTo>
                  <a:lnTo>
                    <a:pt x="49521" y="18495"/>
                  </a:lnTo>
                  <a:lnTo>
                    <a:pt x="48916" y="18521"/>
                  </a:lnTo>
                  <a:lnTo>
                    <a:pt x="48336" y="18561"/>
                  </a:lnTo>
                  <a:lnTo>
                    <a:pt x="47744" y="18613"/>
                  </a:lnTo>
                  <a:lnTo>
                    <a:pt x="47165" y="18679"/>
                  </a:lnTo>
                  <a:lnTo>
                    <a:pt x="46586" y="18758"/>
                  </a:lnTo>
                  <a:lnTo>
                    <a:pt x="46006" y="18850"/>
                  </a:lnTo>
                  <a:lnTo>
                    <a:pt x="45440" y="18955"/>
                  </a:lnTo>
                  <a:lnTo>
                    <a:pt x="44874" y="19087"/>
                  </a:lnTo>
                  <a:lnTo>
                    <a:pt x="44321" y="19219"/>
                  </a:lnTo>
                  <a:lnTo>
                    <a:pt x="43769" y="19364"/>
                  </a:lnTo>
                  <a:lnTo>
                    <a:pt x="43216" y="19535"/>
                  </a:lnTo>
                  <a:lnTo>
                    <a:pt x="42676" y="19706"/>
                  </a:lnTo>
                  <a:lnTo>
                    <a:pt x="42149" y="19903"/>
                  </a:lnTo>
                  <a:lnTo>
                    <a:pt x="41610" y="20101"/>
                  </a:lnTo>
                  <a:lnTo>
                    <a:pt x="41096" y="20311"/>
                  </a:lnTo>
                  <a:lnTo>
                    <a:pt x="40570" y="20535"/>
                  </a:lnTo>
                  <a:lnTo>
                    <a:pt x="40070" y="20772"/>
                  </a:lnTo>
                  <a:lnTo>
                    <a:pt x="39556" y="21035"/>
                  </a:lnTo>
                  <a:lnTo>
                    <a:pt x="39069" y="21285"/>
                  </a:lnTo>
                  <a:lnTo>
                    <a:pt x="38569" y="21562"/>
                  </a:lnTo>
                  <a:lnTo>
                    <a:pt x="38095" y="21851"/>
                  </a:lnTo>
                  <a:lnTo>
                    <a:pt x="37621" y="22141"/>
                  </a:lnTo>
                  <a:lnTo>
                    <a:pt x="37147" y="22457"/>
                  </a:lnTo>
                  <a:lnTo>
                    <a:pt x="36687" y="22773"/>
                  </a:lnTo>
                  <a:lnTo>
                    <a:pt x="36239" y="23102"/>
                  </a:lnTo>
                  <a:lnTo>
                    <a:pt x="35792" y="23444"/>
                  </a:lnTo>
                  <a:lnTo>
                    <a:pt x="35357" y="23786"/>
                  </a:lnTo>
                  <a:lnTo>
                    <a:pt x="34936" y="24155"/>
                  </a:lnTo>
                  <a:lnTo>
                    <a:pt x="34528" y="24524"/>
                  </a:lnTo>
                  <a:lnTo>
                    <a:pt x="34120" y="24905"/>
                  </a:lnTo>
                  <a:lnTo>
                    <a:pt x="33712" y="25287"/>
                  </a:lnTo>
                  <a:lnTo>
                    <a:pt x="33330" y="25682"/>
                  </a:lnTo>
                  <a:lnTo>
                    <a:pt x="32948" y="26090"/>
                  </a:lnTo>
                  <a:lnTo>
                    <a:pt x="32580" y="26511"/>
                  </a:lnTo>
                  <a:lnTo>
                    <a:pt x="32211" y="26933"/>
                  </a:lnTo>
                  <a:lnTo>
                    <a:pt x="31869" y="27367"/>
                  </a:lnTo>
                  <a:lnTo>
                    <a:pt x="31527" y="27815"/>
                  </a:lnTo>
                  <a:lnTo>
                    <a:pt x="31197" y="28262"/>
                  </a:lnTo>
                  <a:lnTo>
                    <a:pt x="30882" y="28723"/>
                  </a:lnTo>
                  <a:lnTo>
                    <a:pt x="30566" y="29184"/>
                  </a:lnTo>
                  <a:lnTo>
                    <a:pt x="30276" y="29657"/>
                  </a:lnTo>
                  <a:lnTo>
                    <a:pt x="29986" y="30144"/>
                  </a:lnTo>
                  <a:lnTo>
                    <a:pt x="29710" y="30632"/>
                  </a:lnTo>
                  <a:lnTo>
                    <a:pt x="29460" y="31132"/>
                  </a:lnTo>
                  <a:lnTo>
                    <a:pt x="29210" y="31632"/>
                  </a:lnTo>
                  <a:lnTo>
                    <a:pt x="28960" y="32145"/>
                  </a:lnTo>
                  <a:lnTo>
                    <a:pt x="28736" y="32659"/>
                  </a:lnTo>
                  <a:lnTo>
                    <a:pt x="28525" y="33185"/>
                  </a:lnTo>
                  <a:lnTo>
                    <a:pt x="28328" y="33712"/>
                  </a:lnTo>
                  <a:lnTo>
                    <a:pt x="28130" y="34251"/>
                  </a:lnTo>
                  <a:lnTo>
                    <a:pt x="27959" y="34791"/>
                  </a:lnTo>
                  <a:lnTo>
                    <a:pt x="27788" y="35344"/>
                  </a:lnTo>
                  <a:lnTo>
                    <a:pt x="27643" y="35897"/>
                  </a:lnTo>
                  <a:lnTo>
                    <a:pt x="27512" y="36450"/>
                  </a:lnTo>
                  <a:lnTo>
                    <a:pt x="27380" y="37016"/>
                  </a:lnTo>
                  <a:lnTo>
                    <a:pt x="27275" y="37582"/>
                  </a:lnTo>
                  <a:lnTo>
                    <a:pt x="27183" y="38148"/>
                  </a:lnTo>
                  <a:lnTo>
                    <a:pt x="27104" y="38727"/>
                  </a:lnTo>
                  <a:lnTo>
                    <a:pt x="27038" y="39319"/>
                  </a:lnTo>
                  <a:lnTo>
                    <a:pt x="26985" y="39899"/>
                  </a:lnTo>
                  <a:lnTo>
                    <a:pt x="26946" y="40491"/>
                  </a:lnTo>
                  <a:lnTo>
                    <a:pt x="26919" y="41083"/>
                  </a:lnTo>
                  <a:lnTo>
                    <a:pt x="26906" y="41676"/>
                  </a:lnTo>
                  <a:lnTo>
                    <a:pt x="26919" y="42479"/>
                  </a:lnTo>
                  <a:lnTo>
                    <a:pt x="26959" y="43268"/>
                  </a:lnTo>
                  <a:lnTo>
                    <a:pt x="27038" y="44045"/>
                  </a:lnTo>
                  <a:lnTo>
                    <a:pt x="27130" y="44822"/>
                  </a:lnTo>
                  <a:lnTo>
                    <a:pt x="27248" y="45598"/>
                  </a:lnTo>
                  <a:lnTo>
                    <a:pt x="27393" y="46375"/>
                  </a:lnTo>
                  <a:lnTo>
                    <a:pt x="27564" y="47139"/>
                  </a:lnTo>
                  <a:lnTo>
                    <a:pt x="27762" y="47902"/>
                  </a:lnTo>
                  <a:lnTo>
                    <a:pt x="27354" y="48034"/>
                  </a:lnTo>
                  <a:lnTo>
                    <a:pt x="26972" y="48165"/>
                  </a:lnTo>
                  <a:lnTo>
                    <a:pt x="26577" y="48323"/>
                  </a:lnTo>
                  <a:lnTo>
                    <a:pt x="26195" y="48468"/>
                  </a:lnTo>
                  <a:lnTo>
                    <a:pt x="25814" y="48639"/>
                  </a:lnTo>
                  <a:lnTo>
                    <a:pt x="25432" y="48810"/>
                  </a:lnTo>
                  <a:lnTo>
                    <a:pt x="25050" y="48981"/>
                  </a:lnTo>
                  <a:lnTo>
                    <a:pt x="24682" y="49166"/>
                  </a:lnTo>
                  <a:lnTo>
                    <a:pt x="24326" y="49363"/>
                  </a:lnTo>
                  <a:lnTo>
                    <a:pt x="23958" y="49561"/>
                  </a:lnTo>
                  <a:lnTo>
                    <a:pt x="23602" y="49758"/>
                  </a:lnTo>
                  <a:lnTo>
                    <a:pt x="23260" y="49969"/>
                  </a:lnTo>
                  <a:lnTo>
                    <a:pt x="22904" y="50192"/>
                  </a:lnTo>
                  <a:lnTo>
                    <a:pt x="22562" y="50416"/>
                  </a:lnTo>
                  <a:lnTo>
                    <a:pt x="22233" y="50640"/>
                  </a:lnTo>
                  <a:lnTo>
                    <a:pt x="21904" y="50877"/>
                  </a:lnTo>
                  <a:lnTo>
                    <a:pt x="21575" y="51127"/>
                  </a:lnTo>
                  <a:lnTo>
                    <a:pt x="21246" y="51377"/>
                  </a:lnTo>
                  <a:lnTo>
                    <a:pt x="20930" y="51627"/>
                  </a:lnTo>
                  <a:lnTo>
                    <a:pt x="20627" y="51891"/>
                  </a:lnTo>
                  <a:lnTo>
                    <a:pt x="20022" y="52430"/>
                  </a:lnTo>
                  <a:lnTo>
                    <a:pt x="19429" y="52996"/>
                  </a:lnTo>
                  <a:lnTo>
                    <a:pt x="18876" y="53576"/>
                  </a:lnTo>
                  <a:lnTo>
                    <a:pt x="18337" y="54181"/>
                  </a:lnTo>
                  <a:lnTo>
                    <a:pt x="17823" y="54800"/>
                  </a:lnTo>
                  <a:lnTo>
                    <a:pt x="17323" y="55445"/>
                  </a:lnTo>
                  <a:lnTo>
                    <a:pt x="16862" y="56116"/>
                  </a:lnTo>
                  <a:lnTo>
                    <a:pt x="16428" y="56787"/>
                  </a:lnTo>
                  <a:lnTo>
                    <a:pt x="16217" y="57143"/>
                  </a:lnTo>
                  <a:lnTo>
                    <a:pt x="16007" y="57485"/>
                  </a:lnTo>
                  <a:lnTo>
                    <a:pt x="15809" y="57840"/>
                  </a:lnTo>
                  <a:lnTo>
                    <a:pt x="15625" y="58209"/>
                  </a:lnTo>
                  <a:lnTo>
                    <a:pt x="15441" y="58564"/>
                  </a:lnTo>
                  <a:lnTo>
                    <a:pt x="15270" y="58933"/>
                  </a:lnTo>
                  <a:lnTo>
                    <a:pt x="15099" y="59315"/>
                  </a:lnTo>
                  <a:lnTo>
                    <a:pt x="14941" y="59683"/>
                  </a:lnTo>
                  <a:lnTo>
                    <a:pt x="14783" y="60065"/>
                  </a:lnTo>
                  <a:lnTo>
                    <a:pt x="14638" y="60447"/>
                  </a:lnTo>
                  <a:lnTo>
                    <a:pt x="14493" y="60829"/>
                  </a:lnTo>
                  <a:lnTo>
                    <a:pt x="14361" y="61224"/>
                  </a:lnTo>
                  <a:lnTo>
                    <a:pt x="14230" y="61618"/>
                  </a:lnTo>
                  <a:lnTo>
                    <a:pt x="14111" y="62013"/>
                  </a:lnTo>
                  <a:lnTo>
                    <a:pt x="14006" y="62408"/>
                  </a:lnTo>
                  <a:lnTo>
                    <a:pt x="13901" y="62816"/>
                  </a:lnTo>
                  <a:lnTo>
                    <a:pt x="13808" y="63211"/>
                  </a:lnTo>
                  <a:lnTo>
                    <a:pt x="13716" y="63619"/>
                  </a:lnTo>
                  <a:lnTo>
                    <a:pt x="13637" y="64027"/>
                  </a:lnTo>
                  <a:lnTo>
                    <a:pt x="13572" y="64449"/>
                  </a:lnTo>
                  <a:lnTo>
                    <a:pt x="13506" y="64857"/>
                  </a:lnTo>
                  <a:lnTo>
                    <a:pt x="13453" y="65278"/>
                  </a:lnTo>
                  <a:lnTo>
                    <a:pt x="13400" y="65699"/>
                  </a:lnTo>
                  <a:lnTo>
                    <a:pt x="13374" y="66120"/>
                  </a:lnTo>
                  <a:lnTo>
                    <a:pt x="13335" y="66555"/>
                  </a:lnTo>
                  <a:lnTo>
                    <a:pt x="13321" y="66976"/>
                  </a:lnTo>
                  <a:lnTo>
                    <a:pt x="13308" y="67410"/>
                  </a:lnTo>
                  <a:lnTo>
                    <a:pt x="13295" y="67832"/>
                  </a:lnTo>
                  <a:lnTo>
                    <a:pt x="13308" y="68608"/>
                  </a:lnTo>
                  <a:lnTo>
                    <a:pt x="13361" y="69385"/>
                  </a:lnTo>
                  <a:lnTo>
                    <a:pt x="13427" y="70148"/>
                  </a:lnTo>
                  <a:lnTo>
                    <a:pt x="13519" y="70912"/>
                  </a:lnTo>
                  <a:lnTo>
                    <a:pt x="13651" y="71675"/>
                  </a:lnTo>
                  <a:lnTo>
                    <a:pt x="13808" y="72426"/>
                  </a:lnTo>
                  <a:lnTo>
                    <a:pt x="13993" y="73176"/>
                  </a:lnTo>
                  <a:lnTo>
                    <a:pt x="14203" y="73913"/>
                  </a:lnTo>
                  <a:lnTo>
                    <a:pt x="13795" y="74111"/>
                  </a:lnTo>
                  <a:lnTo>
                    <a:pt x="13400" y="74321"/>
                  </a:lnTo>
                  <a:lnTo>
                    <a:pt x="13006" y="74532"/>
                  </a:lnTo>
                  <a:lnTo>
                    <a:pt x="12624" y="74742"/>
                  </a:lnTo>
                  <a:lnTo>
                    <a:pt x="11860" y="75190"/>
                  </a:lnTo>
                  <a:lnTo>
                    <a:pt x="11123" y="75677"/>
                  </a:lnTo>
                  <a:lnTo>
                    <a:pt x="10399" y="76177"/>
                  </a:lnTo>
                  <a:lnTo>
                    <a:pt x="9701" y="76704"/>
                  </a:lnTo>
                  <a:lnTo>
                    <a:pt x="9017" y="77244"/>
                  </a:lnTo>
                  <a:lnTo>
                    <a:pt x="8359" y="77823"/>
                  </a:lnTo>
                  <a:lnTo>
                    <a:pt x="7714" y="78415"/>
                  </a:lnTo>
                  <a:lnTo>
                    <a:pt x="7095" y="79034"/>
                  </a:lnTo>
                  <a:lnTo>
                    <a:pt x="6503" y="79666"/>
                  </a:lnTo>
                  <a:lnTo>
                    <a:pt x="5924" y="80324"/>
                  </a:lnTo>
                  <a:lnTo>
                    <a:pt x="5384" y="80995"/>
                  </a:lnTo>
                  <a:lnTo>
                    <a:pt x="4857" y="81680"/>
                  </a:lnTo>
                  <a:lnTo>
                    <a:pt x="4357" y="82390"/>
                  </a:lnTo>
                  <a:lnTo>
                    <a:pt x="3870" y="83114"/>
                  </a:lnTo>
                  <a:lnTo>
                    <a:pt x="3423" y="83865"/>
                  </a:lnTo>
                  <a:lnTo>
                    <a:pt x="3001" y="84615"/>
                  </a:lnTo>
                  <a:lnTo>
                    <a:pt x="2593" y="85392"/>
                  </a:lnTo>
                  <a:lnTo>
                    <a:pt x="2225" y="86182"/>
                  </a:lnTo>
                  <a:lnTo>
                    <a:pt x="1882" y="86985"/>
                  </a:lnTo>
                  <a:lnTo>
                    <a:pt x="1553" y="87801"/>
                  </a:lnTo>
                  <a:lnTo>
                    <a:pt x="1264" y="88617"/>
                  </a:lnTo>
                  <a:lnTo>
                    <a:pt x="1000" y="89459"/>
                  </a:lnTo>
                  <a:lnTo>
                    <a:pt x="777" y="90302"/>
                  </a:lnTo>
                  <a:lnTo>
                    <a:pt x="566" y="91171"/>
                  </a:lnTo>
                  <a:lnTo>
                    <a:pt x="395" y="92039"/>
                  </a:lnTo>
                  <a:lnTo>
                    <a:pt x="316" y="92474"/>
                  </a:lnTo>
                  <a:lnTo>
                    <a:pt x="250" y="92908"/>
                  </a:lnTo>
                  <a:lnTo>
                    <a:pt x="197" y="93356"/>
                  </a:lnTo>
                  <a:lnTo>
                    <a:pt x="145" y="93790"/>
                  </a:lnTo>
                  <a:lnTo>
                    <a:pt x="92" y="94238"/>
                  </a:lnTo>
                  <a:lnTo>
                    <a:pt x="66" y="94685"/>
                  </a:lnTo>
                  <a:lnTo>
                    <a:pt x="26" y="95133"/>
                  </a:lnTo>
                  <a:lnTo>
                    <a:pt x="13" y="95580"/>
                  </a:lnTo>
                  <a:lnTo>
                    <a:pt x="0" y="96041"/>
                  </a:lnTo>
                  <a:lnTo>
                    <a:pt x="0" y="96489"/>
                  </a:lnTo>
                  <a:lnTo>
                    <a:pt x="0" y="97068"/>
                  </a:lnTo>
                  <a:lnTo>
                    <a:pt x="26" y="97647"/>
                  </a:lnTo>
                  <a:lnTo>
                    <a:pt x="53" y="98213"/>
                  </a:lnTo>
                  <a:lnTo>
                    <a:pt x="92" y="98779"/>
                  </a:lnTo>
                  <a:lnTo>
                    <a:pt x="158" y="99358"/>
                  </a:lnTo>
                  <a:lnTo>
                    <a:pt x="224" y="99911"/>
                  </a:lnTo>
                  <a:lnTo>
                    <a:pt x="303" y="100477"/>
                  </a:lnTo>
                  <a:lnTo>
                    <a:pt x="408" y="101030"/>
                  </a:lnTo>
                  <a:lnTo>
                    <a:pt x="513" y="101583"/>
                  </a:lnTo>
                  <a:lnTo>
                    <a:pt x="632" y="102136"/>
                  </a:lnTo>
                  <a:lnTo>
                    <a:pt x="763" y="102689"/>
                  </a:lnTo>
                  <a:lnTo>
                    <a:pt x="908" y="103228"/>
                  </a:lnTo>
                  <a:lnTo>
                    <a:pt x="1066" y="103768"/>
                  </a:lnTo>
                  <a:lnTo>
                    <a:pt x="1224" y="104308"/>
                  </a:lnTo>
                  <a:lnTo>
                    <a:pt x="1408" y="104834"/>
                  </a:lnTo>
                  <a:lnTo>
                    <a:pt x="1606" y="105361"/>
                  </a:lnTo>
                  <a:lnTo>
                    <a:pt x="1803" y="105874"/>
                  </a:lnTo>
                  <a:lnTo>
                    <a:pt x="2027" y="106401"/>
                  </a:lnTo>
                  <a:lnTo>
                    <a:pt x="2251" y="106901"/>
                  </a:lnTo>
                  <a:lnTo>
                    <a:pt x="2488" y="107414"/>
                  </a:lnTo>
                  <a:lnTo>
                    <a:pt x="2738" y="107915"/>
                  </a:lnTo>
                  <a:lnTo>
                    <a:pt x="3001" y="108415"/>
                  </a:lnTo>
                  <a:lnTo>
                    <a:pt x="3278" y="108902"/>
                  </a:lnTo>
                  <a:lnTo>
                    <a:pt x="3554" y="109389"/>
                  </a:lnTo>
                  <a:lnTo>
                    <a:pt x="3857" y="109863"/>
                  </a:lnTo>
                  <a:lnTo>
                    <a:pt x="4160" y="110337"/>
                  </a:lnTo>
                  <a:lnTo>
                    <a:pt x="4476" y="110797"/>
                  </a:lnTo>
                  <a:lnTo>
                    <a:pt x="4805" y="111258"/>
                  </a:lnTo>
                  <a:lnTo>
                    <a:pt x="5147" y="111719"/>
                  </a:lnTo>
                  <a:lnTo>
                    <a:pt x="5502" y="112166"/>
                  </a:lnTo>
                  <a:lnTo>
                    <a:pt x="5871" y="112601"/>
                  </a:lnTo>
                  <a:lnTo>
                    <a:pt x="6239" y="113035"/>
                  </a:lnTo>
                  <a:lnTo>
                    <a:pt x="5924" y="113641"/>
                  </a:lnTo>
                  <a:lnTo>
                    <a:pt x="5634" y="114272"/>
                  </a:lnTo>
                  <a:lnTo>
                    <a:pt x="5358" y="114904"/>
                  </a:lnTo>
                  <a:lnTo>
                    <a:pt x="5107" y="115536"/>
                  </a:lnTo>
                  <a:lnTo>
                    <a:pt x="4870" y="116181"/>
                  </a:lnTo>
                  <a:lnTo>
                    <a:pt x="4660" y="116826"/>
                  </a:lnTo>
                  <a:lnTo>
                    <a:pt x="4462" y="117484"/>
                  </a:lnTo>
                  <a:lnTo>
                    <a:pt x="4291" y="118156"/>
                  </a:lnTo>
                  <a:lnTo>
                    <a:pt x="4133" y="118814"/>
                  </a:lnTo>
                  <a:lnTo>
                    <a:pt x="4002" y="119485"/>
                  </a:lnTo>
                  <a:lnTo>
                    <a:pt x="3883" y="120170"/>
                  </a:lnTo>
                  <a:lnTo>
                    <a:pt x="3791" y="120854"/>
                  </a:lnTo>
                  <a:lnTo>
                    <a:pt x="3712" y="121539"/>
                  </a:lnTo>
                  <a:lnTo>
                    <a:pt x="3659" y="122223"/>
                  </a:lnTo>
                  <a:lnTo>
                    <a:pt x="3633" y="122908"/>
                  </a:lnTo>
                  <a:lnTo>
                    <a:pt x="3620" y="123605"/>
                  </a:lnTo>
                  <a:lnTo>
                    <a:pt x="3633" y="124264"/>
                  </a:lnTo>
                  <a:lnTo>
                    <a:pt x="3659" y="124922"/>
                  </a:lnTo>
                  <a:lnTo>
                    <a:pt x="3712" y="125580"/>
                  </a:lnTo>
                  <a:lnTo>
                    <a:pt x="3778" y="126238"/>
                  </a:lnTo>
                  <a:lnTo>
                    <a:pt x="3857" y="126883"/>
                  </a:lnTo>
                  <a:lnTo>
                    <a:pt x="3962" y="127528"/>
                  </a:lnTo>
                  <a:lnTo>
                    <a:pt x="4081" y="128160"/>
                  </a:lnTo>
                  <a:lnTo>
                    <a:pt x="4212" y="128792"/>
                  </a:lnTo>
                  <a:lnTo>
                    <a:pt x="4370" y="129424"/>
                  </a:lnTo>
                  <a:lnTo>
                    <a:pt x="4541" y="130042"/>
                  </a:lnTo>
                  <a:lnTo>
                    <a:pt x="4739" y="130661"/>
                  </a:lnTo>
                  <a:lnTo>
                    <a:pt x="4949" y="131267"/>
                  </a:lnTo>
                  <a:lnTo>
                    <a:pt x="5173" y="131859"/>
                  </a:lnTo>
                  <a:lnTo>
                    <a:pt x="5410" y="132464"/>
                  </a:lnTo>
                  <a:lnTo>
                    <a:pt x="5673" y="133044"/>
                  </a:lnTo>
                  <a:lnTo>
                    <a:pt x="5950" y="133623"/>
                  </a:lnTo>
                  <a:lnTo>
                    <a:pt x="6239" y="134189"/>
                  </a:lnTo>
                  <a:lnTo>
                    <a:pt x="6542" y="134755"/>
                  </a:lnTo>
                  <a:lnTo>
                    <a:pt x="6871" y="135308"/>
                  </a:lnTo>
                  <a:lnTo>
                    <a:pt x="7214" y="135847"/>
                  </a:lnTo>
                  <a:lnTo>
                    <a:pt x="7556" y="136387"/>
                  </a:lnTo>
                  <a:lnTo>
                    <a:pt x="7938" y="136914"/>
                  </a:lnTo>
                  <a:lnTo>
                    <a:pt x="8319" y="137427"/>
                  </a:lnTo>
                  <a:lnTo>
                    <a:pt x="8714" y="137927"/>
                  </a:lnTo>
                  <a:lnTo>
                    <a:pt x="9135" y="138428"/>
                  </a:lnTo>
                  <a:lnTo>
                    <a:pt x="9557" y="138901"/>
                  </a:lnTo>
                  <a:lnTo>
                    <a:pt x="10004" y="139375"/>
                  </a:lnTo>
                  <a:lnTo>
                    <a:pt x="10465" y="139836"/>
                  </a:lnTo>
                  <a:lnTo>
                    <a:pt x="10939" y="140284"/>
                  </a:lnTo>
                  <a:lnTo>
                    <a:pt x="11426" y="140718"/>
                  </a:lnTo>
                  <a:lnTo>
                    <a:pt x="11926" y="141139"/>
                  </a:lnTo>
                  <a:lnTo>
                    <a:pt x="12439" y="141547"/>
                  </a:lnTo>
                  <a:lnTo>
                    <a:pt x="12347" y="142008"/>
                  </a:lnTo>
                  <a:lnTo>
                    <a:pt x="12268" y="142482"/>
                  </a:lnTo>
                  <a:lnTo>
                    <a:pt x="12203" y="142956"/>
                  </a:lnTo>
                  <a:lnTo>
                    <a:pt x="12150" y="143430"/>
                  </a:lnTo>
                  <a:lnTo>
                    <a:pt x="12110" y="143904"/>
                  </a:lnTo>
                  <a:lnTo>
                    <a:pt x="12084" y="144377"/>
                  </a:lnTo>
                  <a:lnTo>
                    <a:pt x="12058" y="144851"/>
                  </a:lnTo>
                  <a:lnTo>
                    <a:pt x="12058" y="145325"/>
                  </a:lnTo>
                  <a:lnTo>
                    <a:pt x="12058" y="145760"/>
                  </a:lnTo>
                  <a:lnTo>
                    <a:pt x="12071" y="146194"/>
                  </a:lnTo>
                  <a:lnTo>
                    <a:pt x="12097" y="146628"/>
                  </a:lnTo>
                  <a:lnTo>
                    <a:pt x="12137" y="147050"/>
                  </a:lnTo>
                  <a:lnTo>
                    <a:pt x="12176" y="147471"/>
                  </a:lnTo>
                  <a:lnTo>
                    <a:pt x="12229" y="147892"/>
                  </a:lnTo>
                  <a:lnTo>
                    <a:pt x="12295" y="148313"/>
                  </a:lnTo>
                  <a:lnTo>
                    <a:pt x="12361" y="148721"/>
                  </a:lnTo>
                  <a:lnTo>
                    <a:pt x="12439" y="149129"/>
                  </a:lnTo>
                  <a:lnTo>
                    <a:pt x="12532" y="149538"/>
                  </a:lnTo>
                  <a:lnTo>
                    <a:pt x="12624" y="149946"/>
                  </a:lnTo>
                  <a:lnTo>
                    <a:pt x="12729" y="150354"/>
                  </a:lnTo>
                  <a:lnTo>
                    <a:pt x="12848" y="150749"/>
                  </a:lnTo>
                  <a:lnTo>
                    <a:pt x="12966" y="151143"/>
                  </a:lnTo>
                  <a:lnTo>
                    <a:pt x="13098" y="151538"/>
                  </a:lnTo>
                  <a:lnTo>
                    <a:pt x="13229" y="151920"/>
                  </a:lnTo>
                  <a:lnTo>
                    <a:pt x="13387" y="152302"/>
                  </a:lnTo>
                  <a:lnTo>
                    <a:pt x="13532" y="152684"/>
                  </a:lnTo>
                  <a:lnTo>
                    <a:pt x="13703" y="153052"/>
                  </a:lnTo>
                  <a:lnTo>
                    <a:pt x="13874" y="153434"/>
                  </a:lnTo>
                  <a:lnTo>
                    <a:pt x="14045" y="153789"/>
                  </a:lnTo>
                  <a:lnTo>
                    <a:pt x="14230" y="154158"/>
                  </a:lnTo>
                  <a:lnTo>
                    <a:pt x="14427" y="154513"/>
                  </a:lnTo>
                  <a:lnTo>
                    <a:pt x="14625" y="154869"/>
                  </a:lnTo>
                  <a:lnTo>
                    <a:pt x="14835" y="155211"/>
                  </a:lnTo>
                  <a:lnTo>
                    <a:pt x="15059" y="155553"/>
                  </a:lnTo>
                  <a:lnTo>
                    <a:pt x="15270" y="155896"/>
                  </a:lnTo>
                  <a:lnTo>
                    <a:pt x="15507" y="156225"/>
                  </a:lnTo>
                  <a:lnTo>
                    <a:pt x="15744" y="156554"/>
                  </a:lnTo>
                  <a:lnTo>
                    <a:pt x="15980" y="156883"/>
                  </a:lnTo>
                  <a:lnTo>
                    <a:pt x="16231" y="157199"/>
                  </a:lnTo>
                  <a:lnTo>
                    <a:pt x="16494" y="157515"/>
                  </a:lnTo>
                  <a:lnTo>
                    <a:pt x="16757" y="157817"/>
                  </a:lnTo>
                  <a:lnTo>
                    <a:pt x="17020" y="158120"/>
                  </a:lnTo>
                  <a:lnTo>
                    <a:pt x="17297" y="158410"/>
                  </a:lnTo>
                  <a:lnTo>
                    <a:pt x="17573" y="158699"/>
                  </a:lnTo>
                  <a:lnTo>
                    <a:pt x="17863" y="158989"/>
                  </a:lnTo>
                  <a:lnTo>
                    <a:pt x="18152" y="159265"/>
                  </a:lnTo>
                  <a:lnTo>
                    <a:pt x="18455" y="159529"/>
                  </a:lnTo>
                  <a:lnTo>
                    <a:pt x="18758" y="159805"/>
                  </a:lnTo>
                  <a:lnTo>
                    <a:pt x="19074" y="160055"/>
                  </a:lnTo>
                  <a:lnTo>
                    <a:pt x="19390" y="160305"/>
                  </a:lnTo>
                  <a:lnTo>
                    <a:pt x="19706" y="160555"/>
                  </a:lnTo>
                  <a:lnTo>
                    <a:pt x="20035" y="160792"/>
                  </a:lnTo>
                  <a:lnTo>
                    <a:pt x="20364" y="161029"/>
                  </a:lnTo>
                  <a:lnTo>
                    <a:pt x="20706" y="161253"/>
                  </a:lnTo>
                  <a:lnTo>
                    <a:pt x="21048" y="161464"/>
                  </a:lnTo>
                  <a:lnTo>
                    <a:pt x="21391" y="161674"/>
                  </a:lnTo>
                  <a:lnTo>
                    <a:pt x="21746" y="161885"/>
                  </a:lnTo>
                  <a:lnTo>
                    <a:pt x="22101" y="162082"/>
                  </a:lnTo>
                  <a:lnTo>
                    <a:pt x="22457" y="162267"/>
                  </a:lnTo>
                  <a:lnTo>
                    <a:pt x="22825" y="162451"/>
                  </a:lnTo>
                  <a:lnTo>
                    <a:pt x="23194" y="162622"/>
                  </a:lnTo>
                  <a:lnTo>
                    <a:pt x="23563" y="162780"/>
                  </a:lnTo>
                  <a:lnTo>
                    <a:pt x="23944" y="162938"/>
                  </a:lnTo>
                  <a:lnTo>
                    <a:pt x="24326" y="163096"/>
                  </a:lnTo>
                  <a:lnTo>
                    <a:pt x="24708" y="163241"/>
                  </a:lnTo>
                  <a:lnTo>
                    <a:pt x="25103" y="163372"/>
                  </a:lnTo>
                  <a:lnTo>
                    <a:pt x="25498" y="163491"/>
                  </a:lnTo>
                  <a:lnTo>
                    <a:pt x="25893" y="163609"/>
                  </a:lnTo>
                  <a:lnTo>
                    <a:pt x="26287" y="163715"/>
                  </a:lnTo>
                  <a:lnTo>
                    <a:pt x="26696" y="163820"/>
                  </a:lnTo>
                  <a:lnTo>
                    <a:pt x="27104" y="163912"/>
                  </a:lnTo>
                  <a:lnTo>
                    <a:pt x="27512" y="163991"/>
                  </a:lnTo>
                  <a:lnTo>
                    <a:pt x="27393" y="164333"/>
                  </a:lnTo>
                  <a:lnTo>
                    <a:pt x="28275" y="164412"/>
                  </a:lnTo>
                  <a:lnTo>
                    <a:pt x="29144" y="164504"/>
                  </a:lnTo>
                  <a:lnTo>
                    <a:pt x="30000" y="164623"/>
                  </a:lnTo>
                  <a:lnTo>
                    <a:pt x="30842" y="164741"/>
                  </a:lnTo>
                  <a:lnTo>
                    <a:pt x="31671" y="164886"/>
                  </a:lnTo>
                  <a:lnTo>
                    <a:pt x="32474" y="165031"/>
                  </a:lnTo>
                  <a:lnTo>
                    <a:pt x="33264" y="165189"/>
                  </a:lnTo>
                  <a:lnTo>
                    <a:pt x="34041" y="165373"/>
                  </a:lnTo>
                  <a:lnTo>
                    <a:pt x="34804" y="165558"/>
                  </a:lnTo>
                  <a:lnTo>
                    <a:pt x="35555" y="165755"/>
                  </a:lnTo>
                  <a:lnTo>
                    <a:pt x="36292" y="165966"/>
                  </a:lnTo>
                  <a:lnTo>
                    <a:pt x="37003" y="166189"/>
                  </a:lnTo>
                  <a:lnTo>
                    <a:pt x="37713" y="166426"/>
                  </a:lnTo>
                  <a:lnTo>
                    <a:pt x="38398" y="166676"/>
                  </a:lnTo>
                  <a:lnTo>
                    <a:pt x="39082" y="166927"/>
                  </a:lnTo>
                  <a:lnTo>
                    <a:pt x="39741" y="167203"/>
                  </a:lnTo>
                  <a:lnTo>
                    <a:pt x="40386" y="167479"/>
                  </a:lnTo>
                  <a:lnTo>
                    <a:pt x="41017" y="167769"/>
                  </a:lnTo>
                  <a:lnTo>
                    <a:pt x="41649" y="168059"/>
                  </a:lnTo>
                  <a:lnTo>
                    <a:pt x="42255" y="168375"/>
                  </a:lnTo>
                  <a:lnTo>
                    <a:pt x="42847" y="168690"/>
                  </a:lnTo>
                  <a:lnTo>
                    <a:pt x="43426" y="169020"/>
                  </a:lnTo>
                  <a:lnTo>
                    <a:pt x="43992" y="169349"/>
                  </a:lnTo>
                  <a:lnTo>
                    <a:pt x="44545" y="169704"/>
                  </a:lnTo>
                  <a:lnTo>
                    <a:pt x="45098" y="170046"/>
                  </a:lnTo>
                  <a:lnTo>
                    <a:pt x="45625" y="170415"/>
                  </a:lnTo>
                  <a:lnTo>
                    <a:pt x="46138" y="170783"/>
                  </a:lnTo>
                  <a:lnTo>
                    <a:pt x="46638" y="171165"/>
                  </a:lnTo>
                  <a:lnTo>
                    <a:pt x="47138" y="171547"/>
                  </a:lnTo>
                  <a:lnTo>
                    <a:pt x="47612" y="171942"/>
                  </a:lnTo>
                  <a:lnTo>
                    <a:pt x="48086" y="172350"/>
                  </a:lnTo>
                  <a:lnTo>
                    <a:pt x="48547" y="172758"/>
                  </a:lnTo>
                  <a:lnTo>
                    <a:pt x="48994" y="173166"/>
                  </a:lnTo>
                  <a:lnTo>
                    <a:pt x="49429" y="173587"/>
                  </a:lnTo>
                  <a:lnTo>
                    <a:pt x="49850" y="174022"/>
                  </a:lnTo>
                  <a:lnTo>
                    <a:pt x="50258" y="174456"/>
                  </a:lnTo>
                  <a:lnTo>
                    <a:pt x="50666" y="174890"/>
                  </a:lnTo>
                  <a:lnTo>
                    <a:pt x="51048" y="175338"/>
                  </a:lnTo>
                  <a:lnTo>
                    <a:pt x="51430" y="175786"/>
                  </a:lnTo>
                  <a:lnTo>
                    <a:pt x="51798" y="176246"/>
                  </a:lnTo>
                  <a:lnTo>
                    <a:pt x="52167" y="176707"/>
                  </a:lnTo>
                  <a:lnTo>
                    <a:pt x="52509" y="177168"/>
                  </a:lnTo>
                  <a:lnTo>
                    <a:pt x="52851" y="177642"/>
                  </a:lnTo>
                  <a:lnTo>
                    <a:pt x="53180" y="178116"/>
                  </a:lnTo>
                  <a:lnTo>
                    <a:pt x="53496" y="178589"/>
                  </a:lnTo>
                  <a:lnTo>
                    <a:pt x="53799" y="179076"/>
                  </a:lnTo>
                  <a:lnTo>
                    <a:pt x="54102" y="179564"/>
                  </a:lnTo>
                  <a:lnTo>
                    <a:pt x="54392" y="180051"/>
                  </a:lnTo>
                  <a:lnTo>
                    <a:pt x="54668" y="180538"/>
                  </a:lnTo>
                  <a:lnTo>
                    <a:pt x="54944" y="181038"/>
                  </a:lnTo>
                  <a:lnTo>
                    <a:pt x="55208" y="181538"/>
                  </a:lnTo>
                  <a:lnTo>
                    <a:pt x="55458" y="182038"/>
                  </a:lnTo>
                  <a:lnTo>
                    <a:pt x="55708" y="182538"/>
                  </a:lnTo>
                  <a:lnTo>
                    <a:pt x="55945" y="183039"/>
                  </a:lnTo>
                  <a:lnTo>
                    <a:pt x="56169" y="183552"/>
                  </a:lnTo>
                  <a:lnTo>
                    <a:pt x="56392" y="184052"/>
                  </a:lnTo>
                  <a:lnTo>
                    <a:pt x="56800" y="185079"/>
                  </a:lnTo>
                  <a:lnTo>
                    <a:pt x="57182" y="186093"/>
                  </a:lnTo>
                  <a:lnTo>
                    <a:pt x="57538" y="187119"/>
                  </a:lnTo>
                  <a:lnTo>
                    <a:pt x="57867" y="188146"/>
                  </a:lnTo>
                  <a:lnTo>
                    <a:pt x="58156" y="189160"/>
                  </a:lnTo>
                  <a:lnTo>
                    <a:pt x="58433" y="190186"/>
                  </a:lnTo>
                  <a:lnTo>
                    <a:pt x="58683" y="191187"/>
                  </a:lnTo>
                  <a:lnTo>
                    <a:pt x="58893" y="192200"/>
                  </a:lnTo>
                  <a:lnTo>
                    <a:pt x="59091" y="193188"/>
                  </a:lnTo>
                  <a:lnTo>
                    <a:pt x="59262" y="194175"/>
                  </a:lnTo>
                  <a:lnTo>
                    <a:pt x="59420" y="195136"/>
                  </a:lnTo>
                  <a:lnTo>
                    <a:pt x="59552" y="196084"/>
                  </a:lnTo>
                  <a:lnTo>
                    <a:pt x="59670" y="197018"/>
                  </a:lnTo>
                  <a:lnTo>
                    <a:pt x="59762" y="197940"/>
                  </a:lnTo>
                  <a:lnTo>
                    <a:pt x="59841" y="198835"/>
                  </a:lnTo>
                  <a:lnTo>
                    <a:pt x="59907" y="199704"/>
                  </a:lnTo>
                  <a:lnTo>
                    <a:pt x="59960" y="200559"/>
                  </a:lnTo>
                  <a:lnTo>
                    <a:pt x="59986" y="201375"/>
                  </a:lnTo>
                  <a:lnTo>
                    <a:pt x="60012" y="202165"/>
                  </a:lnTo>
                  <a:lnTo>
                    <a:pt x="60025" y="202929"/>
                  </a:lnTo>
                  <a:lnTo>
                    <a:pt x="60039" y="203666"/>
                  </a:lnTo>
                  <a:lnTo>
                    <a:pt x="60025" y="204364"/>
                  </a:lnTo>
                  <a:lnTo>
                    <a:pt x="59999" y="205654"/>
                  </a:lnTo>
                  <a:lnTo>
                    <a:pt x="59947" y="206773"/>
                  </a:lnTo>
                  <a:lnTo>
                    <a:pt x="59894" y="207733"/>
                  </a:lnTo>
                  <a:lnTo>
                    <a:pt x="59828" y="208510"/>
                  </a:lnTo>
                  <a:lnTo>
                    <a:pt x="59775" y="209076"/>
                  </a:lnTo>
                  <a:lnTo>
                    <a:pt x="59710" y="209550"/>
                  </a:lnTo>
                  <a:lnTo>
                    <a:pt x="98213" y="209550"/>
                  </a:lnTo>
                  <a:lnTo>
                    <a:pt x="98213" y="166229"/>
                  </a:lnTo>
                  <a:lnTo>
                    <a:pt x="98226" y="165294"/>
                  </a:lnTo>
                  <a:lnTo>
                    <a:pt x="98265" y="164386"/>
                  </a:lnTo>
                  <a:lnTo>
                    <a:pt x="98331" y="163491"/>
                  </a:lnTo>
                  <a:lnTo>
                    <a:pt x="98423" y="162622"/>
                  </a:lnTo>
                  <a:lnTo>
                    <a:pt x="98542" y="161766"/>
                  </a:lnTo>
                  <a:lnTo>
                    <a:pt x="98687" y="160937"/>
                  </a:lnTo>
                  <a:lnTo>
                    <a:pt x="98845" y="160121"/>
                  </a:lnTo>
                  <a:lnTo>
                    <a:pt x="99029" y="159331"/>
                  </a:lnTo>
                  <a:lnTo>
                    <a:pt x="99240" y="158555"/>
                  </a:lnTo>
                  <a:lnTo>
                    <a:pt x="99463" y="157804"/>
                  </a:lnTo>
                  <a:lnTo>
                    <a:pt x="99700" y="157067"/>
                  </a:lnTo>
                  <a:lnTo>
                    <a:pt x="99963" y="156343"/>
                  </a:lnTo>
                  <a:lnTo>
                    <a:pt x="100253" y="155645"/>
                  </a:lnTo>
                  <a:lnTo>
                    <a:pt x="100543" y="154961"/>
                  </a:lnTo>
                  <a:lnTo>
                    <a:pt x="100859" y="154303"/>
                  </a:lnTo>
                  <a:lnTo>
                    <a:pt x="101188" y="153645"/>
                  </a:lnTo>
                  <a:lnTo>
                    <a:pt x="101530" y="153026"/>
                  </a:lnTo>
                  <a:lnTo>
                    <a:pt x="101885" y="152407"/>
                  </a:lnTo>
                  <a:lnTo>
                    <a:pt x="102254" y="151815"/>
                  </a:lnTo>
                  <a:lnTo>
                    <a:pt x="102636" y="151236"/>
                  </a:lnTo>
                  <a:lnTo>
                    <a:pt x="103017" y="150670"/>
                  </a:lnTo>
                  <a:lnTo>
                    <a:pt x="103425" y="150130"/>
                  </a:lnTo>
                  <a:lnTo>
                    <a:pt x="103834" y="149603"/>
                  </a:lnTo>
                  <a:lnTo>
                    <a:pt x="104242" y="149090"/>
                  </a:lnTo>
                  <a:lnTo>
                    <a:pt x="104663" y="148590"/>
                  </a:lnTo>
                  <a:lnTo>
                    <a:pt x="105097" y="148116"/>
                  </a:lnTo>
                  <a:lnTo>
                    <a:pt x="105532" y="147642"/>
                  </a:lnTo>
                  <a:lnTo>
                    <a:pt x="105966" y="147194"/>
                  </a:lnTo>
                  <a:lnTo>
                    <a:pt x="106414" y="146760"/>
                  </a:lnTo>
                  <a:lnTo>
                    <a:pt x="106861" y="146352"/>
                  </a:lnTo>
                  <a:lnTo>
                    <a:pt x="107309" y="145944"/>
                  </a:lnTo>
                  <a:lnTo>
                    <a:pt x="107756" y="145562"/>
                  </a:lnTo>
                  <a:lnTo>
                    <a:pt x="108191" y="145180"/>
                  </a:lnTo>
                  <a:lnTo>
                    <a:pt x="108638" y="144825"/>
                  </a:lnTo>
                  <a:lnTo>
                    <a:pt x="109086" y="144483"/>
                  </a:lnTo>
                  <a:lnTo>
                    <a:pt x="109533" y="144154"/>
                  </a:lnTo>
                  <a:lnTo>
                    <a:pt x="109968" y="143838"/>
                  </a:lnTo>
                  <a:lnTo>
                    <a:pt x="110402" y="143535"/>
                  </a:lnTo>
                  <a:lnTo>
                    <a:pt x="110837" y="143245"/>
                  </a:lnTo>
                  <a:lnTo>
                    <a:pt x="111258" y="142969"/>
                  </a:lnTo>
                  <a:lnTo>
                    <a:pt x="112074" y="142456"/>
                  </a:lnTo>
                  <a:lnTo>
                    <a:pt x="112864" y="141995"/>
                  </a:lnTo>
                  <a:lnTo>
                    <a:pt x="113614" y="141587"/>
                  </a:lnTo>
                  <a:lnTo>
                    <a:pt x="114312" y="141231"/>
                  </a:lnTo>
                  <a:lnTo>
                    <a:pt x="114957" y="140915"/>
                  </a:lnTo>
                  <a:lnTo>
                    <a:pt x="115536" y="140652"/>
                  </a:lnTo>
                  <a:lnTo>
                    <a:pt x="116036" y="140428"/>
                  </a:lnTo>
                  <a:lnTo>
                    <a:pt x="116471" y="140257"/>
                  </a:lnTo>
                  <a:lnTo>
                    <a:pt x="117076" y="140020"/>
                  </a:lnTo>
                  <a:lnTo>
                    <a:pt x="117287" y="139941"/>
                  </a:lnTo>
                  <a:lnTo>
                    <a:pt x="117813" y="139915"/>
                  </a:lnTo>
                  <a:lnTo>
                    <a:pt x="118327" y="139862"/>
                  </a:lnTo>
                  <a:lnTo>
                    <a:pt x="118840" y="139810"/>
                  </a:lnTo>
                  <a:lnTo>
                    <a:pt x="119353" y="139744"/>
                  </a:lnTo>
                  <a:lnTo>
                    <a:pt x="119854" y="139652"/>
                  </a:lnTo>
                  <a:lnTo>
                    <a:pt x="120367" y="139573"/>
                  </a:lnTo>
                  <a:lnTo>
                    <a:pt x="120867" y="139467"/>
                  </a:lnTo>
                  <a:lnTo>
                    <a:pt x="121367" y="139349"/>
                  </a:lnTo>
                  <a:lnTo>
                    <a:pt x="121868" y="139231"/>
                  </a:lnTo>
                  <a:lnTo>
                    <a:pt x="122368" y="139099"/>
                  </a:lnTo>
                  <a:lnTo>
                    <a:pt x="122855" y="138954"/>
                  </a:lnTo>
                  <a:lnTo>
                    <a:pt x="123355" y="138796"/>
                  </a:lnTo>
                  <a:lnTo>
                    <a:pt x="123842" y="138625"/>
                  </a:lnTo>
                  <a:lnTo>
                    <a:pt x="124316" y="138454"/>
                  </a:lnTo>
                  <a:lnTo>
                    <a:pt x="124803" y="138270"/>
                  </a:lnTo>
                  <a:lnTo>
                    <a:pt x="125277" y="138072"/>
                  </a:lnTo>
                  <a:lnTo>
                    <a:pt x="125395" y="138559"/>
                  </a:lnTo>
                  <a:lnTo>
                    <a:pt x="125527" y="139046"/>
                  </a:lnTo>
                  <a:lnTo>
                    <a:pt x="125672" y="139533"/>
                  </a:lnTo>
                  <a:lnTo>
                    <a:pt x="125830" y="140020"/>
                  </a:lnTo>
                  <a:lnTo>
                    <a:pt x="125988" y="140494"/>
                  </a:lnTo>
                  <a:lnTo>
                    <a:pt x="126172" y="140968"/>
                  </a:lnTo>
                  <a:lnTo>
                    <a:pt x="126343" y="141429"/>
                  </a:lnTo>
                  <a:lnTo>
                    <a:pt x="126541" y="141890"/>
                  </a:lnTo>
                  <a:lnTo>
                    <a:pt x="126738" y="142350"/>
                  </a:lnTo>
                  <a:lnTo>
                    <a:pt x="126949" y="142798"/>
                  </a:lnTo>
                  <a:lnTo>
                    <a:pt x="127172" y="143245"/>
                  </a:lnTo>
                  <a:lnTo>
                    <a:pt x="127396" y="143693"/>
                  </a:lnTo>
                  <a:lnTo>
                    <a:pt x="127633" y="144127"/>
                  </a:lnTo>
                  <a:lnTo>
                    <a:pt x="127883" y="144562"/>
                  </a:lnTo>
                  <a:lnTo>
                    <a:pt x="128133" y="144983"/>
                  </a:lnTo>
                  <a:lnTo>
                    <a:pt x="128397" y="145404"/>
                  </a:lnTo>
                  <a:lnTo>
                    <a:pt x="128673" y="145812"/>
                  </a:lnTo>
                  <a:lnTo>
                    <a:pt x="128949" y="146220"/>
                  </a:lnTo>
                  <a:lnTo>
                    <a:pt x="129239" y="146628"/>
                  </a:lnTo>
                  <a:lnTo>
                    <a:pt x="129542" y="147023"/>
                  </a:lnTo>
                  <a:lnTo>
                    <a:pt x="129845" y="147405"/>
                  </a:lnTo>
                  <a:lnTo>
                    <a:pt x="130147" y="147787"/>
                  </a:lnTo>
                  <a:lnTo>
                    <a:pt x="130476" y="148169"/>
                  </a:lnTo>
                  <a:lnTo>
                    <a:pt x="130792" y="148537"/>
                  </a:lnTo>
                  <a:lnTo>
                    <a:pt x="131135" y="148893"/>
                  </a:lnTo>
                  <a:lnTo>
                    <a:pt x="131477" y="149248"/>
                  </a:lnTo>
                  <a:lnTo>
                    <a:pt x="131819" y="149590"/>
                  </a:lnTo>
                  <a:lnTo>
                    <a:pt x="132175" y="149932"/>
                  </a:lnTo>
                  <a:lnTo>
                    <a:pt x="132543" y="150275"/>
                  </a:lnTo>
                  <a:lnTo>
                    <a:pt x="132912" y="150591"/>
                  </a:lnTo>
                  <a:lnTo>
                    <a:pt x="133280" y="150920"/>
                  </a:lnTo>
                  <a:lnTo>
                    <a:pt x="133662" y="151222"/>
                  </a:lnTo>
                  <a:lnTo>
                    <a:pt x="134057" y="151525"/>
                  </a:lnTo>
                  <a:lnTo>
                    <a:pt x="134439" y="151828"/>
                  </a:lnTo>
                  <a:lnTo>
                    <a:pt x="134847" y="152104"/>
                  </a:lnTo>
                  <a:lnTo>
                    <a:pt x="135255" y="152394"/>
                  </a:lnTo>
                  <a:lnTo>
                    <a:pt x="135663" y="152657"/>
                  </a:lnTo>
                  <a:lnTo>
                    <a:pt x="136084" y="152921"/>
                  </a:lnTo>
                  <a:lnTo>
                    <a:pt x="136505" y="153184"/>
                  </a:lnTo>
                  <a:lnTo>
                    <a:pt x="136940" y="153421"/>
                  </a:lnTo>
                  <a:lnTo>
                    <a:pt x="137374" y="153658"/>
                  </a:lnTo>
                  <a:lnTo>
                    <a:pt x="137809" y="153895"/>
                  </a:lnTo>
                  <a:lnTo>
                    <a:pt x="138256" y="154105"/>
                  </a:lnTo>
                  <a:lnTo>
                    <a:pt x="138704" y="154316"/>
                  </a:lnTo>
                  <a:lnTo>
                    <a:pt x="139151" y="154527"/>
                  </a:lnTo>
                  <a:lnTo>
                    <a:pt x="139612" y="154711"/>
                  </a:lnTo>
                  <a:lnTo>
                    <a:pt x="140073" y="154895"/>
                  </a:lnTo>
                  <a:lnTo>
                    <a:pt x="140547" y="155066"/>
                  </a:lnTo>
                  <a:lnTo>
                    <a:pt x="141020" y="155237"/>
                  </a:lnTo>
                  <a:lnTo>
                    <a:pt x="141494" y="155382"/>
                  </a:lnTo>
                  <a:lnTo>
                    <a:pt x="141981" y="155527"/>
                  </a:lnTo>
                  <a:lnTo>
                    <a:pt x="142468" y="155659"/>
                  </a:lnTo>
                  <a:lnTo>
                    <a:pt x="142955" y="155790"/>
                  </a:lnTo>
                  <a:lnTo>
                    <a:pt x="143442" y="155896"/>
                  </a:lnTo>
                  <a:lnTo>
                    <a:pt x="143943" y="156001"/>
                  </a:lnTo>
                  <a:lnTo>
                    <a:pt x="144443" y="156093"/>
                  </a:lnTo>
                  <a:lnTo>
                    <a:pt x="144943" y="156185"/>
                  </a:lnTo>
                  <a:lnTo>
                    <a:pt x="145443" y="156251"/>
                  </a:lnTo>
                  <a:lnTo>
                    <a:pt x="145957" y="156317"/>
                  </a:lnTo>
                  <a:lnTo>
                    <a:pt x="146470" y="156369"/>
                  </a:lnTo>
                  <a:lnTo>
                    <a:pt x="146983" y="156409"/>
                  </a:lnTo>
                  <a:lnTo>
                    <a:pt x="147497" y="156435"/>
                  </a:lnTo>
                  <a:lnTo>
                    <a:pt x="148023" y="156448"/>
                  </a:lnTo>
                  <a:lnTo>
                    <a:pt x="149103" y="156448"/>
                  </a:lnTo>
                  <a:lnTo>
                    <a:pt x="149669" y="156422"/>
                  </a:lnTo>
                  <a:lnTo>
                    <a:pt x="150222" y="156396"/>
                  </a:lnTo>
                  <a:lnTo>
                    <a:pt x="150775" y="156356"/>
                  </a:lnTo>
                  <a:lnTo>
                    <a:pt x="151327" y="156290"/>
                  </a:lnTo>
                  <a:lnTo>
                    <a:pt x="151880" y="156225"/>
                  </a:lnTo>
                  <a:lnTo>
                    <a:pt x="152433" y="156132"/>
                  </a:lnTo>
                  <a:lnTo>
                    <a:pt x="152973" y="156040"/>
                  </a:lnTo>
                  <a:lnTo>
                    <a:pt x="153381" y="155975"/>
                  </a:lnTo>
                  <a:lnTo>
                    <a:pt x="153802" y="155909"/>
                  </a:lnTo>
                  <a:lnTo>
                    <a:pt x="154210" y="155830"/>
                  </a:lnTo>
                  <a:lnTo>
                    <a:pt x="154605" y="155751"/>
                  </a:lnTo>
                  <a:lnTo>
                    <a:pt x="155013" y="155645"/>
                  </a:lnTo>
                  <a:lnTo>
                    <a:pt x="155408" y="155553"/>
                  </a:lnTo>
                  <a:lnTo>
                    <a:pt x="155803" y="155448"/>
                  </a:lnTo>
                  <a:lnTo>
                    <a:pt x="156198" y="155329"/>
                  </a:lnTo>
                  <a:lnTo>
                    <a:pt x="156975" y="155079"/>
                  </a:lnTo>
                  <a:lnTo>
                    <a:pt x="157738" y="154790"/>
                  </a:lnTo>
                  <a:lnTo>
                    <a:pt x="158488" y="154487"/>
                  </a:lnTo>
                  <a:lnTo>
                    <a:pt x="159212" y="154145"/>
                  </a:lnTo>
                  <a:lnTo>
                    <a:pt x="159936" y="153789"/>
                  </a:lnTo>
                  <a:lnTo>
                    <a:pt x="160634" y="153394"/>
                  </a:lnTo>
                  <a:lnTo>
                    <a:pt x="161332" y="152986"/>
                  </a:lnTo>
                  <a:lnTo>
                    <a:pt x="162003" y="152539"/>
                  </a:lnTo>
                  <a:lnTo>
                    <a:pt x="162648" y="152078"/>
                  </a:lnTo>
                  <a:lnTo>
                    <a:pt x="163280" y="151591"/>
                  </a:lnTo>
                  <a:lnTo>
                    <a:pt x="163899" y="151091"/>
                  </a:lnTo>
                  <a:lnTo>
                    <a:pt x="164491" y="150551"/>
                  </a:lnTo>
                  <a:lnTo>
                    <a:pt x="164780" y="150920"/>
                  </a:lnTo>
                  <a:lnTo>
                    <a:pt x="165057" y="151288"/>
                  </a:lnTo>
                  <a:lnTo>
                    <a:pt x="165360" y="151631"/>
                  </a:lnTo>
                  <a:lnTo>
                    <a:pt x="165662" y="151973"/>
                  </a:lnTo>
                  <a:lnTo>
                    <a:pt x="165978" y="152302"/>
                  </a:lnTo>
                  <a:lnTo>
                    <a:pt x="166307" y="152631"/>
                  </a:lnTo>
                  <a:lnTo>
                    <a:pt x="166637" y="152934"/>
                  </a:lnTo>
                  <a:lnTo>
                    <a:pt x="166979" y="153236"/>
                  </a:lnTo>
                  <a:lnTo>
                    <a:pt x="167334" y="153526"/>
                  </a:lnTo>
                  <a:lnTo>
                    <a:pt x="167690" y="153803"/>
                  </a:lnTo>
                  <a:lnTo>
                    <a:pt x="168058" y="154079"/>
                  </a:lnTo>
                  <a:lnTo>
                    <a:pt x="168440" y="154329"/>
                  </a:lnTo>
                  <a:lnTo>
                    <a:pt x="168809" y="154579"/>
                  </a:lnTo>
                  <a:lnTo>
                    <a:pt x="169203" y="154816"/>
                  </a:lnTo>
                  <a:lnTo>
                    <a:pt x="169598" y="155040"/>
                  </a:lnTo>
                  <a:lnTo>
                    <a:pt x="170006" y="155251"/>
                  </a:lnTo>
                  <a:lnTo>
                    <a:pt x="170414" y="155461"/>
                  </a:lnTo>
                  <a:lnTo>
                    <a:pt x="170823" y="155645"/>
                  </a:lnTo>
                  <a:lnTo>
                    <a:pt x="171244" y="155817"/>
                  </a:lnTo>
                  <a:lnTo>
                    <a:pt x="171678" y="155988"/>
                  </a:lnTo>
                  <a:lnTo>
                    <a:pt x="172099" y="156146"/>
                  </a:lnTo>
                  <a:lnTo>
                    <a:pt x="172547" y="156277"/>
                  </a:lnTo>
                  <a:lnTo>
                    <a:pt x="172981" y="156409"/>
                  </a:lnTo>
                  <a:lnTo>
                    <a:pt x="173429" y="156527"/>
                  </a:lnTo>
                  <a:lnTo>
                    <a:pt x="173876" y="156633"/>
                  </a:lnTo>
                  <a:lnTo>
                    <a:pt x="174337" y="156712"/>
                  </a:lnTo>
                  <a:lnTo>
                    <a:pt x="174798" y="156791"/>
                  </a:lnTo>
                  <a:lnTo>
                    <a:pt x="175259" y="156856"/>
                  </a:lnTo>
                  <a:lnTo>
                    <a:pt x="175733" y="156896"/>
                  </a:lnTo>
                  <a:lnTo>
                    <a:pt x="176206" y="156935"/>
                  </a:lnTo>
                  <a:lnTo>
                    <a:pt x="176680" y="156962"/>
                  </a:lnTo>
                  <a:lnTo>
                    <a:pt x="177154" y="156962"/>
                  </a:lnTo>
                  <a:lnTo>
                    <a:pt x="177786" y="156949"/>
                  </a:lnTo>
                  <a:lnTo>
                    <a:pt x="178405" y="156922"/>
                  </a:lnTo>
                  <a:lnTo>
                    <a:pt x="179023" y="156856"/>
                  </a:lnTo>
                  <a:lnTo>
                    <a:pt x="179629" y="156777"/>
                  </a:lnTo>
                  <a:lnTo>
                    <a:pt x="180234" y="156672"/>
                  </a:lnTo>
                  <a:lnTo>
                    <a:pt x="180827" y="156541"/>
                  </a:lnTo>
                  <a:lnTo>
                    <a:pt x="181419" y="156396"/>
                  </a:lnTo>
                  <a:lnTo>
                    <a:pt x="181985" y="156211"/>
                  </a:lnTo>
                  <a:lnTo>
                    <a:pt x="182564" y="156027"/>
                  </a:lnTo>
                  <a:lnTo>
                    <a:pt x="183117" y="155817"/>
                  </a:lnTo>
                  <a:lnTo>
                    <a:pt x="183657" y="155580"/>
                  </a:lnTo>
                  <a:lnTo>
                    <a:pt x="184197" y="155329"/>
                  </a:lnTo>
                  <a:lnTo>
                    <a:pt x="184723" y="155053"/>
                  </a:lnTo>
                  <a:lnTo>
                    <a:pt x="185237" y="154763"/>
                  </a:lnTo>
                  <a:lnTo>
                    <a:pt x="185737" y="154448"/>
                  </a:lnTo>
                  <a:lnTo>
                    <a:pt x="186224" y="154118"/>
                  </a:lnTo>
                  <a:lnTo>
                    <a:pt x="186685" y="153776"/>
                  </a:lnTo>
                  <a:lnTo>
                    <a:pt x="187145" y="153408"/>
                  </a:lnTo>
                  <a:lnTo>
                    <a:pt x="187593" y="153026"/>
                  </a:lnTo>
                  <a:lnTo>
                    <a:pt x="188027" y="152631"/>
                  </a:lnTo>
                  <a:lnTo>
                    <a:pt x="188448" y="152223"/>
                  </a:lnTo>
                  <a:lnTo>
                    <a:pt x="188843" y="151789"/>
                  </a:lnTo>
                  <a:lnTo>
                    <a:pt x="189225" y="151341"/>
                  </a:lnTo>
                  <a:lnTo>
                    <a:pt x="189594" y="150893"/>
                  </a:lnTo>
                  <a:lnTo>
                    <a:pt x="189949" y="150419"/>
                  </a:lnTo>
                  <a:lnTo>
                    <a:pt x="190278" y="149932"/>
                  </a:lnTo>
                  <a:lnTo>
                    <a:pt x="190594" y="149432"/>
                  </a:lnTo>
                  <a:lnTo>
                    <a:pt x="190884" y="148919"/>
                  </a:lnTo>
                  <a:lnTo>
                    <a:pt x="191160" y="148392"/>
                  </a:lnTo>
                  <a:lnTo>
                    <a:pt x="191423" y="147853"/>
                  </a:lnTo>
                  <a:lnTo>
                    <a:pt x="191660" y="147300"/>
                  </a:lnTo>
                  <a:lnTo>
                    <a:pt x="191884" y="146747"/>
                  </a:lnTo>
                  <a:lnTo>
                    <a:pt x="192555" y="147115"/>
                  </a:lnTo>
                  <a:lnTo>
                    <a:pt x="193240" y="147458"/>
                  </a:lnTo>
                  <a:lnTo>
                    <a:pt x="193938" y="147787"/>
                  </a:lnTo>
                  <a:lnTo>
                    <a:pt x="194648" y="148076"/>
                  </a:lnTo>
                  <a:lnTo>
                    <a:pt x="195359" y="148366"/>
                  </a:lnTo>
                  <a:lnTo>
                    <a:pt x="196083" y="148616"/>
                  </a:lnTo>
                  <a:lnTo>
                    <a:pt x="196820" y="148853"/>
                  </a:lnTo>
                  <a:lnTo>
                    <a:pt x="197558" y="149050"/>
                  </a:lnTo>
                  <a:lnTo>
                    <a:pt x="198308" y="149235"/>
                  </a:lnTo>
                  <a:lnTo>
                    <a:pt x="199058" y="149406"/>
                  </a:lnTo>
                  <a:lnTo>
                    <a:pt x="199822" y="149538"/>
                  </a:lnTo>
                  <a:lnTo>
                    <a:pt x="200585" y="149656"/>
                  </a:lnTo>
                  <a:lnTo>
                    <a:pt x="201349" y="149735"/>
                  </a:lnTo>
                  <a:lnTo>
                    <a:pt x="202125" y="149801"/>
                  </a:lnTo>
                  <a:lnTo>
                    <a:pt x="202889" y="149840"/>
                  </a:lnTo>
                  <a:lnTo>
                    <a:pt x="203665" y="149853"/>
                  </a:lnTo>
                  <a:lnTo>
                    <a:pt x="204205" y="149840"/>
                  </a:lnTo>
                  <a:lnTo>
                    <a:pt x="204745" y="149827"/>
                  </a:lnTo>
                  <a:lnTo>
                    <a:pt x="205271" y="149801"/>
                  </a:lnTo>
                  <a:lnTo>
                    <a:pt x="205798" y="149761"/>
                  </a:lnTo>
                  <a:lnTo>
                    <a:pt x="206324" y="149709"/>
                  </a:lnTo>
                  <a:lnTo>
                    <a:pt x="206851" y="149643"/>
                  </a:lnTo>
                  <a:lnTo>
                    <a:pt x="207364" y="149564"/>
                  </a:lnTo>
                  <a:lnTo>
                    <a:pt x="207878" y="149485"/>
                  </a:lnTo>
                  <a:lnTo>
                    <a:pt x="208391" y="149380"/>
                  </a:lnTo>
                  <a:lnTo>
                    <a:pt x="208904" y="149274"/>
                  </a:lnTo>
                  <a:lnTo>
                    <a:pt x="209405" y="149156"/>
                  </a:lnTo>
                  <a:lnTo>
                    <a:pt x="209905" y="149024"/>
                  </a:lnTo>
                  <a:lnTo>
                    <a:pt x="210392" y="148893"/>
                  </a:lnTo>
                  <a:lnTo>
                    <a:pt x="210892" y="148735"/>
                  </a:lnTo>
                  <a:lnTo>
                    <a:pt x="211366" y="148577"/>
                  </a:lnTo>
                  <a:lnTo>
                    <a:pt x="211853" y="148405"/>
                  </a:lnTo>
                  <a:lnTo>
                    <a:pt x="212327" y="148221"/>
                  </a:lnTo>
                  <a:lnTo>
                    <a:pt x="212801" y="148037"/>
                  </a:lnTo>
                  <a:lnTo>
                    <a:pt x="213262" y="147839"/>
                  </a:lnTo>
                  <a:lnTo>
                    <a:pt x="213735" y="147629"/>
                  </a:lnTo>
                  <a:lnTo>
                    <a:pt x="214183" y="147405"/>
                  </a:lnTo>
                  <a:lnTo>
                    <a:pt x="214631" y="147181"/>
                  </a:lnTo>
                  <a:lnTo>
                    <a:pt x="215078" y="146944"/>
                  </a:lnTo>
                  <a:lnTo>
                    <a:pt x="215526" y="146694"/>
                  </a:lnTo>
                  <a:lnTo>
                    <a:pt x="215960" y="146444"/>
                  </a:lnTo>
                  <a:lnTo>
                    <a:pt x="216381" y="146181"/>
                  </a:lnTo>
                  <a:lnTo>
                    <a:pt x="216803" y="145904"/>
                  </a:lnTo>
                  <a:lnTo>
                    <a:pt x="217224" y="145628"/>
                  </a:lnTo>
                  <a:lnTo>
                    <a:pt x="217632" y="145338"/>
                  </a:lnTo>
                  <a:lnTo>
                    <a:pt x="218040" y="145036"/>
                  </a:lnTo>
                  <a:lnTo>
                    <a:pt x="218435" y="144733"/>
                  </a:lnTo>
                  <a:lnTo>
                    <a:pt x="218830" y="144417"/>
                  </a:lnTo>
                  <a:lnTo>
                    <a:pt x="219067" y="144338"/>
                  </a:lnTo>
                  <a:lnTo>
                    <a:pt x="219304" y="144219"/>
                  </a:lnTo>
                  <a:lnTo>
                    <a:pt x="219527" y="144088"/>
                  </a:lnTo>
                  <a:lnTo>
                    <a:pt x="219738" y="143917"/>
                  </a:lnTo>
                  <a:lnTo>
                    <a:pt x="220238" y="143469"/>
                  </a:lnTo>
                  <a:lnTo>
                    <a:pt x="220725" y="143008"/>
                  </a:lnTo>
                  <a:lnTo>
                    <a:pt x="221186" y="142535"/>
                  </a:lnTo>
                  <a:lnTo>
                    <a:pt x="221647" y="142061"/>
                  </a:lnTo>
                  <a:lnTo>
                    <a:pt x="222068" y="141560"/>
                  </a:lnTo>
                  <a:lnTo>
                    <a:pt x="222489" y="141060"/>
                  </a:lnTo>
                  <a:lnTo>
                    <a:pt x="222871" y="140534"/>
                  </a:lnTo>
                  <a:lnTo>
                    <a:pt x="223253" y="140007"/>
                  </a:lnTo>
                  <a:lnTo>
                    <a:pt x="223608" y="139481"/>
                  </a:lnTo>
                  <a:lnTo>
                    <a:pt x="223950" y="138928"/>
                  </a:lnTo>
                  <a:lnTo>
                    <a:pt x="224266" y="138375"/>
                  </a:lnTo>
                  <a:lnTo>
                    <a:pt x="224569" y="137822"/>
                  </a:lnTo>
                  <a:lnTo>
                    <a:pt x="224859" y="137243"/>
                  </a:lnTo>
                  <a:lnTo>
                    <a:pt x="225122" y="136677"/>
                  </a:lnTo>
                  <a:lnTo>
                    <a:pt x="225372" y="136084"/>
                  </a:lnTo>
                  <a:lnTo>
                    <a:pt x="225596" y="135492"/>
                  </a:lnTo>
                  <a:lnTo>
                    <a:pt x="225793" y="135045"/>
                  </a:lnTo>
                  <a:lnTo>
                    <a:pt x="225978" y="134597"/>
                  </a:lnTo>
                  <a:lnTo>
                    <a:pt x="226149" y="134136"/>
                  </a:lnTo>
                  <a:lnTo>
                    <a:pt x="226320" y="133662"/>
                  </a:lnTo>
                  <a:lnTo>
                    <a:pt x="226465" y="133202"/>
                  </a:lnTo>
                  <a:lnTo>
                    <a:pt x="226623" y="132728"/>
                  </a:lnTo>
                  <a:lnTo>
                    <a:pt x="226754" y="132241"/>
                  </a:lnTo>
                  <a:lnTo>
                    <a:pt x="226886" y="131767"/>
                  </a:lnTo>
                  <a:lnTo>
                    <a:pt x="226991" y="131280"/>
                  </a:lnTo>
                  <a:lnTo>
                    <a:pt x="227110" y="130793"/>
                  </a:lnTo>
                  <a:lnTo>
                    <a:pt x="227202" y="130292"/>
                  </a:lnTo>
                  <a:lnTo>
                    <a:pt x="227294" y="129805"/>
                  </a:lnTo>
                  <a:lnTo>
                    <a:pt x="227360" y="129305"/>
                  </a:lnTo>
                  <a:lnTo>
                    <a:pt x="227426" y="128792"/>
                  </a:lnTo>
                  <a:lnTo>
                    <a:pt x="227491" y="128292"/>
                  </a:lnTo>
                  <a:lnTo>
                    <a:pt x="227531" y="127778"/>
                  </a:lnTo>
                  <a:lnTo>
                    <a:pt x="228136" y="127581"/>
                  </a:lnTo>
                  <a:lnTo>
                    <a:pt x="228716" y="127357"/>
                  </a:lnTo>
                  <a:lnTo>
                    <a:pt x="229295" y="127107"/>
                  </a:lnTo>
                  <a:lnTo>
                    <a:pt x="229861" y="126844"/>
                  </a:lnTo>
                  <a:lnTo>
                    <a:pt x="230400" y="126554"/>
                  </a:lnTo>
                  <a:lnTo>
                    <a:pt x="230940" y="126238"/>
                  </a:lnTo>
                  <a:lnTo>
                    <a:pt x="231467" y="125909"/>
                  </a:lnTo>
                  <a:lnTo>
                    <a:pt x="231967" y="125567"/>
                  </a:lnTo>
                  <a:lnTo>
                    <a:pt x="232454" y="125198"/>
                  </a:lnTo>
                  <a:lnTo>
                    <a:pt x="232928" y="124816"/>
                  </a:lnTo>
                  <a:lnTo>
                    <a:pt x="233389" y="124408"/>
                  </a:lnTo>
                  <a:lnTo>
                    <a:pt x="233836" y="123987"/>
                  </a:lnTo>
                  <a:lnTo>
                    <a:pt x="234257" y="123553"/>
                  </a:lnTo>
                  <a:lnTo>
                    <a:pt x="234665" y="123092"/>
                  </a:lnTo>
                  <a:lnTo>
                    <a:pt x="235060" y="122631"/>
                  </a:lnTo>
                  <a:lnTo>
                    <a:pt x="235429" y="122144"/>
                  </a:lnTo>
                  <a:lnTo>
                    <a:pt x="235784" y="121644"/>
                  </a:lnTo>
                  <a:lnTo>
                    <a:pt x="236113" y="121131"/>
                  </a:lnTo>
                  <a:lnTo>
                    <a:pt x="236429" y="120604"/>
                  </a:lnTo>
                  <a:lnTo>
                    <a:pt x="236719" y="120064"/>
                  </a:lnTo>
                  <a:lnTo>
                    <a:pt x="236995" y="119525"/>
                  </a:lnTo>
                  <a:lnTo>
                    <a:pt x="237245" y="118959"/>
                  </a:lnTo>
                  <a:lnTo>
                    <a:pt x="237469" y="118379"/>
                  </a:lnTo>
                  <a:lnTo>
                    <a:pt x="237680" y="117800"/>
                  </a:lnTo>
                  <a:lnTo>
                    <a:pt x="237864" y="117208"/>
                  </a:lnTo>
                  <a:lnTo>
                    <a:pt x="238022" y="116602"/>
                  </a:lnTo>
                  <a:lnTo>
                    <a:pt x="238167" y="115997"/>
                  </a:lnTo>
                  <a:lnTo>
                    <a:pt x="238272" y="115378"/>
                  </a:lnTo>
                  <a:lnTo>
                    <a:pt x="238364" y="114746"/>
                  </a:lnTo>
                  <a:lnTo>
                    <a:pt x="238430" y="114115"/>
                  </a:lnTo>
                  <a:lnTo>
                    <a:pt x="238470" y="113470"/>
                  </a:lnTo>
                  <a:lnTo>
                    <a:pt x="238483" y="112824"/>
                  </a:lnTo>
                  <a:lnTo>
                    <a:pt x="238483" y="112416"/>
                  </a:lnTo>
                  <a:lnTo>
                    <a:pt x="238470" y="112022"/>
                  </a:lnTo>
                  <a:lnTo>
                    <a:pt x="238443" y="111627"/>
                  </a:lnTo>
                  <a:lnTo>
                    <a:pt x="238404" y="111232"/>
                  </a:lnTo>
                  <a:lnTo>
                    <a:pt x="238364" y="110837"/>
                  </a:lnTo>
                  <a:lnTo>
                    <a:pt x="238312" y="110455"/>
                  </a:lnTo>
                  <a:lnTo>
                    <a:pt x="238246" y="110060"/>
                  </a:lnTo>
                  <a:lnTo>
                    <a:pt x="238180" y="109678"/>
                  </a:lnTo>
                  <a:lnTo>
                    <a:pt x="238088" y="109310"/>
                  </a:lnTo>
                  <a:lnTo>
                    <a:pt x="238009" y="108928"/>
                  </a:lnTo>
                  <a:lnTo>
                    <a:pt x="237904" y="108560"/>
                  </a:lnTo>
                  <a:lnTo>
                    <a:pt x="237798" y="108178"/>
                  </a:lnTo>
                  <a:lnTo>
                    <a:pt x="237680" y="107822"/>
                  </a:lnTo>
                  <a:lnTo>
                    <a:pt x="237548" y="107454"/>
                  </a:lnTo>
                  <a:lnTo>
                    <a:pt x="237417" y="107098"/>
                  </a:lnTo>
                  <a:lnTo>
                    <a:pt x="237272" y="106743"/>
                  </a:lnTo>
                  <a:lnTo>
                    <a:pt x="237127" y="106388"/>
                  </a:lnTo>
                  <a:lnTo>
                    <a:pt x="236956" y="106045"/>
                  </a:lnTo>
                  <a:lnTo>
                    <a:pt x="236798" y="105703"/>
                  </a:lnTo>
                  <a:lnTo>
                    <a:pt x="236614" y="105361"/>
                  </a:lnTo>
                  <a:lnTo>
                    <a:pt x="236429" y="105032"/>
                  </a:lnTo>
                  <a:lnTo>
                    <a:pt x="236232" y="104703"/>
                  </a:lnTo>
                  <a:lnTo>
                    <a:pt x="236034" y="104374"/>
                  </a:lnTo>
                  <a:lnTo>
                    <a:pt x="235824" y="104058"/>
                  </a:lnTo>
                  <a:lnTo>
                    <a:pt x="235613" y="103742"/>
                  </a:lnTo>
                  <a:lnTo>
                    <a:pt x="235389" y="103426"/>
                  </a:lnTo>
                  <a:lnTo>
                    <a:pt x="235152" y="103123"/>
                  </a:lnTo>
                  <a:lnTo>
                    <a:pt x="234916" y="102833"/>
                  </a:lnTo>
                  <a:lnTo>
                    <a:pt x="234665" y="102544"/>
                  </a:lnTo>
                  <a:lnTo>
                    <a:pt x="234415" y="102254"/>
                  </a:lnTo>
                  <a:lnTo>
                    <a:pt x="234152" y="101978"/>
                  </a:lnTo>
                  <a:lnTo>
                    <a:pt x="233876" y="101701"/>
                  </a:lnTo>
                  <a:lnTo>
                    <a:pt x="234600" y="101306"/>
                  </a:lnTo>
                  <a:lnTo>
                    <a:pt x="235297" y="100885"/>
                  </a:lnTo>
                  <a:lnTo>
                    <a:pt x="235982" y="100451"/>
                  </a:lnTo>
                  <a:lnTo>
                    <a:pt x="236653" y="99990"/>
                  </a:lnTo>
                  <a:lnTo>
                    <a:pt x="237298" y="99503"/>
                  </a:lnTo>
                  <a:lnTo>
                    <a:pt x="237930" y="99003"/>
                  </a:lnTo>
                  <a:lnTo>
                    <a:pt x="238549" y="98476"/>
                  </a:lnTo>
                  <a:lnTo>
                    <a:pt x="239154" y="97937"/>
                  </a:lnTo>
                  <a:lnTo>
                    <a:pt x="239720" y="97371"/>
                  </a:lnTo>
                  <a:lnTo>
                    <a:pt x="240286" y="96791"/>
                  </a:lnTo>
                  <a:lnTo>
                    <a:pt x="240826" y="96199"/>
                  </a:lnTo>
                  <a:lnTo>
                    <a:pt x="241339" y="95580"/>
                  </a:lnTo>
                  <a:lnTo>
                    <a:pt x="241840" y="94948"/>
                  </a:lnTo>
                  <a:lnTo>
                    <a:pt x="242313" y="94290"/>
                  </a:lnTo>
                  <a:lnTo>
                    <a:pt x="242761" y="93632"/>
                  </a:lnTo>
                  <a:lnTo>
                    <a:pt x="243195" y="92948"/>
                  </a:lnTo>
                  <a:lnTo>
                    <a:pt x="243603" y="92263"/>
                  </a:lnTo>
                  <a:lnTo>
                    <a:pt x="243985" y="91552"/>
                  </a:lnTo>
                  <a:lnTo>
                    <a:pt x="244354" y="90828"/>
                  </a:lnTo>
                  <a:lnTo>
                    <a:pt x="244683" y="90091"/>
                  </a:lnTo>
                  <a:lnTo>
                    <a:pt x="244999" y="89341"/>
                  </a:lnTo>
                  <a:lnTo>
                    <a:pt x="245288" y="88590"/>
                  </a:lnTo>
                  <a:lnTo>
                    <a:pt x="245552" y="87814"/>
                  </a:lnTo>
                  <a:lnTo>
                    <a:pt x="245789" y="87037"/>
                  </a:lnTo>
                  <a:lnTo>
                    <a:pt x="245999" y="86247"/>
                  </a:lnTo>
                  <a:lnTo>
                    <a:pt x="246183" y="85458"/>
                  </a:lnTo>
                  <a:lnTo>
                    <a:pt x="246341" y="84641"/>
                  </a:lnTo>
                  <a:lnTo>
                    <a:pt x="246473" y="83825"/>
                  </a:lnTo>
                  <a:lnTo>
                    <a:pt x="246578" y="83009"/>
                  </a:lnTo>
                  <a:lnTo>
                    <a:pt x="246644" y="82180"/>
                  </a:lnTo>
                  <a:lnTo>
                    <a:pt x="246697" y="81351"/>
                  </a:lnTo>
                  <a:lnTo>
                    <a:pt x="246710" y="80508"/>
                  </a:lnTo>
                  <a:lnTo>
                    <a:pt x="246697" y="79955"/>
                  </a:lnTo>
                  <a:lnTo>
                    <a:pt x="246684" y="79415"/>
                  </a:lnTo>
                  <a:lnTo>
                    <a:pt x="246657" y="78863"/>
                  </a:lnTo>
                  <a:lnTo>
                    <a:pt x="246605" y="78336"/>
                  </a:lnTo>
                  <a:lnTo>
                    <a:pt x="246552" y="77796"/>
                  </a:lnTo>
                  <a:lnTo>
                    <a:pt x="246486" y="77257"/>
                  </a:lnTo>
                  <a:lnTo>
                    <a:pt x="246407" y="76730"/>
                  </a:lnTo>
                  <a:lnTo>
                    <a:pt x="246328" y="76217"/>
                  </a:lnTo>
                  <a:lnTo>
                    <a:pt x="246223" y="75690"/>
                  </a:lnTo>
                  <a:lnTo>
                    <a:pt x="246118" y="75177"/>
                  </a:lnTo>
                  <a:lnTo>
                    <a:pt x="245999" y="74663"/>
                  </a:lnTo>
                  <a:lnTo>
                    <a:pt x="245868" y="74150"/>
                  </a:lnTo>
                  <a:lnTo>
                    <a:pt x="245723" y="73650"/>
                  </a:lnTo>
                  <a:lnTo>
                    <a:pt x="245565" y="73150"/>
                  </a:lnTo>
                  <a:lnTo>
                    <a:pt x="245394" y="72663"/>
                  </a:lnTo>
                  <a:lnTo>
                    <a:pt x="245223" y="72176"/>
                  </a:lnTo>
                  <a:lnTo>
                    <a:pt x="245038" y="71689"/>
                  </a:lnTo>
                  <a:lnTo>
                    <a:pt x="244841" y="71201"/>
                  </a:lnTo>
                  <a:lnTo>
                    <a:pt x="244643" y="70728"/>
                  </a:lnTo>
                  <a:lnTo>
                    <a:pt x="244433" y="70267"/>
                  </a:lnTo>
                  <a:lnTo>
                    <a:pt x="244196" y="69806"/>
                  </a:lnTo>
                  <a:lnTo>
                    <a:pt x="243972" y="69345"/>
                  </a:lnTo>
                  <a:lnTo>
                    <a:pt x="243722" y="68898"/>
                  </a:lnTo>
                  <a:lnTo>
                    <a:pt x="243472" y="68450"/>
                  </a:lnTo>
                  <a:lnTo>
                    <a:pt x="243209" y="68003"/>
                  </a:lnTo>
                  <a:lnTo>
                    <a:pt x="242932" y="67568"/>
                  </a:lnTo>
                  <a:lnTo>
                    <a:pt x="242656" y="67147"/>
                  </a:lnTo>
                  <a:lnTo>
                    <a:pt x="242366" y="66726"/>
                  </a:lnTo>
                  <a:lnTo>
                    <a:pt x="242076" y="66318"/>
                  </a:lnTo>
                  <a:lnTo>
                    <a:pt x="241761" y="65910"/>
                  </a:lnTo>
                  <a:lnTo>
                    <a:pt x="241445" y="65502"/>
                  </a:lnTo>
                  <a:lnTo>
                    <a:pt x="241129" y="65107"/>
                  </a:lnTo>
                  <a:lnTo>
                    <a:pt x="240800" y="64725"/>
                  </a:lnTo>
                  <a:lnTo>
                    <a:pt x="240457" y="64343"/>
                  </a:lnTo>
                  <a:lnTo>
                    <a:pt x="240115" y="63975"/>
                  </a:lnTo>
                  <a:lnTo>
                    <a:pt x="239760" y="63606"/>
                  </a:lnTo>
                  <a:lnTo>
                    <a:pt x="239391" y="63251"/>
                  </a:lnTo>
                  <a:lnTo>
                    <a:pt x="239023" y="62895"/>
                  </a:lnTo>
                  <a:lnTo>
                    <a:pt x="238641" y="62553"/>
                  </a:lnTo>
                  <a:lnTo>
                    <a:pt x="238259" y="62224"/>
                  </a:lnTo>
                  <a:lnTo>
                    <a:pt x="237864" y="61895"/>
                  </a:lnTo>
                  <a:lnTo>
                    <a:pt x="237469" y="61579"/>
                  </a:lnTo>
                  <a:lnTo>
                    <a:pt x="237061" y="61276"/>
                  </a:lnTo>
                  <a:lnTo>
                    <a:pt x="236653" y="60973"/>
                  </a:lnTo>
                  <a:lnTo>
                    <a:pt x="236232" y="60684"/>
                  </a:lnTo>
                  <a:lnTo>
                    <a:pt x="235797" y="60407"/>
                  </a:lnTo>
                  <a:lnTo>
                    <a:pt x="235363" y="60131"/>
                  </a:lnTo>
                  <a:lnTo>
                    <a:pt x="234929" y="59868"/>
                  </a:lnTo>
                  <a:lnTo>
                    <a:pt x="234481" y="59604"/>
                  </a:lnTo>
                  <a:lnTo>
                    <a:pt x="234034" y="59367"/>
                  </a:lnTo>
                  <a:lnTo>
                    <a:pt x="233573" y="59131"/>
                  </a:lnTo>
                  <a:lnTo>
                    <a:pt x="233112" y="58894"/>
                  </a:lnTo>
                  <a:lnTo>
                    <a:pt x="232638" y="58683"/>
                  </a:lnTo>
                  <a:lnTo>
                    <a:pt x="232164" y="58472"/>
                  </a:lnTo>
                  <a:lnTo>
                    <a:pt x="231690" y="58275"/>
                  </a:lnTo>
                  <a:lnTo>
                    <a:pt x="231203" y="58091"/>
                  </a:lnTo>
                  <a:lnTo>
                    <a:pt x="230716" y="57906"/>
                  </a:lnTo>
                  <a:lnTo>
                    <a:pt x="230216" y="57748"/>
                  </a:lnTo>
                  <a:lnTo>
                    <a:pt x="229716" y="57590"/>
                  </a:lnTo>
                  <a:lnTo>
                    <a:pt x="229216" y="57446"/>
                  </a:lnTo>
                  <a:lnTo>
                    <a:pt x="228702" y="57314"/>
                  </a:lnTo>
                  <a:lnTo>
                    <a:pt x="228189" y="57182"/>
                  </a:lnTo>
                  <a:lnTo>
                    <a:pt x="227676" y="57077"/>
                  </a:lnTo>
                  <a:lnTo>
                    <a:pt x="227149" y="56972"/>
                  </a:lnTo>
                  <a:lnTo>
                    <a:pt x="227228" y="56550"/>
                  </a:lnTo>
                  <a:lnTo>
                    <a:pt x="227307" y="56116"/>
                  </a:lnTo>
                  <a:lnTo>
                    <a:pt x="227360" y="55695"/>
                  </a:lnTo>
                  <a:lnTo>
                    <a:pt x="227412" y="55274"/>
                  </a:lnTo>
                  <a:lnTo>
                    <a:pt x="227452" y="54839"/>
                  </a:lnTo>
                  <a:lnTo>
                    <a:pt x="227478" y="54405"/>
                  </a:lnTo>
                  <a:lnTo>
                    <a:pt x="227491" y="53970"/>
                  </a:lnTo>
                  <a:lnTo>
                    <a:pt x="227504" y="53536"/>
                  </a:lnTo>
                  <a:lnTo>
                    <a:pt x="227491" y="53102"/>
                  </a:lnTo>
                  <a:lnTo>
                    <a:pt x="227478" y="52667"/>
                  </a:lnTo>
                  <a:lnTo>
                    <a:pt x="227452" y="52246"/>
                  </a:lnTo>
                  <a:lnTo>
                    <a:pt x="227412" y="51825"/>
                  </a:lnTo>
                  <a:lnTo>
                    <a:pt x="227360" y="51390"/>
                  </a:lnTo>
                  <a:lnTo>
                    <a:pt x="227307" y="50982"/>
                  </a:lnTo>
                  <a:lnTo>
                    <a:pt x="227241" y="50561"/>
                  </a:lnTo>
                  <a:lnTo>
                    <a:pt x="227162" y="50153"/>
                  </a:lnTo>
                  <a:lnTo>
                    <a:pt x="227070" y="49732"/>
                  </a:lnTo>
                  <a:lnTo>
                    <a:pt x="226965" y="49337"/>
                  </a:lnTo>
                  <a:lnTo>
                    <a:pt x="226859" y="48929"/>
                  </a:lnTo>
                  <a:lnTo>
                    <a:pt x="226741" y="48534"/>
                  </a:lnTo>
                  <a:lnTo>
                    <a:pt x="226609" y="48139"/>
                  </a:lnTo>
                  <a:lnTo>
                    <a:pt x="226478" y="47757"/>
                  </a:lnTo>
                  <a:lnTo>
                    <a:pt x="226333" y="47362"/>
                  </a:lnTo>
                  <a:lnTo>
                    <a:pt x="226175" y="46981"/>
                  </a:lnTo>
                  <a:lnTo>
                    <a:pt x="226004" y="46612"/>
                  </a:lnTo>
                  <a:lnTo>
                    <a:pt x="225833" y="46243"/>
                  </a:lnTo>
                  <a:lnTo>
                    <a:pt x="225648" y="45875"/>
                  </a:lnTo>
                  <a:lnTo>
                    <a:pt x="225464" y="45519"/>
                  </a:lnTo>
                  <a:lnTo>
                    <a:pt x="225267" y="45164"/>
                  </a:lnTo>
                  <a:lnTo>
                    <a:pt x="225056" y="44809"/>
                  </a:lnTo>
                  <a:lnTo>
                    <a:pt x="224845" y="44466"/>
                  </a:lnTo>
                  <a:lnTo>
                    <a:pt x="224622" y="44124"/>
                  </a:lnTo>
                  <a:lnTo>
                    <a:pt x="224385" y="43795"/>
                  </a:lnTo>
                  <a:lnTo>
                    <a:pt x="224148" y="43466"/>
                  </a:lnTo>
                  <a:lnTo>
                    <a:pt x="223898" y="43137"/>
                  </a:lnTo>
                  <a:lnTo>
                    <a:pt x="223648" y="42821"/>
                  </a:lnTo>
                  <a:lnTo>
                    <a:pt x="223384" y="42518"/>
                  </a:lnTo>
                  <a:lnTo>
                    <a:pt x="223121" y="42215"/>
                  </a:lnTo>
                  <a:lnTo>
                    <a:pt x="222845" y="41913"/>
                  </a:lnTo>
                  <a:lnTo>
                    <a:pt x="222555" y="41623"/>
                  </a:lnTo>
                  <a:lnTo>
                    <a:pt x="222265" y="41347"/>
                  </a:lnTo>
                  <a:lnTo>
                    <a:pt x="221976" y="41070"/>
                  </a:lnTo>
                  <a:lnTo>
                    <a:pt x="221673" y="40807"/>
                  </a:lnTo>
                  <a:lnTo>
                    <a:pt x="221357" y="40544"/>
                  </a:lnTo>
                  <a:lnTo>
                    <a:pt x="221041" y="40280"/>
                  </a:lnTo>
                  <a:lnTo>
                    <a:pt x="220725" y="40043"/>
                  </a:lnTo>
                  <a:lnTo>
                    <a:pt x="220396" y="39806"/>
                  </a:lnTo>
                  <a:lnTo>
                    <a:pt x="220067" y="39570"/>
                  </a:lnTo>
                  <a:lnTo>
                    <a:pt x="219725" y="39346"/>
                  </a:lnTo>
                  <a:lnTo>
                    <a:pt x="219383" y="39135"/>
                  </a:lnTo>
                  <a:lnTo>
                    <a:pt x="219027" y="38925"/>
                  </a:lnTo>
                  <a:lnTo>
                    <a:pt x="218672" y="38727"/>
                  </a:lnTo>
                  <a:lnTo>
                    <a:pt x="218316" y="38530"/>
                  </a:lnTo>
                  <a:lnTo>
                    <a:pt x="217948" y="38345"/>
                  </a:lnTo>
                  <a:lnTo>
                    <a:pt x="217579" y="38174"/>
                  </a:lnTo>
                  <a:lnTo>
                    <a:pt x="217197" y="38016"/>
                  </a:lnTo>
                  <a:lnTo>
                    <a:pt x="216816" y="37858"/>
                  </a:lnTo>
                  <a:lnTo>
                    <a:pt x="216434" y="37713"/>
                  </a:lnTo>
                  <a:lnTo>
                    <a:pt x="216052" y="37569"/>
                  </a:lnTo>
                  <a:lnTo>
                    <a:pt x="215657" y="37450"/>
                  </a:lnTo>
                  <a:lnTo>
                    <a:pt x="215262" y="37332"/>
                  </a:lnTo>
                  <a:lnTo>
                    <a:pt x="214854" y="37213"/>
                  </a:lnTo>
                  <a:lnTo>
                    <a:pt x="214446" y="37121"/>
                  </a:lnTo>
                  <a:lnTo>
                    <a:pt x="214038" y="37029"/>
                  </a:lnTo>
                  <a:lnTo>
                    <a:pt x="213630" y="36950"/>
                  </a:lnTo>
                  <a:lnTo>
                    <a:pt x="213209" y="36884"/>
                  </a:lnTo>
                  <a:lnTo>
                    <a:pt x="212788" y="36818"/>
                  </a:lnTo>
                  <a:lnTo>
                    <a:pt x="212366" y="36779"/>
                  </a:lnTo>
                  <a:lnTo>
                    <a:pt x="211945" y="36739"/>
                  </a:lnTo>
                  <a:lnTo>
                    <a:pt x="211511" y="36713"/>
                  </a:lnTo>
                  <a:lnTo>
                    <a:pt x="211090" y="36687"/>
                  </a:lnTo>
                  <a:lnTo>
                    <a:pt x="210655" y="36687"/>
                  </a:lnTo>
                  <a:lnTo>
                    <a:pt x="210195" y="36700"/>
                  </a:lnTo>
                  <a:lnTo>
                    <a:pt x="209734" y="36713"/>
                  </a:lnTo>
                  <a:lnTo>
                    <a:pt x="209273" y="36739"/>
                  </a:lnTo>
                  <a:lnTo>
                    <a:pt x="208812" y="36792"/>
                  </a:lnTo>
                  <a:lnTo>
                    <a:pt x="208760" y="36292"/>
                  </a:lnTo>
                  <a:lnTo>
                    <a:pt x="208707" y="35805"/>
                  </a:lnTo>
                  <a:lnTo>
                    <a:pt x="208641" y="35318"/>
                  </a:lnTo>
                  <a:lnTo>
                    <a:pt x="208562" y="34844"/>
                  </a:lnTo>
                  <a:lnTo>
                    <a:pt x="208483" y="34357"/>
                  </a:lnTo>
                  <a:lnTo>
                    <a:pt x="208378" y="33883"/>
                  </a:lnTo>
                  <a:lnTo>
                    <a:pt x="208259" y="33422"/>
                  </a:lnTo>
                  <a:lnTo>
                    <a:pt x="208141" y="32948"/>
                  </a:lnTo>
                  <a:lnTo>
                    <a:pt x="208036" y="32567"/>
                  </a:lnTo>
                  <a:lnTo>
                    <a:pt x="207930" y="32172"/>
                  </a:lnTo>
                  <a:lnTo>
                    <a:pt x="207825" y="31790"/>
                  </a:lnTo>
                  <a:lnTo>
                    <a:pt x="207693" y="31408"/>
                  </a:lnTo>
                  <a:lnTo>
                    <a:pt x="207575" y="31026"/>
                  </a:lnTo>
                  <a:lnTo>
                    <a:pt x="207430" y="30658"/>
                  </a:lnTo>
                  <a:lnTo>
                    <a:pt x="207285" y="30289"/>
                  </a:lnTo>
                  <a:lnTo>
                    <a:pt x="207141" y="29921"/>
                  </a:lnTo>
                  <a:lnTo>
                    <a:pt x="206969" y="29552"/>
                  </a:lnTo>
                  <a:lnTo>
                    <a:pt x="206811" y="29197"/>
                  </a:lnTo>
                  <a:lnTo>
                    <a:pt x="206640" y="28841"/>
                  </a:lnTo>
                  <a:lnTo>
                    <a:pt x="206456" y="28486"/>
                  </a:lnTo>
                  <a:lnTo>
                    <a:pt x="206259" y="28144"/>
                  </a:lnTo>
                  <a:lnTo>
                    <a:pt x="206074" y="27801"/>
                  </a:lnTo>
                  <a:lnTo>
                    <a:pt x="205864" y="27472"/>
                  </a:lnTo>
                  <a:lnTo>
                    <a:pt x="205653" y="27130"/>
                  </a:lnTo>
                  <a:lnTo>
                    <a:pt x="205442" y="26801"/>
                  </a:lnTo>
                  <a:lnTo>
                    <a:pt x="205219" y="26485"/>
                  </a:lnTo>
                  <a:lnTo>
                    <a:pt x="204995" y="26169"/>
                  </a:lnTo>
                  <a:lnTo>
                    <a:pt x="204758" y="25853"/>
                  </a:lnTo>
                  <a:lnTo>
                    <a:pt x="204521" y="25537"/>
                  </a:lnTo>
                  <a:lnTo>
                    <a:pt x="204271" y="25234"/>
                  </a:lnTo>
                  <a:lnTo>
                    <a:pt x="204021" y="24932"/>
                  </a:lnTo>
                  <a:lnTo>
                    <a:pt x="203758" y="24642"/>
                  </a:lnTo>
                  <a:lnTo>
                    <a:pt x="203494" y="24353"/>
                  </a:lnTo>
                  <a:lnTo>
                    <a:pt x="203231" y="24076"/>
                  </a:lnTo>
                  <a:lnTo>
                    <a:pt x="202955" y="23800"/>
                  </a:lnTo>
                  <a:lnTo>
                    <a:pt x="202665" y="23523"/>
                  </a:lnTo>
                  <a:lnTo>
                    <a:pt x="202375" y="23260"/>
                  </a:lnTo>
                  <a:lnTo>
                    <a:pt x="202086" y="22997"/>
                  </a:lnTo>
                  <a:lnTo>
                    <a:pt x="201783" y="22747"/>
                  </a:lnTo>
                  <a:lnTo>
                    <a:pt x="201480" y="22496"/>
                  </a:lnTo>
                  <a:lnTo>
                    <a:pt x="201178" y="22260"/>
                  </a:lnTo>
                  <a:lnTo>
                    <a:pt x="200862" y="22023"/>
                  </a:lnTo>
                  <a:lnTo>
                    <a:pt x="200546" y="21799"/>
                  </a:lnTo>
                  <a:lnTo>
                    <a:pt x="200217" y="21575"/>
                  </a:lnTo>
                  <a:lnTo>
                    <a:pt x="199901" y="21351"/>
                  </a:lnTo>
                  <a:lnTo>
                    <a:pt x="199558" y="21141"/>
                  </a:lnTo>
                  <a:lnTo>
                    <a:pt x="199229" y="20943"/>
                  </a:lnTo>
                  <a:lnTo>
                    <a:pt x="198887" y="20746"/>
                  </a:lnTo>
                  <a:lnTo>
                    <a:pt x="198545" y="20561"/>
                  </a:lnTo>
                  <a:lnTo>
                    <a:pt x="198189" y="20377"/>
                  </a:lnTo>
                  <a:lnTo>
                    <a:pt x="197834" y="20206"/>
                  </a:lnTo>
                  <a:lnTo>
                    <a:pt x="197479" y="20035"/>
                  </a:lnTo>
                  <a:lnTo>
                    <a:pt x="197110" y="19877"/>
                  </a:lnTo>
                  <a:lnTo>
                    <a:pt x="196755" y="19719"/>
                  </a:lnTo>
                  <a:lnTo>
                    <a:pt x="196373" y="19574"/>
                  </a:lnTo>
                  <a:lnTo>
                    <a:pt x="196004" y="19443"/>
                  </a:lnTo>
                  <a:lnTo>
                    <a:pt x="195623" y="19311"/>
                  </a:lnTo>
                  <a:lnTo>
                    <a:pt x="195241" y="19179"/>
                  </a:lnTo>
                  <a:lnTo>
                    <a:pt x="194859" y="19074"/>
                  </a:lnTo>
                  <a:lnTo>
                    <a:pt x="194477" y="18955"/>
                  </a:lnTo>
                  <a:lnTo>
                    <a:pt x="194082" y="18863"/>
                  </a:lnTo>
                  <a:lnTo>
                    <a:pt x="193687" y="18771"/>
                  </a:lnTo>
                  <a:lnTo>
                    <a:pt x="193293" y="18692"/>
                  </a:lnTo>
                  <a:lnTo>
                    <a:pt x="192898" y="18613"/>
                  </a:lnTo>
                  <a:lnTo>
                    <a:pt x="192490" y="18547"/>
                  </a:lnTo>
                  <a:lnTo>
                    <a:pt x="192082" y="18495"/>
                  </a:lnTo>
                  <a:lnTo>
                    <a:pt x="191673" y="18442"/>
                  </a:lnTo>
                  <a:lnTo>
                    <a:pt x="191265" y="18403"/>
                  </a:lnTo>
                  <a:lnTo>
                    <a:pt x="190857" y="18376"/>
                  </a:lnTo>
                  <a:lnTo>
                    <a:pt x="190436" y="18350"/>
                  </a:lnTo>
                  <a:lnTo>
                    <a:pt x="190015" y="18337"/>
                  </a:lnTo>
                  <a:lnTo>
                    <a:pt x="189607" y="18324"/>
                  </a:lnTo>
                  <a:lnTo>
                    <a:pt x="188922" y="18337"/>
                  </a:lnTo>
                  <a:lnTo>
                    <a:pt x="188251" y="18376"/>
                  </a:lnTo>
                  <a:lnTo>
                    <a:pt x="187593" y="18442"/>
                  </a:lnTo>
                  <a:lnTo>
                    <a:pt x="186935" y="18521"/>
                  </a:lnTo>
                  <a:lnTo>
                    <a:pt x="186290" y="18626"/>
                  </a:lnTo>
                  <a:lnTo>
                    <a:pt x="185645" y="18745"/>
                  </a:lnTo>
                  <a:lnTo>
                    <a:pt x="185013" y="18890"/>
                  </a:lnTo>
                  <a:lnTo>
                    <a:pt x="184381" y="19061"/>
                  </a:lnTo>
                  <a:lnTo>
                    <a:pt x="183907" y="19179"/>
                  </a:lnTo>
                  <a:lnTo>
                    <a:pt x="183433" y="19324"/>
                  </a:lnTo>
                  <a:lnTo>
                    <a:pt x="182959" y="19469"/>
                  </a:lnTo>
                  <a:lnTo>
                    <a:pt x="182499" y="19627"/>
                  </a:lnTo>
                  <a:lnTo>
                    <a:pt x="182038" y="19798"/>
                  </a:lnTo>
                  <a:lnTo>
                    <a:pt x="181577" y="19982"/>
                  </a:lnTo>
                  <a:lnTo>
                    <a:pt x="181116" y="20180"/>
                  </a:lnTo>
                  <a:lnTo>
                    <a:pt x="180669" y="20377"/>
                  </a:lnTo>
                  <a:lnTo>
                    <a:pt x="180234" y="20601"/>
                  </a:lnTo>
                  <a:lnTo>
                    <a:pt x="179800" y="20825"/>
                  </a:lnTo>
                  <a:lnTo>
                    <a:pt x="179366" y="21062"/>
                  </a:lnTo>
                  <a:lnTo>
                    <a:pt x="178944" y="21312"/>
                  </a:lnTo>
                  <a:lnTo>
                    <a:pt x="178523" y="21575"/>
                  </a:lnTo>
                  <a:lnTo>
                    <a:pt x="178102" y="21838"/>
                  </a:lnTo>
                  <a:lnTo>
                    <a:pt x="177694" y="22115"/>
                  </a:lnTo>
                  <a:lnTo>
                    <a:pt x="177299" y="22417"/>
                  </a:lnTo>
                  <a:lnTo>
                    <a:pt x="177088" y="21917"/>
                  </a:lnTo>
                  <a:lnTo>
                    <a:pt x="176865" y="21417"/>
                  </a:lnTo>
                  <a:lnTo>
                    <a:pt x="176641" y="20930"/>
                  </a:lnTo>
                  <a:lnTo>
                    <a:pt x="176404" y="20443"/>
                  </a:lnTo>
                  <a:lnTo>
                    <a:pt x="176154" y="19969"/>
                  </a:lnTo>
                  <a:lnTo>
                    <a:pt x="175904" y="19495"/>
                  </a:lnTo>
                  <a:lnTo>
                    <a:pt x="175640" y="19021"/>
                  </a:lnTo>
                  <a:lnTo>
                    <a:pt x="175364" y="18561"/>
                  </a:lnTo>
                  <a:lnTo>
                    <a:pt x="175087" y="18113"/>
                  </a:lnTo>
                  <a:lnTo>
                    <a:pt x="174811" y="17652"/>
                  </a:lnTo>
                  <a:lnTo>
                    <a:pt x="174508" y="17218"/>
                  </a:lnTo>
                  <a:lnTo>
                    <a:pt x="174206" y="16783"/>
                  </a:lnTo>
                  <a:lnTo>
                    <a:pt x="173903" y="16349"/>
                  </a:lnTo>
                  <a:lnTo>
                    <a:pt x="173587" y="15915"/>
                  </a:lnTo>
                  <a:lnTo>
                    <a:pt x="173258" y="15507"/>
                  </a:lnTo>
                  <a:lnTo>
                    <a:pt x="172929" y="15085"/>
                  </a:lnTo>
                  <a:lnTo>
                    <a:pt x="172586" y="14690"/>
                  </a:lnTo>
                  <a:lnTo>
                    <a:pt x="172244" y="14282"/>
                  </a:lnTo>
                  <a:lnTo>
                    <a:pt x="171889" y="13888"/>
                  </a:lnTo>
                  <a:lnTo>
                    <a:pt x="171533" y="13506"/>
                  </a:lnTo>
                  <a:lnTo>
                    <a:pt x="171165" y="13124"/>
                  </a:lnTo>
                  <a:lnTo>
                    <a:pt x="170796" y="12755"/>
                  </a:lnTo>
                  <a:lnTo>
                    <a:pt x="170414" y="12387"/>
                  </a:lnTo>
                  <a:lnTo>
                    <a:pt x="170020" y="12031"/>
                  </a:lnTo>
                  <a:lnTo>
                    <a:pt x="169638" y="11689"/>
                  </a:lnTo>
                  <a:lnTo>
                    <a:pt x="169230" y="11334"/>
                  </a:lnTo>
                  <a:lnTo>
                    <a:pt x="168835" y="11005"/>
                  </a:lnTo>
                  <a:lnTo>
                    <a:pt x="168414" y="10676"/>
                  </a:lnTo>
                  <a:lnTo>
                    <a:pt x="168006" y="10360"/>
                  </a:lnTo>
                  <a:lnTo>
                    <a:pt x="167584" y="10044"/>
                  </a:lnTo>
                  <a:lnTo>
                    <a:pt x="167150" y="9741"/>
                  </a:lnTo>
                  <a:lnTo>
                    <a:pt x="166716" y="9438"/>
                  </a:lnTo>
                  <a:lnTo>
                    <a:pt x="166281" y="9149"/>
                  </a:lnTo>
                  <a:lnTo>
                    <a:pt x="165834" y="8859"/>
                  </a:lnTo>
                  <a:lnTo>
                    <a:pt x="165386" y="8596"/>
                  </a:lnTo>
                  <a:lnTo>
                    <a:pt x="164925" y="8319"/>
                  </a:lnTo>
                  <a:lnTo>
                    <a:pt x="164465" y="8069"/>
                  </a:lnTo>
                  <a:lnTo>
                    <a:pt x="164004" y="7819"/>
                  </a:lnTo>
                  <a:lnTo>
                    <a:pt x="163530" y="7582"/>
                  </a:lnTo>
                  <a:lnTo>
                    <a:pt x="163056" y="7345"/>
                  </a:lnTo>
                  <a:lnTo>
                    <a:pt x="162582" y="7121"/>
                  </a:lnTo>
                  <a:lnTo>
                    <a:pt x="162095" y="6911"/>
                  </a:lnTo>
                  <a:lnTo>
                    <a:pt x="161608" y="6700"/>
                  </a:lnTo>
                  <a:lnTo>
                    <a:pt x="161108" y="6503"/>
                  </a:lnTo>
                  <a:lnTo>
                    <a:pt x="160621" y="6305"/>
                  </a:lnTo>
                  <a:lnTo>
                    <a:pt x="160121" y="6134"/>
                  </a:lnTo>
                  <a:lnTo>
                    <a:pt x="159607" y="5963"/>
                  </a:lnTo>
                  <a:lnTo>
                    <a:pt x="159107" y="5792"/>
                  </a:lnTo>
                  <a:lnTo>
                    <a:pt x="158594" y="5647"/>
                  </a:lnTo>
                  <a:lnTo>
                    <a:pt x="158067" y="5502"/>
                  </a:lnTo>
                  <a:lnTo>
                    <a:pt x="157554" y="5371"/>
                  </a:lnTo>
                  <a:lnTo>
                    <a:pt x="157027" y="5239"/>
                  </a:lnTo>
                  <a:lnTo>
                    <a:pt x="156501" y="5121"/>
                  </a:lnTo>
                  <a:lnTo>
                    <a:pt x="155974" y="5015"/>
                  </a:lnTo>
                  <a:lnTo>
                    <a:pt x="155434" y="4923"/>
                  </a:lnTo>
                  <a:lnTo>
                    <a:pt x="154908" y="4831"/>
                  </a:lnTo>
                  <a:lnTo>
                    <a:pt x="154368" y="4765"/>
                  </a:lnTo>
                  <a:lnTo>
                    <a:pt x="153828" y="4686"/>
                  </a:lnTo>
                  <a:lnTo>
                    <a:pt x="153276" y="4634"/>
                  </a:lnTo>
                  <a:lnTo>
                    <a:pt x="152736" y="4594"/>
                  </a:lnTo>
                  <a:lnTo>
                    <a:pt x="152183" y="4555"/>
                  </a:lnTo>
                  <a:lnTo>
                    <a:pt x="151630" y="4528"/>
                  </a:lnTo>
                  <a:lnTo>
                    <a:pt x="151077" y="4515"/>
                  </a:lnTo>
                  <a:lnTo>
                    <a:pt x="150524" y="4502"/>
                  </a:lnTo>
                  <a:lnTo>
                    <a:pt x="149616" y="4515"/>
                  </a:lnTo>
                  <a:lnTo>
                    <a:pt x="148721" y="4555"/>
                  </a:lnTo>
                  <a:lnTo>
                    <a:pt x="147839" y="4634"/>
                  </a:lnTo>
                  <a:lnTo>
                    <a:pt x="146944" y="4726"/>
                  </a:lnTo>
                  <a:lnTo>
                    <a:pt x="146075" y="4844"/>
                  </a:lnTo>
                  <a:lnTo>
                    <a:pt x="145206" y="4989"/>
                  </a:lnTo>
                  <a:lnTo>
                    <a:pt x="144338" y="5160"/>
                  </a:lnTo>
                  <a:lnTo>
                    <a:pt x="143482" y="5358"/>
                  </a:lnTo>
                  <a:lnTo>
                    <a:pt x="142837" y="5529"/>
                  </a:lnTo>
                  <a:lnTo>
                    <a:pt x="142192" y="5700"/>
                  </a:lnTo>
                  <a:lnTo>
                    <a:pt x="141560" y="5897"/>
                  </a:lnTo>
                  <a:lnTo>
                    <a:pt x="140928" y="6121"/>
                  </a:lnTo>
                  <a:lnTo>
                    <a:pt x="140349" y="6332"/>
                  </a:lnTo>
                  <a:lnTo>
                    <a:pt x="139770" y="6555"/>
                  </a:lnTo>
                  <a:lnTo>
                    <a:pt x="139204" y="6792"/>
                  </a:lnTo>
                  <a:lnTo>
                    <a:pt x="138625" y="7042"/>
                  </a:lnTo>
                  <a:lnTo>
                    <a:pt x="138072" y="7293"/>
                  </a:lnTo>
                  <a:lnTo>
                    <a:pt x="137519" y="7569"/>
                  </a:lnTo>
                  <a:lnTo>
                    <a:pt x="136966" y="7859"/>
                  </a:lnTo>
                  <a:lnTo>
                    <a:pt x="136413" y="8148"/>
                  </a:lnTo>
                  <a:lnTo>
                    <a:pt x="135873" y="8464"/>
                  </a:lnTo>
                  <a:lnTo>
                    <a:pt x="135347" y="8780"/>
                  </a:lnTo>
                  <a:lnTo>
                    <a:pt x="134820" y="9109"/>
                  </a:lnTo>
                  <a:lnTo>
                    <a:pt x="134307" y="9465"/>
                  </a:lnTo>
                  <a:lnTo>
                    <a:pt x="133794" y="9820"/>
                  </a:lnTo>
                  <a:lnTo>
                    <a:pt x="133280" y="10189"/>
                  </a:lnTo>
                  <a:lnTo>
                    <a:pt x="132780" y="10570"/>
                  </a:lnTo>
                  <a:lnTo>
                    <a:pt x="132293" y="10952"/>
                  </a:lnTo>
                  <a:lnTo>
                    <a:pt x="131938" y="10333"/>
                  </a:lnTo>
                  <a:lnTo>
                    <a:pt x="131569" y="9728"/>
                  </a:lnTo>
                  <a:lnTo>
                    <a:pt x="131174" y="9149"/>
                  </a:lnTo>
                  <a:lnTo>
                    <a:pt x="130766" y="8569"/>
                  </a:lnTo>
                  <a:lnTo>
                    <a:pt x="130345" y="8003"/>
                  </a:lnTo>
                  <a:lnTo>
                    <a:pt x="129897" y="7464"/>
                  </a:lnTo>
                  <a:lnTo>
                    <a:pt x="129437" y="6937"/>
                  </a:lnTo>
                  <a:lnTo>
                    <a:pt x="128963" y="6424"/>
                  </a:lnTo>
                  <a:lnTo>
                    <a:pt x="128462" y="5937"/>
                  </a:lnTo>
                  <a:lnTo>
                    <a:pt x="127962" y="5450"/>
                  </a:lnTo>
                  <a:lnTo>
                    <a:pt x="127436" y="4989"/>
                  </a:lnTo>
                  <a:lnTo>
                    <a:pt x="126896" y="4555"/>
                  </a:lnTo>
                  <a:lnTo>
                    <a:pt x="126343" y="4133"/>
                  </a:lnTo>
                  <a:lnTo>
                    <a:pt x="125777" y="3725"/>
                  </a:lnTo>
                  <a:lnTo>
                    <a:pt x="125198" y="3344"/>
                  </a:lnTo>
                  <a:lnTo>
                    <a:pt x="124606" y="2975"/>
                  </a:lnTo>
                  <a:lnTo>
                    <a:pt x="124000" y="2620"/>
                  </a:lnTo>
                  <a:lnTo>
                    <a:pt x="123381" y="2290"/>
                  </a:lnTo>
                  <a:lnTo>
                    <a:pt x="122763" y="1988"/>
                  </a:lnTo>
                  <a:lnTo>
                    <a:pt x="122118" y="1698"/>
                  </a:lnTo>
                  <a:lnTo>
                    <a:pt x="121473" y="1435"/>
                  </a:lnTo>
                  <a:lnTo>
                    <a:pt x="120814" y="1198"/>
                  </a:lnTo>
                  <a:lnTo>
                    <a:pt x="120143" y="974"/>
                  </a:lnTo>
                  <a:lnTo>
                    <a:pt x="119472" y="777"/>
                  </a:lnTo>
                  <a:lnTo>
                    <a:pt x="118774" y="592"/>
                  </a:lnTo>
                  <a:lnTo>
                    <a:pt x="118090" y="434"/>
                  </a:lnTo>
                  <a:lnTo>
                    <a:pt x="117379" y="303"/>
                  </a:lnTo>
                  <a:lnTo>
                    <a:pt x="116681" y="197"/>
                  </a:lnTo>
                  <a:lnTo>
                    <a:pt x="115957" y="105"/>
                  </a:lnTo>
                  <a:lnTo>
                    <a:pt x="115246" y="53"/>
                  </a:lnTo>
                  <a:lnTo>
                    <a:pt x="114509" y="13"/>
                  </a:lnTo>
                  <a:lnTo>
                    <a:pt x="113785" y="0"/>
                  </a:lnTo>
                  <a:close/>
                </a:path>
              </a:pathLst>
            </a:custGeom>
            <a:solidFill>
              <a:srgbClr val="E4EA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9"/>
            <p:cNvSpPr/>
            <p:nvPr/>
          </p:nvSpPr>
          <p:spPr>
            <a:xfrm>
              <a:off x="4780475" y="3381225"/>
              <a:ext cx="1092925" cy="285350"/>
            </a:xfrm>
            <a:custGeom>
              <a:rect b="b" l="l" r="r" t="t"/>
              <a:pathLst>
                <a:path extrusionOk="0" h="11414" w="43717">
                  <a:moveTo>
                    <a:pt x="41333" y="7833"/>
                  </a:moveTo>
                  <a:lnTo>
                    <a:pt x="41452" y="7846"/>
                  </a:lnTo>
                  <a:lnTo>
                    <a:pt x="41570" y="7859"/>
                  </a:lnTo>
                  <a:lnTo>
                    <a:pt x="41689" y="7886"/>
                  </a:lnTo>
                  <a:lnTo>
                    <a:pt x="41794" y="7925"/>
                  </a:lnTo>
                  <a:lnTo>
                    <a:pt x="41899" y="7978"/>
                  </a:lnTo>
                  <a:lnTo>
                    <a:pt x="42005" y="8044"/>
                  </a:lnTo>
                  <a:lnTo>
                    <a:pt x="42097" y="8109"/>
                  </a:lnTo>
                  <a:lnTo>
                    <a:pt x="42176" y="8188"/>
                  </a:lnTo>
                  <a:lnTo>
                    <a:pt x="42255" y="8267"/>
                  </a:lnTo>
                  <a:lnTo>
                    <a:pt x="42321" y="8360"/>
                  </a:lnTo>
                  <a:lnTo>
                    <a:pt x="42387" y="8465"/>
                  </a:lnTo>
                  <a:lnTo>
                    <a:pt x="42439" y="8570"/>
                  </a:lnTo>
                  <a:lnTo>
                    <a:pt x="42479" y="8675"/>
                  </a:lnTo>
                  <a:lnTo>
                    <a:pt x="42505" y="8794"/>
                  </a:lnTo>
                  <a:lnTo>
                    <a:pt x="42518" y="8912"/>
                  </a:lnTo>
                  <a:lnTo>
                    <a:pt x="42531" y="9031"/>
                  </a:lnTo>
                  <a:lnTo>
                    <a:pt x="42518" y="9163"/>
                  </a:lnTo>
                  <a:lnTo>
                    <a:pt x="42505" y="9281"/>
                  </a:lnTo>
                  <a:lnTo>
                    <a:pt x="42479" y="9386"/>
                  </a:lnTo>
                  <a:lnTo>
                    <a:pt x="42439" y="9505"/>
                  </a:lnTo>
                  <a:lnTo>
                    <a:pt x="42387" y="9610"/>
                  </a:lnTo>
                  <a:lnTo>
                    <a:pt x="42321" y="9702"/>
                  </a:lnTo>
                  <a:lnTo>
                    <a:pt x="42255" y="9794"/>
                  </a:lnTo>
                  <a:lnTo>
                    <a:pt x="42176" y="9887"/>
                  </a:lnTo>
                  <a:lnTo>
                    <a:pt x="42097" y="9952"/>
                  </a:lnTo>
                  <a:lnTo>
                    <a:pt x="42005" y="10031"/>
                  </a:lnTo>
                  <a:lnTo>
                    <a:pt x="41899" y="10084"/>
                  </a:lnTo>
                  <a:lnTo>
                    <a:pt x="41794" y="10137"/>
                  </a:lnTo>
                  <a:lnTo>
                    <a:pt x="41689" y="10176"/>
                  </a:lnTo>
                  <a:lnTo>
                    <a:pt x="41570" y="10202"/>
                  </a:lnTo>
                  <a:lnTo>
                    <a:pt x="41452" y="10229"/>
                  </a:lnTo>
                  <a:lnTo>
                    <a:pt x="41215" y="10229"/>
                  </a:lnTo>
                  <a:lnTo>
                    <a:pt x="41097" y="10202"/>
                  </a:lnTo>
                  <a:lnTo>
                    <a:pt x="40978" y="10176"/>
                  </a:lnTo>
                  <a:lnTo>
                    <a:pt x="40873" y="10137"/>
                  </a:lnTo>
                  <a:lnTo>
                    <a:pt x="40767" y="10084"/>
                  </a:lnTo>
                  <a:lnTo>
                    <a:pt x="40662" y="10031"/>
                  </a:lnTo>
                  <a:lnTo>
                    <a:pt x="40570" y="9952"/>
                  </a:lnTo>
                  <a:lnTo>
                    <a:pt x="40491" y="9887"/>
                  </a:lnTo>
                  <a:lnTo>
                    <a:pt x="40412" y="9794"/>
                  </a:lnTo>
                  <a:lnTo>
                    <a:pt x="40346" y="9702"/>
                  </a:lnTo>
                  <a:lnTo>
                    <a:pt x="40280" y="9610"/>
                  </a:lnTo>
                  <a:lnTo>
                    <a:pt x="40228" y="9505"/>
                  </a:lnTo>
                  <a:lnTo>
                    <a:pt x="40188" y="9386"/>
                  </a:lnTo>
                  <a:lnTo>
                    <a:pt x="40162" y="9281"/>
                  </a:lnTo>
                  <a:lnTo>
                    <a:pt x="40136" y="9163"/>
                  </a:lnTo>
                  <a:lnTo>
                    <a:pt x="40136" y="9031"/>
                  </a:lnTo>
                  <a:lnTo>
                    <a:pt x="40136" y="8912"/>
                  </a:lnTo>
                  <a:lnTo>
                    <a:pt x="40162" y="8794"/>
                  </a:lnTo>
                  <a:lnTo>
                    <a:pt x="40188" y="8675"/>
                  </a:lnTo>
                  <a:lnTo>
                    <a:pt x="40228" y="8570"/>
                  </a:lnTo>
                  <a:lnTo>
                    <a:pt x="40280" y="8465"/>
                  </a:lnTo>
                  <a:lnTo>
                    <a:pt x="40346" y="8360"/>
                  </a:lnTo>
                  <a:lnTo>
                    <a:pt x="40412" y="8267"/>
                  </a:lnTo>
                  <a:lnTo>
                    <a:pt x="40491" y="8188"/>
                  </a:lnTo>
                  <a:lnTo>
                    <a:pt x="40570" y="8109"/>
                  </a:lnTo>
                  <a:lnTo>
                    <a:pt x="40662" y="8044"/>
                  </a:lnTo>
                  <a:lnTo>
                    <a:pt x="40767" y="7978"/>
                  </a:lnTo>
                  <a:lnTo>
                    <a:pt x="40873" y="7925"/>
                  </a:lnTo>
                  <a:lnTo>
                    <a:pt x="40978" y="7886"/>
                  </a:lnTo>
                  <a:lnTo>
                    <a:pt x="41097" y="7859"/>
                  </a:lnTo>
                  <a:lnTo>
                    <a:pt x="41215" y="7846"/>
                  </a:lnTo>
                  <a:lnTo>
                    <a:pt x="41333" y="7833"/>
                  </a:lnTo>
                  <a:close/>
                  <a:moveTo>
                    <a:pt x="0" y="1"/>
                  </a:moveTo>
                  <a:lnTo>
                    <a:pt x="0" y="9623"/>
                  </a:lnTo>
                  <a:lnTo>
                    <a:pt x="39030" y="9623"/>
                  </a:lnTo>
                  <a:lnTo>
                    <a:pt x="39083" y="9821"/>
                  </a:lnTo>
                  <a:lnTo>
                    <a:pt x="39161" y="9992"/>
                  </a:lnTo>
                  <a:lnTo>
                    <a:pt x="39240" y="10176"/>
                  </a:lnTo>
                  <a:lnTo>
                    <a:pt x="39346" y="10334"/>
                  </a:lnTo>
                  <a:lnTo>
                    <a:pt x="39451" y="10492"/>
                  </a:lnTo>
                  <a:lnTo>
                    <a:pt x="39583" y="10637"/>
                  </a:lnTo>
                  <a:lnTo>
                    <a:pt x="39714" y="10782"/>
                  </a:lnTo>
                  <a:lnTo>
                    <a:pt x="39859" y="10900"/>
                  </a:lnTo>
                  <a:lnTo>
                    <a:pt x="40017" y="11019"/>
                  </a:lnTo>
                  <a:lnTo>
                    <a:pt x="40188" y="11124"/>
                  </a:lnTo>
                  <a:lnTo>
                    <a:pt x="40359" y="11203"/>
                  </a:lnTo>
                  <a:lnTo>
                    <a:pt x="40544" y="11282"/>
                  </a:lnTo>
                  <a:lnTo>
                    <a:pt x="40728" y="11335"/>
                  </a:lnTo>
                  <a:lnTo>
                    <a:pt x="40925" y="11374"/>
                  </a:lnTo>
                  <a:lnTo>
                    <a:pt x="41123" y="11400"/>
                  </a:lnTo>
                  <a:lnTo>
                    <a:pt x="41333" y="11414"/>
                  </a:lnTo>
                  <a:lnTo>
                    <a:pt x="41570" y="11400"/>
                  </a:lnTo>
                  <a:lnTo>
                    <a:pt x="41807" y="11361"/>
                  </a:lnTo>
                  <a:lnTo>
                    <a:pt x="42044" y="11308"/>
                  </a:lnTo>
                  <a:lnTo>
                    <a:pt x="42255" y="11229"/>
                  </a:lnTo>
                  <a:lnTo>
                    <a:pt x="42466" y="11124"/>
                  </a:lnTo>
                  <a:lnTo>
                    <a:pt x="42663" y="11005"/>
                  </a:lnTo>
                  <a:lnTo>
                    <a:pt x="42847" y="10874"/>
                  </a:lnTo>
                  <a:lnTo>
                    <a:pt x="43018" y="10716"/>
                  </a:lnTo>
                  <a:lnTo>
                    <a:pt x="43163" y="10545"/>
                  </a:lnTo>
                  <a:lnTo>
                    <a:pt x="43308" y="10360"/>
                  </a:lnTo>
                  <a:lnTo>
                    <a:pt x="43426" y="10163"/>
                  </a:lnTo>
                  <a:lnTo>
                    <a:pt x="43519" y="9966"/>
                  </a:lnTo>
                  <a:lnTo>
                    <a:pt x="43611" y="9742"/>
                  </a:lnTo>
                  <a:lnTo>
                    <a:pt x="43663" y="9518"/>
                  </a:lnTo>
                  <a:lnTo>
                    <a:pt x="43703" y="9281"/>
                  </a:lnTo>
                  <a:lnTo>
                    <a:pt x="43716" y="9031"/>
                  </a:lnTo>
                  <a:lnTo>
                    <a:pt x="43703" y="8794"/>
                  </a:lnTo>
                  <a:lnTo>
                    <a:pt x="43663" y="8557"/>
                  </a:lnTo>
                  <a:lnTo>
                    <a:pt x="43611" y="8333"/>
                  </a:lnTo>
                  <a:lnTo>
                    <a:pt x="43519" y="8109"/>
                  </a:lnTo>
                  <a:lnTo>
                    <a:pt x="43426" y="7899"/>
                  </a:lnTo>
                  <a:lnTo>
                    <a:pt x="43308" y="7701"/>
                  </a:lnTo>
                  <a:lnTo>
                    <a:pt x="43163" y="7517"/>
                  </a:lnTo>
                  <a:lnTo>
                    <a:pt x="43018" y="7359"/>
                  </a:lnTo>
                  <a:lnTo>
                    <a:pt x="42847" y="7201"/>
                  </a:lnTo>
                  <a:lnTo>
                    <a:pt x="42663" y="7056"/>
                  </a:lnTo>
                  <a:lnTo>
                    <a:pt x="42466" y="6938"/>
                  </a:lnTo>
                  <a:lnTo>
                    <a:pt x="42255" y="6846"/>
                  </a:lnTo>
                  <a:lnTo>
                    <a:pt x="42044" y="6767"/>
                  </a:lnTo>
                  <a:lnTo>
                    <a:pt x="41807" y="6701"/>
                  </a:lnTo>
                  <a:lnTo>
                    <a:pt x="41570" y="6675"/>
                  </a:lnTo>
                  <a:lnTo>
                    <a:pt x="41333" y="6661"/>
                  </a:lnTo>
                  <a:lnTo>
                    <a:pt x="41123" y="6661"/>
                  </a:lnTo>
                  <a:lnTo>
                    <a:pt x="40925" y="6688"/>
                  </a:lnTo>
                  <a:lnTo>
                    <a:pt x="40728" y="6727"/>
                  </a:lnTo>
                  <a:lnTo>
                    <a:pt x="40544" y="6793"/>
                  </a:lnTo>
                  <a:lnTo>
                    <a:pt x="40359" y="6859"/>
                  </a:lnTo>
                  <a:lnTo>
                    <a:pt x="40188" y="6951"/>
                  </a:lnTo>
                  <a:lnTo>
                    <a:pt x="40017" y="7056"/>
                  </a:lnTo>
                  <a:lnTo>
                    <a:pt x="39859" y="7162"/>
                  </a:lnTo>
                  <a:lnTo>
                    <a:pt x="39714" y="7293"/>
                  </a:lnTo>
                  <a:lnTo>
                    <a:pt x="39583" y="7425"/>
                  </a:lnTo>
                  <a:lnTo>
                    <a:pt x="39451" y="7570"/>
                  </a:lnTo>
                  <a:lnTo>
                    <a:pt x="39346" y="7728"/>
                  </a:lnTo>
                  <a:lnTo>
                    <a:pt x="39240" y="7899"/>
                  </a:lnTo>
                  <a:lnTo>
                    <a:pt x="39161" y="8070"/>
                  </a:lnTo>
                  <a:lnTo>
                    <a:pt x="39083" y="8254"/>
                  </a:lnTo>
                  <a:lnTo>
                    <a:pt x="39030" y="8439"/>
                  </a:lnTo>
                  <a:lnTo>
                    <a:pt x="1172" y="84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9"/>
            <p:cNvSpPr/>
            <p:nvPr/>
          </p:nvSpPr>
          <p:spPr>
            <a:xfrm>
              <a:off x="4627775" y="3408875"/>
              <a:ext cx="1245625" cy="398875"/>
            </a:xfrm>
            <a:custGeom>
              <a:rect b="b" l="l" r="r" t="t"/>
              <a:pathLst>
                <a:path extrusionOk="0" h="15955" w="49825">
                  <a:moveTo>
                    <a:pt x="47441" y="12374"/>
                  </a:moveTo>
                  <a:lnTo>
                    <a:pt x="47560" y="12387"/>
                  </a:lnTo>
                  <a:lnTo>
                    <a:pt x="47678" y="12401"/>
                  </a:lnTo>
                  <a:lnTo>
                    <a:pt x="47797" y="12427"/>
                  </a:lnTo>
                  <a:lnTo>
                    <a:pt x="47902" y="12466"/>
                  </a:lnTo>
                  <a:lnTo>
                    <a:pt x="48007" y="12519"/>
                  </a:lnTo>
                  <a:lnTo>
                    <a:pt x="48113" y="12585"/>
                  </a:lnTo>
                  <a:lnTo>
                    <a:pt x="48205" y="12651"/>
                  </a:lnTo>
                  <a:lnTo>
                    <a:pt x="48284" y="12730"/>
                  </a:lnTo>
                  <a:lnTo>
                    <a:pt x="48363" y="12809"/>
                  </a:lnTo>
                  <a:lnTo>
                    <a:pt x="48429" y="12901"/>
                  </a:lnTo>
                  <a:lnTo>
                    <a:pt x="48495" y="13006"/>
                  </a:lnTo>
                  <a:lnTo>
                    <a:pt x="48547" y="13111"/>
                  </a:lnTo>
                  <a:lnTo>
                    <a:pt x="48587" y="13217"/>
                  </a:lnTo>
                  <a:lnTo>
                    <a:pt x="48613" y="13335"/>
                  </a:lnTo>
                  <a:lnTo>
                    <a:pt x="48626" y="13454"/>
                  </a:lnTo>
                  <a:lnTo>
                    <a:pt x="48639" y="13572"/>
                  </a:lnTo>
                  <a:lnTo>
                    <a:pt x="48626" y="13691"/>
                  </a:lnTo>
                  <a:lnTo>
                    <a:pt x="48613" y="13809"/>
                  </a:lnTo>
                  <a:lnTo>
                    <a:pt x="48587" y="13927"/>
                  </a:lnTo>
                  <a:lnTo>
                    <a:pt x="48547" y="14033"/>
                  </a:lnTo>
                  <a:lnTo>
                    <a:pt x="48495" y="14138"/>
                  </a:lnTo>
                  <a:lnTo>
                    <a:pt x="48429" y="14243"/>
                  </a:lnTo>
                  <a:lnTo>
                    <a:pt x="48363" y="14336"/>
                  </a:lnTo>
                  <a:lnTo>
                    <a:pt x="48284" y="14415"/>
                  </a:lnTo>
                  <a:lnTo>
                    <a:pt x="48205" y="14494"/>
                  </a:lnTo>
                  <a:lnTo>
                    <a:pt x="48113" y="14559"/>
                  </a:lnTo>
                  <a:lnTo>
                    <a:pt x="48007" y="14625"/>
                  </a:lnTo>
                  <a:lnTo>
                    <a:pt x="47902" y="14678"/>
                  </a:lnTo>
                  <a:lnTo>
                    <a:pt x="47797" y="14717"/>
                  </a:lnTo>
                  <a:lnTo>
                    <a:pt x="47678" y="14744"/>
                  </a:lnTo>
                  <a:lnTo>
                    <a:pt x="47560" y="14770"/>
                  </a:lnTo>
                  <a:lnTo>
                    <a:pt x="47323" y="14770"/>
                  </a:lnTo>
                  <a:lnTo>
                    <a:pt x="47205" y="14744"/>
                  </a:lnTo>
                  <a:lnTo>
                    <a:pt x="47086" y="14717"/>
                  </a:lnTo>
                  <a:lnTo>
                    <a:pt x="46981" y="14678"/>
                  </a:lnTo>
                  <a:lnTo>
                    <a:pt x="46875" y="14625"/>
                  </a:lnTo>
                  <a:lnTo>
                    <a:pt x="46770" y="14559"/>
                  </a:lnTo>
                  <a:lnTo>
                    <a:pt x="46678" y="14494"/>
                  </a:lnTo>
                  <a:lnTo>
                    <a:pt x="46599" y="14415"/>
                  </a:lnTo>
                  <a:lnTo>
                    <a:pt x="46520" y="14336"/>
                  </a:lnTo>
                  <a:lnTo>
                    <a:pt x="46454" y="14243"/>
                  </a:lnTo>
                  <a:lnTo>
                    <a:pt x="46388" y="14138"/>
                  </a:lnTo>
                  <a:lnTo>
                    <a:pt x="46336" y="14033"/>
                  </a:lnTo>
                  <a:lnTo>
                    <a:pt x="46296" y="13927"/>
                  </a:lnTo>
                  <a:lnTo>
                    <a:pt x="46270" y="13809"/>
                  </a:lnTo>
                  <a:lnTo>
                    <a:pt x="46244" y="13691"/>
                  </a:lnTo>
                  <a:lnTo>
                    <a:pt x="46244" y="13572"/>
                  </a:lnTo>
                  <a:lnTo>
                    <a:pt x="46244" y="13454"/>
                  </a:lnTo>
                  <a:lnTo>
                    <a:pt x="46270" y="13335"/>
                  </a:lnTo>
                  <a:lnTo>
                    <a:pt x="46296" y="13217"/>
                  </a:lnTo>
                  <a:lnTo>
                    <a:pt x="46336" y="13111"/>
                  </a:lnTo>
                  <a:lnTo>
                    <a:pt x="46388" y="13006"/>
                  </a:lnTo>
                  <a:lnTo>
                    <a:pt x="46454" y="12901"/>
                  </a:lnTo>
                  <a:lnTo>
                    <a:pt x="46520" y="12809"/>
                  </a:lnTo>
                  <a:lnTo>
                    <a:pt x="46599" y="12730"/>
                  </a:lnTo>
                  <a:lnTo>
                    <a:pt x="46678" y="12651"/>
                  </a:lnTo>
                  <a:lnTo>
                    <a:pt x="46770" y="12585"/>
                  </a:lnTo>
                  <a:lnTo>
                    <a:pt x="46875" y="12519"/>
                  </a:lnTo>
                  <a:lnTo>
                    <a:pt x="46981" y="12466"/>
                  </a:lnTo>
                  <a:lnTo>
                    <a:pt x="47086" y="12427"/>
                  </a:lnTo>
                  <a:lnTo>
                    <a:pt x="47205" y="12401"/>
                  </a:lnTo>
                  <a:lnTo>
                    <a:pt x="47323" y="12387"/>
                  </a:lnTo>
                  <a:lnTo>
                    <a:pt x="47441" y="12374"/>
                  </a:lnTo>
                  <a:close/>
                  <a:moveTo>
                    <a:pt x="0" y="0"/>
                  </a:moveTo>
                  <a:lnTo>
                    <a:pt x="0" y="14164"/>
                  </a:lnTo>
                  <a:lnTo>
                    <a:pt x="45138" y="14164"/>
                  </a:lnTo>
                  <a:lnTo>
                    <a:pt x="45191" y="14349"/>
                  </a:lnTo>
                  <a:lnTo>
                    <a:pt x="45269" y="14533"/>
                  </a:lnTo>
                  <a:lnTo>
                    <a:pt x="45348" y="14704"/>
                  </a:lnTo>
                  <a:lnTo>
                    <a:pt x="45454" y="14875"/>
                  </a:lnTo>
                  <a:lnTo>
                    <a:pt x="45559" y="15033"/>
                  </a:lnTo>
                  <a:lnTo>
                    <a:pt x="45691" y="15178"/>
                  </a:lnTo>
                  <a:lnTo>
                    <a:pt x="45822" y="15323"/>
                  </a:lnTo>
                  <a:lnTo>
                    <a:pt x="45967" y="15441"/>
                  </a:lnTo>
                  <a:lnTo>
                    <a:pt x="46125" y="15560"/>
                  </a:lnTo>
                  <a:lnTo>
                    <a:pt x="46296" y="15652"/>
                  </a:lnTo>
                  <a:lnTo>
                    <a:pt x="46467" y="15744"/>
                  </a:lnTo>
                  <a:lnTo>
                    <a:pt x="46652" y="15823"/>
                  </a:lnTo>
                  <a:lnTo>
                    <a:pt x="46836" y="15876"/>
                  </a:lnTo>
                  <a:lnTo>
                    <a:pt x="47033" y="15915"/>
                  </a:lnTo>
                  <a:lnTo>
                    <a:pt x="47231" y="15941"/>
                  </a:lnTo>
                  <a:lnTo>
                    <a:pt x="47441" y="15955"/>
                  </a:lnTo>
                  <a:lnTo>
                    <a:pt x="47678" y="15941"/>
                  </a:lnTo>
                  <a:lnTo>
                    <a:pt x="47915" y="15902"/>
                  </a:lnTo>
                  <a:lnTo>
                    <a:pt x="48152" y="15849"/>
                  </a:lnTo>
                  <a:lnTo>
                    <a:pt x="48363" y="15770"/>
                  </a:lnTo>
                  <a:lnTo>
                    <a:pt x="48574" y="15665"/>
                  </a:lnTo>
                  <a:lnTo>
                    <a:pt x="48771" y="15547"/>
                  </a:lnTo>
                  <a:lnTo>
                    <a:pt x="48955" y="15402"/>
                  </a:lnTo>
                  <a:lnTo>
                    <a:pt x="49126" y="15257"/>
                  </a:lnTo>
                  <a:lnTo>
                    <a:pt x="49271" y="15086"/>
                  </a:lnTo>
                  <a:lnTo>
                    <a:pt x="49416" y="14902"/>
                  </a:lnTo>
                  <a:lnTo>
                    <a:pt x="49534" y="14704"/>
                  </a:lnTo>
                  <a:lnTo>
                    <a:pt x="49627" y="14494"/>
                  </a:lnTo>
                  <a:lnTo>
                    <a:pt x="49719" y="14283"/>
                  </a:lnTo>
                  <a:lnTo>
                    <a:pt x="49771" y="14046"/>
                  </a:lnTo>
                  <a:lnTo>
                    <a:pt x="49811" y="13822"/>
                  </a:lnTo>
                  <a:lnTo>
                    <a:pt x="49824" y="13572"/>
                  </a:lnTo>
                  <a:lnTo>
                    <a:pt x="49811" y="13335"/>
                  </a:lnTo>
                  <a:lnTo>
                    <a:pt x="49771" y="13098"/>
                  </a:lnTo>
                  <a:lnTo>
                    <a:pt x="49719" y="12861"/>
                  </a:lnTo>
                  <a:lnTo>
                    <a:pt x="49627" y="12651"/>
                  </a:lnTo>
                  <a:lnTo>
                    <a:pt x="49534" y="12440"/>
                  </a:lnTo>
                  <a:lnTo>
                    <a:pt x="49416" y="12243"/>
                  </a:lnTo>
                  <a:lnTo>
                    <a:pt x="49271" y="12058"/>
                  </a:lnTo>
                  <a:lnTo>
                    <a:pt x="49126" y="11887"/>
                  </a:lnTo>
                  <a:lnTo>
                    <a:pt x="48955" y="11742"/>
                  </a:lnTo>
                  <a:lnTo>
                    <a:pt x="48771" y="11598"/>
                  </a:lnTo>
                  <a:lnTo>
                    <a:pt x="48574" y="11479"/>
                  </a:lnTo>
                  <a:lnTo>
                    <a:pt x="48363" y="11387"/>
                  </a:lnTo>
                  <a:lnTo>
                    <a:pt x="48152" y="11308"/>
                  </a:lnTo>
                  <a:lnTo>
                    <a:pt x="47915" y="11242"/>
                  </a:lnTo>
                  <a:lnTo>
                    <a:pt x="47678" y="11203"/>
                  </a:lnTo>
                  <a:lnTo>
                    <a:pt x="47441" y="11189"/>
                  </a:lnTo>
                  <a:lnTo>
                    <a:pt x="47231" y="11203"/>
                  </a:lnTo>
                  <a:lnTo>
                    <a:pt x="47033" y="11229"/>
                  </a:lnTo>
                  <a:lnTo>
                    <a:pt x="46836" y="11268"/>
                  </a:lnTo>
                  <a:lnTo>
                    <a:pt x="46652" y="11334"/>
                  </a:lnTo>
                  <a:lnTo>
                    <a:pt x="46467" y="11400"/>
                  </a:lnTo>
                  <a:lnTo>
                    <a:pt x="46296" y="11492"/>
                  </a:lnTo>
                  <a:lnTo>
                    <a:pt x="46125" y="11584"/>
                  </a:lnTo>
                  <a:lnTo>
                    <a:pt x="45967" y="11703"/>
                  </a:lnTo>
                  <a:lnTo>
                    <a:pt x="45822" y="11834"/>
                  </a:lnTo>
                  <a:lnTo>
                    <a:pt x="45691" y="11966"/>
                  </a:lnTo>
                  <a:lnTo>
                    <a:pt x="45559" y="12111"/>
                  </a:lnTo>
                  <a:lnTo>
                    <a:pt x="45454" y="12269"/>
                  </a:lnTo>
                  <a:lnTo>
                    <a:pt x="45348" y="12440"/>
                  </a:lnTo>
                  <a:lnTo>
                    <a:pt x="45269" y="12611"/>
                  </a:lnTo>
                  <a:lnTo>
                    <a:pt x="45191" y="12795"/>
                  </a:lnTo>
                  <a:lnTo>
                    <a:pt x="45138" y="12980"/>
                  </a:lnTo>
                  <a:lnTo>
                    <a:pt x="1185" y="129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9"/>
            <p:cNvSpPr/>
            <p:nvPr/>
          </p:nvSpPr>
          <p:spPr>
            <a:xfrm>
              <a:off x="3266675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41" y="50404"/>
                  </a:lnTo>
                  <a:lnTo>
                    <a:pt x="3133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70" y="50720"/>
                  </a:lnTo>
                  <a:lnTo>
                    <a:pt x="3436" y="50825"/>
                  </a:lnTo>
                  <a:lnTo>
                    <a:pt x="3475" y="50931"/>
                  </a:lnTo>
                  <a:lnTo>
                    <a:pt x="3515" y="51036"/>
                  </a:lnTo>
                  <a:lnTo>
                    <a:pt x="3554" y="51154"/>
                  </a:lnTo>
                  <a:lnTo>
                    <a:pt x="3567" y="51273"/>
                  </a:lnTo>
                  <a:lnTo>
                    <a:pt x="3581" y="51391"/>
                  </a:lnTo>
                  <a:lnTo>
                    <a:pt x="3567" y="51510"/>
                  </a:lnTo>
                  <a:lnTo>
                    <a:pt x="3554" y="51628"/>
                  </a:lnTo>
                  <a:lnTo>
                    <a:pt x="3515" y="51747"/>
                  </a:lnTo>
                  <a:lnTo>
                    <a:pt x="3475" y="51852"/>
                  </a:lnTo>
                  <a:lnTo>
                    <a:pt x="3436" y="51957"/>
                  </a:lnTo>
                  <a:lnTo>
                    <a:pt x="3370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33" y="52313"/>
                  </a:lnTo>
                  <a:lnTo>
                    <a:pt x="3041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51" y="52589"/>
                  </a:lnTo>
                  <a:lnTo>
                    <a:pt x="2133" y="52563"/>
                  </a:lnTo>
                  <a:lnTo>
                    <a:pt x="2027" y="52536"/>
                  </a:lnTo>
                  <a:lnTo>
                    <a:pt x="1909" y="52497"/>
                  </a:lnTo>
                  <a:lnTo>
                    <a:pt x="1803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27" y="52234"/>
                  </a:lnTo>
                  <a:lnTo>
                    <a:pt x="1448" y="52155"/>
                  </a:lnTo>
                  <a:lnTo>
                    <a:pt x="1382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198" y="51628"/>
                  </a:lnTo>
                  <a:lnTo>
                    <a:pt x="1185" y="51510"/>
                  </a:lnTo>
                  <a:lnTo>
                    <a:pt x="1185" y="51391"/>
                  </a:lnTo>
                  <a:lnTo>
                    <a:pt x="1185" y="51273"/>
                  </a:lnTo>
                  <a:lnTo>
                    <a:pt x="1198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82" y="50720"/>
                  </a:lnTo>
                  <a:lnTo>
                    <a:pt x="1448" y="50628"/>
                  </a:lnTo>
                  <a:lnTo>
                    <a:pt x="1527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03" y="50338"/>
                  </a:lnTo>
                  <a:lnTo>
                    <a:pt x="1909" y="50286"/>
                  </a:lnTo>
                  <a:lnTo>
                    <a:pt x="2027" y="50246"/>
                  </a:lnTo>
                  <a:lnTo>
                    <a:pt x="2133" y="50220"/>
                  </a:lnTo>
                  <a:lnTo>
                    <a:pt x="2251" y="50207"/>
                  </a:lnTo>
                  <a:lnTo>
                    <a:pt x="2383" y="50193"/>
                  </a:lnTo>
                  <a:close/>
                  <a:moveTo>
                    <a:pt x="12018" y="1"/>
                  </a:moveTo>
                  <a:lnTo>
                    <a:pt x="12018" y="31817"/>
                  </a:lnTo>
                  <a:lnTo>
                    <a:pt x="1777" y="41690"/>
                  </a:lnTo>
                  <a:lnTo>
                    <a:pt x="1777" y="49088"/>
                  </a:lnTo>
                  <a:lnTo>
                    <a:pt x="1593" y="49140"/>
                  </a:lnTo>
                  <a:lnTo>
                    <a:pt x="1409" y="49219"/>
                  </a:lnTo>
                  <a:lnTo>
                    <a:pt x="1237" y="49311"/>
                  </a:lnTo>
                  <a:lnTo>
                    <a:pt x="1066" y="49404"/>
                  </a:lnTo>
                  <a:lnTo>
                    <a:pt x="908" y="49522"/>
                  </a:lnTo>
                  <a:lnTo>
                    <a:pt x="764" y="49640"/>
                  </a:lnTo>
                  <a:lnTo>
                    <a:pt x="632" y="49785"/>
                  </a:lnTo>
                  <a:lnTo>
                    <a:pt x="500" y="49930"/>
                  </a:lnTo>
                  <a:lnTo>
                    <a:pt x="395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79" y="50786"/>
                  </a:lnTo>
                  <a:lnTo>
                    <a:pt x="26" y="50983"/>
                  </a:lnTo>
                  <a:lnTo>
                    <a:pt x="13" y="51194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05" y="52102"/>
                  </a:lnTo>
                  <a:lnTo>
                    <a:pt x="184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40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48" y="53590"/>
                  </a:lnTo>
                  <a:lnTo>
                    <a:pt x="1672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0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83" y="53221"/>
                  </a:lnTo>
                  <a:lnTo>
                    <a:pt x="4054" y="53076"/>
                  </a:lnTo>
                  <a:lnTo>
                    <a:pt x="4212" y="52905"/>
                  </a:lnTo>
                  <a:lnTo>
                    <a:pt x="4344" y="52721"/>
                  </a:lnTo>
                  <a:lnTo>
                    <a:pt x="4463" y="52523"/>
                  </a:lnTo>
                  <a:lnTo>
                    <a:pt x="4568" y="52313"/>
                  </a:lnTo>
                  <a:lnTo>
                    <a:pt x="4647" y="52102"/>
                  </a:lnTo>
                  <a:lnTo>
                    <a:pt x="4713" y="51865"/>
                  </a:lnTo>
                  <a:lnTo>
                    <a:pt x="4739" y="51641"/>
                  </a:lnTo>
                  <a:lnTo>
                    <a:pt x="4752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73" y="50786"/>
                  </a:lnTo>
                  <a:lnTo>
                    <a:pt x="4620" y="50601"/>
                  </a:lnTo>
                  <a:lnTo>
                    <a:pt x="4541" y="50417"/>
                  </a:lnTo>
                  <a:lnTo>
                    <a:pt x="4463" y="50246"/>
                  </a:lnTo>
                  <a:lnTo>
                    <a:pt x="4357" y="50075"/>
                  </a:lnTo>
                  <a:lnTo>
                    <a:pt x="4239" y="49917"/>
                  </a:lnTo>
                  <a:lnTo>
                    <a:pt x="4120" y="49772"/>
                  </a:lnTo>
                  <a:lnTo>
                    <a:pt x="3975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0" y="49219"/>
                  </a:lnTo>
                  <a:lnTo>
                    <a:pt x="3146" y="49140"/>
                  </a:lnTo>
                  <a:lnTo>
                    <a:pt x="2962" y="49088"/>
                  </a:lnTo>
                  <a:lnTo>
                    <a:pt x="2962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9"/>
            <p:cNvSpPr/>
            <p:nvPr/>
          </p:nvSpPr>
          <p:spPr>
            <a:xfrm>
              <a:off x="3416725" y="1856250"/>
              <a:ext cx="330100" cy="1567450"/>
            </a:xfrm>
            <a:custGeom>
              <a:rect b="b" l="l" r="r" t="t"/>
              <a:pathLst>
                <a:path extrusionOk="0" h="62698" w="13204">
                  <a:moveTo>
                    <a:pt x="2383" y="59117"/>
                  </a:moveTo>
                  <a:lnTo>
                    <a:pt x="2502" y="59131"/>
                  </a:lnTo>
                  <a:lnTo>
                    <a:pt x="2620" y="59144"/>
                  </a:lnTo>
                  <a:lnTo>
                    <a:pt x="2739" y="59170"/>
                  </a:lnTo>
                  <a:lnTo>
                    <a:pt x="2857" y="59210"/>
                  </a:lnTo>
                  <a:lnTo>
                    <a:pt x="2949" y="59262"/>
                  </a:lnTo>
                  <a:lnTo>
                    <a:pt x="3055" y="59328"/>
                  </a:lnTo>
                  <a:lnTo>
                    <a:pt x="3147" y="59394"/>
                  </a:lnTo>
                  <a:lnTo>
                    <a:pt x="3226" y="59473"/>
                  </a:lnTo>
                  <a:lnTo>
                    <a:pt x="3305" y="59552"/>
                  </a:lnTo>
                  <a:lnTo>
                    <a:pt x="3384" y="59644"/>
                  </a:lnTo>
                  <a:lnTo>
                    <a:pt x="3436" y="59749"/>
                  </a:lnTo>
                  <a:lnTo>
                    <a:pt x="3489" y="59855"/>
                  </a:lnTo>
                  <a:lnTo>
                    <a:pt x="3528" y="59960"/>
                  </a:lnTo>
                  <a:lnTo>
                    <a:pt x="3555" y="60078"/>
                  </a:lnTo>
                  <a:lnTo>
                    <a:pt x="3581" y="60197"/>
                  </a:lnTo>
                  <a:lnTo>
                    <a:pt x="3581" y="60315"/>
                  </a:lnTo>
                  <a:lnTo>
                    <a:pt x="3581" y="60434"/>
                  </a:lnTo>
                  <a:lnTo>
                    <a:pt x="3555" y="60552"/>
                  </a:lnTo>
                  <a:lnTo>
                    <a:pt x="3528" y="60671"/>
                  </a:lnTo>
                  <a:lnTo>
                    <a:pt x="3489" y="60776"/>
                  </a:lnTo>
                  <a:lnTo>
                    <a:pt x="3436" y="60881"/>
                  </a:lnTo>
                  <a:lnTo>
                    <a:pt x="3384" y="60987"/>
                  </a:lnTo>
                  <a:lnTo>
                    <a:pt x="3305" y="61079"/>
                  </a:lnTo>
                  <a:lnTo>
                    <a:pt x="3226" y="61158"/>
                  </a:lnTo>
                  <a:lnTo>
                    <a:pt x="3147" y="61237"/>
                  </a:lnTo>
                  <a:lnTo>
                    <a:pt x="3055" y="61303"/>
                  </a:lnTo>
                  <a:lnTo>
                    <a:pt x="2949" y="61368"/>
                  </a:lnTo>
                  <a:lnTo>
                    <a:pt x="2857" y="61421"/>
                  </a:lnTo>
                  <a:lnTo>
                    <a:pt x="2739" y="61460"/>
                  </a:lnTo>
                  <a:lnTo>
                    <a:pt x="2620" y="61487"/>
                  </a:lnTo>
                  <a:lnTo>
                    <a:pt x="2502" y="61513"/>
                  </a:lnTo>
                  <a:lnTo>
                    <a:pt x="2265" y="61513"/>
                  </a:lnTo>
                  <a:lnTo>
                    <a:pt x="2146" y="61487"/>
                  </a:lnTo>
                  <a:lnTo>
                    <a:pt x="2028" y="61460"/>
                  </a:lnTo>
                  <a:lnTo>
                    <a:pt x="1923" y="61421"/>
                  </a:lnTo>
                  <a:lnTo>
                    <a:pt x="1817" y="61368"/>
                  </a:lnTo>
                  <a:lnTo>
                    <a:pt x="1712" y="61303"/>
                  </a:lnTo>
                  <a:lnTo>
                    <a:pt x="1620" y="61237"/>
                  </a:lnTo>
                  <a:lnTo>
                    <a:pt x="1541" y="61158"/>
                  </a:lnTo>
                  <a:lnTo>
                    <a:pt x="1462" y="61079"/>
                  </a:lnTo>
                  <a:lnTo>
                    <a:pt x="1396" y="60987"/>
                  </a:lnTo>
                  <a:lnTo>
                    <a:pt x="1330" y="60881"/>
                  </a:lnTo>
                  <a:lnTo>
                    <a:pt x="1278" y="60776"/>
                  </a:lnTo>
                  <a:lnTo>
                    <a:pt x="1238" y="60671"/>
                  </a:lnTo>
                  <a:lnTo>
                    <a:pt x="1212" y="60552"/>
                  </a:lnTo>
                  <a:lnTo>
                    <a:pt x="1199" y="60434"/>
                  </a:lnTo>
                  <a:lnTo>
                    <a:pt x="1185" y="60315"/>
                  </a:lnTo>
                  <a:lnTo>
                    <a:pt x="1199" y="60197"/>
                  </a:lnTo>
                  <a:lnTo>
                    <a:pt x="1212" y="60078"/>
                  </a:lnTo>
                  <a:lnTo>
                    <a:pt x="1238" y="59960"/>
                  </a:lnTo>
                  <a:lnTo>
                    <a:pt x="1278" y="59855"/>
                  </a:lnTo>
                  <a:lnTo>
                    <a:pt x="1330" y="59749"/>
                  </a:lnTo>
                  <a:lnTo>
                    <a:pt x="1396" y="59644"/>
                  </a:lnTo>
                  <a:lnTo>
                    <a:pt x="1462" y="59552"/>
                  </a:lnTo>
                  <a:lnTo>
                    <a:pt x="1541" y="59473"/>
                  </a:lnTo>
                  <a:lnTo>
                    <a:pt x="1620" y="59394"/>
                  </a:lnTo>
                  <a:lnTo>
                    <a:pt x="1712" y="59328"/>
                  </a:lnTo>
                  <a:lnTo>
                    <a:pt x="1817" y="59262"/>
                  </a:lnTo>
                  <a:lnTo>
                    <a:pt x="1923" y="59210"/>
                  </a:lnTo>
                  <a:lnTo>
                    <a:pt x="2028" y="59170"/>
                  </a:lnTo>
                  <a:lnTo>
                    <a:pt x="2146" y="59144"/>
                  </a:lnTo>
                  <a:lnTo>
                    <a:pt x="2265" y="59131"/>
                  </a:lnTo>
                  <a:lnTo>
                    <a:pt x="2383" y="59117"/>
                  </a:lnTo>
                  <a:close/>
                  <a:moveTo>
                    <a:pt x="12032" y="0"/>
                  </a:moveTo>
                  <a:lnTo>
                    <a:pt x="12032" y="40741"/>
                  </a:lnTo>
                  <a:lnTo>
                    <a:pt x="1791" y="50614"/>
                  </a:lnTo>
                  <a:lnTo>
                    <a:pt x="1791" y="58012"/>
                  </a:lnTo>
                  <a:lnTo>
                    <a:pt x="1607" y="58064"/>
                  </a:lnTo>
                  <a:lnTo>
                    <a:pt x="1422" y="58143"/>
                  </a:lnTo>
                  <a:lnTo>
                    <a:pt x="1238" y="58235"/>
                  </a:lnTo>
                  <a:lnTo>
                    <a:pt x="1080" y="58328"/>
                  </a:lnTo>
                  <a:lnTo>
                    <a:pt x="922" y="58446"/>
                  </a:lnTo>
                  <a:lnTo>
                    <a:pt x="777" y="58564"/>
                  </a:lnTo>
                  <a:lnTo>
                    <a:pt x="632" y="58709"/>
                  </a:lnTo>
                  <a:lnTo>
                    <a:pt x="514" y="58854"/>
                  </a:lnTo>
                  <a:lnTo>
                    <a:pt x="396" y="59012"/>
                  </a:lnTo>
                  <a:lnTo>
                    <a:pt x="303" y="59170"/>
                  </a:lnTo>
                  <a:lnTo>
                    <a:pt x="211" y="59341"/>
                  </a:lnTo>
                  <a:lnTo>
                    <a:pt x="145" y="59525"/>
                  </a:lnTo>
                  <a:lnTo>
                    <a:pt x="80" y="59710"/>
                  </a:lnTo>
                  <a:lnTo>
                    <a:pt x="40" y="59907"/>
                  </a:lnTo>
                  <a:lnTo>
                    <a:pt x="14" y="60118"/>
                  </a:lnTo>
                  <a:lnTo>
                    <a:pt x="1" y="60315"/>
                  </a:lnTo>
                  <a:lnTo>
                    <a:pt x="14" y="60565"/>
                  </a:lnTo>
                  <a:lnTo>
                    <a:pt x="53" y="60789"/>
                  </a:lnTo>
                  <a:lnTo>
                    <a:pt x="119" y="61026"/>
                  </a:lnTo>
                  <a:lnTo>
                    <a:pt x="198" y="61237"/>
                  </a:lnTo>
                  <a:lnTo>
                    <a:pt x="290" y="61447"/>
                  </a:lnTo>
                  <a:lnTo>
                    <a:pt x="409" y="61645"/>
                  </a:lnTo>
                  <a:lnTo>
                    <a:pt x="554" y="61829"/>
                  </a:lnTo>
                  <a:lnTo>
                    <a:pt x="698" y="62000"/>
                  </a:lnTo>
                  <a:lnTo>
                    <a:pt x="869" y="62145"/>
                  </a:lnTo>
                  <a:lnTo>
                    <a:pt x="1054" y="62290"/>
                  </a:lnTo>
                  <a:lnTo>
                    <a:pt x="1251" y="62408"/>
                  </a:lnTo>
                  <a:lnTo>
                    <a:pt x="1462" y="62514"/>
                  </a:lnTo>
                  <a:lnTo>
                    <a:pt x="1672" y="62593"/>
                  </a:lnTo>
                  <a:lnTo>
                    <a:pt x="1909" y="62645"/>
                  </a:lnTo>
                  <a:lnTo>
                    <a:pt x="2146" y="62685"/>
                  </a:lnTo>
                  <a:lnTo>
                    <a:pt x="2383" y="62698"/>
                  </a:lnTo>
                  <a:lnTo>
                    <a:pt x="2633" y="62685"/>
                  </a:lnTo>
                  <a:lnTo>
                    <a:pt x="2870" y="62645"/>
                  </a:lnTo>
                  <a:lnTo>
                    <a:pt x="3094" y="62593"/>
                  </a:lnTo>
                  <a:lnTo>
                    <a:pt x="3305" y="62514"/>
                  </a:lnTo>
                  <a:lnTo>
                    <a:pt x="3515" y="62408"/>
                  </a:lnTo>
                  <a:lnTo>
                    <a:pt x="3713" y="62290"/>
                  </a:lnTo>
                  <a:lnTo>
                    <a:pt x="3897" y="62145"/>
                  </a:lnTo>
                  <a:lnTo>
                    <a:pt x="4068" y="62000"/>
                  </a:lnTo>
                  <a:lnTo>
                    <a:pt x="4226" y="61829"/>
                  </a:lnTo>
                  <a:lnTo>
                    <a:pt x="4358" y="61645"/>
                  </a:lnTo>
                  <a:lnTo>
                    <a:pt x="4476" y="61447"/>
                  </a:lnTo>
                  <a:lnTo>
                    <a:pt x="4582" y="61237"/>
                  </a:lnTo>
                  <a:lnTo>
                    <a:pt x="4661" y="61026"/>
                  </a:lnTo>
                  <a:lnTo>
                    <a:pt x="4713" y="60789"/>
                  </a:lnTo>
                  <a:lnTo>
                    <a:pt x="4753" y="60565"/>
                  </a:lnTo>
                  <a:lnTo>
                    <a:pt x="4766" y="60315"/>
                  </a:lnTo>
                  <a:lnTo>
                    <a:pt x="4753" y="60105"/>
                  </a:lnTo>
                  <a:lnTo>
                    <a:pt x="4726" y="59907"/>
                  </a:lnTo>
                  <a:lnTo>
                    <a:pt x="4687" y="59710"/>
                  </a:lnTo>
                  <a:lnTo>
                    <a:pt x="4634" y="59525"/>
                  </a:lnTo>
                  <a:lnTo>
                    <a:pt x="4555" y="59341"/>
                  </a:lnTo>
                  <a:lnTo>
                    <a:pt x="4463" y="59170"/>
                  </a:lnTo>
                  <a:lnTo>
                    <a:pt x="4371" y="58999"/>
                  </a:lnTo>
                  <a:lnTo>
                    <a:pt x="4252" y="58841"/>
                  </a:lnTo>
                  <a:lnTo>
                    <a:pt x="4134" y="58696"/>
                  </a:lnTo>
                  <a:lnTo>
                    <a:pt x="3989" y="58564"/>
                  </a:lnTo>
                  <a:lnTo>
                    <a:pt x="3844" y="58433"/>
                  </a:lnTo>
                  <a:lnTo>
                    <a:pt x="3686" y="58328"/>
                  </a:lnTo>
                  <a:lnTo>
                    <a:pt x="3515" y="58222"/>
                  </a:lnTo>
                  <a:lnTo>
                    <a:pt x="3344" y="58143"/>
                  </a:lnTo>
                  <a:lnTo>
                    <a:pt x="3160" y="58064"/>
                  </a:lnTo>
                  <a:lnTo>
                    <a:pt x="2976" y="58012"/>
                  </a:lnTo>
                  <a:lnTo>
                    <a:pt x="2976" y="51127"/>
                  </a:lnTo>
                  <a:lnTo>
                    <a:pt x="13204" y="41241"/>
                  </a:lnTo>
                  <a:lnTo>
                    <a:pt x="132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9"/>
            <p:cNvSpPr/>
            <p:nvPr/>
          </p:nvSpPr>
          <p:spPr>
            <a:xfrm>
              <a:off x="3839600" y="1316875"/>
              <a:ext cx="642400" cy="242550"/>
            </a:xfrm>
            <a:custGeom>
              <a:rect b="b" l="l" r="r" t="t"/>
              <a:pathLst>
                <a:path extrusionOk="0" h="9702" w="25696">
                  <a:moveTo>
                    <a:pt x="2383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39" y="1237"/>
                  </a:lnTo>
                  <a:lnTo>
                    <a:pt x="2857" y="1277"/>
                  </a:lnTo>
                  <a:lnTo>
                    <a:pt x="2949" y="1330"/>
                  </a:lnTo>
                  <a:lnTo>
                    <a:pt x="3055" y="1395"/>
                  </a:lnTo>
                  <a:lnTo>
                    <a:pt x="3147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11"/>
                  </a:lnTo>
                  <a:lnTo>
                    <a:pt x="3436" y="1817"/>
                  </a:lnTo>
                  <a:lnTo>
                    <a:pt x="3489" y="1922"/>
                  </a:lnTo>
                  <a:lnTo>
                    <a:pt x="3529" y="2027"/>
                  </a:lnTo>
                  <a:lnTo>
                    <a:pt x="3555" y="2146"/>
                  </a:lnTo>
                  <a:lnTo>
                    <a:pt x="3581" y="2264"/>
                  </a:lnTo>
                  <a:lnTo>
                    <a:pt x="3581" y="2383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38"/>
                  </a:lnTo>
                  <a:lnTo>
                    <a:pt x="3489" y="2856"/>
                  </a:lnTo>
                  <a:lnTo>
                    <a:pt x="3436" y="2949"/>
                  </a:lnTo>
                  <a:lnTo>
                    <a:pt x="3384" y="3054"/>
                  </a:lnTo>
                  <a:lnTo>
                    <a:pt x="3305" y="3146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83"/>
                  </a:lnTo>
                  <a:lnTo>
                    <a:pt x="2949" y="3436"/>
                  </a:lnTo>
                  <a:lnTo>
                    <a:pt x="2857" y="3488"/>
                  </a:lnTo>
                  <a:lnTo>
                    <a:pt x="2739" y="3528"/>
                  </a:lnTo>
                  <a:lnTo>
                    <a:pt x="2620" y="3554"/>
                  </a:lnTo>
                  <a:lnTo>
                    <a:pt x="2502" y="3580"/>
                  </a:lnTo>
                  <a:lnTo>
                    <a:pt x="2265" y="3580"/>
                  </a:lnTo>
                  <a:lnTo>
                    <a:pt x="2146" y="3554"/>
                  </a:lnTo>
                  <a:lnTo>
                    <a:pt x="2028" y="3528"/>
                  </a:lnTo>
                  <a:lnTo>
                    <a:pt x="1923" y="3488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46"/>
                  </a:lnTo>
                  <a:lnTo>
                    <a:pt x="1396" y="3054"/>
                  </a:lnTo>
                  <a:lnTo>
                    <a:pt x="1330" y="2949"/>
                  </a:lnTo>
                  <a:lnTo>
                    <a:pt x="1278" y="2856"/>
                  </a:lnTo>
                  <a:lnTo>
                    <a:pt x="1238" y="2738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5" y="2383"/>
                  </a:lnTo>
                  <a:lnTo>
                    <a:pt x="1199" y="2264"/>
                  </a:lnTo>
                  <a:lnTo>
                    <a:pt x="1212" y="2146"/>
                  </a:lnTo>
                  <a:lnTo>
                    <a:pt x="1238" y="2027"/>
                  </a:lnTo>
                  <a:lnTo>
                    <a:pt x="1278" y="1922"/>
                  </a:lnTo>
                  <a:lnTo>
                    <a:pt x="1330" y="1817"/>
                  </a:lnTo>
                  <a:lnTo>
                    <a:pt x="1396" y="1711"/>
                  </a:lnTo>
                  <a:lnTo>
                    <a:pt x="1462" y="1619"/>
                  </a:lnTo>
                  <a:lnTo>
                    <a:pt x="1541" y="1540"/>
                  </a:lnTo>
                  <a:lnTo>
                    <a:pt x="1620" y="1461"/>
                  </a:lnTo>
                  <a:lnTo>
                    <a:pt x="1712" y="1395"/>
                  </a:lnTo>
                  <a:lnTo>
                    <a:pt x="1817" y="1330"/>
                  </a:lnTo>
                  <a:lnTo>
                    <a:pt x="1923" y="1277"/>
                  </a:lnTo>
                  <a:lnTo>
                    <a:pt x="2028" y="1237"/>
                  </a:lnTo>
                  <a:lnTo>
                    <a:pt x="2146" y="1211"/>
                  </a:lnTo>
                  <a:lnTo>
                    <a:pt x="2265" y="1198"/>
                  </a:lnTo>
                  <a:lnTo>
                    <a:pt x="2383" y="1185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72" y="118"/>
                  </a:lnTo>
                  <a:lnTo>
                    <a:pt x="1462" y="197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53"/>
                  </a:lnTo>
                  <a:lnTo>
                    <a:pt x="698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0" y="1251"/>
                  </a:lnTo>
                  <a:lnTo>
                    <a:pt x="198" y="1461"/>
                  </a:lnTo>
                  <a:lnTo>
                    <a:pt x="119" y="1672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4" y="2633"/>
                  </a:lnTo>
                  <a:lnTo>
                    <a:pt x="53" y="2870"/>
                  </a:lnTo>
                  <a:lnTo>
                    <a:pt x="119" y="3093"/>
                  </a:lnTo>
                  <a:lnTo>
                    <a:pt x="198" y="3304"/>
                  </a:lnTo>
                  <a:lnTo>
                    <a:pt x="290" y="3515"/>
                  </a:lnTo>
                  <a:lnTo>
                    <a:pt x="409" y="3712"/>
                  </a:lnTo>
                  <a:lnTo>
                    <a:pt x="554" y="3896"/>
                  </a:lnTo>
                  <a:lnTo>
                    <a:pt x="698" y="4068"/>
                  </a:lnTo>
                  <a:lnTo>
                    <a:pt x="870" y="4225"/>
                  </a:lnTo>
                  <a:lnTo>
                    <a:pt x="1054" y="4357"/>
                  </a:lnTo>
                  <a:lnTo>
                    <a:pt x="1251" y="4476"/>
                  </a:lnTo>
                  <a:lnTo>
                    <a:pt x="1462" y="4581"/>
                  </a:lnTo>
                  <a:lnTo>
                    <a:pt x="1672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54" y="4752"/>
                  </a:lnTo>
                  <a:lnTo>
                    <a:pt x="2712" y="4739"/>
                  </a:lnTo>
                  <a:lnTo>
                    <a:pt x="2870" y="4713"/>
                  </a:lnTo>
                  <a:lnTo>
                    <a:pt x="3028" y="4673"/>
                  </a:lnTo>
                  <a:lnTo>
                    <a:pt x="3173" y="4634"/>
                  </a:lnTo>
                  <a:lnTo>
                    <a:pt x="3318" y="4568"/>
                  </a:lnTo>
                  <a:lnTo>
                    <a:pt x="3463" y="4502"/>
                  </a:lnTo>
                  <a:lnTo>
                    <a:pt x="3594" y="4436"/>
                  </a:lnTo>
                  <a:lnTo>
                    <a:pt x="8860" y="9702"/>
                  </a:lnTo>
                  <a:lnTo>
                    <a:pt x="25696" y="9702"/>
                  </a:lnTo>
                  <a:lnTo>
                    <a:pt x="25696" y="8517"/>
                  </a:lnTo>
                  <a:lnTo>
                    <a:pt x="9360" y="8517"/>
                  </a:lnTo>
                  <a:lnTo>
                    <a:pt x="4437" y="3594"/>
                  </a:lnTo>
                  <a:lnTo>
                    <a:pt x="4503" y="3462"/>
                  </a:lnTo>
                  <a:lnTo>
                    <a:pt x="4568" y="3317"/>
                  </a:lnTo>
                  <a:lnTo>
                    <a:pt x="4634" y="3172"/>
                  </a:lnTo>
                  <a:lnTo>
                    <a:pt x="4674" y="3028"/>
                  </a:lnTo>
                  <a:lnTo>
                    <a:pt x="4713" y="2870"/>
                  </a:lnTo>
                  <a:lnTo>
                    <a:pt x="4740" y="2712"/>
                  </a:lnTo>
                  <a:lnTo>
                    <a:pt x="4753" y="2554"/>
                  </a:lnTo>
                  <a:lnTo>
                    <a:pt x="4766" y="2383"/>
                  </a:lnTo>
                  <a:lnTo>
                    <a:pt x="4753" y="2146"/>
                  </a:lnTo>
                  <a:lnTo>
                    <a:pt x="4713" y="1909"/>
                  </a:lnTo>
                  <a:lnTo>
                    <a:pt x="4661" y="1672"/>
                  </a:lnTo>
                  <a:lnTo>
                    <a:pt x="4582" y="1461"/>
                  </a:lnTo>
                  <a:lnTo>
                    <a:pt x="4476" y="1251"/>
                  </a:lnTo>
                  <a:lnTo>
                    <a:pt x="4358" y="1053"/>
                  </a:lnTo>
                  <a:lnTo>
                    <a:pt x="4226" y="869"/>
                  </a:lnTo>
                  <a:lnTo>
                    <a:pt x="4068" y="698"/>
                  </a:lnTo>
                  <a:lnTo>
                    <a:pt x="3897" y="553"/>
                  </a:lnTo>
                  <a:lnTo>
                    <a:pt x="3713" y="408"/>
                  </a:lnTo>
                  <a:lnTo>
                    <a:pt x="3515" y="290"/>
                  </a:lnTo>
                  <a:lnTo>
                    <a:pt x="3305" y="197"/>
                  </a:lnTo>
                  <a:lnTo>
                    <a:pt x="3094" y="118"/>
                  </a:lnTo>
                  <a:lnTo>
                    <a:pt x="2870" y="53"/>
                  </a:lnTo>
                  <a:lnTo>
                    <a:pt x="2633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9"/>
            <p:cNvSpPr/>
            <p:nvPr/>
          </p:nvSpPr>
          <p:spPr>
            <a:xfrm>
              <a:off x="3839600" y="1601200"/>
              <a:ext cx="642400" cy="935625"/>
            </a:xfrm>
            <a:custGeom>
              <a:rect b="b" l="l" r="r" t="t"/>
              <a:pathLst>
                <a:path extrusionOk="0" h="37425" w="25696">
                  <a:moveTo>
                    <a:pt x="2502" y="33857"/>
                  </a:moveTo>
                  <a:lnTo>
                    <a:pt x="2620" y="33870"/>
                  </a:lnTo>
                  <a:lnTo>
                    <a:pt x="2739" y="33909"/>
                  </a:lnTo>
                  <a:lnTo>
                    <a:pt x="2857" y="33949"/>
                  </a:lnTo>
                  <a:lnTo>
                    <a:pt x="2949" y="34002"/>
                  </a:lnTo>
                  <a:lnTo>
                    <a:pt x="3055" y="34054"/>
                  </a:lnTo>
                  <a:lnTo>
                    <a:pt x="3147" y="34120"/>
                  </a:lnTo>
                  <a:lnTo>
                    <a:pt x="3226" y="34199"/>
                  </a:lnTo>
                  <a:lnTo>
                    <a:pt x="3305" y="34291"/>
                  </a:lnTo>
                  <a:lnTo>
                    <a:pt x="3384" y="34383"/>
                  </a:lnTo>
                  <a:lnTo>
                    <a:pt x="3436" y="34476"/>
                  </a:lnTo>
                  <a:lnTo>
                    <a:pt x="3489" y="34581"/>
                  </a:lnTo>
                  <a:lnTo>
                    <a:pt x="3529" y="34699"/>
                  </a:lnTo>
                  <a:lnTo>
                    <a:pt x="3555" y="34805"/>
                  </a:lnTo>
                  <a:lnTo>
                    <a:pt x="3581" y="34923"/>
                  </a:lnTo>
                  <a:lnTo>
                    <a:pt x="3581" y="35055"/>
                  </a:lnTo>
                  <a:lnTo>
                    <a:pt x="3581" y="35173"/>
                  </a:lnTo>
                  <a:lnTo>
                    <a:pt x="3555" y="35292"/>
                  </a:lnTo>
                  <a:lnTo>
                    <a:pt x="3529" y="35410"/>
                  </a:lnTo>
                  <a:lnTo>
                    <a:pt x="3489" y="35515"/>
                  </a:lnTo>
                  <a:lnTo>
                    <a:pt x="3436" y="35621"/>
                  </a:lnTo>
                  <a:lnTo>
                    <a:pt x="3384" y="35713"/>
                  </a:lnTo>
                  <a:lnTo>
                    <a:pt x="3305" y="35805"/>
                  </a:lnTo>
                  <a:lnTo>
                    <a:pt x="3226" y="35897"/>
                  </a:lnTo>
                  <a:lnTo>
                    <a:pt x="3147" y="35976"/>
                  </a:lnTo>
                  <a:lnTo>
                    <a:pt x="3055" y="36042"/>
                  </a:lnTo>
                  <a:lnTo>
                    <a:pt x="2949" y="36095"/>
                  </a:lnTo>
                  <a:lnTo>
                    <a:pt x="2857" y="36147"/>
                  </a:lnTo>
                  <a:lnTo>
                    <a:pt x="2739" y="36187"/>
                  </a:lnTo>
                  <a:lnTo>
                    <a:pt x="2620" y="36226"/>
                  </a:lnTo>
                  <a:lnTo>
                    <a:pt x="2502" y="36239"/>
                  </a:lnTo>
                  <a:lnTo>
                    <a:pt x="2265" y="36239"/>
                  </a:lnTo>
                  <a:lnTo>
                    <a:pt x="2146" y="36226"/>
                  </a:lnTo>
                  <a:lnTo>
                    <a:pt x="2028" y="36187"/>
                  </a:lnTo>
                  <a:lnTo>
                    <a:pt x="1923" y="36147"/>
                  </a:lnTo>
                  <a:lnTo>
                    <a:pt x="1817" y="36095"/>
                  </a:lnTo>
                  <a:lnTo>
                    <a:pt x="1712" y="36042"/>
                  </a:lnTo>
                  <a:lnTo>
                    <a:pt x="1620" y="35976"/>
                  </a:lnTo>
                  <a:lnTo>
                    <a:pt x="1541" y="35897"/>
                  </a:lnTo>
                  <a:lnTo>
                    <a:pt x="1462" y="35805"/>
                  </a:lnTo>
                  <a:lnTo>
                    <a:pt x="1396" y="35713"/>
                  </a:lnTo>
                  <a:lnTo>
                    <a:pt x="1330" y="35621"/>
                  </a:lnTo>
                  <a:lnTo>
                    <a:pt x="1278" y="35515"/>
                  </a:lnTo>
                  <a:lnTo>
                    <a:pt x="1238" y="35410"/>
                  </a:lnTo>
                  <a:lnTo>
                    <a:pt x="1212" y="35292"/>
                  </a:lnTo>
                  <a:lnTo>
                    <a:pt x="1199" y="35173"/>
                  </a:lnTo>
                  <a:lnTo>
                    <a:pt x="1185" y="35055"/>
                  </a:lnTo>
                  <a:lnTo>
                    <a:pt x="1199" y="34923"/>
                  </a:lnTo>
                  <a:lnTo>
                    <a:pt x="1212" y="34805"/>
                  </a:lnTo>
                  <a:lnTo>
                    <a:pt x="1238" y="34699"/>
                  </a:lnTo>
                  <a:lnTo>
                    <a:pt x="1278" y="34581"/>
                  </a:lnTo>
                  <a:lnTo>
                    <a:pt x="1330" y="34476"/>
                  </a:lnTo>
                  <a:lnTo>
                    <a:pt x="1396" y="34383"/>
                  </a:lnTo>
                  <a:lnTo>
                    <a:pt x="1462" y="34291"/>
                  </a:lnTo>
                  <a:lnTo>
                    <a:pt x="1541" y="34199"/>
                  </a:lnTo>
                  <a:lnTo>
                    <a:pt x="1620" y="34120"/>
                  </a:lnTo>
                  <a:lnTo>
                    <a:pt x="1712" y="34054"/>
                  </a:lnTo>
                  <a:lnTo>
                    <a:pt x="1817" y="34002"/>
                  </a:lnTo>
                  <a:lnTo>
                    <a:pt x="1923" y="33949"/>
                  </a:lnTo>
                  <a:lnTo>
                    <a:pt x="2028" y="33909"/>
                  </a:lnTo>
                  <a:lnTo>
                    <a:pt x="2146" y="33870"/>
                  </a:lnTo>
                  <a:lnTo>
                    <a:pt x="2265" y="33857"/>
                  </a:lnTo>
                  <a:close/>
                  <a:moveTo>
                    <a:pt x="1791" y="0"/>
                  </a:moveTo>
                  <a:lnTo>
                    <a:pt x="1791" y="32738"/>
                  </a:lnTo>
                  <a:lnTo>
                    <a:pt x="1607" y="32804"/>
                  </a:lnTo>
                  <a:lnTo>
                    <a:pt x="1422" y="32870"/>
                  </a:lnTo>
                  <a:lnTo>
                    <a:pt x="1251" y="32962"/>
                  </a:lnTo>
                  <a:lnTo>
                    <a:pt x="1080" y="33054"/>
                  </a:lnTo>
                  <a:lnTo>
                    <a:pt x="922" y="33172"/>
                  </a:lnTo>
                  <a:lnTo>
                    <a:pt x="777" y="33291"/>
                  </a:lnTo>
                  <a:lnTo>
                    <a:pt x="646" y="33436"/>
                  </a:lnTo>
                  <a:lnTo>
                    <a:pt x="514" y="33580"/>
                  </a:lnTo>
                  <a:lnTo>
                    <a:pt x="396" y="33738"/>
                  </a:lnTo>
                  <a:lnTo>
                    <a:pt x="303" y="33896"/>
                  </a:lnTo>
                  <a:lnTo>
                    <a:pt x="211" y="34081"/>
                  </a:lnTo>
                  <a:lnTo>
                    <a:pt x="146" y="34252"/>
                  </a:lnTo>
                  <a:lnTo>
                    <a:pt x="80" y="34449"/>
                  </a:lnTo>
                  <a:lnTo>
                    <a:pt x="40" y="34647"/>
                  </a:lnTo>
                  <a:lnTo>
                    <a:pt x="14" y="34844"/>
                  </a:lnTo>
                  <a:lnTo>
                    <a:pt x="1" y="35055"/>
                  </a:lnTo>
                  <a:lnTo>
                    <a:pt x="14" y="35292"/>
                  </a:lnTo>
                  <a:lnTo>
                    <a:pt x="53" y="35529"/>
                  </a:lnTo>
                  <a:lnTo>
                    <a:pt x="119" y="35752"/>
                  </a:lnTo>
                  <a:lnTo>
                    <a:pt x="198" y="35976"/>
                  </a:lnTo>
                  <a:lnTo>
                    <a:pt x="290" y="36187"/>
                  </a:lnTo>
                  <a:lnTo>
                    <a:pt x="409" y="36371"/>
                  </a:lnTo>
                  <a:lnTo>
                    <a:pt x="554" y="36555"/>
                  </a:lnTo>
                  <a:lnTo>
                    <a:pt x="698" y="36726"/>
                  </a:lnTo>
                  <a:lnTo>
                    <a:pt x="870" y="36884"/>
                  </a:lnTo>
                  <a:lnTo>
                    <a:pt x="1054" y="37016"/>
                  </a:lnTo>
                  <a:lnTo>
                    <a:pt x="1251" y="37135"/>
                  </a:lnTo>
                  <a:lnTo>
                    <a:pt x="1462" y="37240"/>
                  </a:lnTo>
                  <a:lnTo>
                    <a:pt x="1672" y="37319"/>
                  </a:lnTo>
                  <a:lnTo>
                    <a:pt x="1909" y="37385"/>
                  </a:lnTo>
                  <a:lnTo>
                    <a:pt x="2146" y="37411"/>
                  </a:lnTo>
                  <a:lnTo>
                    <a:pt x="2383" y="37424"/>
                  </a:lnTo>
                  <a:lnTo>
                    <a:pt x="2633" y="37411"/>
                  </a:lnTo>
                  <a:lnTo>
                    <a:pt x="2870" y="37385"/>
                  </a:lnTo>
                  <a:lnTo>
                    <a:pt x="3094" y="37319"/>
                  </a:lnTo>
                  <a:lnTo>
                    <a:pt x="3305" y="37240"/>
                  </a:lnTo>
                  <a:lnTo>
                    <a:pt x="3515" y="37135"/>
                  </a:lnTo>
                  <a:lnTo>
                    <a:pt x="3713" y="37016"/>
                  </a:lnTo>
                  <a:lnTo>
                    <a:pt x="3897" y="36884"/>
                  </a:lnTo>
                  <a:lnTo>
                    <a:pt x="4068" y="36726"/>
                  </a:lnTo>
                  <a:lnTo>
                    <a:pt x="4226" y="36555"/>
                  </a:lnTo>
                  <a:lnTo>
                    <a:pt x="4358" y="36371"/>
                  </a:lnTo>
                  <a:lnTo>
                    <a:pt x="4476" y="36187"/>
                  </a:lnTo>
                  <a:lnTo>
                    <a:pt x="4582" y="35976"/>
                  </a:lnTo>
                  <a:lnTo>
                    <a:pt x="4661" y="35752"/>
                  </a:lnTo>
                  <a:lnTo>
                    <a:pt x="4713" y="35529"/>
                  </a:lnTo>
                  <a:lnTo>
                    <a:pt x="4753" y="35292"/>
                  </a:lnTo>
                  <a:lnTo>
                    <a:pt x="4766" y="35055"/>
                  </a:lnTo>
                  <a:lnTo>
                    <a:pt x="4753" y="34844"/>
                  </a:lnTo>
                  <a:lnTo>
                    <a:pt x="4726" y="34647"/>
                  </a:lnTo>
                  <a:lnTo>
                    <a:pt x="4687" y="34449"/>
                  </a:lnTo>
                  <a:lnTo>
                    <a:pt x="4634" y="34252"/>
                  </a:lnTo>
                  <a:lnTo>
                    <a:pt x="4555" y="34081"/>
                  </a:lnTo>
                  <a:lnTo>
                    <a:pt x="4463" y="33896"/>
                  </a:lnTo>
                  <a:lnTo>
                    <a:pt x="4371" y="33738"/>
                  </a:lnTo>
                  <a:lnTo>
                    <a:pt x="4253" y="33580"/>
                  </a:lnTo>
                  <a:lnTo>
                    <a:pt x="4134" y="33436"/>
                  </a:lnTo>
                  <a:lnTo>
                    <a:pt x="3989" y="33291"/>
                  </a:lnTo>
                  <a:lnTo>
                    <a:pt x="3844" y="33172"/>
                  </a:lnTo>
                  <a:lnTo>
                    <a:pt x="3686" y="33054"/>
                  </a:lnTo>
                  <a:lnTo>
                    <a:pt x="3529" y="32962"/>
                  </a:lnTo>
                  <a:lnTo>
                    <a:pt x="3344" y="32870"/>
                  </a:lnTo>
                  <a:lnTo>
                    <a:pt x="3160" y="32804"/>
                  </a:lnTo>
                  <a:lnTo>
                    <a:pt x="2976" y="32738"/>
                  </a:lnTo>
                  <a:lnTo>
                    <a:pt x="2976" y="1185"/>
                  </a:lnTo>
                  <a:lnTo>
                    <a:pt x="25696" y="1185"/>
                  </a:lnTo>
                  <a:lnTo>
                    <a:pt x="2569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9"/>
            <p:cNvSpPr/>
            <p:nvPr/>
          </p:nvSpPr>
          <p:spPr>
            <a:xfrm>
              <a:off x="4503050" y="1503450"/>
              <a:ext cx="1081400" cy="686500"/>
            </a:xfrm>
            <a:custGeom>
              <a:rect b="b" l="l" r="r" t="t"/>
              <a:pathLst>
                <a:path extrusionOk="0" h="27460" w="43256">
                  <a:moveTo>
                    <a:pt x="40873" y="23879"/>
                  </a:moveTo>
                  <a:lnTo>
                    <a:pt x="41005" y="23893"/>
                  </a:lnTo>
                  <a:lnTo>
                    <a:pt x="41123" y="23906"/>
                  </a:lnTo>
                  <a:lnTo>
                    <a:pt x="41228" y="23932"/>
                  </a:lnTo>
                  <a:lnTo>
                    <a:pt x="41347" y="23971"/>
                  </a:lnTo>
                  <a:lnTo>
                    <a:pt x="41452" y="24024"/>
                  </a:lnTo>
                  <a:lnTo>
                    <a:pt x="41544" y="24090"/>
                  </a:lnTo>
                  <a:lnTo>
                    <a:pt x="41636" y="24156"/>
                  </a:lnTo>
                  <a:lnTo>
                    <a:pt x="41729" y="24235"/>
                  </a:lnTo>
                  <a:lnTo>
                    <a:pt x="41808" y="24314"/>
                  </a:lnTo>
                  <a:lnTo>
                    <a:pt x="41873" y="24406"/>
                  </a:lnTo>
                  <a:lnTo>
                    <a:pt x="41926" y="24511"/>
                  </a:lnTo>
                  <a:lnTo>
                    <a:pt x="41979" y="24616"/>
                  </a:lnTo>
                  <a:lnTo>
                    <a:pt x="42018" y="24722"/>
                  </a:lnTo>
                  <a:lnTo>
                    <a:pt x="42058" y="24840"/>
                  </a:lnTo>
                  <a:lnTo>
                    <a:pt x="42071" y="24959"/>
                  </a:lnTo>
                  <a:lnTo>
                    <a:pt x="42071" y="25077"/>
                  </a:lnTo>
                  <a:lnTo>
                    <a:pt x="42071" y="25209"/>
                  </a:lnTo>
                  <a:lnTo>
                    <a:pt x="42058" y="25327"/>
                  </a:lnTo>
                  <a:lnTo>
                    <a:pt x="42018" y="25433"/>
                  </a:lnTo>
                  <a:lnTo>
                    <a:pt x="41979" y="25551"/>
                  </a:lnTo>
                  <a:lnTo>
                    <a:pt x="41926" y="25656"/>
                  </a:lnTo>
                  <a:lnTo>
                    <a:pt x="41873" y="25749"/>
                  </a:lnTo>
                  <a:lnTo>
                    <a:pt x="41808" y="25841"/>
                  </a:lnTo>
                  <a:lnTo>
                    <a:pt x="41729" y="25933"/>
                  </a:lnTo>
                  <a:lnTo>
                    <a:pt x="41636" y="25999"/>
                  </a:lnTo>
                  <a:lnTo>
                    <a:pt x="41544" y="26078"/>
                  </a:lnTo>
                  <a:lnTo>
                    <a:pt x="41452" y="26130"/>
                  </a:lnTo>
                  <a:lnTo>
                    <a:pt x="41347" y="26183"/>
                  </a:lnTo>
                  <a:lnTo>
                    <a:pt x="41228" y="26222"/>
                  </a:lnTo>
                  <a:lnTo>
                    <a:pt x="41123" y="26249"/>
                  </a:lnTo>
                  <a:lnTo>
                    <a:pt x="41005" y="26275"/>
                  </a:lnTo>
                  <a:lnTo>
                    <a:pt x="40754" y="26275"/>
                  </a:lnTo>
                  <a:lnTo>
                    <a:pt x="40636" y="26249"/>
                  </a:lnTo>
                  <a:lnTo>
                    <a:pt x="40518" y="26222"/>
                  </a:lnTo>
                  <a:lnTo>
                    <a:pt x="40412" y="26183"/>
                  </a:lnTo>
                  <a:lnTo>
                    <a:pt x="40307" y="26130"/>
                  </a:lnTo>
                  <a:lnTo>
                    <a:pt x="40215" y="26078"/>
                  </a:lnTo>
                  <a:lnTo>
                    <a:pt x="40123" y="25999"/>
                  </a:lnTo>
                  <a:lnTo>
                    <a:pt x="40030" y="25933"/>
                  </a:lnTo>
                  <a:lnTo>
                    <a:pt x="39951" y="25841"/>
                  </a:lnTo>
                  <a:lnTo>
                    <a:pt x="39886" y="25749"/>
                  </a:lnTo>
                  <a:lnTo>
                    <a:pt x="39820" y="25656"/>
                  </a:lnTo>
                  <a:lnTo>
                    <a:pt x="39780" y="25551"/>
                  </a:lnTo>
                  <a:lnTo>
                    <a:pt x="39741" y="25433"/>
                  </a:lnTo>
                  <a:lnTo>
                    <a:pt x="39701" y="25327"/>
                  </a:lnTo>
                  <a:lnTo>
                    <a:pt x="39688" y="25209"/>
                  </a:lnTo>
                  <a:lnTo>
                    <a:pt x="39675" y="25077"/>
                  </a:lnTo>
                  <a:lnTo>
                    <a:pt x="39688" y="24959"/>
                  </a:lnTo>
                  <a:lnTo>
                    <a:pt x="39701" y="24840"/>
                  </a:lnTo>
                  <a:lnTo>
                    <a:pt x="39741" y="24722"/>
                  </a:lnTo>
                  <a:lnTo>
                    <a:pt x="39780" y="24616"/>
                  </a:lnTo>
                  <a:lnTo>
                    <a:pt x="39820" y="24511"/>
                  </a:lnTo>
                  <a:lnTo>
                    <a:pt x="39886" y="24406"/>
                  </a:lnTo>
                  <a:lnTo>
                    <a:pt x="39951" y="24314"/>
                  </a:lnTo>
                  <a:lnTo>
                    <a:pt x="40030" y="24235"/>
                  </a:lnTo>
                  <a:lnTo>
                    <a:pt x="40123" y="24156"/>
                  </a:lnTo>
                  <a:lnTo>
                    <a:pt x="40215" y="24090"/>
                  </a:lnTo>
                  <a:lnTo>
                    <a:pt x="40307" y="24024"/>
                  </a:lnTo>
                  <a:lnTo>
                    <a:pt x="40412" y="23971"/>
                  </a:lnTo>
                  <a:lnTo>
                    <a:pt x="40518" y="23932"/>
                  </a:lnTo>
                  <a:lnTo>
                    <a:pt x="40636" y="23906"/>
                  </a:lnTo>
                  <a:lnTo>
                    <a:pt x="40754" y="23893"/>
                  </a:lnTo>
                  <a:lnTo>
                    <a:pt x="40873" y="23879"/>
                  </a:lnTo>
                  <a:close/>
                  <a:moveTo>
                    <a:pt x="0" y="1"/>
                  </a:moveTo>
                  <a:lnTo>
                    <a:pt x="0" y="1185"/>
                  </a:lnTo>
                  <a:lnTo>
                    <a:pt x="20022" y="1185"/>
                  </a:lnTo>
                  <a:lnTo>
                    <a:pt x="40294" y="13388"/>
                  </a:lnTo>
                  <a:lnTo>
                    <a:pt x="40294" y="22774"/>
                  </a:lnTo>
                  <a:lnTo>
                    <a:pt x="40096" y="22839"/>
                  </a:lnTo>
                  <a:lnTo>
                    <a:pt x="39912" y="22905"/>
                  </a:lnTo>
                  <a:lnTo>
                    <a:pt x="39741" y="22997"/>
                  </a:lnTo>
                  <a:lnTo>
                    <a:pt x="39570" y="23090"/>
                  </a:lnTo>
                  <a:lnTo>
                    <a:pt x="39425" y="23208"/>
                  </a:lnTo>
                  <a:lnTo>
                    <a:pt x="39267" y="23326"/>
                  </a:lnTo>
                  <a:lnTo>
                    <a:pt x="39135" y="23458"/>
                  </a:lnTo>
                  <a:lnTo>
                    <a:pt x="39004" y="23616"/>
                  </a:lnTo>
                  <a:lnTo>
                    <a:pt x="38898" y="23774"/>
                  </a:lnTo>
                  <a:lnTo>
                    <a:pt x="38793" y="23932"/>
                  </a:lnTo>
                  <a:lnTo>
                    <a:pt x="38714" y="24103"/>
                  </a:lnTo>
                  <a:lnTo>
                    <a:pt x="38635" y="24287"/>
                  </a:lnTo>
                  <a:lnTo>
                    <a:pt x="38582" y="24485"/>
                  </a:lnTo>
                  <a:lnTo>
                    <a:pt x="38530" y="24669"/>
                  </a:lnTo>
                  <a:lnTo>
                    <a:pt x="38503" y="24880"/>
                  </a:lnTo>
                  <a:lnTo>
                    <a:pt x="38503" y="25077"/>
                  </a:lnTo>
                  <a:lnTo>
                    <a:pt x="38517" y="25327"/>
                  </a:lnTo>
                  <a:lnTo>
                    <a:pt x="38543" y="25564"/>
                  </a:lnTo>
                  <a:lnTo>
                    <a:pt x="38609" y="25788"/>
                  </a:lnTo>
                  <a:lnTo>
                    <a:pt x="38688" y="25999"/>
                  </a:lnTo>
                  <a:lnTo>
                    <a:pt x="38793" y="26209"/>
                  </a:lnTo>
                  <a:lnTo>
                    <a:pt x="38912" y="26407"/>
                  </a:lnTo>
                  <a:lnTo>
                    <a:pt x="39043" y="26591"/>
                  </a:lnTo>
                  <a:lnTo>
                    <a:pt x="39201" y="26762"/>
                  </a:lnTo>
                  <a:lnTo>
                    <a:pt x="39372" y="26920"/>
                  </a:lnTo>
                  <a:lnTo>
                    <a:pt x="39543" y="27052"/>
                  </a:lnTo>
                  <a:lnTo>
                    <a:pt x="39741" y="27170"/>
                  </a:lnTo>
                  <a:lnTo>
                    <a:pt x="39951" y="27276"/>
                  </a:lnTo>
                  <a:lnTo>
                    <a:pt x="40175" y="27355"/>
                  </a:lnTo>
                  <a:lnTo>
                    <a:pt x="40399" y="27407"/>
                  </a:lnTo>
                  <a:lnTo>
                    <a:pt x="40636" y="27447"/>
                  </a:lnTo>
                  <a:lnTo>
                    <a:pt x="40873" y="27460"/>
                  </a:lnTo>
                  <a:lnTo>
                    <a:pt x="41123" y="27447"/>
                  </a:lnTo>
                  <a:lnTo>
                    <a:pt x="41360" y="27407"/>
                  </a:lnTo>
                  <a:lnTo>
                    <a:pt x="41584" y="27355"/>
                  </a:lnTo>
                  <a:lnTo>
                    <a:pt x="41808" y="27276"/>
                  </a:lnTo>
                  <a:lnTo>
                    <a:pt x="42018" y="27170"/>
                  </a:lnTo>
                  <a:lnTo>
                    <a:pt x="42202" y="27052"/>
                  </a:lnTo>
                  <a:lnTo>
                    <a:pt x="42387" y="26920"/>
                  </a:lnTo>
                  <a:lnTo>
                    <a:pt x="42558" y="26762"/>
                  </a:lnTo>
                  <a:lnTo>
                    <a:pt x="42716" y="26591"/>
                  </a:lnTo>
                  <a:lnTo>
                    <a:pt x="42847" y="26407"/>
                  </a:lnTo>
                  <a:lnTo>
                    <a:pt x="42966" y="26209"/>
                  </a:lnTo>
                  <a:lnTo>
                    <a:pt x="43071" y="25999"/>
                  </a:lnTo>
                  <a:lnTo>
                    <a:pt x="43150" y="25788"/>
                  </a:lnTo>
                  <a:lnTo>
                    <a:pt x="43203" y="25564"/>
                  </a:lnTo>
                  <a:lnTo>
                    <a:pt x="43242" y="25327"/>
                  </a:lnTo>
                  <a:lnTo>
                    <a:pt x="43256" y="25077"/>
                  </a:lnTo>
                  <a:lnTo>
                    <a:pt x="43242" y="24880"/>
                  </a:lnTo>
                  <a:lnTo>
                    <a:pt x="43229" y="24669"/>
                  </a:lnTo>
                  <a:lnTo>
                    <a:pt x="43177" y="24485"/>
                  </a:lnTo>
                  <a:lnTo>
                    <a:pt x="43124" y="24287"/>
                  </a:lnTo>
                  <a:lnTo>
                    <a:pt x="43045" y="24103"/>
                  </a:lnTo>
                  <a:lnTo>
                    <a:pt x="42966" y="23932"/>
                  </a:lnTo>
                  <a:lnTo>
                    <a:pt x="42861" y="23774"/>
                  </a:lnTo>
                  <a:lnTo>
                    <a:pt x="42742" y="23616"/>
                  </a:lnTo>
                  <a:lnTo>
                    <a:pt x="42624" y="23471"/>
                  </a:lnTo>
                  <a:lnTo>
                    <a:pt x="42492" y="23326"/>
                  </a:lnTo>
                  <a:lnTo>
                    <a:pt x="42334" y="23208"/>
                  </a:lnTo>
                  <a:lnTo>
                    <a:pt x="42176" y="23090"/>
                  </a:lnTo>
                  <a:lnTo>
                    <a:pt x="42018" y="22997"/>
                  </a:lnTo>
                  <a:lnTo>
                    <a:pt x="41847" y="22905"/>
                  </a:lnTo>
                  <a:lnTo>
                    <a:pt x="41663" y="22839"/>
                  </a:lnTo>
                  <a:lnTo>
                    <a:pt x="41465" y="22774"/>
                  </a:lnTo>
                  <a:lnTo>
                    <a:pt x="41465" y="12730"/>
                  </a:lnTo>
                  <a:lnTo>
                    <a:pt x="2035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9"/>
            <p:cNvSpPr/>
            <p:nvPr/>
          </p:nvSpPr>
          <p:spPr>
            <a:xfrm>
              <a:off x="4503050" y="2207050"/>
              <a:ext cx="195175" cy="387675"/>
            </a:xfrm>
            <a:custGeom>
              <a:rect b="b" l="l" r="r" t="t"/>
              <a:pathLst>
                <a:path extrusionOk="0" h="15507" w="7807">
                  <a:moveTo>
                    <a:pt x="5424" y="11926"/>
                  </a:moveTo>
                  <a:lnTo>
                    <a:pt x="5542" y="11940"/>
                  </a:lnTo>
                  <a:lnTo>
                    <a:pt x="5661" y="11953"/>
                  </a:lnTo>
                  <a:lnTo>
                    <a:pt x="5779" y="11979"/>
                  </a:lnTo>
                  <a:lnTo>
                    <a:pt x="5898" y="12019"/>
                  </a:lnTo>
                  <a:lnTo>
                    <a:pt x="5990" y="12071"/>
                  </a:lnTo>
                  <a:lnTo>
                    <a:pt x="6095" y="12137"/>
                  </a:lnTo>
                  <a:lnTo>
                    <a:pt x="6187" y="12203"/>
                  </a:lnTo>
                  <a:lnTo>
                    <a:pt x="6266" y="12282"/>
                  </a:lnTo>
                  <a:lnTo>
                    <a:pt x="6345" y="12361"/>
                  </a:lnTo>
                  <a:lnTo>
                    <a:pt x="6424" y="12453"/>
                  </a:lnTo>
                  <a:lnTo>
                    <a:pt x="6477" y="12558"/>
                  </a:lnTo>
                  <a:lnTo>
                    <a:pt x="6529" y="12664"/>
                  </a:lnTo>
                  <a:lnTo>
                    <a:pt x="6569" y="12769"/>
                  </a:lnTo>
                  <a:lnTo>
                    <a:pt x="6595" y="12887"/>
                  </a:lnTo>
                  <a:lnTo>
                    <a:pt x="6622" y="13006"/>
                  </a:lnTo>
                  <a:lnTo>
                    <a:pt x="6622" y="13124"/>
                  </a:lnTo>
                  <a:lnTo>
                    <a:pt x="6622" y="13256"/>
                  </a:lnTo>
                  <a:lnTo>
                    <a:pt x="6595" y="13374"/>
                  </a:lnTo>
                  <a:lnTo>
                    <a:pt x="6569" y="13480"/>
                  </a:lnTo>
                  <a:lnTo>
                    <a:pt x="6529" y="13598"/>
                  </a:lnTo>
                  <a:lnTo>
                    <a:pt x="6477" y="13704"/>
                  </a:lnTo>
                  <a:lnTo>
                    <a:pt x="6424" y="13796"/>
                  </a:lnTo>
                  <a:lnTo>
                    <a:pt x="6345" y="13888"/>
                  </a:lnTo>
                  <a:lnTo>
                    <a:pt x="6266" y="13980"/>
                  </a:lnTo>
                  <a:lnTo>
                    <a:pt x="6187" y="14046"/>
                  </a:lnTo>
                  <a:lnTo>
                    <a:pt x="6095" y="14125"/>
                  </a:lnTo>
                  <a:lnTo>
                    <a:pt x="5990" y="14177"/>
                  </a:lnTo>
                  <a:lnTo>
                    <a:pt x="5898" y="14230"/>
                  </a:lnTo>
                  <a:lnTo>
                    <a:pt x="5779" y="14270"/>
                  </a:lnTo>
                  <a:lnTo>
                    <a:pt x="5661" y="14296"/>
                  </a:lnTo>
                  <a:lnTo>
                    <a:pt x="5542" y="14322"/>
                  </a:lnTo>
                  <a:lnTo>
                    <a:pt x="5305" y="14322"/>
                  </a:lnTo>
                  <a:lnTo>
                    <a:pt x="5187" y="14296"/>
                  </a:lnTo>
                  <a:lnTo>
                    <a:pt x="5068" y="14270"/>
                  </a:lnTo>
                  <a:lnTo>
                    <a:pt x="4963" y="14230"/>
                  </a:lnTo>
                  <a:lnTo>
                    <a:pt x="4858" y="14177"/>
                  </a:lnTo>
                  <a:lnTo>
                    <a:pt x="4752" y="14125"/>
                  </a:lnTo>
                  <a:lnTo>
                    <a:pt x="4660" y="14046"/>
                  </a:lnTo>
                  <a:lnTo>
                    <a:pt x="4581" y="13980"/>
                  </a:lnTo>
                  <a:lnTo>
                    <a:pt x="4502" y="13888"/>
                  </a:lnTo>
                  <a:lnTo>
                    <a:pt x="4436" y="13796"/>
                  </a:lnTo>
                  <a:lnTo>
                    <a:pt x="4371" y="13704"/>
                  </a:lnTo>
                  <a:lnTo>
                    <a:pt x="4318" y="13598"/>
                  </a:lnTo>
                  <a:lnTo>
                    <a:pt x="4278" y="13480"/>
                  </a:lnTo>
                  <a:lnTo>
                    <a:pt x="4252" y="13374"/>
                  </a:lnTo>
                  <a:lnTo>
                    <a:pt x="4239" y="13256"/>
                  </a:lnTo>
                  <a:lnTo>
                    <a:pt x="4226" y="13124"/>
                  </a:lnTo>
                  <a:lnTo>
                    <a:pt x="4239" y="13006"/>
                  </a:lnTo>
                  <a:lnTo>
                    <a:pt x="4252" y="12887"/>
                  </a:lnTo>
                  <a:lnTo>
                    <a:pt x="4278" y="12769"/>
                  </a:lnTo>
                  <a:lnTo>
                    <a:pt x="4318" y="12664"/>
                  </a:lnTo>
                  <a:lnTo>
                    <a:pt x="4371" y="12558"/>
                  </a:lnTo>
                  <a:lnTo>
                    <a:pt x="4436" y="12453"/>
                  </a:lnTo>
                  <a:lnTo>
                    <a:pt x="4502" y="12361"/>
                  </a:lnTo>
                  <a:lnTo>
                    <a:pt x="4581" y="12282"/>
                  </a:lnTo>
                  <a:lnTo>
                    <a:pt x="4660" y="12203"/>
                  </a:lnTo>
                  <a:lnTo>
                    <a:pt x="4752" y="12137"/>
                  </a:lnTo>
                  <a:lnTo>
                    <a:pt x="4858" y="12071"/>
                  </a:lnTo>
                  <a:lnTo>
                    <a:pt x="4963" y="12019"/>
                  </a:lnTo>
                  <a:lnTo>
                    <a:pt x="5068" y="11979"/>
                  </a:lnTo>
                  <a:lnTo>
                    <a:pt x="5187" y="11953"/>
                  </a:lnTo>
                  <a:lnTo>
                    <a:pt x="5305" y="11940"/>
                  </a:lnTo>
                  <a:lnTo>
                    <a:pt x="5424" y="11926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4871" y="1185"/>
                  </a:lnTo>
                  <a:lnTo>
                    <a:pt x="4871" y="10821"/>
                  </a:lnTo>
                  <a:lnTo>
                    <a:pt x="4673" y="10873"/>
                  </a:lnTo>
                  <a:lnTo>
                    <a:pt x="4489" y="10939"/>
                  </a:lnTo>
                  <a:lnTo>
                    <a:pt x="4318" y="11031"/>
                  </a:lnTo>
                  <a:lnTo>
                    <a:pt x="4147" y="11123"/>
                  </a:lnTo>
                  <a:lnTo>
                    <a:pt x="3989" y="11242"/>
                  </a:lnTo>
                  <a:lnTo>
                    <a:pt x="3831" y="11360"/>
                  </a:lnTo>
                  <a:lnTo>
                    <a:pt x="3699" y="11492"/>
                  </a:lnTo>
                  <a:lnTo>
                    <a:pt x="3568" y="11650"/>
                  </a:lnTo>
                  <a:lnTo>
                    <a:pt x="3449" y="11808"/>
                  </a:lnTo>
                  <a:lnTo>
                    <a:pt x="3344" y="11966"/>
                  </a:lnTo>
                  <a:lnTo>
                    <a:pt x="3265" y="12150"/>
                  </a:lnTo>
                  <a:lnTo>
                    <a:pt x="3186" y="12335"/>
                  </a:lnTo>
                  <a:lnTo>
                    <a:pt x="3120" y="12519"/>
                  </a:lnTo>
                  <a:lnTo>
                    <a:pt x="3081" y="12716"/>
                  </a:lnTo>
                  <a:lnTo>
                    <a:pt x="3054" y="12914"/>
                  </a:lnTo>
                  <a:lnTo>
                    <a:pt x="3041" y="13124"/>
                  </a:lnTo>
                  <a:lnTo>
                    <a:pt x="3054" y="13374"/>
                  </a:lnTo>
                  <a:lnTo>
                    <a:pt x="3094" y="13611"/>
                  </a:lnTo>
                  <a:lnTo>
                    <a:pt x="3160" y="13835"/>
                  </a:lnTo>
                  <a:lnTo>
                    <a:pt x="3239" y="14046"/>
                  </a:lnTo>
                  <a:lnTo>
                    <a:pt x="3331" y="14256"/>
                  </a:lnTo>
                  <a:lnTo>
                    <a:pt x="3449" y="14454"/>
                  </a:lnTo>
                  <a:lnTo>
                    <a:pt x="3594" y="14638"/>
                  </a:lnTo>
                  <a:lnTo>
                    <a:pt x="3739" y="14809"/>
                  </a:lnTo>
                  <a:lnTo>
                    <a:pt x="3910" y="14967"/>
                  </a:lnTo>
                  <a:lnTo>
                    <a:pt x="4094" y="15099"/>
                  </a:lnTo>
                  <a:lnTo>
                    <a:pt x="4292" y="15217"/>
                  </a:lnTo>
                  <a:lnTo>
                    <a:pt x="4502" y="15323"/>
                  </a:lnTo>
                  <a:lnTo>
                    <a:pt x="4713" y="15402"/>
                  </a:lnTo>
                  <a:lnTo>
                    <a:pt x="4950" y="15454"/>
                  </a:lnTo>
                  <a:lnTo>
                    <a:pt x="5187" y="15494"/>
                  </a:lnTo>
                  <a:lnTo>
                    <a:pt x="5424" y="15507"/>
                  </a:lnTo>
                  <a:lnTo>
                    <a:pt x="5674" y="15494"/>
                  </a:lnTo>
                  <a:lnTo>
                    <a:pt x="5911" y="15454"/>
                  </a:lnTo>
                  <a:lnTo>
                    <a:pt x="6134" y="15402"/>
                  </a:lnTo>
                  <a:lnTo>
                    <a:pt x="6345" y="15323"/>
                  </a:lnTo>
                  <a:lnTo>
                    <a:pt x="6556" y="15217"/>
                  </a:lnTo>
                  <a:lnTo>
                    <a:pt x="6753" y="15099"/>
                  </a:lnTo>
                  <a:lnTo>
                    <a:pt x="6937" y="14967"/>
                  </a:lnTo>
                  <a:lnTo>
                    <a:pt x="7109" y="14809"/>
                  </a:lnTo>
                  <a:lnTo>
                    <a:pt x="7267" y="14638"/>
                  </a:lnTo>
                  <a:lnTo>
                    <a:pt x="7398" y="14454"/>
                  </a:lnTo>
                  <a:lnTo>
                    <a:pt x="7517" y="14256"/>
                  </a:lnTo>
                  <a:lnTo>
                    <a:pt x="7622" y="14046"/>
                  </a:lnTo>
                  <a:lnTo>
                    <a:pt x="7701" y="13835"/>
                  </a:lnTo>
                  <a:lnTo>
                    <a:pt x="7754" y="13611"/>
                  </a:lnTo>
                  <a:lnTo>
                    <a:pt x="7793" y="13374"/>
                  </a:lnTo>
                  <a:lnTo>
                    <a:pt x="7806" y="13124"/>
                  </a:lnTo>
                  <a:lnTo>
                    <a:pt x="7793" y="12927"/>
                  </a:lnTo>
                  <a:lnTo>
                    <a:pt x="7767" y="12729"/>
                  </a:lnTo>
                  <a:lnTo>
                    <a:pt x="7727" y="12532"/>
                  </a:lnTo>
                  <a:lnTo>
                    <a:pt x="7675" y="12348"/>
                  </a:lnTo>
                  <a:lnTo>
                    <a:pt x="7596" y="12163"/>
                  </a:lnTo>
                  <a:lnTo>
                    <a:pt x="7517" y="11992"/>
                  </a:lnTo>
                  <a:lnTo>
                    <a:pt x="7411" y="11834"/>
                  </a:lnTo>
                  <a:lnTo>
                    <a:pt x="7306" y="11676"/>
                  </a:lnTo>
                  <a:lnTo>
                    <a:pt x="7188" y="11532"/>
                  </a:lnTo>
                  <a:lnTo>
                    <a:pt x="7043" y="11387"/>
                  </a:lnTo>
                  <a:lnTo>
                    <a:pt x="6911" y="11268"/>
                  </a:lnTo>
                  <a:lnTo>
                    <a:pt x="6753" y="11150"/>
                  </a:lnTo>
                  <a:lnTo>
                    <a:pt x="6582" y="11058"/>
                  </a:lnTo>
                  <a:lnTo>
                    <a:pt x="6411" y="10966"/>
                  </a:lnTo>
                  <a:lnTo>
                    <a:pt x="6240" y="10887"/>
                  </a:lnTo>
                  <a:lnTo>
                    <a:pt x="6056" y="10834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9"/>
            <p:cNvSpPr/>
            <p:nvPr/>
          </p:nvSpPr>
          <p:spPr>
            <a:xfrm>
              <a:off x="4514575" y="1581125"/>
              <a:ext cx="543325" cy="118825"/>
            </a:xfrm>
            <a:custGeom>
              <a:rect b="b" l="l" r="r" t="t"/>
              <a:pathLst>
                <a:path extrusionOk="0" h="4753" w="21733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8"/>
                  </a:lnTo>
                  <a:lnTo>
                    <a:pt x="19706" y="1225"/>
                  </a:lnTo>
                  <a:lnTo>
                    <a:pt x="19811" y="1264"/>
                  </a:lnTo>
                  <a:lnTo>
                    <a:pt x="19916" y="1317"/>
                  </a:lnTo>
                  <a:lnTo>
                    <a:pt x="20022" y="1382"/>
                  </a:lnTo>
                  <a:lnTo>
                    <a:pt x="20114" y="1448"/>
                  </a:lnTo>
                  <a:lnTo>
                    <a:pt x="20193" y="1527"/>
                  </a:lnTo>
                  <a:lnTo>
                    <a:pt x="20272" y="1606"/>
                  </a:lnTo>
                  <a:lnTo>
                    <a:pt x="20338" y="1698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4"/>
                  </a:lnTo>
                  <a:lnTo>
                    <a:pt x="20522" y="2133"/>
                  </a:lnTo>
                  <a:lnTo>
                    <a:pt x="20548" y="2251"/>
                  </a:lnTo>
                  <a:lnTo>
                    <a:pt x="20548" y="2370"/>
                  </a:lnTo>
                  <a:lnTo>
                    <a:pt x="20548" y="2488"/>
                  </a:lnTo>
                  <a:lnTo>
                    <a:pt x="20522" y="2620"/>
                  </a:lnTo>
                  <a:lnTo>
                    <a:pt x="20496" y="2725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3"/>
                  </a:lnTo>
                  <a:lnTo>
                    <a:pt x="20193" y="3212"/>
                  </a:lnTo>
                  <a:lnTo>
                    <a:pt x="20114" y="3291"/>
                  </a:lnTo>
                  <a:lnTo>
                    <a:pt x="20022" y="3370"/>
                  </a:lnTo>
                  <a:lnTo>
                    <a:pt x="19916" y="3423"/>
                  </a:lnTo>
                  <a:lnTo>
                    <a:pt x="19811" y="3475"/>
                  </a:lnTo>
                  <a:lnTo>
                    <a:pt x="19706" y="3515"/>
                  </a:lnTo>
                  <a:lnTo>
                    <a:pt x="19587" y="3541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1"/>
                  </a:lnTo>
                  <a:lnTo>
                    <a:pt x="18995" y="3515"/>
                  </a:lnTo>
                  <a:lnTo>
                    <a:pt x="18890" y="3475"/>
                  </a:lnTo>
                  <a:lnTo>
                    <a:pt x="18784" y="3423"/>
                  </a:lnTo>
                  <a:lnTo>
                    <a:pt x="18679" y="3370"/>
                  </a:lnTo>
                  <a:lnTo>
                    <a:pt x="18587" y="3291"/>
                  </a:lnTo>
                  <a:lnTo>
                    <a:pt x="18508" y="3212"/>
                  </a:lnTo>
                  <a:lnTo>
                    <a:pt x="18429" y="3133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5"/>
                  </a:lnTo>
                  <a:lnTo>
                    <a:pt x="18179" y="2620"/>
                  </a:lnTo>
                  <a:lnTo>
                    <a:pt x="18166" y="2488"/>
                  </a:lnTo>
                  <a:lnTo>
                    <a:pt x="18152" y="2370"/>
                  </a:lnTo>
                  <a:lnTo>
                    <a:pt x="18166" y="2251"/>
                  </a:lnTo>
                  <a:lnTo>
                    <a:pt x="18179" y="2133"/>
                  </a:lnTo>
                  <a:lnTo>
                    <a:pt x="18205" y="2014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8"/>
                  </a:lnTo>
                  <a:lnTo>
                    <a:pt x="18429" y="1606"/>
                  </a:lnTo>
                  <a:lnTo>
                    <a:pt x="18508" y="1527"/>
                  </a:lnTo>
                  <a:lnTo>
                    <a:pt x="18587" y="1448"/>
                  </a:lnTo>
                  <a:lnTo>
                    <a:pt x="18679" y="1382"/>
                  </a:lnTo>
                  <a:lnTo>
                    <a:pt x="18784" y="1317"/>
                  </a:lnTo>
                  <a:lnTo>
                    <a:pt x="18890" y="1264"/>
                  </a:lnTo>
                  <a:lnTo>
                    <a:pt x="18995" y="1225"/>
                  </a:lnTo>
                  <a:lnTo>
                    <a:pt x="19113" y="1198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0"/>
                  </a:moveTo>
                  <a:lnTo>
                    <a:pt x="18942" y="27"/>
                  </a:lnTo>
                  <a:lnTo>
                    <a:pt x="18745" y="66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5"/>
                  </a:lnTo>
                  <a:lnTo>
                    <a:pt x="17889" y="501"/>
                  </a:lnTo>
                  <a:lnTo>
                    <a:pt x="17731" y="632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7"/>
                  </a:lnTo>
                  <a:lnTo>
                    <a:pt x="0" y="1777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46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0"/>
                  </a:lnTo>
                  <a:lnTo>
                    <a:pt x="17889" y="4239"/>
                  </a:lnTo>
                  <a:lnTo>
                    <a:pt x="18034" y="4357"/>
                  </a:lnTo>
                  <a:lnTo>
                    <a:pt x="18205" y="4450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3"/>
                  </a:lnTo>
                  <a:lnTo>
                    <a:pt x="18942" y="4713"/>
                  </a:lnTo>
                  <a:lnTo>
                    <a:pt x="19140" y="4739"/>
                  </a:lnTo>
                  <a:lnTo>
                    <a:pt x="19350" y="4752"/>
                  </a:lnTo>
                  <a:lnTo>
                    <a:pt x="19600" y="4739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4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699"/>
                  </a:lnTo>
                  <a:lnTo>
                    <a:pt x="21443" y="3502"/>
                  </a:lnTo>
                  <a:lnTo>
                    <a:pt x="21549" y="3291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8"/>
                  </a:lnTo>
                  <a:lnTo>
                    <a:pt x="21443" y="1238"/>
                  </a:lnTo>
                  <a:lnTo>
                    <a:pt x="21325" y="1040"/>
                  </a:lnTo>
                  <a:lnTo>
                    <a:pt x="21180" y="856"/>
                  </a:lnTo>
                  <a:lnTo>
                    <a:pt x="21035" y="685"/>
                  </a:lnTo>
                  <a:lnTo>
                    <a:pt x="20864" y="540"/>
                  </a:lnTo>
                  <a:lnTo>
                    <a:pt x="20680" y="395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9"/>
            <p:cNvSpPr/>
            <p:nvPr/>
          </p:nvSpPr>
          <p:spPr>
            <a:xfrm>
              <a:off x="4514575" y="1714725"/>
              <a:ext cx="543325" cy="118825"/>
            </a:xfrm>
            <a:custGeom>
              <a:rect b="b" l="l" r="r" t="t"/>
              <a:pathLst>
                <a:path extrusionOk="0" h="4753" w="21733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9"/>
                  </a:lnTo>
                  <a:lnTo>
                    <a:pt x="19706" y="1225"/>
                  </a:lnTo>
                  <a:lnTo>
                    <a:pt x="19811" y="1278"/>
                  </a:lnTo>
                  <a:lnTo>
                    <a:pt x="19916" y="1317"/>
                  </a:lnTo>
                  <a:lnTo>
                    <a:pt x="20022" y="1383"/>
                  </a:lnTo>
                  <a:lnTo>
                    <a:pt x="20114" y="1449"/>
                  </a:lnTo>
                  <a:lnTo>
                    <a:pt x="20193" y="1528"/>
                  </a:lnTo>
                  <a:lnTo>
                    <a:pt x="20272" y="1607"/>
                  </a:lnTo>
                  <a:lnTo>
                    <a:pt x="20338" y="1699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5"/>
                  </a:lnTo>
                  <a:lnTo>
                    <a:pt x="20522" y="2133"/>
                  </a:lnTo>
                  <a:lnTo>
                    <a:pt x="20548" y="2252"/>
                  </a:lnTo>
                  <a:lnTo>
                    <a:pt x="20548" y="2370"/>
                  </a:lnTo>
                  <a:lnTo>
                    <a:pt x="20548" y="2502"/>
                  </a:lnTo>
                  <a:lnTo>
                    <a:pt x="20522" y="2620"/>
                  </a:lnTo>
                  <a:lnTo>
                    <a:pt x="20496" y="2726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4"/>
                  </a:lnTo>
                  <a:lnTo>
                    <a:pt x="20193" y="3226"/>
                  </a:lnTo>
                  <a:lnTo>
                    <a:pt x="20114" y="3292"/>
                  </a:lnTo>
                  <a:lnTo>
                    <a:pt x="20022" y="3371"/>
                  </a:lnTo>
                  <a:lnTo>
                    <a:pt x="19916" y="3423"/>
                  </a:lnTo>
                  <a:lnTo>
                    <a:pt x="19811" y="3476"/>
                  </a:lnTo>
                  <a:lnTo>
                    <a:pt x="19706" y="3515"/>
                  </a:lnTo>
                  <a:lnTo>
                    <a:pt x="19587" y="3542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2"/>
                  </a:lnTo>
                  <a:lnTo>
                    <a:pt x="18995" y="3515"/>
                  </a:lnTo>
                  <a:lnTo>
                    <a:pt x="18890" y="3476"/>
                  </a:lnTo>
                  <a:lnTo>
                    <a:pt x="18784" y="3423"/>
                  </a:lnTo>
                  <a:lnTo>
                    <a:pt x="18679" y="3371"/>
                  </a:lnTo>
                  <a:lnTo>
                    <a:pt x="18587" y="3292"/>
                  </a:lnTo>
                  <a:lnTo>
                    <a:pt x="18508" y="3226"/>
                  </a:lnTo>
                  <a:lnTo>
                    <a:pt x="18429" y="3134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6"/>
                  </a:lnTo>
                  <a:lnTo>
                    <a:pt x="18179" y="2620"/>
                  </a:lnTo>
                  <a:lnTo>
                    <a:pt x="18166" y="2502"/>
                  </a:lnTo>
                  <a:lnTo>
                    <a:pt x="18152" y="2370"/>
                  </a:lnTo>
                  <a:lnTo>
                    <a:pt x="18166" y="2252"/>
                  </a:lnTo>
                  <a:lnTo>
                    <a:pt x="18179" y="2133"/>
                  </a:lnTo>
                  <a:lnTo>
                    <a:pt x="18205" y="2015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9"/>
                  </a:lnTo>
                  <a:lnTo>
                    <a:pt x="18429" y="1607"/>
                  </a:lnTo>
                  <a:lnTo>
                    <a:pt x="18508" y="1528"/>
                  </a:lnTo>
                  <a:lnTo>
                    <a:pt x="18587" y="1449"/>
                  </a:lnTo>
                  <a:lnTo>
                    <a:pt x="18679" y="1383"/>
                  </a:lnTo>
                  <a:lnTo>
                    <a:pt x="18784" y="1317"/>
                  </a:lnTo>
                  <a:lnTo>
                    <a:pt x="18890" y="1278"/>
                  </a:lnTo>
                  <a:lnTo>
                    <a:pt x="18995" y="1225"/>
                  </a:lnTo>
                  <a:lnTo>
                    <a:pt x="19113" y="1199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1"/>
                  </a:moveTo>
                  <a:lnTo>
                    <a:pt x="18942" y="27"/>
                  </a:lnTo>
                  <a:lnTo>
                    <a:pt x="18745" y="67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6"/>
                  </a:lnTo>
                  <a:lnTo>
                    <a:pt x="17889" y="501"/>
                  </a:lnTo>
                  <a:lnTo>
                    <a:pt x="17731" y="633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8"/>
                  </a:lnTo>
                  <a:lnTo>
                    <a:pt x="0" y="1778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60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1"/>
                  </a:lnTo>
                  <a:lnTo>
                    <a:pt x="17889" y="4239"/>
                  </a:lnTo>
                  <a:lnTo>
                    <a:pt x="18034" y="4358"/>
                  </a:lnTo>
                  <a:lnTo>
                    <a:pt x="18205" y="4463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4"/>
                  </a:lnTo>
                  <a:lnTo>
                    <a:pt x="18942" y="4713"/>
                  </a:lnTo>
                  <a:lnTo>
                    <a:pt x="19140" y="4740"/>
                  </a:lnTo>
                  <a:lnTo>
                    <a:pt x="19350" y="4753"/>
                  </a:lnTo>
                  <a:lnTo>
                    <a:pt x="19600" y="4740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5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700"/>
                  </a:lnTo>
                  <a:lnTo>
                    <a:pt x="21443" y="3502"/>
                  </a:lnTo>
                  <a:lnTo>
                    <a:pt x="21549" y="3305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9"/>
                  </a:lnTo>
                  <a:lnTo>
                    <a:pt x="21443" y="1238"/>
                  </a:lnTo>
                  <a:lnTo>
                    <a:pt x="21325" y="1041"/>
                  </a:lnTo>
                  <a:lnTo>
                    <a:pt x="21180" y="856"/>
                  </a:lnTo>
                  <a:lnTo>
                    <a:pt x="21035" y="698"/>
                  </a:lnTo>
                  <a:lnTo>
                    <a:pt x="20864" y="540"/>
                  </a:lnTo>
                  <a:lnTo>
                    <a:pt x="20680" y="409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14"/>
                  </a:lnTo>
                  <a:lnTo>
                    <a:pt x="1935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9"/>
            <p:cNvSpPr/>
            <p:nvPr/>
          </p:nvSpPr>
          <p:spPr>
            <a:xfrm>
              <a:off x="5244800" y="2763850"/>
              <a:ext cx="1016575" cy="721400"/>
            </a:xfrm>
            <a:custGeom>
              <a:rect b="b" l="l" r="r" t="t"/>
              <a:pathLst>
                <a:path extrusionOk="0" h="28856" w="40663">
                  <a:moveTo>
                    <a:pt x="38280" y="25275"/>
                  </a:moveTo>
                  <a:lnTo>
                    <a:pt x="38412" y="25288"/>
                  </a:lnTo>
                  <a:lnTo>
                    <a:pt x="38530" y="25301"/>
                  </a:lnTo>
                  <a:lnTo>
                    <a:pt x="38636" y="25341"/>
                  </a:lnTo>
                  <a:lnTo>
                    <a:pt x="38754" y="25380"/>
                  </a:lnTo>
                  <a:lnTo>
                    <a:pt x="38859" y="25420"/>
                  </a:lnTo>
                  <a:lnTo>
                    <a:pt x="38952" y="25486"/>
                  </a:lnTo>
                  <a:lnTo>
                    <a:pt x="39044" y="25551"/>
                  </a:lnTo>
                  <a:lnTo>
                    <a:pt x="39136" y="25630"/>
                  </a:lnTo>
                  <a:lnTo>
                    <a:pt x="39202" y="25722"/>
                  </a:lnTo>
                  <a:lnTo>
                    <a:pt x="39281" y="25815"/>
                  </a:lnTo>
                  <a:lnTo>
                    <a:pt x="39333" y="25907"/>
                  </a:lnTo>
                  <a:lnTo>
                    <a:pt x="39386" y="26012"/>
                  </a:lnTo>
                  <a:lnTo>
                    <a:pt x="39425" y="26117"/>
                  </a:lnTo>
                  <a:lnTo>
                    <a:pt x="39452" y="26236"/>
                  </a:lnTo>
                  <a:lnTo>
                    <a:pt x="39478" y="26354"/>
                  </a:lnTo>
                  <a:lnTo>
                    <a:pt x="39478" y="26473"/>
                  </a:lnTo>
                  <a:lnTo>
                    <a:pt x="39478" y="26604"/>
                  </a:lnTo>
                  <a:lnTo>
                    <a:pt x="39452" y="26723"/>
                  </a:lnTo>
                  <a:lnTo>
                    <a:pt x="39425" y="26828"/>
                  </a:lnTo>
                  <a:lnTo>
                    <a:pt x="39386" y="26947"/>
                  </a:lnTo>
                  <a:lnTo>
                    <a:pt x="39333" y="27052"/>
                  </a:lnTo>
                  <a:lnTo>
                    <a:pt x="39281" y="27144"/>
                  </a:lnTo>
                  <a:lnTo>
                    <a:pt x="39202" y="27236"/>
                  </a:lnTo>
                  <a:lnTo>
                    <a:pt x="39136" y="27328"/>
                  </a:lnTo>
                  <a:lnTo>
                    <a:pt x="39044" y="27407"/>
                  </a:lnTo>
                  <a:lnTo>
                    <a:pt x="38952" y="27473"/>
                  </a:lnTo>
                  <a:lnTo>
                    <a:pt x="38859" y="27526"/>
                  </a:lnTo>
                  <a:lnTo>
                    <a:pt x="38754" y="27579"/>
                  </a:lnTo>
                  <a:lnTo>
                    <a:pt x="38636" y="27618"/>
                  </a:lnTo>
                  <a:lnTo>
                    <a:pt x="38530" y="27658"/>
                  </a:lnTo>
                  <a:lnTo>
                    <a:pt x="38412" y="27671"/>
                  </a:lnTo>
                  <a:lnTo>
                    <a:pt x="38162" y="27671"/>
                  </a:lnTo>
                  <a:lnTo>
                    <a:pt x="38043" y="27658"/>
                  </a:lnTo>
                  <a:lnTo>
                    <a:pt x="37925" y="27618"/>
                  </a:lnTo>
                  <a:lnTo>
                    <a:pt x="37819" y="27579"/>
                  </a:lnTo>
                  <a:lnTo>
                    <a:pt x="37714" y="27526"/>
                  </a:lnTo>
                  <a:lnTo>
                    <a:pt x="37609" y="27473"/>
                  </a:lnTo>
                  <a:lnTo>
                    <a:pt x="37517" y="27407"/>
                  </a:lnTo>
                  <a:lnTo>
                    <a:pt x="37438" y="27328"/>
                  </a:lnTo>
                  <a:lnTo>
                    <a:pt x="37359" y="27236"/>
                  </a:lnTo>
                  <a:lnTo>
                    <a:pt x="37293" y="27144"/>
                  </a:lnTo>
                  <a:lnTo>
                    <a:pt x="37227" y="27052"/>
                  </a:lnTo>
                  <a:lnTo>
                    <a:pt x="37174" y="26947"/>
                  </a:lnTo>
                  <a:lnTo>
                    <a:pt x="37135" y="26828"/>
                  </a:lnTo>
                  <a:lnTo>
                    <a:pt x="37109" y="26723"/>
                  </a:lnTo>
                  <a:lnTo>
                    <a:pt x="37095" y="26604"/>
                  </a:lnTo>
                  <a:lnTo>
                    <a:pt x="37082" y="26473"/>
                  </a:lnTo>
                  <a:lnTo>
                    <a:pt x="37095" y="26354"/>
                  </a:lnTo>
                  <a:lnTo>
                    <a:pt x="37109" y="26236"/>
                  </a:lnTo>
                  <a:lnTo>
                    <a:pt x="37135" y="26117"/>
                  </a:lnTo>
                  <a:lnTo>
                    <a:pt x="37174" y="26012"/>
                  </a:lnTo>
                  <a:lnTo>
                    <a:pt x="37227" y="25907"/>
                  </a:lnTo>
                  <a:lnTo>
                    <a:pt x="37293" y="25815"/>
                  </a:lnTo>
                  <a:lnTo>
                    <a:pt x="37359" y="25722"/>
                  </a:lnTo>
                  <a:lnTo>
                    <a:pt x="37438" y="25630"/>
                  </a:lnTo>
                  <a:lnTo>
                    <a:pt x="37517" y="25551"/>
                  </a:lnTo>
                  <a:lnTo>
                    <a:pt x="37609" y="25486"/>
                  </a:lnTo>
                  <a:lnTo>
                    <a:pt x="37714" y="25420"/>
                  </a:lnTo>
                  <a:lnTo>
                    <a:pt x="37819" y="25380"/>
                  </a:lnTo>
                  <a:lnTo>
                    <a:pt x="37925" y="25341"/>
                  </a:lnTo>
                  <a:lnTo>
                    <a:pt x="38043" y="25301"/>
                  </a:lnTo>
                  <a:lnTo>
                    <a:pt x="38162" y="25288"/>
                  </a:lnTo>
                  <a:lnTo>
                    <a:pt x="38280" y="25275"/>
                  </a:lnTo>
                  <a:close/>
                  <a:moveTo>
                    <a:pt x="1" y="1"/>
                  </a:moveTo>
                  <a:lnTo>
                    <a:pt x="1" y="19207"/>
                  </a:lnTo>
                  <a:lnTo>
                    <a:pt x="30264" y="19207"/>
                  </a:lnTo>
                  <a:lnTo>
                    <a:pt x="36266" y="25209"/>
                  </a:lnTo>
                  <a:lnTo>
                    <a:pt x="36187" y="25354"/>
                  </a:lnTo>
                  <a:lnTo>
                    <a:pt x="36121" y="25499"/>
                  </a:lnTo>
                  <a:lnTo>
                    <a:pt x="36056" y="25657"/>
                  </a:lnTo>
                  <a:lnTo>
                    <a:pt x="36003" y="25815"/>
                  </a:lnTo>
                  <a:lnTo>
                    <a:pt x="35963" y="25973"/>
                  </a:lnTo>
                  <a:lnTo>
                    <a:pt x="35924" y="26131"/>
                  </a:lnTo>
                  <a:lnTo>
                    <a:pt x="35911" y="26302"/>
                  </a:lnTo>
                  <a:lnTo>
                    <a:pt x="35911" y="26473"/>
                  </a:lnTo>
                  <a:lnTo>
                    <a:pt x="35924" y="26723"/>
                  </a:lnTo>
                  <a:lnTo>
                    <a:pt x="35950" y="26960"/>
                  </a:lnTo>
                  <a:lnTo>
                    <a:pt x="36016" y="27184"/>
                  </a:lnTo>
                  <a:lnTo>
                    <a:pt x="36095" y="27407"/>
                  </a:lnTo>
                  <a:lnTo>
                    <a:pt x="36187" y="27605"/>
                  </a:lnTo>
                  <a:lnTo>
                    <a:pt x="36306" y="27802"/>
                  </a:lnTo>
                  <a:lnTo>
                    <a:pt x="36450" y="27987"/>
                  </a:lnTo>
                  <a:lnTo>
                    <a:pt x="36608" y="28158"/>
                  </a:lnTo>
                  <a:lnTo>
                    <a:pt x="36766" y="28316"/>
                  </a:lnTo>
                  <a:lnTo>
                    <a:pt x="36951" y="28447"/>
                  </a:lnTo>
                  <a:lnTo>
                    <a:pt x="37148" y="28566"/>
                  </a:lnTo>
                  <a:lnTo>
                    <a:pt x="37359" y="28671"/>
                  </a:lnTo>
                  <a:lnTo>
                    <a:pt x="37583" y="28750"/>
                  </a:lnTo>
                  <a:lnTo>
                    <a:pt x="37806" y="28803"/>
                  </a:lnTo>
                  <a:lnTo>
                    <a:pt x="38043" y="28842"/>
                  </a:lnTo>
                  <a:lnTo>
                    <a:pt x="38280" y="28855"/>
                  </a:lnTo>
                  <a:lnTo>
                    <a:pt x="38530" y="28842"/>
                  </a:lnTo>
                  <a:lnTo>
                    <a:pt x="38767" y="28803"/>
                  </a:lnTo>
                  <a:lnTo>
                    <a:pt x="38991" y="28750"/>
                  </a:lnTo>
                  <a:lnTo>
                    <a:pt x="39215" y="28671"/>
                  </a:lnTo>
                  <a:lnTo>
                    <a:pt x="39412" y="28566"/>
                  </a:lnTo>
                  <a:lnTo>
                    <a:pt x="39610" y="28447"/>
                  </a:lnTo>
                  <a:lnTo>
                    <a:pt x="39794" y="28316"/>
                  </a:lnTo>
                  <a:lnTo>
                    <a:pt x="39965" y="28158"/>
                  </a:lnTo>
                  <a:lnTo>
                    <a:pt x="40123" y="27987"/>
                  </a:lnTo>
                  <a:lnTo>
                    <a:pt x="40255" y="27802"/>
                  </a:lnTo>
                  <a:lnTo>
                    <a:pt x="40373" y="27605"/>
                  </a:lnTo>
                  <a:lnTo>
                    <a:pt x="40479" y="27407"/>
                  </a:lnTo>
                  <a:lnTo>
                    <a:pt x="40557" y="27184"/>
                  </a:lnTo>
                  <a:lnTo>
                    <a:pt x="40610" y="26960"/>
                  </a:lnTo>
                  <a:lnTo>
                    <a:pt x="40650" y="26723"/>
                  </a:lnTo>
                  <a:lnTo>
                    <a:pt x="40663" y="26473"/>
                  </a:lnTo>
                  <a:lnTo>
                    <a:pt x="40650" y="26236"/>
                  </a:lnTo>
                  <a:lnTo>
                    <a:pt x="40610" y="25999"/>
                  </a:lnTo>
                  <a:lnTo>
                    <a:pt x="40557" y="25775"/>
                  </a:lnTo>
                  <a:lnTo>
                    <a:pt x="40479" y="25551"/>
                  </a:lnTo>
                  <a:lnTo>
                    <a:pt x="40373" y="25341"/>
                  </a:lnTo>
                  <a:lnTo>
                    <a:pt x="40255" y="25143"/>
                  </a:lnTo>
                  <a:lnTo>
                    <a:pt x="40123" y="24972"/>
                  </a:lnTo>
                  <a:lnTo>
                    <a:pt x="39965" y="24801"/>
                  </a:lnTo>
                  <a:lnTo>
                    <a:pt x="39794" y="24643"/>
                  </a:lnTo>
                  <a:lnTo>
                    <a:pt x="39610" y="24511"/>
                  </a:lnTo>
                  <a:lnTo>
                    <a:pt x="39412" y="24393"/>
                  </a:lnTo>
                  <a:lnTo>
                    <a:pt x="39215" y="24288"/>
                  </a:lnTo>
                  <a:lnTo>
                    <a:pt x="38991" y="24209"/>
                  </a:lnTo>
                  <a:lnTo>
                    <a:pt x="38767" y="24143"/>
                  </a:lnTo>
                  <a:lnTo>
                    <a:pt x="38530" y="24117"/>
                  </a:lnTo>
                  <a:lnTo>
                    <a:pt x="38280" y="24103"/>
                  </a:lnTo>
                  <a:lnTo>
                    <a:pt x="38122" y="24103"/>
                  </a:lnTo>
                  <a:lnTo>
                    <a:pt x="37977" y="24117"/>
                  </a:lnTo>
                  <a:lnTo>
                    <a:pt x="37819" y="24143"/>
                  </a:lnTo>
                  <a:lnTo>
                    <a:pt x="37675" y="24182"/>
                  </a:lnTo>
                  <a:lnTo>
                    <a:pt x="37530" y="24222"/>
                  </a:lnTo>
                  <a:lnTo>
                    <a:pt x="37398" y="24275"/>
                  </a:lnTo>
                  <a:lnTo>
                    <a:pt x="37253" y="24327"/>
                  </a:lnTo>
                  <a:lnTo>
                    <a:pt x="37122" y="24406"/>
                  </a:lnTo>
                  <a:lnTo>
                    <a:pt x="30764" y="18035"/>
                  </a:lnTo>
                  <a:lnTo>
                    <a:pt x="1172" y="18035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9"/>
            <p:cNvSpPr/>
            <p:nvPr/>
          </p:nvSpPr>
          <p:spPr>
            <a:xfrm>
              <a:off x="5370525" y="2744125"/>
              <a:ext cx="1047825" cy="619025"/>
            </a:xfrm>
            <a:custGeom>
              <a:rect b="b" l="l" r="r" t="t"/>
              <a:pathLst>
                <a:path extrusionOk="0" h="24761" w="41913">
                  <a:moveTo>
                    <a:pt x="39530" y="21180"/>
                  </a:moveTo>
                  <a:lnTo>
                    <a:pt x="39649" y="21193"/>
                  </a:lnTo>
                  <a:lnTo>
                    <a:pt x="39767" y="21207"/>
                  </a:lnTo>
                  <a:lnTo>
                    <a:pt x="39886" y="21233"/>
                  </a:lnTo>
                  <a:lnTo>
                    <a:pt x="39991" y="21272"/>
                  </a:lnTo>
                  <a:lnTo>
                    <a:pt x="40096" y="21325"/>
                  </a:lnTo>
                  <a:lnTo>
                    <a:pt x="40202" y="21391"/>
                  </a:lnTo>
                  <a:lnTo>
                    <a:pt x="40294" y="21457"/>
                  </a:lnTo>
                  <a:lnTo>
                    <a:pt x="40373" y="21536"/>
                  </a:lnTo>
                  <a:lnTo>
                    <a:pt x="40452" y="21615"/>
                  </a:lnTo>
                  <a:lnTo>
                    <a:pt x="40517" y="21707"/>
                  </a:lnTo>
                  <a:lnTo>
                    <a:pt x="40583" y="21812"/>
                  </a:lnTo>
                  <a:lnTo>
                    <a:pt x="40636" y="21917"/>
                  </a:lnTo>
                  <a:lnTo>
                    <a:pt x="40675" y="22023"/>
                  </a:lnTo>
                  <a:lnTo>
                    <a:pt x="40702" y="22141"/>
                  </a:lnTo>
                  <a:lnTo>
                    <a:pt x="40728" y="22260"/>
                  </a:lnTo>
                  <a:lnTo>
                    <a:pt x="40728" y="22378"/>
                  </a:lnTo>
                  <a:lnTo>
                    <a:pt x="40728" y="22497"/>
                  </a:lnTo>
                  <a:lnTo>
                    <a:pt x="40702" y="22615"/>
                  </a:lnTo>
                  <a:lnTo>
                    <a:pt x="40675" y="22734"/>
                  </a:lnTo>
                  <a:lnTo>
                    <a:pt x="40636" y="22839"/>
                  </a:lnTo>
                  <a:lnTo>
                    <a:pt x="40583" y="22944"/>
                  </a:lnTo>
                  <a:lnTo>
                    <a:pt x="40517" y="23049"/>
                  </a:lnTo>
                  <a:lnTo>
                    <a:pt x="40452" y="23142"/>
                  </a:lnTo>
                  <a:lnTo>
                    <a:pt x="40373" y="23221"/>
                  </a:lnTo>
                  <a:lnTo>
                    <a:pt x="40294" y="23300"/>
                  </a:lnTo>
                  <a:lnTo>
                    <a:pt x="40202" y="23365"/>
                  </a:lnTo>
                  <a:lnTo>
                    <a:pt x="40096" y="23431"/>
                  </a:lnTo>
                  <a:lnTo>
                    <a:pt x="39991" y="23484"/>
                  </a:lnTo>
                  <a:lnTo>
                    <a:pt x="39886" y="23523"/>
                  </a:lnTo>
                  <a:lnTo>
                    <a:pt x="39767" y="23550"/>
                  </a:lnTo>
                  <a:lnTo>
                    <a:pt x="39649" y="23576"/>
                  </a:lnTo>
                  <a:lnTo>
                    <a:pt x="39412" y="23576"/>
                  </a:lnTo>
                  <a:lnTo>
                    <a:pt x="39293" y="23550"/>
                  </a:lnTo>
                  <a:lnTo>
                    <a:pt x="39175" y="23523"/>
                  </a:lnTo>
                  <a:lnTo>
                    <a:pt x="39069" y="23484"/>
                  </a:lnTo>
                  <a:lnTo>
                    <a:pt x="38964" y="23431"/>
                  </a:lnTo>
                  <a:lnTo>
                    <a:pt x="38859" y="23365"/>
                  </a:lnTo>
                  <a:lnTo>
                    <a:pt x="38767" y="23300"/>
                  </a:lnTo>
                  <a:lnTo>
                    <a:pt x="38688" y="23221"/>
                  </a:lnTo>
                  <a:lnTo>
                    <a:pt x="38609" y="23142"/>
                  </a:lnTo>
                  <a:lnTo>
                    <a:pt x="38543" y="23049"/>
                  </a:lnTo>
                  <a:lnTo>
                    <a:pt x="38477" y="22944"/>
                  </a:lnTo>
                  <a:lnTo>
                    <a:pt x="38424" y="22839"/>
                  </a:lnTo>
                  <a:lnTo>
                    <a:pt x="38385" y="22734"/>
                  </a:lnTo>
                  <a:lnTo>
                    <a:pt x="38359" y="22615"/>
                  </a:lnTo>
                  <a:lnTo>
                    <a:pt x="38345" y="22497"/>
                  </a:lnTo>
                  <a:lnTo>
                    <a:pt x="38332" y="22378"/>
                  </a:lnTo>
                  <a:lnTo>
                    <a:pt x="38345" y="22260"/>
                  </a:lnTo>
                  <a:lnTo>
                    <a:pt x="38359" y="22141"/>
                  </a:lnTo>
                  <a:lnTo>
                    <a:pt x="38385" y="22023"/>
                  </a:lnTo>
                  <a:lnTo>
                    <a:pt x="38424" y="21917"/>
                  </a:lnTo>
                  <a:lnTo>
                    <a:pt x="38477" y="21812"/>
                  </a:lnTo>
                  <a:lnTo>
                    <a:pt x="38543" y="21707"/>
                  </a:lnTo>
                  <a:lnTo>
                    <a:pt x="38609" y="21615"/>
                  </a:lnTo>
                  <a:lnTo>
                    <a:pt x="38688" y="21536"/>
                  </a:lnTo>
                  <a:lnTo>
                    <a:pt x="38767" y="21457"/>
                  </a:lnTo>
                  <a:lnTo>
                    <a:pt x="38859" y="21391"/>
                  </a:lnTo>
                  <a:lnTo>
                    <a:pt x="38964" y="21325"/>
                  </a:lnTo>
                  <a:lnTo>
                    <a:pt x="39069" y="21272"/>
                  </a:lnTo>
                  <a:lnTo>
                    <a:pt x="39175" y="21233"/>
                  </a:lnTo>
                  <a:lnTo>
                    <a:pt x="39293" y="21207"/>
                  </a:lnTo>
                  <a:lnTo>
                    <a:pt x="39412" y="21193"/>
                  </a:lnTo>
                  <a:lnTo>
                    <a:pt x="39530" y="21180"/>
                  </a:lnTo>
                  <a:close/>
                  <a:moveTo>
                    <a:pt x="0" y="0"/>
                  </a:moveTo>
                  <a:lnTo>
                    <a:pt x="0" y="13914"/>
                  </a:lnTo>
                  <a:lnTo>
                    <a:pt x="30276" y="13914"/>
                  </a:lnTo>
                  <a:lnTo>
                    <a:pt x="37503" y="21141"/>
                  </a:lnTo>
                  <a:lnTo>
                    <a:pt x="37424" y="21272"/>
                  </a:lnTo>
                  <a:lnTo>
                    <a:pt x="37358" y="21417"/>
                  </a:lnTo>
                  <a:lnTo>
                    <a:pt x="37292" y="21575"/>
                  </a:lnTo>
                  <a:lnTo>
                    <a:pt x="37240" y="21720"/>
                  </a:lnTo>
                  <a:lnTo>
                    <a:pt x="37200" y="21878"/>
                  </a:lnTo>
                  <a:lnTo>
                    <a:pt x="37174" y="22049"/>
                  </a:lnTo>
                  <a:lnTo>
                    <a:pt x="37161" y="22207"/>
                  </a:lnTo>
                  <a:lnTo>
                    <a:pt x="37148" y="22378"/>
                  </a:lnTo>
                  <a:lnTo>
                    <a:pt x="37161" y="22628"/>
                  </a:lnTo>
                  <a:lnTo>
                    <a:pt x="37200" y="22852"/>
                  </a:lnTo>
                  <a:lnTo>
                    <a:pt x="37266" y="23089"/>
                  </a:lnTo>
                  <a:lnTo>
                    <a:pt x="37345" y="23300"/>
                  </a:lnTo>
                  <a:lnTo>
                    <a:pt x="37437" y="23510"/>
                  </a:lnTo>
                  <a:lnTo>
                    <a:pt x="37556" y="23708"/>
                  </a:lnTo>
                  <a:lnTo>
                    <a:pt x="37700" y="23892"/>
                  </a:lnTo>
                  <a:lnTo>
                    <a:pt x="37845" y="24063"/>
                  </a:lnTo>
                  <a:lnTo>
                    <a:pt x="38016" y="24208"/>
                  </a:lnTo>
                  <a:lnTo>
                    <a:pt x="38201" y="24353"/>
                  </a:lnTo>
                  <a:lnTo>
                    <a:pt x="38398" y="24471"/>
                  </a:lnTo>
                  <a:lnTo>
                    <a:pt x="38609" y="24576"/>
                  </a:lnTo>
                  <a:lnTo>
                    <a:pt x="38819" y="24655"/>
                  </a:lnTo>
                  <a:lnTo>
                    <a:pt x="39056" y="24708"/>
                  </a:lnTo>
                  <a:lnTo>
                    <a:pt x="39293" y="24748"/>
                  </a:lnTo>
                  <a:lnTo>
                    <a:pt x="39530" y="24761"/>
                  </a:lnTo>
                  <a:lnTo>
                    <a:pt x="39780" y="24748"/>
                  </a:lnTo>
                  <a:lnTo>
                    <a:pt x="40004" y="24708"/>
                  </a:lnTo>
                  <a:lnTo>
                    <a:pt x="40241" y="24655"/>
                  </a:lnTo>
                  <a:lnTo>
                    <a:pt x="40452" y="24576"/>
                  </a:lnTo>
                  <a:lnTo>
                    <a:pt x="40662" y="24471"/>
                  </a:lnTo>
                  <a:lnTo>
                    <a:pt x="40860" y="24353"/>
                  </a:lnTo>
                  <a:lnTo>
                    <a:pt x="41044" y="24208"/>
                  </a:lnTo>
                  <a:lnTo>
                    <a:pt x="41215" y="24063"/>
                  </a:lnTo>
                  <a:lnTo>
                    <a:pt x="41360" y="23892"/>
                  </a:lnTo>
                  <a:lnTo>
                    <a:pt x="41505" y="23708"/>
                  </a:lnTo>
                  <a:lnTo>
                    <a:pt x="41623" y="23510"/>
                  </a:lnTo>
                  <a:lnTo>
                    <a:pt x="41728" y="23300"/>
                  </a:lnTo>
                  <a:lnTo>
                    <a:pt x="41807" y="23089"/>
                  </a:lnTo>
                  <a:lnTo>
                    <a:pt x="41860" y="22852"/>
                  </a:lnTo>
                  <a:lnTo>
                    <a:pt x="41900" y="22628"/>
                  </a:lnTo>
                  <a:lnTo>
                    <a:pt x="41913" y="22378"/>
                  </a:lnTo>
                  <a:lnTo>
                    <a:pt x="41900" y="22141"/>
                  </a:lnTo>
                  <a:lnTo>
                    <a:pt x="41860" y="21904"/>
                  </a:lnTo>
                  <a:lnTo>
                    <a:pt x="41807" y="21667"/>
                  </a:lnTo>
                  <a:lnTo>
                    <a:pt x="41728" y="21457"/>
                  </a:lnTo>
                  <a:lnTo>
                    <a:pt x="41623" y="21246"/>
                  </a:lnTo>
                  <a:lnTo>
                    <a:pt x="41505" y="21049"/>
                  </a:lnTo>
                  <a:lnTo>
                    <a:pt x="41360" y="20864"/>
                  </a:lnTo>
                  <a:lnTo>
                    <a:pt x="41215" y="20693"/>
                  </a:lnTo>
                  <a:lnTo>
                    <a:pt x="41044" y="20548"/>
                  </a:lnTo>
                  <a:lnTo>
                    <a:pt x="40860" y="20404"/>
                  </a:lnTo>
                  <a:lnTo>
                    <a:pt x="40662" y="20285"/>
                  </a:lnTo>
                  <a:lnTo>
                    <a:pt x="40452" y="20193"/>
                  </a:lnTo>
                  <a:lnTo>
                    <a:pt x="40241" y="20114"/>
                  </a:lnTo>
                  <a:lnTo>
                    <a:pt x="40004" y="20048"/>
                  </a:lnTo>
                  <a:lnTo>
                    <a:pt x="39780" y="20009"/>
                  </a:lnTo>
                  <a:lnTo>
                    <a:pt x="39530" y="19996"/>
                  </a:lnTo>
                  <a:lnTo>
                    <a:pt x="39372" y="20009"/>
                  </a:lnTo>
                  <a:lnTo>
                    <a:pt x="39214" y="20022"/>
                  </a:lnTo>
                  <a:lnTo>
                    <a:pt x="39056" y="20048"/>
                  </a:lnTo>
                  <a:lnTo>
                    <a:pt x="38912" y="20088"/>
                  </a:lnTo>
                  <a:lnTo>
                    <a:pt x="38767" y="20127"/>
                  </a:lnTo>
                  <a:lnTo>
                    <a:pt x="38622" y="20180"/>
                  </a:lnTo>
                  <a:lnTo>
                    <a:pt x="38477" y="20246"/>
                  </a:lnTo>
                  <a:lnTo>
                    <a:pt x="38345" y="20311"/>
                  </a:lnTo>
                  <a:lnTo>
                    <a:pt x="30763" y="12729"/>
                  </a:lnTo>
                  <a:lnTo>
                    <a:pt x="1185" y="1272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9"/>
            <p:cNvSpPr/>
            <p:nvPr/>
          </p:nvSpPr>
          <p:spPr>
            <a:xfrm>
              <a:off x="4481975" y="1997075"/>
              <a:ext cx="863225" cy="642425"/>
            </a:xfrm>
            <a:custGeom>
              <a:rect b="b" l="l" r="r" t="t"/>
              <a:pathLst>
                <a:path extrusionOk="0" h="25697" w="34529">
                  <a:moveTo>
                    <a:pt x="32146" y="22116"/>
                  </a:moveTo>
                  <a:lnTo>
                    <a:pt x="32278" y="22129"/>
                  </a:lnTo>
                  <a:lnTo>
                    <a:pt x="32396" y="22142"/>
                  </a:lnTo>
                  <a:lnTo>
                    <a:pt x="32501" y="22168"/>
                  </a:lnTo>
                  <a:lnTo>
                    <a:pt x="32620" y="22208"/>
                  </a:lnTo>
                  <a:lnTo>
                    <a:pt x="32725" y="22260"/>
                  </a:lnTo>
                  <a:lnTo>
                    <a:pt x="32817" y="22326"/>
                  </a:lnTo>
                  <a:lnTo>
                    <a:pt x="32910" y="22392"/>
                  </a:lnTo>
                  <a:lnTo>
                    <a:pt x="33002" y="22471"/>
                  </a:lnTo>
                  <a:lnTo>
                    <a:pt x="33068" y="22550"/>
                  </a:lnTo>
                  <a:lnTo>
                    <a:pt x="33146" y="22642"/>
                  </a:lnTo>
                  <a:lnTo>
                    <a:pt x="33199" y="22748"/>
                  </a:lnTo>
                  <a:lnTo>
                    <a:pt x="33252" y="22853"/>
                  </a:lnTo>
                  <a:lnTo>
                    <a:pt x="33291" y="22958"/>
                  </a:lnTo>
                  <a:lnTo>
                    <a:pt x="33318" y="23077"/>
                  </a:lnTo>
                  <a:lnTo>
                    <a:pt x="33344" y="23195"/>
                  </a:lnTo>
                  <a:lnTo>
                    <a:pt x="33344" y="23314"/>
                  </a:lnTo>
                  <a:lnTo>
                    <a:pt x="33344" y="23432"/>
                  </a:lnTo>
                  <a:lnTo>
                    <a:pt x="33318" y="23551"/>
                  </a:lnTo>
                  <a:lnTo>
                    <a:pt x="33291" y="23669"/>
                  </a:lnTo>
                  <a:lnTo>
                    <a:pt x="33252" y="23774"/>
                  </a:lnTo>
                  <a:lnTo>
                    <a:pt x="33199" y="23880"/>
                  </a:lnTo>
                  <a:lnTo>
                    <a:pt x="33146" y="23985"/>
                  </a:lnTo>
                  <a:lnTo>
                    <a:pt x="33068" y="24077"/>
                  </a:lnTo>
                  <a:lnTo>
                    <a:pt x="33002" y="24156"/>
                  </a:lnTo>
                  <a:lnTo>
                    <a:pt x="32910" y="24235"/>
                  </a:lnTo>
                  <a:lnTo>
                    <a:pt x="32817" y="24301"/>
                  </a:lnTo>
                  <a:lnTo>
                    <a:pt x="32725" y="24367"/>
                  </a:lnTo>
                  <a:lnTo>
                    <a:pt x="32620" y="24419"/>
                  </a:lnTo>
                  <a:lnTo>
                    <a:pt x="32501" y="24459"/>
                  </a:lnTo>
                  <a:lnTo>
                    <a:pt x="32396" y="24485"/>
                  </a:lnTo>
                  <a:lnTo>
                    <a:pt x="32278" y="24511"/>
                  </a:lnTo>
                  <a:lnTo>
                    <a:pt x="32028" y="24511"/>
                  </a:lnTo>
                  <a:lnTo>
                    <a:pt x="31896" y="24485"/>
                  </a:lnTo>
                  <a:lnTo>
                    <a:pt x="31777" y="24459"/>
                  </a:lnTo>
                  <a:lnTo>
                    <a:pt x="31672" y="24406"/>
                  </a:lnTo>
                  <a:lnTo>
                    <a:pt x="31567" y="24353"/>
                  </a:lnTo>
                  <a:lnTo>
                    <a:pt x="31462" y="24288"/>
                  </a:lnTo>
                  <a:lnTo>
                    <a:pt x="31369" y="24222"/>
                  </a:lnTo>
                  <a:lnTo>
                    <a:pt x="31277" y="24130"/>
                  </a:lnTo>
                  <a:lnTo>
                    <a:pt x="31409" y="24130"/>
                  </a:lnTo>
                  <a:lnTo>
                    <a:pt x="31409" y="22958"/>
                  </a:lnTo>
                  <a:lnTo>
                    <a:pt x="31001" y="22958"/>
                  </a:lnTo>
                  <a:lnTo>
                    <a:pt x="31080" y="22774"/>
                  </a:lnTo>
                  <a:lnTo>
                    <a:pt x="31172" y="22616"/>
                  </a:lnTo>
                  <a:lnTo>
                    <a:pt x="31290" y="22471"/>
                  </a:lnTo>
                  <a:lnTo>
                    <a:pt x="31435" y="22353"/>
                  </a:lnTo>
                  <a:lnTo>
                    <a:pt x="31593" y="22260"/>
                  </a:lnTo>
                  <a:lnTo>
                    <a:pt x="31764" y="22182"/>
                  </a:lnTo>
                  <a:lnTo>
                    <a:pt x="31949" y="22129"/>
                  </a:lnTo>
                  <a:lnTo>
                    <a:pt x="32054" y="22116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5494" y="1186"/>
                  </a:lnTo>
                  <a:lnTo>
                    <a:pt x="15494" y="24130"/>
                  </a:lnTo>
                  <a:lnTo>
                    <a:pt x="29921" y="24130"/>
                  </a:lnTo>
                  <a:lnTo>
                    <a:pt x="29987" y="24301"/>
                  </a:lnTo>
                  <a:lnTo>
                    <a:pt x="30066" y="24459"/>
                  </a:lnTo>
                  <a:lnTo>
                    <a:pt x="30158" y="24617"/>
                  </a:lnTo>
                  <a:lnTo>
                    <a:pt x="30264" y="24762"/>
                  </a:lnTo>
                  <a:lnTo>
                    <a:pt x="30382" y="24893"/>
                  </a:lnTo>
                  <a:lnTo>
                    <a:pt x="30501" y="25025"/>
                  </a:lnTo>
                  <a:lnTo>
                    <a:pt x="30632" y="25143"/>
                  </a:lnTo>
                  <a:lnTo>
                    <a:pt x="30777" y="25249"/>
                  </a:lnTo>
                  <a:lnTo>
                    <a:pt x="30922" y="25354"/>
                  </a:lnTo>
                  <a:lnTo>
                    <a:pt x="31080" y="25446"/>
                  </a:lnTo>
                  <a:lnTo>
                    <a:pt x="31251" y="25512"/>
                  </a:lnTo>
                  <a:lnTo>
                    <a:pt x="31422" y="25578"/>
                  </a:lnTo>
                  <a:lnTo>
                    <a:pt x="31593" y="25630"/>
                  </a:lnTo>
                  <a:lnTo>
                    <a:pt x="31777" y="25670"/>
                  </a:lnTo>
                  <a:lnTo>
                    <a:pt x="31962" y="25683"/>
                  </a:lnTo>
                  <a:lnTo>
                    <a:pt x="32146" y="25696"/>
                  </a:lnTo>
                  <a:lnTo>
                    <a:pt x="32396" y="25683"/>
                  </a:lnTo>
                  <a:lnTo>
                    <a:pt x="32633" y="25644"/>
                  </a:lnTo>
                  <a:lnTo>
                    <a:pt x="32857" y="25591"/>
                  </a:lnTo>
                  <a:lnTo>
                    <a:pt x="33068" y="25512"/>
                  </a:lnTo>
                  <a:lnTo>
                    <a:pt x="33278" y="25407"/>
                  </a:lnTo>
                  <a:lnTo>
                    <a:pt x="33476" y="25288"/>
                  </a:lnTo>
                  <a:lnTo>
                    <a:pt x="33660" y="25143"/>
                  </a:lnTo>
                  <a:lnTo>
                    <a:pt x="33831" y="24999"/>
                  </a:lnTo>
                  <a:lnTo>
                    <a:pt x="33989" y="24827"/>
                  </a:lnTo>
                  <a:lnTo>
                    <a:pt x="34121" y="24643"/>
                  </a:lnTo>
                  <a:lnTo>
                    <a:pt x="34239" y="24446"/>
                  </a:lnTo>
                  <a:lnTo>
                    <a:pt x="34344" y="24235"/>
                  </a:lnTo>
                  <a:lnTo>
                    <a:pt x="34423" y="24024"/>
                  </a:lnTo>
                  <a:lnTo>
                    <a:pt x="34476" y="23787"/>
                  </a:lnTo>
                  <a:lnTo>
                    <a:pt x="34515" y="23551"/>
                  </a:lnTo>
                  <a:lnTo>
                    <a:pt x="34529" y="23314"/>
                  </a:lnTo>
                  <a:lnTo>
                    <a:pt x="34515" y="23077"/>
                  </a:lnTo>
                  <a:lnTo>
                    <a:pt x="34476" y="22840"/>
                  </a:lnTo>
                  <a:lnTo>
                    <a:pt x="34423" y="22603"/>
                  </a:lnTo>
                  <a:lnTo>
                    <a:pt x="34344" y="22392"/>
                  </a:lnTo>
                  <a:lnTo>
                    <a:pt x="34239" y="22182"/>
                  </a:lnTo>
                  <a:lnTo>
                    <a:pt x="34121" y="21984"/>
                  </a:lnTo>
                  <a:lnTo>
                    <a:pt x="33989" y="21800"/>
                  </a:lnTo>
                  <a:lnTo>
                    <a:pt x="33831" y="21629"/>
                  </a:lnTo>
                  <a:lnTo>
                    <a:pt x="33660" y="21484"/>
                  </a:lnTo>
                  <a:lnTo>
                    <a:pt x="33476" y="21339"/>
                  </a:lnTo>
                  <a:lnTo>
                    <a:pt x="33278" y="21221"/>
                  </a:lnTo>
                  <a:lnTo>
                    <a:pt x="33068" y="21128"/>
                  </a:lnTo>
                  <a:lnTo>
                    <a:pt x="32857" y="21036"/>
                  </a:lnTo>
                  <a:lnTo>
                    <a:pt x="32633" y="20984"/>
                  </a:lnTo>
                  <a:lnTo>
                    <a:pt x="32396" y="20944"/>
                  </a:lnTo>
                  <a:lnTo>
                    <a:pt x="32146" y="20931"/>
                  </a:lnTo>
                  <a:lnTo>
                    <a:pt x="31922" y="20944"/>
                  </a:lnTo>
                  <a:lnTo>
                    <a:pt x="31712" y="20970"/>
                  </a:lnTo>
                  <a:lnTo>
                    <a:pt x="31501" y="21023"/>
                  </a:lnTo>
                  <a:lnTo>
                    <a:pt x="31304" y="21089"/>
                  </a:lnTo>
                  <a:lnTo>
                    <a:pt x="31106" y="21168"/>
                  </a:lnTo>
                  <a:lnTo>
                    <a:pt x="30922" y="21273"/>
                  </a:lnTo>
                  <a:lnTo>
                    <a:pt x="30751" y="21392"/>
                  </a:lnTo>
                  <a:lnTo>
                    <a:pt x="30593" y="21523"/>
                  </a:lnTo>
                  <a:lnTo>
                    <a:pt x="30448" y="21655"/>
                  </a:lnTo>
                  <a:lnTo>
                    <a:pt x="30303" y="21813"/>
                  </a:lnTo>
                  <a:lnTo>
                    <a:pt x="30185" y="21984"/>
                  </a:lnTo>
                  <a:lnTo>
                    <a:pt x="30066" y="22155"/>
                  </a:lnTo>
                  <a:lnTo>
                    <a:pt x="29974" y="22339"/>
                  </a:lnTo>
                  <a:lnTo>
                    <a:pt x="29895" y="22537"/>
                  </a:lnTo>
                  <a:lnTo>
                    <a:pt x="29842" y="22748"/>
                  </a:lnTo>
                  <a:lnTo>
                    <a:pt x="29803" y="22958"/>
                  </a:lnTo>
                  <a:lnTo>
                    <a:pt x="16679" y="22958"/>
                  </a:lnTo>
                  <a:lnTo>
                    <a:pt x="1667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9"/>
            <p:cNvSpPr/>
            <p:nvPr/>
          </p:nvSpPr>
          <p:spPr>
            <a:xfrm>
              <a:off x="5823350" y="1374775"/>
              <a:ext cx="554850" cy="548300"/>
            </a:xfrm>
            <a:custGeom>
              <a:rect b="b" l="l" r="r" t="t"/>
              <a:pathLst>
                <a:path extrusionOk="0" h="21932" w="22194">
                  <a:moveTo>
                    <a:pt x="2383" y="1186"/>
                  </a:moveTo>
                  <a:lnTo>
                    <a:pt x="2501" y="1199"/>
                  </a:lnTo>
                  <a:lnTo>
                    <a:pt x="2620" y="1212"/>
                  </a:lnTo>
                  <a:lnTo>
                    <a:pt x="2738" y="1238"/>
                  </a:lnTo>
                  <a:lnTo>
                    <a:pt x="2844" y="1278"/>
                  </a:lnTo>
                  <a:lnTo>
                    <a:pt x="2949" y="1330"/>
                  </a:lnTo>
                  <a:lnTo>
                    <a:pt x="3054" y="1396"/>
                  </a:lnTo>
                  <a:lnTo>
                    <a:pt x="3146" y="1462"/>
                  </a:lnTo>
                  <a:lnTo>
                    <a:pt x="3225" y="1541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4" y="2146"/>
                  </a:lnTo>
                  <a:lnTo>
                    <a:pt x="3581" y="2265"/>
                  </a:lnTo>
                  <a:lnTo>
                    <a:pt x="3581" y="2383"/>
                  </a:lnTo>
                  <a:lnTo>
                    <a:pt x="3581" y="2502"/>
                  </a:lnTo>
                  <a:lnTo>
                    <a:pt x="3554" y="2620"/>
                  </a:lnTo>
                  <a:lnTo>
                    <a:pt x="3528" y="2739"/>
                  </a:lnTo>
                  <a:lnTo>
                    <a:pt x="3489" y="2857"/>
                  </a:lnTo>
                  <a:lnTo>
                    <a:pt x="3436" y="2949"/>
                  </a:lnTo>
                  <a:lnTo>
                    <a:pt x="3383" y="3055"/>
                  </a:lnTo>
                  <a:lnTo>
                    <a:pt x="3304" y="3147"/>
                  </a:lnTo>
                  <a:lnTo>
                    <a:pt x="3225" y="3226"/>
                  </a:lnTo>
                  <a:lnTo>
                    <a:pt x="3146" y="3305"/>
                  </a:lnTo>
                  <a:lnTo>
                    <a:pt x="3054" y="3384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38" y="3529"/>
                  </a:lnTo>
                  <a:lnTo>
                    <a:pt x="2620" y="3555"/>
                  </a:lnTo>
                  <a:lnTo>
                    <a:pt x="2501" y="3581"/>
                  </a:lnTo>
                  <a:lnTo>
                    <a:pt x="2264" y="3581"/>
                  </a:lnTo>
                  <a:lnTo>
                    <a:pt x="2146" y="3555"/>
                  </a:lnTo>
                  <a:lnTo>
                    <a:pt x="2027" y="3529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1" y="3384"/>
                  </a:lnTo>
                  <a:lnTo>
                    <a:pt x="1619" y="3305"/>
                  </a:lnTo>
                  <a:lnTo>
                    <a:pt x="1540" y="3226"/>
                  </a:lnTo>
                  <a:lnTo>
                    <a:pt x="1461" y="3147"/>
                  </a:lnTo>
                  <a:lnTo>
                    <a:pt x="1396" y="3055"/>
                  </a:lnTo>
                  <a:lnTo>
                    <a:pt x="1330" y="2949"/>
                  </a:lnTo>
                  <a:lnTo>
                    <a:pt x="1277" y="2857"/>
                  </a:lnTo>
                  <a:lnTo>
                    <a:pt x="1238" y="2739"/>
                  </a:lnTo>
                  <a:lnTo>
                    <a:pt x="1211" y="2620"/>
                  </a:lnTo>
                  <a:lnTo>
                    <a:pt x="1198" y="2502"/>
                  </a:lnTo>
                  <a:lnTo>
                    <a:pt x="1185" y="2383"/>
                  </a:lnTo>
                  <a:lnTo>
                    <a:pt x="1198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96" y="1712"/>
                  </a:lnTo>
                  <a:lnTo>
                    <a:pt x="1461" y="1620"/>
                  </a:lnTo>
                  <a:lnTo>
                    <a:pt x="1540" y="1541"/>
                  </a:lnTo>
                  <a:lnTo>
                    <a:pt x="1619" y="1462"/>
                  </a:lnTo>
                  <a:lnTo>
                    <a:pt x="1711" y="1396"/>
                  </a:lnTo>
                  <a:lnTo>
                    <a:pt x="1817" y="1330"/>
                  </a:lnTo>
                  <a:lnTo>
                    <a:pt x="1922" y="1278"/>
                  </a:lnTo>
                  <a:lnTo>
                    <a:pt x="2027" y="1238"/>
                  </a:lnTo>
                  <a:lnTo>
                    <a:pt x="2146" y="1212"/>
                  </a:lnTo>
                  <a:lnTo>
                    <a:pt x="2264" y="1199"/>
                  </a:lnTo>
                  <a:lnTo>
                    <a:pt x="2383" y="1186"/>
                  </a:lnTo>
                  <a:close/>
                  <a:moveTo>
                    <a:pt x="19930" y="18351"/>
                  </a:moveTo>
                  <a:lnTo>
                    <a:pt x="20048" y="18377"/>
                  </a:lnTo>
                  <a:lnTo>
                    <a:pt x="20167" y="18403"/>
                  </a:lnTo>
                  <a:lnTo>
                    <a:pt x="20272" y="18443"/>
                  </a:lnTo>
                  <a:lnTo>
                    <a:pt x="20377" y="18496"/>
                  </a:lnTo>
                  <a:lnTo>
                    <a:pt x="20483" y="18561"/>
                  </a:lnTo>
                  <a:lnTo>
                    <a:pt x="20575" y="18627"/>
                  </a:lnTo>
                  <a:lnTo>
                    <a:pt x="20654" y="18706"/>
                  </a:lnTo>
                  <a:lnTo>
                    <a:pt x="20733" y="18785"/>
                  </a:lnTo>
                  <a:lnTo>
                    <a:pt x="20799" y="18877"/>
                  </a:lnTo>
                  <a:lnTo>
                    <a:pt x="20864" y="18983"/>
                  </a:lnTo>
                  <a:lnTo>
                    <a:pt x="20917" y="19088"/>
                  </a:lnTo>
                  <a:lnTo>
                    <a:pt x="20956" y="19193"/>
                  </a:lnTo>
                  <a:lnTo>
                    <a:pt x="20983" y="19312"/>
                  </a:lnTo>
                  <a:lnTo>
                    <a:pt x="20996" y="19430"/>
                  </a:lnTo>
                  <a:lnTo>
                    <a:pt x="21009" y="19549"/>
                  </a:lnTo>
                  <a:lnTo>
                    <a:pt x="20996" y="19667"/>
                  </a:lnTo>
                  <a:lnTo>
                    <a:pt x="20983" y="19786"/>
                  </a:lnTo>
                  <a:lnTo>
                    <a:pt x="20956" y="19904"/>
                  </a:lnTo>
                  <a:lnTo>
                    <a:pt x="20917" y="20009"/>
                  </a:lnTo>
                  <a:lnTo>
                    <a:pt x="20864" y="20115"/>
                  </a:lnTo>
                  <a:lnTo>
                    <a:pt x="20799" y="20220"/>
                  </a:lnTo>
                  <a:lnTo>
                    <a:pt x="20733" y="20312"/>
                  </a:lnTo>
                  <a:lnTo>
                    <a:pt x="20654" y="20391"/>
                  </a:lnTo>
                  <a:lnTo>
                    <a:pt x="20575" y="20470"/>
                  </a:lnTo>
                  <a:lnTo>
                    <a:pt x="20483" y="20536"/>
                  </a:lnTo>
                  <a:lnTo>
                    <a:pt x="20377" y="20602"/>
                  </a:lnTo>
                  <a:lnTo>
                    <a:pt x="20272" y="20654"/>
                  </a:lnTo>
                  <a:lnTo>
                    <a:pt x="20167" y="20694"/>
                  </a:lnTo>
                  <a:lnTo>
                    <a:pt x="20048" y="20720"/>
                  </a:lnTo>
                  <a:lnTo>
                    <a:pt x="19930" y="20733"/>
                  </a:lnTo>
                  <a:lnTo>
                    <a:pt x="19811" y="20746"/>
                  </a:lnTo>
                  <a:lnTo>
                    <a:pt x="19693" y="20733"/>
                  </a:lnTo>
                  <a:lnTo>
                    <a:pt x="19574" y="20720"/>
                  </a:lnTo>
                  <a:lnTo>
                    <a:pt x="19456" y="20694"/>
                  </a:lnTo>
                  <a:lnTo>
                    <a:pt x="19337" y="20654"/>
                  </a:lnTo>
                  <a:lnTo>
                    <a:pt x="19245" y="20602"/>
                  </a:lnTo>
                  <a:lnTo>
                    <a:pt x="19140" y="20536"/>
                  </a:lnTo>
                  <a:lnTo>
                    <a:pt x="19048" y="20470"/>
                  </a:lnTo>
                  <a:lnTo>
                    <a:pt x="18969" y="20391"/>
                  </a:lnTo>
                  <a:lnTo>
                    <a:pt x="18890" y="20312"/>
                  </a:lnTo>
                  <a:lnTo>
                    <a:pt x="18811" y="20220"/>
                  </a:lnTo>
                  <a:lnTo>
                    <a:pt x="18758" y="20115"/>
                  </a:lnTo>
                  <a:lnTo>
                    <a:pt x="18706" y="20009"/>
                  </a:lnTo>
                  <a:lnTo>
                    <a:pt x="18666" y="19904"/>
                  </a:lnTo>
                  <a:lnTo>
                    <a:pt x="18640" y="19786"/>
                  </a:lnTo>
                  <a:lnTo>
                    <a:pt x="18613" y="19667"/>
                  </a:lnTo>
                  <a:lnTo>
                    <a:pt x="18613" y="19549"/>
                  </a:lnTo>
                  <a:lnTo>
                    <a:pt x="18613" y="19430"/>
                  </a:lnTo>
                  <a:lnTo>
                    <a:pt x="18640" y="19312"/>
                  </a:lnTo>
                  <a:lnTo>
                    <a:pt x="18666" y="19193"/>
                  </a:lnTo>
                  <a:lnTo>
                    <a:pt x="18706" y="19088"/>
                  </a:lnTo>
                  <a:lnTo>
                    <a:pt x="18758" y="18983"/>
                  </a:lnTo>
                  <a:lnTo>
                    <a:pt x="18811" y="18877"/>
                  </a:lnTo>
                  <a:lnTo>
                    <a:pt x="18890" y="18785"/>
                  </a:lnTo>
                  <a:lnTo>
                    <a:pt x="18969" y="18706"/>
                  </a:lnTo>
                  <a:lnTo>
                    <a:pt x="19048" y="18627"/>
                  </a:lnTo>
                  <a:lnTo>
                    <a:pt x="19140" y="18561"/>
                  </a:lnTo>
                  <a:lnTo>
                    <a:pt x="19245" y="18496"/>
                  </a:lnTo>
                  <a:lnTo>
                    <a:pt x="19337" y="18443"/>
                  </a:lnTo>
                  <a:lnTo>
                    <a:pt x="19456" y="18403"/>
                  </a:lnTo>
                  <a:lnTo>
                    <a:pt x="19574" y="18377"/>
                  </a:lnTo>
                  <a:lnTo>
                    <a:pt x="19693" y="18351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53"/>
                  </a:lnTo>
                  <a:lnTo>
                    <a:pt x="1672" y="119"/>
                  </a:lnTo>
                  <a:lnTo>
                    <a:pt x="1461" y="198"/>
                  </a:lnTo>
                  <a:lnTo>
                    <a:pt x="1251" y="290"/>
                  </a:lnTo>
                  <a:lnTo>
                    <a:pt x="1053" y="409"/>
                  </a:lnTo>
                  <a:lnTo>
                    <a:pt x="869" y="554"/>
                  </a:lnTo>
                  <a:lnTo>
                    <a:pt x="698" y="698"/>
                  </a:lnTo>
                  <a:lnTo>
                    <a:pt x="553" y="870"/>
                  </a:lnTo>
                  <a:lnTo>
                    <a:pt x="408" y="1054"/>
                  </a:lnTo>
                  <a:lnTo>
                    <a:pt x="290" y="1251"/>
                  </a:lnTo>
                  <a:lnTo>
                    <a:pt x="198" y="1462"/>
                  </a:lnTo>
                  <a:lnTo>
                    <a:pt x="119" y="1673"/>
                  </a:lnTo>
                  <a:lnTo>
                    <a:pt x="53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13" y="2633"/>
                  </a:lnTo>
                  <a:lnTo>
                    <a:pt x="53" y="2870"/>
                  </a:lnTo>
                  <a:lnTo>
                    <a:pt x="119" y="3094"/>
                  </a:lnTo>
                  <a:lnTo>
                    <a:pt x="198" y="3305"/>
                  </a:lnTo>
                  <a:lnTo>
                    <a:pt x="290" y="3515"/>
                  </a:lnTo>
                  <a:lnTo>
                    <a:pt x="408" y="3713"/>
                  </a:lnTo>
                  <a:lnTo>
                    <a:pt x="553" y="3897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53" y="4358"/>
                  </a:lnTo>
                  <a:lnTo>
                    <a:pt x="1251" y="4476"/>
                  </a:lnTo>
                  <a:lnTo>
                    <a:pt x="1461" y="4582"/>
                  </a:lnTo>
                  <a:lnTo>
                    <a:pt x="1672" y="4661"/>
                  </a:lnTo>
                  <a:lnTo>
                    <a:pt x="1909" y="4713"/>
                  </a:lnTo>
                  <a:lnTo>
                    <a:pt x="2146" y="4753"/>
                  </a:lnTo>
                  <a:lnTo>
                    <a:pt x="2383" y="4766"/>
                  </a:lnTo>
                  <a:lnTo>
                    <a:pt x="2554" y="4753"/>
                  </a:lnTo>
                  <a:lnTo>
                    <a:pt x="2725" y="4740"/>
                  </a:lnTo>
                  <a:lnTo>
                    <a:pt x="2883" y="4713"/>
                  </a:lnTo>
                  <a:lnTo>
                    <a:pt x="3041" y="4674"/>
                  </a:lnTo>
                  <a:lnTo>
                    <a:pt x="3199" y="4621"/>
                  </a:lnTo>
                  <a:lnTo>
                    <a:pt x="3344" y="4555"/>
                  </a:lnTo>
                  <a:lnTo>
                    <a:pt x="3489" y="4490"/>
                  </a:lnTo>
                  <a:lnTo>
                    <a:pt x="3633" y="4411"/>
                  </a:lnTo>
                  <a:lnTo>
                    <a:pt x="17692" y="18469"/>
                  </a:lnTo>
                  <a:lnTo>
                    <a:pt x="17626" y="18588"/>
                  </a:lnTo>
                  <a:lnTo>
                    <a:pt x="17573" y="18719"/>
                  </a:lnTo>
                  <a:lnTo>
                    <a:pt x="17534" y="18851"/>
                  </a:lnTo>
                  <a:lnTo>
                    <a:pt x="17494" y="18983"/>
                  </a:lnTo>
                  <a:lnTo>
                    <a:pt x="17468" y="19127"/>
                  </a:lnTo>
                  <a:lnTo>
                    <a:pt x="17442" y="19259"/>
                  </a:lnTo>
                  <a:lnTo>
                    <a:pt x="17442" y="19404"/>
                  </a:lnTo>
                  <a:lnTo>
                    <a:pt x="17429" y="19549"/>
                  </a:lnTo>
                  <a:lnTo>
                    <a:pt x="17442" y="19786"/>
                  </a:lnTo>
                  <a:lnTo>
                    <a:pt x="17481" y="20022"/>
                  </a:lnTo>
                  <a:lnTo>
                    <a:pt x="17534" y="20259"/>
                  </a:lnTo>
                  <a:lnTo>
                    <a:pt x="17613" y="20470"/>
                  </a:lnTo>
                  <a:lnTo>
                    <a:pt x="17718" y="20681"/>
                  </a:lnTo>
                  <a:lnTo>
                    <a:pt x="17837" y="20878"/>
                  </a:lnTo>
                  <a:lnTo>
                    <a:pt x="17968" y="21062"/>
                  </a:lnTo>
                  <a:lnTo>
                    <a:pt x="18126" y="21234"/>
                  </a:lnTo>
                  <a:lnTo>
                    <a:pt x="18297" y="21378"/>
                  </a:lnTo>
                  <a:lnTo>
                    <a:pt x="18482" y="21523"/>
                  </a:lnTo>
                  <a:lnTo>
                    <a:pt x="18679" y="21642"/>
                  </a:lnTo>
                  <a:lnTo>
                    <a:pt x="18890" y="21734"/>
                  </a:lnTo>
                  <a:lnTo>
                    <a:pt x="19100" y="21826"/>
                  </a:lnTo>
                  <a:lnTo>
                    <a:pt x="19337" y="21879"/>
                  </a:lnTo>
                  <a:lnTo>
                    <a:pt x="19561" y="21918"/>
                  </a:lnTo>
                  <a:lnTo>
                    <a:pt x="19811" y="21931"/>
                  </a:lnTo>
                  <a:lnTo>
                    <a:pt x="20048" y="21918"/>
                  </a:lnTo>
                  <a:lnTo>
                    <a:pt x="20285" y="21879"/>
                  </a:lnTo>
                  <a:lnTo>
                    <a:pt x="20522" y="21826"/>
                  </a:lnTo>
                  <a:lnTo>
                    <a:pt x="20733" y="21734"/>
                  </a:lnTo>
                  <a:lnTo>
                    <a:pt x="20943" y="21642"/>
                  </a:lnTo>
                  <a:lnTo>
                    <a:pt x="21141" y="21523"/>
                  </a:lnTo>
                  <a:lnTo>
                    <a:pt x="21325" y="21378"/>
                  </a:lnTo>
                  <a:lnTo>
                    <a:pt x="21496" y="21234"/>
                  </a:lnTo>
                  <a:lnTo>
                    <a:pt x="21641" y="21062"/>
                  </a:lnTo>
                  <a:lnTo>
                    <a:pt x="21786" y="20878"/>
                  </a:lnTo>
                  <a:lnTo>
                    <a:pt x="21904" y="20681"/>
                  </a:lnTo>
                  <a:lnTo>
                    <a:pt x="21996" y="20470"/>
                  </a:lnTo>
                  <a:lnTo>
                    <a:pt x="22075" y="20259"/>
                  </a:lnTo>
                  <a:lnTo>
                    <a:pt x="22141" y="20022"/>
                  </a:lnTo>
                  <a:lnTo>
                    <a:pt x="22181" y="19786"/>
                  </a:lnTo>
                  <a:lnTo>
                    <a:pt x="22194" y="19549"/>
                  </a:lnTo>
                  <a:lnTo>
                    <a:pt x="22181" y="19298"/>
                  </a:lnTo>
                  <a:lnTo>
                    <a:pt x="22141" y="19075"/>
                  </a:lnTo>
                  <a:lnTo>
                    <a:pt x="22075" y="18838"/>
                  </a:lnTo>
                  <a:lnTo>
                    <a:pt x="21996" y="18627"/>
                  </a:lnTo>
                  <a:lnTo>
                    <a:pt x="21904" y="18417"/>
                  </a:lnTo>
                  <a:lnTo>
                    <a:pt x="21786" y="18219"/>
                  </a:lnTo>
                  <a:lnTo>
                    <a:pt x="21641" y="18035"/>
                  </a:lnTo>
                  <a:lnTo>
                    <a:pt x="21496" y="17864"/>
                  </a:lnTo>
                  <a:lnTo>
                    <a:pt x="21325" y="17719"/>
                  </a:lnTo>
                  <a:lnTo>
                    <a:pt x="21141" y="17574"/>
                  </a:lnTo>
                  <a:lnTo>
                    <a:pt x="20943" y="17456"/>
                  </a:lnTo>
                  <a:lnTo>
                    <a:pt x="20733" y="17350"/>
                  </a:lnTo>
                  <a:lnTo>
                    <a:pt x="20522" y="17271"/>
                  </a:lnTo>
                  <a:lnTo>
                    <a:pt x="20285" y="17219"/>
                  </a:lnTo>
                  <a:lnTo>
                    <a:pt x="20048" y="17179"/>
                  </a:lnTo>
                  <a:lnTo>
                    <a:pt x="19811" y="17166"/>
                  </a:lnTo>
                  <a:lnTo>
                    <a:pt x="19627" y="17179"/>
                  </a:lnTo>
                  <a:lnTo>
                    <a:pt x="19443" y="17192"/>
                  </a:lnTo>
                  <a:lnTo>
                    <a:pt x="19272" y="17232"/>
                  </a:lnTo>
                  <a:lnTo>
                    <a:pt x="19100" y="17284"/>
                  </a:lnTo>
                  <a:lnTo>
                    <a:pt x="18929" y="17337"/>
                  </a:lnTo>
                  <a:lnTo>
                    <a:pt x="18771" y="17403"/>
                  </a:lnTo>
                  <a:lnTo>
                    <a:pt x="18613" y="17495"/>
                  </a:lnTo>
                  <a:lnTo>
                    <a:pt x="18469" y="17587"/>
                  </a:lnTo>
                  <a:lnTo>
                    <a:pt x="4449" y="3555"/>
                  </a:lnTo>
                  <a:lnTo>
                    <a:pt x="4515" y="3423"/>
                  </a:lnTo>
                  <a:lnTo>
                    <a:pt x="4581" y="3292"/>
                  </a:lnTo>
                  <a:lnTo>
                    <a:pt x="4634" y="3147"/>
                  </a:lnTo>
                  <a:lnTo>
                    <a:pt x="4686" y="3002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5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73"/>
                  </a:lnTo>
                  <a:lnTo>
                    <a:pt x="4581" y="1462"/>
                  </a:lnTo>
                  <a:lnTo>
                    <a:pt x="4476" y="1251"/>
                  </a:lnTo>
                  <a:lnTo>
                    <a:pt x="4357" y="1054"/>
                  </a:lnTo>
                  <a:lnTo>
                    <a:pt x="4213" y="870"/>
                  </a:lnTo>
                  <a:lnTo>
                    <a:pt x="4068" y="698"/>
                  </a:lnTo>
                  <a:lnTo>
                    <a:pt x="3897" y="554"/>
                  </a:lnTo>
                  <a:lnTo>
                    <a:pt x="3712" y="409"/>
                  </a:lnTo>
                  <a:lnTo>
                    <a:pt x="3515" y="290"/>
                  </a:lnTo>
                  <a:lnTo>
                    <a:pt x="3304" y="198"/>
                  </a:lnTo>
                  <a:lnTo>
                    <a:pt x="3094" y="119"/>
                  </a:lnTo>
                  <a:lnTo>
                    <a:pt x="2857" y="53"/>
                  </a:lnTo>
                  <a:lnTo>
                    <a:pt x="2633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9"/>
            <p:cNvSpPr/>
            <p:nvPr/>
          </p:nvSpPr>
          <p:spPr>
            <a:xfrm>
              <a:off x="5554800" y="2456500"/>
              <a:ext cx="1028750" cy="321200"/>
            </a:xfrm>
            <a:custGeom>
              <a:rect b="b" l="l" r="r" t="t"/>
              <a:pathLst>
                <a:path extrusionOk="0" h="12848" w="41150">
                  <a:moveTo>
                    <a:pt x="38767" y="1185"/>
                  </a:moveTo>
                  <a:lnTo>
                    <a:pt x="38886" y="1198"/>
                  </a:lnTo>
                  <a:lnTo>
                    <a:pt x="39004" y="1211"/>
                  </a:lnTo>
                  <a:lnTo>
                    <a:pt x="39123" y="1238"/>
                  </a:lnTo>
                  <a:lnTo>
                    <a:pt x="39228" y="1277"/>
                  </a:lnTo>
                  <a:lnTo>
                    <a:pt x="39333" y="1330"/>
                  </a:lnTo>
                  <a:lnTo>
                    <a:pt x="39439" y="1396"/>
                  </a:lnTo>
                  <a:lnTo>
                    <a:pt x="39531" y="1461"/>
                  </a:lnTo>
                  <a:lnTo>
                    <a:pt x="39610" y="1540"/>
                  </a:lnTo>
                  <a:lnTo>
                    <a:pt x="39689" y="1619"/>
                  </a:lnTo>
                  <a:lnTo>
                    <a:pt x="39755" y="1712"/>
                  </a:lnTo>
                  <a:lnTo>
                    <a:pt x="39820" y="1817"/>
                  </a:lnTo>
                  <a:lnTo>
                    <a:pt x="39873" y="1922"/>
                  </a:lnTo>
                  <a:lnTo>
                    <a:pt x="39912" y="2027"/>
                  </a:lnTo>
                  <a:lnTo>
                    <a:pt x="39939" y="2146"/>
                  </a:lnTo>
                  <a:lnTo>
                    <a:pt x="39952" y="2264"/>
                  </a:lnTo>
                  <a:lnTo>
                    <a:pt x="39965" y="2383"/>
                  </a:lnTo>
                  <a:lnTo>
                    <a:pt x="39952" y="2501"/>
                  </a:lnTo>
                  <a:lnTo>
                    <a:pt x="39939" y="2620"/>
                  </a:lnTo>
                  <a:lnTo>
                    <a:pt x="39912" y="2738"/>
                  </a:lnTo>
                  <a:lnTo>
                    <a:pt x="39873" y="2857"/>
                  </a:lnTo>
                  <a:lnTo>
                    <a:pt x="39820" y="2962"/>
                  </a:lnTo>
                  <a:lnTo>
                    <a:pt x="39755" y="3054"/>
                  </a:lnTo>
                  <a:lnTo>
                    <a:pt x="39689" y="3146"/>
                  </a:lnTo>
                  <a:lnTo>
                    <a:pt x="39610" y="3225"/>
                  </a:lnTo>
                  <a:lnTo>
                    <a:pt x="39531" y="3304"/>
                  </a:lnTo>
                  <a:lnTo>
                    <a:pt x="39439" y="3383"/>
                  </a:lnTo>
                  <a:lnTo>
                    <a:pt x="39333" y="3436"/>
                  </a:lnTo>
                  <a:lnTo>
                    <a:pt x="39228" y="3489"/>
                  </a:lnTo>
                  <a:lnTo>
                    <a:pt x="39123" y="3528"/>
                  </a:lnTo>
                  <a:lnTo>
                    <a:pt x="39004" y="3554"/>
                  </a:lnTo>
                  <a:lnTo>
                    <a:pt x="38886" y="3581"/>
                  </a:lnTo>
                  <a:lnTo>
                    <a:pt x="38649" y="3581"/>
                  </a:lnTo>
                  <a:lnTo>
                    <a:pt x="38530" y="3554"/>
                  </a:lnTo>
                  <a:lnTo>
                    <a:pt x="38412" y="3528"/>
                  </a:lnTo>
                  <a:lnTo>
                    <a:pt x="38307" y="3489"/>
                  </a:lnTo>
                  <a:lnTo>
                    <a:pt x="38201" y="3436"/>
                  </a:lnTo>
                  <a:lnTo>
                    <a:pt x="38096" y="3383"/>
                  </a:lnTo>
                  <a:lnTo>
                    <a:pt x="38004" y="3304"/>
                  </a:lnTo>
                  <a:lnTo>
                    <a:pt x="37925" y="3225"/>
                  </a:lnTo>
                  <a:lnTo>
                    <a:pt x="37846" y="3146"/>
                  </a:lnTo>
                  <a:lnTo>
                    <a:pt x="37780" y="3054"/>
                  </a:lnTo>
                  <a:lnTo>
                    <a:pt x="37714" y="2962"/>
                  </a:lnTo>
                  <a:lnTo>
                    <a:pt x="37662" y="2857"/>
                  </a:lnTo>
                  <a:lnTo>
                    <a:pt x="37622" y="2738"/>
                  </a:lnTo>
                  <a:lnTo>
                    <a:pt x="37596" y="2620"/>
                  </a:lnTo>
                  <a:lnTo>
                    <a:pt x="37569" y="2501"/>
                  </a:lnTo>
                  <a:lnTo>
                    <a:pt x="37569" y="2383"/>
                  </a:lnTo>
                  <a:lnTo>
                    <a:pt x="37569" y="2264"/>
                  </a:lnTo>
                  <a:lnTo>
                    <a:pt x="37596" y="2146"/>
                  </a:lnTo>
                  <a:lnTo>
                    <a:pt x="37622" y="2027"/>
                  </a:lnTo>
                  <a:lnTo>
                    <a:pt x="37662" y="1922"/>
                  </a:lnTo>
                  <a:lnTo>
                    <a:pt x="37714" y="1817"/>
                  </a:lnTo>
                  <a:lnTo>
                    <a:pt x="37780" y="1712"/>
                  </a:lnTo>
                  <a:lnTo>
                    <a:pt x="37846" y="1619"/>
                  </a:lnTo>
                  <a:lnTo>
                    <a:pt x="37925" y="1540"/>
                  </a:lnTo>
                  <a:lnTo>
                    <a:pt x="38004" y="1461"/>
                  </a:lnTo>
                  <a:lnTo>
                    <a:pt x="38096" y="1396"/>
                  </a:lnTo>
                  <a:lnTo>
                    <a:pt x="38201" y="1330"/>
                  </a:lnTo>
                  <a:lnTo>
                    <a:pt x="38307" y="1277"/>
                  </a:lnTo>
                  <a:lnTo>
                    <a:pt x="38412" y="1238"/>
                  </a:lnTo>
                  <a:lnTo>
                    <a:pt x="38530" y="1211"/>
                  </a:lnTo>
                  <a:lnTo>
                    <a:pt x="38649" y="1198"/>
                  </a:lnTo>
                  <a:lnTo>
                    <a:pt x="38767" y="1185"/>
                  </a:lnTo>
                  <a:close/>
                  <a:moveTo>
                    <a:pt x="38767" y="0"/>
                  </a:moveTo>
                  <a:lnTo>
                    <a:pt x="38557" y="13"/>
                  </a:lnTo>
                  <a:lnTo>
                    <a:pt x="38359" y="40"/>
                  </a:lnTo>
                  <a:lnTo>
                    <a:pt x="38162" y="79"/>
                  </a:lnTo>
                  <a:lnTo>
                    <a:pt x="37977" y="145"/>
                  </a:lnTo>
                  <a:lnTo>
                    <a:pt x="37793" y="211"/>
                  </a:lnTo>
                  <a:lnTo>
                    <a:pt x="37622" y="303"/>
                  </a:lnTo>
                  <a:lnTo>
                    <a:pt x="37451" y="408"/>
                  </a:lnTo>
                  <a:lnTo>
                    <a:pt x="37293" y="514"/>
                  </a:lnTo>
                  <a:lnTo>
                    <a:pt x="37148" y="645"/>
                  </a:lnTo>
                  <a:lnTo>
                    <a:pt x="37017" y="777"/>
                  </a:lnTo>
                  <a:lnTo>
                    <a:pt x="36885" y="922"/>
                  </a:lnTo>
                  <a:lnTo>
                    <a:pt x="36780" y="1080"/>
                  </a:lnTo>
                  <a:lnTo>
                    <a:pt x="36674" y="1251"/>
                  </a:lnTo>
                  <a:lnTo>
                    <a:pt x="36595" y="1422"/>
                  </a:lnTo>
                  <a:lnTo>
                    <a:pt x="36516" y="1606"/>
                  </a:lnTo>
                  <a:lnTo>
                    <a:pt x="36464" y="1790"/>
                  </a:lnTo>
                  <a:lnTo>
                    <a:pt x="1" y="1790"/>
                  </a:lnTo>
                  <a:lnTo>
                    <a:pt x="1" y="12848"/>
                  </a:lnTo>
                  <a:lnTo>
                    <a:pt x="1186" y="12848"/>
                  </a:lnTo>
                  <a:lnTo>
                    <a:pt x="1186" y="2975"/>
                  </a:lnTo>
                  <a:lnTo>
                    <a:pt x="36464" y="2975"/>
                  </a:lnTo>
                  <a:lnTo>
                    <a:pt x="36516" y="3160"/>
                  </a:lnTo>
                  <a:lnTo>
                    <a:pt x="36595" y="3344"/>
                  </a:lnTo>
                  <a:lnTo>
                    <a:pt x="36674" y="3528"/>
                  </a:lnTo>
                  <a:lnTo>
                    <a:pt x="36780" y="3686"/>
                  </a:lnTo>
                  <a:lnTo>
                    <a:pt x="36885" y="3844"/>
                  </a:lnTo>
                  <a:lnTo>
                    <a:pt x="37017" y="3989"/>
                  </a:lnTo>
                  <a:lnTo>
                    <a:pt x="37148" y="4134"/>
                  </a:lnTo>
                  <a:lnTo>
                    <a:pt x="37293" y="4252"/>
                  </a:lnTo>
                  <a:lnTo>
                    <a:pt x="37451" y="4371"/>
                  </a:lnTo>
                  <a:lnTo>
                    <a:pt x="37622" y="4463"/>
                  </a:lnTo>
                  <a:lnTo>
                    <a:pt x="37793" y="4555"/>
                  </a:lnTo>
                  <a:lnTo>
                    <a:pt x="37977" y="4634"/>
                  </a:lnTo>
                  <a:lnTo>
                    <a:pt x="38162" y="4686"/>
                  </a:lnTo>
                  <a:lnTo>
                    <a:pt x="38359" y="4726"/>
                  </a:lnTo>
                  <a:lnTo>
                    <a:pt x="38557" y="4752"/>
                  </a:lnTo>
                  <a:lnTo>
                    <a:pt x="38767" y="4765"/>
                  </a:lnTo>
                  <a:lnTo>
                    <a:pt x="39004" y="4752"/>
                  </a:lnTo>
                  <a:lnTo>
                    <a:pt x="39241" y="4713"/>
                  </a:lnTo>
                  <a:lnTo>
                    <a:pt x="39478" y="4660"/>
                  </a:lnTo>
                  <a:lnTo>
                    <a:pt x="39689" y="4581"/>
                  </a:lnTo>
                  <a:lnTo>
                    <a:pt x="39899" y="4476"/>
                  </a:lnTo>
                  <a:lnTo>
                    <a:pt x="40097" y="4357"/>
                  </a:lnTo>
                  <a:lnTo>
                    <a:pt x="40281" y="4226"/>
                  </a:lnTo>
                  <a:lnTo>
                    <a:pt x="40452" y="4068"/>
                  </a:lnTo>
                  <a:lnTo>
                    <a:pt x="40597" y="3897"/>
                  </a:lnTo>
                  <a:lnTo>
                    <a:pt x="40742" y="3712"/>
                  </a:lnTo>
                  <a:lnTo>
                    <a:pt x="40860" y="3515"/>
                  </a:lnTo>
                  <a:lnTo>
                    <a:pt x="40952" y="3304"/>
                  </a:lnTo>
                  <a:lnTo>
                    <a:pt x="41031" y="3094"/>
                  </a:lnTo>
                  <a:lnTo>
                    <a:pt x="41097" y="2870"/>
                  </a:lnTo>
                  <a:lnTo>
                    <a:pt x="41137" y="2633"/>
                  </a:lnTo>
                  <a:lnTo>
                    <a:pt x="41150" y="2383"/>
                  </a:lnTo>
                  <a:lnTo>
                    <a:pt x="41137" y="2146"/>
                  </a:lnTo>
                  <a:lnTo>
                    <a:pt x="41097" y="1909"/>
                  </a:lnTo>
                  <a:lnTo>
                    <a:pt x="41031" y="1685"/>
                  </a:lnTo>
                  <a:lnTo>
                    <a:pt x="40952" y="1461"/>
                  </a:lnTo>
                  <a:lnTo>
                    <a:pt x="40860" y="1251"/>
                  </a:lnTo>
                  <a:lnTo>
                    <a:pt x="40742" y="1053"/>
                  </a:lnTo>
                  <a:lnTo>
                    <a:pt x="40597" y="869"/>
                  </a:lnTo>
                  <a:lnTo>
                    <a:pt x="40452" y="698"/>
                  </a:lnTo>
                  <a:lnTo>
                    <a:pt x="40281" y="553"/>
                  </a:lnTo>
                  <a:lnTo>
                    <a:pt x="40097" y="408"/>
                  </a:lnTo>
                  <a:lnTo>
                    <a:pt x="39899" y="290"/>
                  </a:lnTo>
                  <a:lnTo>
                    <a:pt x="39689" y="198"/>
                  </a:lnTo>
                  <a:lnTo>
                    <a:pt x="39478" y="119"/>
                  </a:lnTo>
                  <a:lnTo>
                    <a:pt x="39241" y="53"/>
                  </a:lnTo>
                  <a:lnTo>
                    <a:pt x="39004" y="13"/>
                  </a:lnTo>
                  <a:lnTo>
                    <a:pt x="3876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9"/>
            <p:cNvSpPr/>
            <p:nvPr/>
          </p:nvSpPr>
          <p:spPr>
            <a:xfrm>
              <a:off x="2383075" y="650125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10952" y="1185"/>
                  </a:moveTo>
                  <a:lnTo>
                    <a:pt x="11071" y="1199"/>
                  </a:lnTo>
                  <a:lnTo>
                    <a:pt x="11176" y="1238"/>
                  </a:lnTo>
                  <a:lnTo>
                    <a:pt x="11294" y="1278"/>
                  </a:lnTo>
                  <a:lnTo>
                    <a:pt x="11400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76" y="1528"/>
                  </a:lnTo>
                  <a:lnTo>
                    <a:pt x="11755" y="1620"/>
                  </a:lnTo>
                  <a:lnTo>
                    <a:pt x="11821" y="1712"/>
                  </a:lnTo>
                  <a:lnTo>
                    <a:pt x="11874" y="1804"/>
                  </a:lnTo>
                  <a:lnTo>
                    <a:pt x="11926" y="1909"/>
                  </a:lnTo>
                  <a:lnTo>
                    <a:pt x="11966" y="2028"/>
                  </a:lnTo>
                  <a:lnTo>
                    <a:pt x="12005" y="2133"/>
                  </a:lnTo>
                  <a:lnTo>
                    <a:pt x="12018" y="2252"/>
                  </a:lnTo>
                  <a:lnTo>
                    <a:pt x="12018" y="2383"/>
                  </a:lnTo>
                  <a:lnTo>
                    <a:pt x="12018" y="2502"/>
                  </a:lnTo>
                  <a:lnTo>
                    <a:pt x="12005" y="2620"/>
                  </a:lnTo>
                  <a:lnTo>
                    <a:pt x="11966" y="2739"/>
                  </a:lnTo>
                  <a:lnTo>
                    <a:pt x="11926" y="2844"/>
                  </a:lnTo>
                  <a:lnTo>
                    <a:pt x="11874" y="2949"/>
                  </a:lnTo>
                  <a:lnTo>
                    <a:pt x="11821" y="3041"/>
                  </a:lnTo>
                  <a:lnTo>
                    <a:pt x="11755" y="3134"/>
                  </a:lnTo>
                  <a:lnTo>
                    <a:pt x="11676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400" y="3436"/>
                  </a:lnTo>
                  <a:lnTo>
                    <a:pt x="11294" y="3476"/>
                  </a:lnTo>
                  <a:lnTo>
                    <a:pt x="11176" y="3515"/>
                  </a:lnTo>
                  <a:lnTo>
                    <a:pt x="11071" y="3555"/>
                  </a:lnTo>
                  <a:lnTo>
                    <a:pt x="10952" y="3568"/>
                  </a:lnTo>
                  <a:lnTo>
                    <a:pt x="10821" y="3581"/>
                  </a:lnTo>
                  <a:lnTo>
                    <a:pt x="10702" y="3568"/>
                  </a:lnTo>
                  <a:lnTo>
                    <a:pt x="10584" y="3555"/>
                  </a:lnTo>
                  <a:lnTo>
                    <a:pt x="10465" y="3515"/>
                  </a:lnTo>
                  <a:lnTo>
                    <a:pt x="10360" y="3476"/>
                  </a:lnTo>
                  <a:lnTo>
                    <a:pt x="10254" y="3436"/>
                  </a:lnTo>
                  <a:lnTo>
                    <a:pt x="10162" y="3371"/>
                  </a:lnTo>
                  <a:lnTo>
                    <a:pt x="10070" y="3305"/>
                  </a:lnTo>
                  <a:lnTo>
                    <a:pt x="9978" y="3226"/>
                  </a:lnTo>
                  <a:lnTo>
                    <a:pt x="9899" y="3134"/>
                  </a:lnTo>
                  <a:lnTo>
                    <a:pt x="9833" y="3041"/>
                  </a:lnTo>
                  <a:lnTo>
                    <a:pt x="9767" y="2949"/>
                  </a:lnTo>
                  <a:lnTo>
                    <a:pt x="9728" y="2844"/>
                  </a:lnTo>
                  <a:lnTo>
                    <a:pt x="9688" y="2739"/>
                  </a:lnTo>
                  <a:lnTo>
                    <a:pt x="9649" y="2620"/>
                  </a:lnTo>
                  <a:lnTo>
                    <a:pt x="9636" y="2502"/>
                  </a:lnTo>
                  <a:lnTo>
                    <a:pt x="9623" y="2383"/>
                  </a:lnTo>
                  <a:lnTo>
                    <a:pt x="9636" y="2252"/>
                  </a:lnTo>
                  <a:lnTo>
                    <a:pt x="9649" y="2133"/>
                  </a:lnTo>
                  <a:lnTo>
                    <a:pt x="9688" y="2028"/>
                  </a:lnTo>
                  <a:lnTo>
                    <a:pt x="9728" y="1909"/>
                  </a:lnTo>
                  <a:lnTo>
                    <a:pt x="9767" y="1804"/>
                  </a:lnTo>
                  <a:lnTo>
                    <a:pt x="9833" y="1712"/>
                  </a:lnTo>
                  <a:lnTo>
                    <a:pt x="9899" y="1620"/>
                  </a:lnTo>
                  <a:lnTo>
                    <a:pt x="9978" y="1528"/>
                  </a:lnTo>
                  <a:lnTo>
                    <a:pt x="10070" y="1449"/>
                  </a:lnTo>
                  <a:lnTo>
                    <a:pt x="10162" y="1383"/>
                  </a:lnTo>
                  <a:lnTo>
                    <a:pt x="10254" y="1330"/>
                  </a:lnTo>
                  <a:lnTo>
                    <a:pt x="10360" y="1278"/>
                  </a:lnTo>
                  <a:lnTo>
                    <a:pt x="10465" y="1238"/>
                  </a:lnTo>
                  <a:lnTo>
                    <a:pt x="10584" y="1199"/>
                  </a:lnTo>
                  <a:lnTo>
                    <a:pt x="10702" y="1185"/>
                  </a:lnTo>
                  <a:close/>
                  <a:moveTo>
                    <a:pt x="10821" y="1"/>
                  </a:moveTo>
                  <a:lnTo>
                    <a:pt x="10584" y="14"/>
                  </a:lnTo>
                  <a:lnTo>
                    <a:pt x="10347" y="53"/>
                  </a:lnTo>
                  <a:lnTo>
                    <a:pt x="10123" y="106"/>
                  </a:lnTo>
                  <a:lnTo>
                    <a:pt x="9899" y="185"/>
                  </a:lnTo>
                  <a:lnTo>
                    <a:pt x="9688" y="290"/>
                  </a:lnTo>
                  <a:lnTo>
                    <a:pt x="9491" y="409"/>
                  </a:lnTo>
                  <a:lnTo>
                    <a:pt x="9320" y="540"/>
                  </a:lnTo>
                  <a:lnTo>
                    <a:pt x="9149" y="698"/>
                  </a:lnTo>
                  <a:lnTo>
                    <a:pt x="8991" y="870"/>
                  </a:lnTo>
                  <a:lnTo>
                    <a:pt x="8859" y="1054"/>
                  </a:lnTo>
                  <a:lnTo>
                    <a:pt x="8741" y="1251"/>
                  </a:lnTo>
                  <a:lnTo>
                    <a:pt x="8635" y="1449"/>
                  </a:lnTo>
                  <a:lnTo>
                    <a:pt x="8556" y="1672"/>
                  </a:lnTo>
                  <a:lnTo>
                    <a:pt x="8491" y="1896"/>
                  </a:lnTo>
                  <a:lnTo>
                    <a:pt x="8464" y="2133"/>
                  </a:lnTo>
                  <a:lnTo>
                    <a:pt x="8451" y="2383"/>
                  </a:lnTo>
                  <a:lnTo>
                    <a:pt x="8451" y="2581"/>
                  </a:lnTo>
                  <a:lnTo>
                    <a:pt x="8477" y="2778"/>
                  </a:lnTo>
                  <a:lnTo>
                    <a:pt x="8530" y="2976"/>
                  </a:lnTo>
                  <a:lnTo>
                    <a:pt x="8583" y="3173"/>
                  </a:lnTo>
                  <a:lnTo>
                    <a:pt x="8662" y="3357"/>
                  </a:lnTo>
                  <a:lnTo>
                    <a:pt x="8741" y="3529"/>
                  </a:lnTo>
                  <a:lnTo>
                    <a:pt x="8846" y="3687"/>
                  </a:lnTo>
                  <a:lnTo>
                    <a:pt x="8964" y="3844"/>
                  </a:lnTo>
                  <a:lnTo>
                    <a:pt x="9083" y="3989"/>
                  </a:lnTo>
                  <a:lnTo>
                    <a:pt x="9215" y="4134"/>
                  </a:lnTo>
                  <a:lnTo>
                    <a:pt x="9373" y="4253"/>
                  </a:lnTo>
                  <a:lnTo>
                    <a:pt x="9531" y="4371"/>
                  </a:lnTo>
                  <a:lnTo>
                    <a:pt x="9688" y="4463"/>
                  </a:lnTo>
                  <a:lnTo>
                    <a:pt x="9873" y="4555"/>
                  </a:lnTo>
                  <a:lnTo>
                    <a:pt x="10057" y="4621"/>
                  </a:lnTo>
                  <a:lnTo>
                    <a:pt x="10241" y="4687"/>
                  </a:lnTo>
                  <a:lnTo>
                    <a:pt x="10241" y="11571"/>
                  </a:lnTo>
                  <a:lnTo>
                    <a:pt x="0" y="21457"/>
                  </a:lnTo>
                  <a:lnTo>
                    <a:pt x="0" y="53774"/>
                  </a:lnTo>
                  <a:lnTo>
                    <a:pt x="1185" y="53774"/>
                  </a:lnTo>
                  <a:lnTo>
                    <a:pt x="1185" y="21957"/>
                  </a:lnTo>
                  <a:lnTo>
                    <a:pt x="11426" y="12072"/>
                  </a:lnTo>
                  <a:lnTo>
                    <a:pt x="11426" y="4687"/>
                  </a:lnTo>
                  <a:lnTo>
                    <a:pt x="11610" y="4621"/>
                  </a:lnTo>
                  <a:lnTo>
                    <a:pt x="11795" y="4555"/>
                  </a:lnTo>
                  <a:lnTo>
                    <a:pt x="11966" y="4463"/>
                  </a:lnTo>
                  <a:lnTo>
                    <a:pt x="12137" y="4358"/>
                  </a:lnTo>
                  <a:lnTo>
                    <a:pt x="12295" y="4253"/>
                  </a:lnTo>
                  <a:lnTo>
                    <a:pt x="12440" y="4121"/>
                  </a:lnTo>
                  <a:lnTo>
                    <a:pt x="12571" y="3989"/>
                  </a:lnTo>
                  <a:lnTo>
                    <a:pt x="12703" y="3844"/>
                  </a:lnTo>
                  <a:lnTo>
                    <a:pt x="12808" y="3687"/>
                  </a:lnTo>
                  <a:lnTo>
                    <a:pt x="12914" y="3529"/>
                  </a:lnTo>
                  <a:lnTo>
                    <a:pt x="12992" y="3344"/>
                  </a:lnTo>
                  <a:lnTo>
                    <a:pt x="13071" y="3173"/>
                  </a:lnTo>
                  <a:lnTo>
                    <a:pt x="13124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3" y="2383"/>
                  </a:lnTo>
                  <a:lnTo>
                    <a:pt x="13190" y="2133"/>
                  </a:lnTo>
                  <a:lnTo>
                    <a:pt x="13150" y="1896"/>
                  </a:lnTo>
                  <a:lnTo>
                    <a:pt x="13098" y="1672"/>
                  </a:lnTo>
                  <a:lnTo>
                    <a:pt x="13019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63" y="870"/>
                  </a:lnTo>
                  <a:lnTo>
                    <a:pt x="12505" y="698"/>
                  </a:lnTo>
                  <a:lnTo>
                    <a:pt x="12334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55" y="185"/>
                  </a:lnTo>
                  <a:lnTo>
                    <a:pt x="11531" y="106"/>
                  </a:lnTo>
                  <a:lnTo>
                    <a:pt x="11308" y="53"/>
                  </a:lnTo>
                  <a:lnTo>
                    <a:pt x="11071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9"/>
            <p:cNvSpPr/>
            <p:nvPr/>
          </p:nvSpPr>
          <p:spPr>
            <a:xfrm>
              <a:off x="2233000" y="650125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10939" y="1185"/>
                  </a:moveTo>
                  <a:lnTo>
                    <a:pt x="11058" y="1199"/>
                  </a:lnTo>
                  <a:lnTo>
                    <a:pt x="11176" y="1238"/>
                  </a:lnTo>
                  <a:lnTo>
                    <a:pt x="11282" y="1278"/>
                  </a:lnTo>
                  <a:lnTo>
                    <a:pt x="11387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63" y="1528"/>
                  </a:lnTo>
                  <a:lnTo>
                    <a:pt x="11742" y="1620"/>
                  </a:lnTo>
                  <a:lnTo>
                    <a:pt x="11808" y="1712"/>
                  </a:lnTo>
                  <a:lnTo>
                    <a:pt x="11874" y="1804"/>
                  </a:lnTo>
                  <a:lnTo>
                    <a:pt x="11927" y="1909"/>
                  </a:lnTo>
                  <a:lnTo>
                    <a:pt x="11966" y="2028"/>
                  </a:lnTo>
                  <a:lnTo>
                    <a:pt x="11993" y="2133"/>
                  </a:lnTo>
                  <a:lnTo>
                    <a:pt x="12006" y="2252"/>
                  </a:lnTo>
                  <a:lnTo>
                    <a:pt x="12019" y="2383"/>
                  </a:lnTo>
                  <a:lnTo>
                    <a:pt x="12006" y="2502"/>
                  </a:lnTo>
                  <a:lnTo>
                    <a:pt x="11993" y="2620"/>
                  </a:lnTo>
                  <a:lnTo>
                    <a:pt x="11966" y="2739"/>
                  </a:lnTo>
                  <a:lnTo>
                    <a:pt x="11927" y="2844"/>
                  </a:lnTo>
                  <a:lnTo>
                    <a:pt x="11874" y="2949"/>
                  </a:lnTo>
                  <a:lnTo>
                    <a:pt x="11808" y="3041"/>
                  </a:lnTo>
                  <a:lnTo>
                    <a:pt x="11742" y="3134"/>
                  </a:lnTo>
                  <a:lnTo>
                    <a:pt x="11663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387" y="3436"/>
                  </a:lnTo>
                  <a:lnTo>
                    <a:pt x="11282" y="3476"/>
                  </a:lnTo>
                  <a:lnTo>
                    <a:pt x="11176" y="3515"/>
                  </a:lnTo>
                  <a:lnTo>
                    <a:pt x="11058" y="3555"/>
                  </a:lnTo>
                  <a:lnTo>
                    <a:pt x="10939" y="3568"/>
                  </a:lnTo>
                  <a:lnTo>
                    <a:pt x="10821" y="3581"/>
                  </a:lnTo>
                  <a:lnTo>
                    <a:pt x="10703" y="3568"/>
                  </a:lnTo>
                  <a:lnTo>
                    <a:pt x="10584" y="3555"/>
                  </a:lnTo>
                  <a:lnTo>
                    <a:pt x="10466" y="3515"/>
                  </a:lnTo>
                  <a:lnTo>
                    <a:pt x="10347" y="3476"/>
                  </a:lnTo>
                  <a:lnTo>
                    <a:pt x="10242" y="3436"/>
                  </a:lnTo>
                  <a:lnTo>
                    <a:pt x="10150" y="3371"/>
                  </a:lnTo>
                  <a:lnTo>
                    <a:pt x="10057" y="3305"/>
                  </a:lnTo>
                  <a:lnTo>
                    <a:pt x="9979" y="3226"/>
                  </a:lnTo>
                  <a:lnTo>
                    <a:pt x="9900" y="3134"/>
                  </a:lnTo>
                  <a:lnTo>
                    <a:pt x="9821" y="3041"/>
                  </a:lnTo>
                  <a:lnTo>
                    <a:pt x="9768" y="2949"/>
                  </a:lnTo>
                  <a:lnTo>
                    <a:pt x="9715" y="2844"/>
                  </a:lnTo>
                  <a:lnTo>
                    <a:pt x="9676" y="2739"/>
                  </a:lnTo>
                  <a:lnTo>
                    <a:pt x="9649" y="2620"/>
                  </a:lnTo>
                  <a:lnTo>
                    <a:pt x="9623" y="2502"/>
                  </a:lnTo>
                  <a:lnTo>
                    <a:pt x="9623" y="2383"/>
                  </a:lnTo>
                  <a:lnTo>
                    <a:pt x="9623" y="2252"/>
                  </a:lnTo>
                  <a:lnTo>
                    <a:pt x="9649" y="2133"/>
                  </a:lnTo>
                  <a:lnTo>
                    <a:pt x="9676" y="2028"/>
                  </a:lnTo>
                  <a:lnTo>
                    <a:pt x="9715" y="1909"/>
                  </a:lnTo>
                  <a:lnTo>
                    <a:pt x="9768" y="1804"/>
                  </a:lnTo>
                  <a:lnTo>
                    <a:pt x="9821" y="1712"/>
                  </a:lnTo>
                  <a:lnTo>
                    <a:pt x="9900" y="1620"/>
                  </a:lnTo>
                  <a:lnTo>
                    <a:pt x="9979" y="1528"/>
                  </a:lnTo>
                  <a:lnTo>
                    <a:pt x="10057" y="1449"/>
                  </a:lnTo>
                  <a:lnTo>
                    <a:pt x="10150" y="1383"/>
                  </a:lnTo>
                  <a:lnTo>
                    <a:pt x="10242" y="1330"/>
                  </a:lnTo>
                  <a:lnTo>
                    <a:pt x="10347" y="1278"/>
                  </a:lnTo>
                  <a:lnTo>
                    <a:pt x="10466" y="1238"/>
                  </a:lnTo>
                  <a:lnTo>
                    <a:pt x="10584" y="1199"/>
                  </a:lnTo>
                  <a:lnTo>
                    <a:pt x="10703" y="1185"/>
                  </a:lnTo>
                  <a:close/>
                  <a:moveTo>
                    <a:pt x="10821" y="1"/>
                  </a:moveTo>
                  <a:lnTo>
                    <a:pt x="10571" y="14"/>
                  </a:lnTo>
                  <a:lnTo>
                    <a:pt x="10334" y="53"/>
                  </a:lnTo>
                  <a:lnTo>
                    <a:pt x="10110" y="106"/>
                  </a:lnTo>
                  <a:lnTo>
                    <a:pt x="9900" y="185"/>
                  </a:lnTo>
                  <a:lnTo>
                    <a:pt x="9689" y="290"/>
                  </a:lnTo>
                  <a:lnTo>
                    <a:pt x="9491" y="409"/>
                  </a:lnTo>
                  <a:lnTo>
                    <a:pt x="9307" y="540"/>
                  </a:lnTo>
                  <a:lnTo>
                    <a:pt x="9136" y="698"/>
                  </a:lnTo>
                  <a:lnTo>
                    <a:pt x="8978" y="870"/>
                  </a:lnTo>
                  <a:lnTo>
                    <a:pt x="8846" y="1054"/>
                  </a:lnTo>
                  <a:lnTo>
                    <a:pt x="8728" y="1251"/>
                  </a:lnTo>
                  <a:lnTo>
                    <a:pt x="8623" y="1449"/>
                  </a:lnTo>
                  <a:lnTo>
                    <a:pt x="8544" y="1672"/>
                  </a:lnTo>
                  <a:lnTo>
                    <a:pt x="8491" y="1896"/>
                  </a:lnTo>
                  <a:lnTo>
                    <a:pt x="8452" y="2133"/>
                  </a:lnTo>
                  <a:lnTo>
                    <a:pt x="8438" y="2383"/>
                  </a:lnTo>
                  <a:lnTo>
                    <a:pt x="8452" y="2581"/>
                  </a:lnTo>
                  <a:lnTo>
                    <a:pt x="8478" y="2778"/>
                  </a:lnTo>
                  <a:lnTo>
                    <a:pt x="8517" y="2976"/>
                  </a:lnTo>
                  <a:lnTo>
                    <a:pt x="8570" y="3173"/>
                  </a:lnTo>
                  <a:lnTo>
                    <a:pt x="8649" y="3357"/>
                  </a:lnTo>
                  <a:lnTo>
                    <a:pt x="8741" y="3529"/>
                  </a:lnTo>
                  <a:lnTo>
                    <a:pt x="8833" y="3687"/>
                  </a:lnTo>
                  <a:lnTo>
                    <a:pt x="8952" y="3844"/>
                  </a:lnTo>
                  <a:lnTo>
                    <a:pt x="9070" y="3989"/>
                  </a:lnTo>
                  <a:lnTo>
                    <a:pt x="9215" y="4134"/>
                  </a:lnTo>
                  <a:lnTo>
                    <a:pt x="9360" y="4253"/>
                  </a:lnTo>
                  <a:lnTo>
                    <a:pt x="9518" y="4371"/>
                  </a:lnTo>
                  <a:lnTo>
                    <a:pt x="9689" y="4463"/>
                  </a:lnTo>
                  <a:lnTo>
                    <a:pt x="9860" y="4555"/>
                  </a:lnTo>
                  <a:lnTo>
                    <a:pt x="10044" y="4621"/>
                  </a:lnTo>
                  <a:lnTo>
                    <a:pt x="10229" y="4687"/>
                  </a:lnTo>
                  <a:lnTo>
                    <a:pt x="10229" y="11571"/>
                  </a:lnTo>
                  <a:lnTo>
                    <a:pt x="1" y="21457"/>
                  </a:lnTo>
                  <a:lnTo>
                    <a:pt x="1" y="53774"/>
                  </a:lnTo>
                  <a:lnTo>
                    <a:pt x="1172" y="53774"/>
                  </a:lnTo>
                  <a:lnTo>
                    <a:pt x="1172" y="21957"/>
                  </a:lnTo>
                  <a:lnTo>
                    <a:pt x="11413" y="12072"/>
                  </a:lnTo>
                  <a:lnTo>
                    <a:pt x="11413" y="4687"/>
                  </a:lnTo>
                  <a:lnTo>
                    <a:pt x="11598" y="4621"/>
                  </a:lnTo>
                  <a:lnTo>
                    <a:pt x="11782" y="4555"/>
                  </a:lnTo>
                  <a:lnTo>
                    <a:pt x="11953" y="4463"/>
                  </a:lnTo>
                  <a:lnTo>
                    <a:pt x="12124" y="4358"/>
                  </a:lnTo>
                  <a:lnTo>
                    <a:pt x="12282" y="4253"/>
                  </a:lnTo>
                  <a:lnTo>
                    <a:pt x="12427" y="4121"/>
                  </a:lnTo>
                  <a:lnTo>
                    <a:pt x="12559" y="3989"/>
                  </a:lnTo>
                  <a:lnTo>
                    <a:pt x="12690" y="3844"/>
                  </a:lnTo>
                  <a:lnTo>
                    <a:pt x="12809" y="3687"/>
                  </a:lnTo>
                  <a:lnTo>
                    <a:pt x="12901" y="3529"/>
                  </a:lnTo>
                  <a:lnTo>
                    <a:pt x="12993" y="3344"/>
                  </a:lnTo>
                  <a:lnTo>
                    <a:pt x="13059" y="3173"/>
                  </a:lnTo>
                  <a:lnTo>
                    <a:pt x="13125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4" y="2383"/>
                  </a:lnTo>
                  <a:lnTo>
                    <a:pt x="13190" y="2133"/>
                  </a:lnTo>
                  <a:lnTo>
                    <a:pt x="13151" y="1896"/>
                  </a:lnTo>
                  <a:lnTo>
                    <a:pt x="13085" y="1672"/>
                  </a:lnTo>
                  <a:lnTo>
                    <a:pt x="13006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51" y="870"/>
                  </a:lnTo>
                  <a:lnTo>
                    <a:pt x="12506" y="698"/>
                  </a:lnTo>
                  <a:lnTo>
                    <a:pt x="12335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42" y="185"/>
                  </a:lnTo>
                  <a:lnTo>
                    <a:pt x="11519" y="106"/>
                  </a:lnTo>
                  <a:lnTo>
                    <a:pt x="11295" y="53"/>
                  </a:lnTo>
                  <a:lnTo>
                    <a:pt x="11058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9"/>
            <p:cNvSpPr/>
            <p:nvPr/>
          </p:nvSpPr>
          <p:spPr>
            <a:xfrm>
              <a:off x="1807825" y="1140475"/>
              <a:ext cx="250775" cy="1716875"/>
            </a:xfrm>
            <a:custGeom>
              <a:rect b="b" l="l" r="r" t="t"/>
              <a:pathLst>
                <a:path extrusionOk="0" h="68675" w="10031">
                  <a:moveTo>
                    <a:pt x="7648" y="1172"/>
                  </a:moveTo>
                  <a:lnTo>
                    <a:pt x="7780" y="1185"/>
                  </a:lnTo>
                  <a:lnTo>
                    <a:pt x="7898" y="1198"/>
                  </a:lnTo>
                  <a:lnTo>
                    <a:pt x="8004" y="1225"/>
                  </a:lnTo>
                  <a:lnTo>
                    <a:pt x="8122" y="1277"/>
                  </a:lnTo>
                  <a:lnTo>
                    <a:pt x="8228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504" y="1527"/>
                  </a:lnTo>
                  <a:lnTo>
                    <a:pt x="8583" y="1606"/>
                  </a:lnTo>
                  <a:lnTo>
                    <a:pt x="8649" y="1698"/>
                  </a:lnTo>
                  <a:lnTo>
                    <a:pt x="8701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33" y="2133"/>
                  </a:lnTo>
                  <a:lnTo>
                    <a:pt x="8846" y="2251"/>
                  </a:lnTo>
                  <a:lnTo>
                    <a:pt x="8846" y="2370"/>
                  </a:lnTo>
                  <a:lnTo>
                    <a:pt x="8846" y="2501"/>
                  </a:lnTo>
                  <a:lnTo>
                    <a:pt x="8833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1" y="2949"/>
                  </a:lnTo>
                  <a:lnTo>
                    <a:pt x="8649" y="3041"/>
                  </a:lnTo>
                  <a:lnTo>
                    <a:pt x="8583" y="3133"/>
                  </a:lnTo>
                  <a:lnTo>
                    <a:pt x="8504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28" y="3423"/>
                  </a:lnTo>
                  <a:lnTo>
                    <a:pt x="8122" y="3476"/>
                  </a:lnTo>
                  <a:lnTo>
                    <a:pt x="8004" y="3515"/>
                  </a:lnTo>
                  <a:lnTo>
                    <a:pt x="7898" y="3541"/>
                  </a:lnTo>
                  <a:lnTo>
                    <a:pt x="7780" y="3568"/>
                  </a:lnTo>
                  <a:lnTo>
                    <a:pt x="7530" y="3568"/>
                  </a:lnTo>
                  <a:lnTo>
                    <a:pt x="7411" y="3541"/>
                  </a:lnTo>
                  <a:lnTo>
                    <a:pt x="7293" y="3515"/>
                  </a:lnTo>
                  <a:lnTo>
                    <a:pt x="7188" y="3476"/>
                  </a:lnTo>
                  <a:lnTo>
                    <a:pt x="7082" y="3423"/>
                  </a:lnTo>
                  <a:lnTo>
                    <a:pt x="6990" y="3370"/>
                  </a:lnTo>
                  <a:lnTo>
                    <a:pt x="6898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61" y="3041"/>
                  </a:lnTo>
                  <a:lnTo>
                    <a:pt x="6595" y="2949"/>
                  </a:lnTo>
                  <a:lnTo>
                    <a:pt x="6556" y="2844"/>
                  </a:lnTo>
                  <a:lnTo>
                    <a:pt x="6516" y="2725"/>
                  </a:lnTo>
                  <a:lnTo>
                    <a:pt x="6477" y="2620"/>
                  </a:lnTo>
                  <a:lnTo>
                    <a:pt x="6464" y="2501"/>
                  </a:lnTo>
                  <a:lnTo>
                    <a:pt x="6464" y="2370"/>
                  </a:lnTo>
                  <a:lnTo>
                    <a:pt x="6464" y="2251"/>
                  </a:lnTo>
                  <a:lnTo>
                    <a:pt x="6477" y="2133"/>
                  </a:lnTo>
                  <a:lnTo>
                    <a:pt x="6516" y="2014"/>
                  </a:lnTo>
                  <a:lnTo>
                    <a:pt x="6556" y="1909"/>
                  </a:lnTo>
                  <a:lnTo>
                    <a:pt x="6595" y="1804"/>
                  </a:lnTo>
                  <a:lnTo>
                    <a:pt x="6661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98" y="1448"/>
                  </a:lnTo>
                  <a:lnTo>
                    <a:pt x="6990" y="1383"/>
                  </a:lnTo>
                  <a:lnTo>
                    <a:pt x="7082" y="1317"/>
                  </a:lnTo>
                  <a:lnTo>
                    <a:pt x="7188" y="1277"/>
                  </a:lnTo>
                  <a:lnTo>
                    <a:pt x="7293" y="1225"/>
                  </a:lnTo>
                  <a:lnTo>
                    <a:pt x="7411" y="1198"/>
                  </a:lnTo>
                  <a:lnTo>
                    <a:pt x="7530" y="1185"/>
                  </a:lnTo>
                  <a:lnTo>
                    <a:pt x="7648" y="1172"/>
                  </a:lnTo>
                  <a:close/>
                  <a:moveTo>
                    <a:pt x="7648" y="0"/>
                  </a:moveTo>
                  <a:lnTo>
                    <a:pt x="7411" y="14"/>
                  </a:lnTo>
                  <a:lnTo>
                    <a:pt x="7174" y="40"/>
                  </a:lnTo>
                  <a:lnTo>
                    <a:pt x="6951" y="106"/>
                  </a:lnTo>
                  <a:lnTo>
                    <a:pt x="6727" y="185"/>
                  </a:lnTo>
                  <a:lnTo>
                    <a:pt x="6516" y="277"/>
                  </a:lnTo>
                  <a:lnTo>
                    <a:pt x="6332" y="408"/>
                  </a:lnTo>
                  <a:lnTo>
                    <a:pt x="6148" y="540"/>
                  </a:lnTo>
                  <a:lnTo>
                    <a:pt x="5977" y="698"/>
                  </a:lnTo>
                  <a:lnTo>
                    <a:pt x="5819" y="856"/>
                  </a:lnTo>
                  <a:lnTo>
                    <a:pt x="5687" y="1040"/>
                  </a:lnTo>
                  <a:lnTo>
                    <a:pt x="5569" y="1238"/>
                  </a:lnTo>
                  <a:lnTo>
                    <a:pt x="5463" y="1448"/>
                  </a:lnTo>
                  <a:lnTo>
                    <a:pt x="5384" y="1672"/>
                  </a:lnTo>
                  <a:lnTo>
                    <a:pt x="5318" y="1896"/>
                  </a:lnTo>
                  <a:lnTo>
                    <a:pt x="5292" y="2133"/>
                  </a:lnTo>
                  <a:lnTo>
                    <a:pt x="5279" y="2370"/>
                  </a:lnTo>
                  <a:lnTo>
                    <a:pt x="5279" y="2580"/>
                  </a:lnTo>
                  <a:lnTo>
                    <a:pt x="5305" y="2778"/>
                  </a:lnTo>
                  <a:lnTo>
                    <a:pt x="5358" y="2975"/>
                  </a:lnTo>
                  <a:lnTo>
                    <a:pt x="5411" y="3160"/>
                  </a:lnTo>
                  <a:lnTo>
                    <a:pt x="5490" y="3344"/>
                  </a:lnTo>
                  <a:lnTo>
                    <a:pt x="5569" y="3515"/>
                  </a:lnTo>
                  <a:lnTo>
                    <a:pt x="5674" y="3686"/>
                  </a:lnTo>
                  <a:lnTo>
                    <a:pt x="5779" y="3844"/>
                  </a:lnTo>
                  <a:lnTo>
                    <a:pt x="5911" y="3989"/>
                  </a:lnTo>
                  <a:lnTo>
                    <a:pt x="6042" y="4121"/>
                  </a:lnTo>
                  <a:lnTo>
                    <a:pt x="6200" y="4252"/>
                  </a:lnTo>
                  <a:lnTo>
                    <a:pt x="6345" y="4357"/>
                  </a:lnTo>
                  <a:lnTo>
                    <a:pt x="6516" y="4463"/>
                  </a:lnTo>
                  <a:lnTo>
                    <a:pt x="6687" y="4555"/>
                  </a:lnTo>
                  <a:lnTo>
                    <a:pt x="6872" y="4621"/>
                  </a:lnTo>
                  <a:lnTo>
                    <a:pt x="7069" y="4673"/>
                  </a:lnTo>
                  <a:lnTo>
                    <a:pt x="7069" y="26156"/>
                  </a:lnTo>
                  <a:lnTo>
                    <a:pt x="0" y="33212"/>
                  </a:lnTo>
                  <a:lnTo>
                    <a:pt x="0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38" y="4621"/>
                  </a:lnTo>
                  <a:lnTo>
                    <a:pt x="8622" y="4555"/>
                  </a:lnTo>
                  <a:lnTo>
                    <a:pt x="8794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67" y="4121"/>
                  </a:lnTo>
                  <a:lnTo>
                    <a:pt x="9399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41" y="3515"/>
                  </a:lnTo>
                  <a:lnTo>
                    <a:pt x="9820" y="3344"/>
                  </a:lnTo>
                  <a:lnTo>
                    <a:pt x="9899" y="3160"/>
                  </a:lnTo>
                  <a:lnTo>
                    <a:pt x="9952" y="2975"/>
                  </a:lnTo>
                  <a:lnTo>
                    <a:pt x="10005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8" y="1896"/>
                  </a:lnTo>
                  <a:lnTo>
                    <a:pt x="9926" y="1672"/>
                  </a:lnTo>
                  <a:lnTo>
                    <a:pt x="9847" y="1448"/>
                  </a:lnTo>
                  <a:lnTo>
                    <a:pt x="9741" y="1238"/>
                  </a:lnTo>
                  <a:lnTo>
                    <a:pt x="9623" y="1040"/>
                  </a:lnTo>
                  <a:lnTo>
                    <a:pt x="9491" y="856"/>
                  </a:lnTo>
                  <a:lnTo>
                    <a:pt x="9333" y="698"/>
                  </a:lnTo>
                  <a:lnTo>
                    <a:pt x="9162" y="540"/>
                  </a:lnTo>
                  <a:lnTo>
                    <a:pt x="8978" y="408"/>
                  </a:lnTo>
                  <a:lnTo>
                    <a:pt x="8794" y="277"/>
                  </a:lnTo>
                  <a:lnTo>
                    <a:pt x="8583" y="185"/>
                  </a:lnTo>
                  <a:lnTo>
                    <a:pt x="8359" y="106"/>
                  </a:lnTo>
                  <a:lnTo>
                    <a:pt x="8135" y="40"/>
                  </a:lnTo>
                  <a:lnTo>
                    <a:pt x="7898" y="14"/>
                  </a:lnTo>
                  <a:lnTo>
                    <a:pt x="764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9"/>
            <p:cNvSpPr/>
            <p:nvPr/>
          </p:nvSpPr>
          <p:spPr>
            <a:xfrm>
              <a:off x="2707875" y="605375"/>
              <a:ext cx="681575" cy="1406550"/>
            </a:xfrm>
            <a:custGeom>
              <a:rect b="b" l="l" r="r" t="t"/>
              <a:pathLst>
                <a:path extrusionOk="0" h="56262" w="27263">
                  <a:moveTo>
                    <a:pt x="25011" y="1185"/>
                  </a:moveTo>
                  <a:lnTo>
                    <a:pt x="25130" y="1212"/>
                  </a:lnTo>
                  <a:lnTo>
                    <a:pt x="25248" y="1238"/>
                  </a:lnTo>
                  <a:lnTo>
                    <a:pt x="25353" y="1277"/>
                  </a:lnTo>
                  <a:lnTo>
                    <a:pt x="25459" y="1330"/>
                  </a:lnTo>
                  <a:lnTo>
                    <a:pt x="25551" y="1383"/>
                  </a:lnTo>
                  <a:lnTo>
                    <a:pt x="25643" y="1462"/>
                  </a:lnTo>
                  <a:lnTo>
                    <a:pt x="25735" y="1527"/>
                  </a:lnTo>
                  <a:lnTo>
                    <a:pt x="25814" y="1620"/>
                  </a:lnTo>
                  <a:lnTo>
                    <a:pt x="25880" y="1712"/>
                  </a:lnTo>
                  <a:lnTo>
                    <a:pt x="25946" y="1804"/>
                  </a:lnTo>
                  <a:lnTo>
                    <a:pt x="25985" y="1909"/>
                  </a:lnTo>
                  <a:lnTo>
                    <a:pt x="26038" y="2028"/>
                  </a:lnTo>
                  <a:lnTo>
                    <a:pt x="26064" y="2133"/>
                  </a:lnTo>
                  <a:lnTo>
                    <a:pt x="26077" y="2251"/>
                  </a:lnTo>
                  <a:lnTo>
                    <a:pt x="26091" y="2383"/>
                  </a:lnTo>
                  <a:lnTo>
                    <a:pt x="26077" y="2502"/>
                  </a:lnTo>
                  <a:lnTo>
                    <a:pt x="26064" y="2620"/>
                  </a:lnTo>
                  <a:lnTo>
                    <a:pt x="26038" y="2738"/>
                  </a:lnTo>
                  <a:lnTo>
                    <a:pt x="25985" y="2844"/>
                  </a:lnTo>
                  <a:lnTo>
                    <a:pt x="25946" y="2949"/>
                  </a:lnTo>
                  <a:lnTo>
                    <a:pt x="25880" y="3054"/>
                  </a:lnTo>
                  <a:lnTo>
                    <a:pt x="25814" y="3147"/>
                  </a:lnTo>
                  <a:lnTo>
                    <a:pt x="25735" y="3226"/>
                  </a:lnTo>
                  <a:lnTo>
                    <a:pt x="25643" y="3305"/>
                  </a:lnTo>
                  <a:lnTo>
                    <a:pt x="25551" y="3370"/>
                  </a:lnTo>
                  <a:lnTo>
                    <a:pt x="25459" y="3436"/>
                  </a:lnTo>
                  <a:lnTo>
                    <a:pt x="25353" y="3489"/>
                  </a:lnTo>
                  <a:lnTo>
                    <a:pt x="25248" y="3528"/>
                  </a:lnTo>
                  <a:lnTo>
                    <a:pt x="25130" y="3555"/>
                  </a:lnTo>
                  <a:lnTo>
                    <a:pt x="25011" y="3568"/>
                  </a:lnTo>
                  <a:lnTo>
                    <a:pt x="24893" y="3581"/>
                  </a:lnTo>
                  <a:lnTo>
                    <a:pt x="24761" y="3568"/>
                  </a:lnTo>
                  <a:lnTo>
                    <a:pt x="24643" y="3555"/>
                  </a:lnTo>
                  <a:lnTo>
                    <a:pt x="24537" y="3528"/>
                  </a:lnTo>
                  <a:lnTo>
                    <a:pt x="24419" y="3489"/>
                  </a:lnTo>
                  <a:lnTo>
                    <a:pt x="24313" y="3436"/>
                  </a:lnTo>
                  <a:lnTo>
                    <a:pt x="24221" y="3370"/>
                  </a:lnTo>
                  <a:lnTo>
                    <a:pt x="24129" y="3305"/>
                  </a:lnTo>
                  <a:lnTo>
                    <a:pt x="24037" y="3226"/>
                  </a:lnTo>
                  <a:lnTo>
                    <a:pt x="23958" y="3147"/>
                  </a:lnTo>
                  <a:lnTo>
                    <a:pt x="23892" y="3054"/>
                  </a:lnTo>
                  <a:lnTo>
                    <a:pt x="23840" y="2949"/>
                  </a:lnTo>
                  <a:lnTo>
                    <a:pt x="23787" y="2844"/>
                  </a:lnTo>
                  <a:lnTo>
                    <a:pt x="23747" y="2738"/>
                  </a:lnTo>
                  <a:lnTo>
                    <a:pt x="23721" y="2620"/>
                  </a:lnTo>
                  <a:lnTo>
                    <a:pt x="23695" y="2502"/>
                  </a:lnTo>
                  <a:lnTo>
                    <a:pt x="23695" y="2383"/>
                  </a:lnTo>
                  <a:lnTo>
                    <a:pt x="23695" y="2251"/>
                  </a:lnTo>
                  <a:lnTo>
                    <a:pt x="23721" y="2133"/>
                  </a:lnTo>
                  <a:lnTo>
                    <a:pt x="23747" y="2028"/>
                  </a:lnTo>
                  <a:lnTo>
                    <a:pt x="23787" y="1909"/>
                  </a:lnTo>
                  <a:lnTo>
                    <a:pt x="23840" y="1804"/>
                  </a:lnTo>
                  <a:lnTo>
                    <a:pt x="23892" y="1712"/>
                  </a:lnTo>
                  <a:lnTo>
                    <a:pt x="23958" y="1620"/>
                  </a:lnTo>
                  <a:lnTo>
                    <a:pt x="24037" y="1527"/>
                  </a:lnTo>
                  <a:lnTo>
                    <a:pt x="24129" y="1462"/>
                  </a:lnTo>
                  <a:lnTo>
                    <a:pt x="24221" y="1383"/>
                  </a:lnTo>
                  <a:lnTo>
                    <a:pt x="24313" y="1330"/>
                  </a:lnTo>
                  <a:lnTo>
                    <a:pt x="24419" y="1277"/>
                  </a:lnTo>
                  <a:lnTo>
                    <a:pt x="24537" y="1238"/>
                  </a:lnTo>
                  <a:lnTo>
                    <a:pt x="24643" y="1212"/>
                  </a:lnTo>
                  <a:lnTo>
                    <a:pt x="24761" y="1185"/>
                  </a:lnTo>
                  <a:close/>
                  <a:moveTo>
                    <a:pt x="24893" y="0"/>
                  </a:moveTo>
                  <a:lnTo>
                    <a:pt x="24643" y="14"/>
                  </a:lnTo>
                  <a:lnTo>
                    <a:pt x="24406" y="53"/>
                  </a:lnTo>
                  <a:lnTo>
                    <a:pt x="24182" y="106"/>
                  </a:lnTo>
                  <a:lnTo>
                    <a:pt x="23958" y="185"/>
                  </a:lnTo>
                  <a:lnTo>
                    <a:pt x="23761" y="290"/>
                  </a:lnTo>
                  <a:lnTo>
                    <a:pt x="23563" y="409"/>
                  </a:lnTo>
                  <a:lnTo>
                    <a:pt x="23379" y="540"/>
                  </a:lnTo>
                  <a:lnTo>
                    <a:pt x="23208" y="698"/>
                  </a:lnTo>
                  <a:lnTo>
                    <a:pt x="23050" y="869"/>
                  </a:lnTo>
                  <a:lnTo>
                    <a:pt x="22918" y="1054"/>
                  </a:lnTo>
                  <a:lnTo>
                    <a:pt x="22800" y="1251"/>
                  </a:lnTo>
                  <a:lnTo>
                    <a:pt x="22694" y="1448"/>
                  </a:lnTo>
                  <a:lnTo>
                    <a:pt x="22615" y="1672"/>
                  </a:lnTo>
                  <a:lnTo>
                    <a:pt x="22563" y="1896"/>
                  </a:lnTo>
                  <a:lnTo>
                    <a:pt x="22523" y="2133"/>
                  </a:lnTo>
                  <a:lnTo>
                    <a:pt x="22510" y="2383"/>
                  </a:lnTo>
                  <a:lnTo>
                    <a:pt x="22523" y="2581"/>
                  </a:lnTo>
                  <a:lnTo>
                    <a:pt x="22550" y="2791"/>
                  </a:lnTo>
                  <a:lnTo>
                    <a:pt x="22589" y="2975"/>
                  </a:lnTo>
                  <a:lnTo>
                    <a:pt x="22642" y="3173"/>
                  </a:lnTo>
                  <a:lnTo>
                    <a:pt x="22721" y="3357"/>
                  </a:lnTo>
                  <a:lnTo>
                    <a:pt x="22800" y="3528"/>
                  </a:lnTo>
                  <a:lnTo>
                    <a:pt x="22905" y="3686"/>
                  </a:lnTo>
                  <a:lnTo>
                    <a:pt x="23023" y="3844"/>
                  </a:lnTo>
                  <a:lnTo>
                    <a:pt x="23142" y="3989"/>
                  </a:lnTo>
                  <a:lnTo>
                    <a:pt x="23287" y="4134"/>
                  </a:lnTo>
                  <a:lnTo>
                    <a:pt x="23432" y="4252"/>
                  </a:lnTo>
                  <a:lnTo>
                    <a:pt x="23589" y="4371"/>
                  </a:lnTo>
                  <a:lnTo>
                    <a:pt x="23747" y="4463"/>
                  </a:lnTo>
                  <a:lnTo>
                    <a:pt x="23932" y="4555"/>
                  </a:lnTo>
                  <a:lnTo>
                    <a:pt x="24103" y="4621"/>
                  </a:lnTo>
                  <a:lnTo>
                    <a:pt x="24300" y="4687"/>
                  </a:lnTo>
                  <a:lnTo>
                    <a:pt x="24300" y="36977"/>
                  </a:lnTo>
                  <a:lnTo>
                    <a:pt x="0" y="36977"/>
                  </a:lnTo>
                  <a:lnTo>
                    <a:pt x="0" y="56261"/>
                  </a:lnTo>
                  <a:lnTo>
                    <a:pt x="1172" y="56261"/>
                  </a:lnTo>
                  <a:lnTo>
                    <a:pt x="1172" y="38162"/>
                  </a:lnTo>
                  <a:lnTo>
                    <a:pt x="25485" y="38162"/>
                  </a:lnTo>
                  <a:lnTo>
                    <a:pt x="25485" y="4687"/>
                  </a:lnTo>
                  <a:lnTo>
                    <a:pt x="25669" y="4621"/>
                  </a:lnTo>
                  <a:lnTo>
                    <a:pt x="25854" y="4555"/>
                  </a:lnTo>
                  <a:lnTo>
                    <a:pt x="26025" y="4463"/>
                  </a:lnTo>
                  <a:lnTo>
                    <a:pt x="26196" y="4371"/>
                  </a:lnTo>
                  <a:lnTo>
                    <a:pt x="26354" y="4252"/>
                  </a:lnTo>
                  <a:lnTo>
                    <a:pt x="26499" y="4134"/>
                  </a:lnTo>
                  <a:lnTo>
                    <a:pt x="26630" y="3989"/>
                  </a:lnTo>
                  <a:lnTo>
                    <a:pt x="26762" y="3844"/>
                  </a:lnTo>
                  <a:lnTo>
                    <a:pt x="26867" y="3686"/>
                  </a:lnTo>
                  <a:lnTo>
                    <a:pt x="26972" y="3528"/>
                  </a:lnTo>
                  <a:lnTo>
                    <a:pt x="27065" y="3357"/>
                  </a:lnTo>
                  <a:lnTo>
                    <a:pt x="27130" y="3173"/>
                  </a:lnTo>
                  <a:lnTo>
                    <a:pt x="27183" y="2975"/>
                  </a:lnTo>
                  <a:lnTo>
                    <a:pt x="27236" y="2791"/>
                  </a:lnTo>
                  <a:lnTo>
                    <a:pt x="27262" y="2581"/>
                  </a:lnTo>
                  <a:lnTo>
                    <a:pt x="27262" y="2383"/>
                  </a:lnTo>
                  <a:lnTo>
                    <a:pt x="27249" y="2133"/>
                  </a:lnTo>
                  <a:lnTo>
                    <a:pt x="27223" y="1896"/>
                  </a:lnTo>
                  <a:lnTo>
                    <a:pt x="27157" y="1672"/>
                  </a:lnTo>
                  <a:lnTo>
                    <a:pt x="27078" y="1448"/>
                  </a:lnTo>
                  <a:lnTo>
                    <a:pt x="26986" y="1251"/>
                  </a:lnTo>
                  <a:lnTo>
                    <a:pt x="26854" y="1054"/>
                  </a:lnTo>
                  <a:lnTo>
                    <a:pt x="26722" y="869"/>
                  </a:lnTo>
                  <a:lnTo>
                    <a:pt x="26564" y="698"/>
                  </a:lnTo>
                  <a:lnTo>
                    <a:pt x="26406" y="540"/>
                  </a:lnTo>
                  <a:lnTo>
                    <a:pt x="26222" y="409"/>
                  </a:lnTo>
                  <a:lnTo>
                    <a:pt x="26025" y="290"/>
                  </a:lnTo>
                  <a:lnTo>
                    <a:pt x="25814" y="185"/>
                  </a:lnTo>
                  <a:lnTo>
                    <a:pt x="25590" y="106"/>
                  </a:lnTo>
                  <a:lnTo>
                    <a:pt x="25367" y="53"/>
                  </a:lnTo>
                  <a:lnTo>
                    <a:pt x="25130" y="14"/>
                  </a:lnTo>
                  <a:lnTo>
                    <a:pt x="2489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9"/>
            <p:cNvSpPr/>
            <p:nvPr/>
          </p:nvSpPr>
          <p:spPr>
            <a:xfrm>
              <a:off x="3940300" y="605375"/>
              <a:ext cx="687500" cy="639125"/>
            </a:xfrm>
            <a:custGeom>
              <a:rect b="b" l="l" r="r" t="t"/>
              <a:pathLst>
                <a:path extrusionOk="0" h="25565" w="27500">
                  <a:moveTo>
                    <a:pt x="25235" y="1185"/>
                  </a:moveTo>
                  <a:lnTo>
                    <a:pt x="25367" y="1212"/>
                  </a:lnTo>
                  <a:lnTo>
                    <a:pt x="25472" y="1238"/>
                  </a:lnTo>
                  <a:lnTo>
                    <a:pt x="25591" y="1277"/>
                  </a:lnTo>
                  <a:lnTo>
                    <a:pt x="25696" y="1330"/>
                  </a:lnTo>
                  <a:lnTo>
                    <a:pt x="25788" y="1383"/>
                  </a:lnTo>
                  <a:lnTo>
                    <a:pt x="25880" y="1462"/>
                  </a:lnTo>
                  <a:lnTo>
                    <a:pt x="25959" y="1527"/>
                  </a:lnTo>
                  <a:lnTo>
                    <a:pt x="26038" y="1620"/>
                  </a:lnTo>
                  <a:lnTo>
                    <a:pt x="26117" y="1712"/>
                  </a:lnTo>
                  <a:lnTo>
                    <a:pt x="26170" y="1804"/>
                  </a:lnTo>
                  <a:lnTo>
                    <a:pt x="26222" y="1909"/>
                  </a:lnTo>
                  <a:lnTo>
                    <a:pt x="26262" y="2028"/>
                  </a:lnTo>
                  <a:lnTo>
                    <a:pt x="26288" y="2133"/>
                  </a:lnTo>
                  <a:lnTo>
                    <a:pt x="26315" y="2251"/>
                  </a:lnTo>
                  <a:lnTo>
                    <a:pt x="26315" y="2383"/>
                  </a:lnTo>
                  <a:lnTo>
                    <a:pt x="26315" y="2502"/>
                  </a:lnTo>
                  <a:lnTo>
                    <a:pt x="26288" y="2620"/>
                  </a:lnTo>
                  <a:lnTo>
                    <a:pt x="26262" y="2738"/>
                  </a:lnTo>
                  <a:lnTo>
                    <a:pt x="26222" y="2844"/>
                  </a:lnTo>
                  <a:lnTo>
                    <a:pt x="26170" y="2949"/>
                  </a:lnTo>
                  <a:lnTo>
                    <a:pt x="26117" y="3054"/>
                  </a:lnTo>
                  <a:lnTo>
                    <a:pt x="26038" y="3147"/>
                  </a:lnTo>
                  <a:lnTo>
                    <a:pt x="25959" y="3226"/>
                  </a:lnTo>
                  <a:lnTo>
                    <a:pt x="25880" y="3305"/>
                  </a:lnTo>
                  <a:lnTo>
                    <a:pt x="25788" y="3370"/>
                  </a:lnTo>
                  <a:lnTo>
                    <a:pt x="25696" y="3436"/>
                  </a:lnTo>
                  <a:lnTo>
                    <a:pt x="25591" y="3489"/>
                  </a:lnTo>
                  <a:lnTo>
                    <a:pt x="25472" y="3528"/>
                  </a:lnTo>
                  <a:lnTo>
                    <a:pt x="25367" y="3555"/>
                  </a:lnTo>
                  <a:lnTo>
                    <a:pt x="25235" y="3568"/>
                  </a:lnTo>
                  <a:lnTo>
                    <a:pt x="25117" y="3581"/>
                  </a:lnTo>
                  <a:lnTo>
                    <a:pt x="24998" y="3568"/>
                  </a:lnTo>
                  <a:lnTo>
                    <a:pt x="24880" y="3555"/>
                  </a:lnTo>
                  <a:lnTo>
                    <a:pt x="24761" y="3528"/>
                  </a:lnTo>
                  <a:lnTo>
                    <a:pt x="24656" y="3489"/>
                  </a:lnTo>
                  <a:lnTo>
                    <a:pt x="24551" y="3436"/>
                  </a:lnTo>
                  <a:lnTo>
                    <a:pt x="24445" y="3370"/>
                  </a:lnTo>
                  <a:lnTo>
                    <a:pt x="24353" y="3305"/>
                  </a:lnTo>
                  <a:lnTo>
                    <a:pt x="24274" y="3226"/>
                  </a:lnTo>
                  <a:lnTo>
                    <a:pt x="24195" y="3147"/>
                  </a:lnTo>
                  <a:lnTo>
                    <a:pt x="24129" y="3054"/>
                  </a:lnTo>
                  <a:lnTo>
                    <a:pt x="24064" y="2949"/>
                  </a:lnTo>
                  <a:lnTo>
                    <a:pt x="24011" y="2844"/>
                  </a:lnTo>
                  <a:lnTo>
                    <a:pt x="23971" y="2738"/>
                  </a:lnTo>
                  <a:lnTo>
                    <a:pt x="23945" y="2620"/>
                  </a:lnTo>
                  <a:lnTo>
                    <a:pt x="23932" y="2502"/>
                  </a:lnTo>
                  <a:lnTo>
                    <a:pt x="23919" y="2383"/>
                  </a:lnTo>
                  <a:lnTo>
                    <a:pt x="23932" y="2251"/>
                  </a:lnTo>
                  <a:lnTo>
                    <a:pt x="23945" y="2133"/>
                  </a:lnTo>
                  <a:lnTo>
                    <a:pt x="23971" y="2028"/>
                  </a:lnTo>
                  <a:lnTo>
                    <a:pt x="24011" y="1909"/>
                  </a:lnTo>
                  <a:lnTo>
                    <a:pt x="24064" y="1804"/>
                  </a:lnTo>
                  <a:lnTo>
                    <a:pt x="24129" y="1712"/>
                  </a:lnTo>
                  <a:lnTo>
                    <a:pt x="24195" y="1620"/>
                  </a:lnTo>
                  <a:lnTo>
                    <a:pt x="24274" y="1527"/>
                  </a:lnTo>
                  <a:lnTo>
                    <a:pt x="24353" y="1462"/>
                  </a:lnTo>
                  <a:lnTo>
                    <a:pt x="24445" y="1383"/>
                  </a:lnTo>
                  <a:lnTo>
                    <a:pt x="24551" y="1330"/>
                  </a:lnTo>
                  <a:lnTo>
                    <a:pt x="24656" y="1277"/>
                  </a:lnTo>
                  <a:lnTo>
                    <a:pt x="24761" y="1238"/>
                  </a:lnTo>
                  <a:lnTo>
                    <a:pt x="24880" y="1212"/>
                  </a:lnTo>
                  <a:lnTo>
                    <a:pt x="24998" y="1185"/>
                  </a:lnTo>
                  <a:close/>
                  <a:moveTo>
                    <a:pt x="25117" y="0"/>
                  </a:moveTo>
                  <a:lnTo>
                    <a:pt x="24880" y="14"/>
                  </a:lnTo>
                  <a:lnTo>
                    <a:pt x="24643" y="53"/>
                  </a:lnTo>
                  <a:lnTo>
                    <a:pt x="24419" y="106"/>
                  </a:lnTo>
                  <a:lnTo>
                    <a:pt x="24195" y="185"/>
                  </a:lnTo>
                  <a:lnTo>
                    <a:pt x="23985" y="290"/>
                  </a:lnTo>
                  <a:lnTo>
                    <a:pt x="23787" y="409"/>
                  </a:lnTo>
                  <a:lnTo>
                    <a:pt x="23603" y="540"/>
                  </a:lnTo>
                  <a:lnTo>
                    <a:pt x="23432" y="698"/>
                  </a:lnTo>
                  <a:lnTo>
                    <a:pt x="23287" y="869"/>
                  </a:lnTo>
                  <a:lnTo>
                    <a:pt x="23142" y="1054"/>
                  </a:lnTo>
                  <a:lnTo>
                    <a:pt x="23024" y="1251"/>
                  </a:lnTo>
                  <a:lnTo>
                    <a:pt x="22932" y="1448"/>
                  </a:lnTo>
                  <a:lnTo>
                    <a:pt x="22853" y="1672"/>
                  </a:lnTo>
                  <a:lnTo>
                    <a:pt x="22787" y="1896"/>
                  </a:lnTo>
                  <a:lnTo>
                    <a:pt x="22747" y="2133"/>
                  </a:lnTo>
                  <a:lnTo>
                    <a:pt x="22734" y="2383"/>
                  </a:lnTo>
                  <a:lnTo>
                    <a:pt x="22747" y="2581"/>
                  </a:lnTo>
                  <a:lnTo>
                    <a:pt x="22774" y="2791"/>
                  </a:lnTo>
                  <a:lnTo>
                    <a:pt x="22813" y="2975"/>
                  </a:lnTo>
                  <a:lnTo>
                    <a:pt x="22879" y="3173"/>
                  </a:lnTo>
                  <a:lnTo>
                    <a:pt x="22945" y="3357"/>
                  </a:lnTo>
                  <a:lnTo>
                    <a:pt x="23037" y="3528"/>
                  </a:lnTo>
                  <a:lnTo>
                    <a:pt x="23142" y="3686"/>
                  </a:lnTo>
                  <a:lnTo>
                    <a:pt x="23247" y="3844"/>
                  </a:lnTo>
                  <a:lnTo>
                    <a:pt x="23379" y="3989"/>
                  </a:lnTo>
                  <a:lnTo>
                    <a:pt x="23511" y="4134"/>
                  </a:lnTo>
                  <a:lnTo>
                    <a:pt x="23656" y="4252"/>
                  </a:lnTo>
                  <a:lnTo>
                    <a:pt x="23813" y="4371"/>
                  </a:lnTo>
                  <a:lnTo>
                    <a:pt x="23985" y="4463"/>
                  </a:lnTo>
                  <a:lnTo>
                    <a:pt x="24156" y="4555"/>
                  </a:lnTo>
                  <a:lnTo>
                    <a:pt x="24340" y="4621"/>
                  </a:lnTo>
                  <a:lnTo>
                    <a:pt x="24524" y="4687"/>
                  </a:lnTo>
                  <a:lnTo>
                    <a:pt x="24524" y="18535"/>
                  </a:lnTo>
                  <a:lnTo>
                    <a:pt x="1" y="18535"/>
                  </a:lnTo>
                  <a:lnTo>
                    <a:pt x="1" y="25564"/>
                  </a:lnTo>
                  <a:lnTo>
                    <a:pt x="1185" y="25564"/>
                  </a:lnTo>
                  <a:lnTo>
                    <a:pt x="1185" y="19719"/>
                  </a:lnTo>
                  <a:lnTo>
                    <a:pt x="25709" y="19719"/>
                  </a:lnTo>
                  <a:lnTo>
                    <a:pt x="25709" y="4687"/>
                  </a:lnTo>
                  <a:lnTo>
                    <a:pt x="25893" y="4621"/>
                  </a:lnTo>
                  <a:lnTo>
                    <a:pt x="26078" y="4555"/>
                  </a:lnTo>
                  <a:lnTo>
                    <a:pt x="26262" y="4463"/>
                  </a:lnTo>
                  <a:lnTo>
                    <a:pt x="26420" y="4371"/>
                  </a:lnTo>
                  <a:lnTo>
                    <a:pt x="26578" y="4252"/>
                  </a:lnTo>
                  <a:lnTo>
                    <a:pt x="26723" y="4134"/>
                  </a:lnTo>
                  <a:lnTo>
                    <a:pt x="26867" y="3989"/>
                  </a:lnTo>
                  <a:lnTo>
                    <a:pt x="26986" y="3844"/>
                  </a:lnTo>
                  <a:lnTo>
                    <a:pt x="27104" y="3686"/>
                  </a:lnTo>
                  <a:lnTo>
                    <a:pt x="27197" y="3528"/>
                  </a:lnTo>
                  <a:lnTo>
                    <a:pt x="27289" y="3357"/>
                  </a:lnTo>
                  <a:lnTo>
                    <a:pt x="27368" y="3173"/>
                  </a:lnTo>
                  <a:lnTo>
                    <a:pt x="27420" y="2975"/>
                  </a:lnTo>
                  <a:lnTo>
                    <a:pt x="27460" y="2791"/>
                  </a:lnTo>
                  <a:lnTo>
                    <a:pt x="27486" y="2581"/>
                  </a:lnTo>
                  <a:lnTo>
                    <a:pt x="27499" y="2383"/>
                  </a:lnTo>
                  <a:lnTo>
                    <a:pt x="27486" y="2133"/>
                  </a:lnTo>
                  <a:lnTo>
                    <a:pt x="27447" y="1896"/>
                  </a:lnTo>
                  <a:lnTo>
                    <a:pt x="27394" y="1672"/>
                  </a:lnTo>
                  <a:lnTo>
                    <a:pt x="27315" y="1448"/>
                  </a:lnTo>
                  <a:lnTo>
                    <a:pt x="27210" y="1251"/>
                  </a:lnTo>
                  <a:lnTo>
                    <a:pt x="27091" y="1054"/>
                  </a:lnTo>
                  <a:lnTo>
                    <a:pt x="26960" y="869"/>
                  </a:lnTo>
                  <a:lnTo>
                    <a:pt x="26802" y="698"/>
                  </a:lnTo>
                  <a:lnTo>
                    <a:pt x="26630" y="540"/>
                  </a:lnTo>
                  <a:lnTo>
                    <a:pt x="26446" y="409"/>
                  </a:lnTo>
                  <a:lnTo>
                    <a:pt x="26249" y="290"/>
                  </a:lnTo>
                  <a:lnTo>
                    <a:pt x="26038" y="185"/>
                  </a:lnTo>
                  <a:lnTo>
                    <a:pt x="25828" y="106"/>
                  </a:lnTo>
                  <a:lnTo>
                    <a:pt x="25604" y="53"/>
                  </a:lnTo>
                  <a:lnTo>
                    <a:pt x="25367" y="14"/>
                  </a:lnTo>
                  <a:lnTo>
                    <a:pt x="2511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9"/>
            <p:cNvSpPr/>
            <p:nvPr/>
          </p:nvSpPr>
          <p:spPr>
            <a:xfrm>
              <a:off x="4630725" y="784075"/>
              <a:ext cx="118825" cy="460425"/>
            </a:xfrm>
            <a:custGeom>
              <a:rect b="b" l="l" r="r" t="t"/>
              <a:pathLst>
                <a:path extrusionOk="0" h="18417" w="4753">
                  <a:moveTo>
                    <a:pt x="2370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5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5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0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78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78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20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9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" y="2593"/>
                  </a:lnTo>
                  <a:lnTo>
                    <a:pt x="27" y="2791"/>
                  </a:lnTo>
                  <a:lnTo>
                    <a:pt x="80" y="2988"/>
                  </a:lnTo>
                  <a:lnTo>
                    <a:pt x="132" y="3173"/>
                  </a:lnTo>
                  <a:lnTo>
                    <a:pt x="198" y="3357"/>
                  </a:lnTo>
                  <a:lnTo>
                    <a:pt x="290" y="3528"/>
                  </a:lnTo>
                  <a:lnTo>
                    <a:pt x="396" y="3699"/>
                  </a:lnTo>
                  <a:lnTo>
                    <a:pt x="501" y="3857"/>
                  </a:lnTo>
                  <a:lnTo>
                    <a:pt x="633" y="4002"/>
                  </a:lnTo>
                  <a:lnTo>
                    <a:pt x="764" y="4134"/>
                  </a:lnTo>
                  <a:lnTo>
                    <a:pt x="909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4" y="4634"/>
                  </a:lnTo>
                  <a:lnTo>
                    <a:pt x="1778" y="4686"/>
                  </a:lnTo>
                  <a:lnTo>
                    <a:pt x="1778" y="18416"/>
                  </a:lnTo>
                  <a:lnTo>
                    <a:pt x="2963" y="18416"/>
                  </a:lnTo>
                  <a:lnTo>
                    <a:pt x="2963" y="4686"/>
                  </a:lnTo>
                  <a:lnTo>
                    <a:pt x="3160" y="4634"/>
                  </a:lnTo>
                  <a:lnTo>
                    <a:pt x="3331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76" y="4134"/>
                  </a:lnTo>
                  <a:lnTo>
                    <a:pt x="4121" y="4002"/>
                  </a:lnTo>
                  <a:lnTo>
                    <a:pt x="4239" y="3857"/>
                  </a:lnTo>
                  <a:lnTo>
                    <a:pt x="4358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4" y="2988"/>
                  </a:lnTo>
                  <a:lnTo>
                    <a:pt x="4713" y="2791"/>
                  </a:lnTo>
                  <a:lnTo>
                    <a:pt x="4740" y="2593"/>
                  </a:lnTo>
                  <a:lnTo>
                    <a:pt x="4753" y="2383"/>
                  </a:lnTo>
                  <a:lnTo>
                    <a:pt x="4740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305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9"/>
            <p:cNvSpPr/>
            <p:nvPr/>
          </p:nvSpPr>
          <p:spPr>
            <a:xfrm>
              <a:off x="4760725" y="784075"/>
              <a:ext cx="118825" cy="460425"/>
            </a:xfrm>
            <a:custGeom>
              <a:rect b="b" l="l" r="r" t="t"/>
              <a:pathLst>
                <a:path extrusionOk="0" h="18417" w="4753">
                  <a:moveTo>
                    <a:pt x="2370" y="1185"/>
                  </a:moveTo>
                  <a:lnTo>
                    <a:pt x="2501" y="1198"/>
                  </a:ln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1"/>
                  </a:lnTo>
                  <a:lnTo>
                    <a:pt x="3225" y="1540"/>
                  </a:lnTo>
                  <a:lnTo>
                    <a:pt x="3304" y="1619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2"/>
                  </a:lnTo>
                  <a:lnTo>
                    <a:pt x="3515" y="2027"/>
                  </a:lnTo>
                  <a:lnTo>
                    <a:pt x="3554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54" y="2620"/>
                  </a:lnTo>
                  <a:lnTo>
                    <a:pt x="3515" y="2738"/>
                  </a:lnTo>
                  <a:lnTo>
                    <a:pt x="3475" y="2844"/>
                  </a:lnTo>
                  <a:lnTo>
                    <a:pt x="3423" y="2949"/>
                  </a:lnTo>
                  <a:lnTo>
                    <a:pt x="3370" y="3054"/>
                  </a:lnTo>
                  <a:lnTo>
                    <a:pt x="3304" y="3146"/>
                  </a:lnTo>
                  <a:lnTo>
                    <a:pt x="3225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5" y="3528"/>
                  </a:lnTo>
                  <a:lnTo>
                    <a:pt x="2620" y="3554"/>
                  </a:lnTo>
                  <a:lnTo>
                    <a:pt x="2501" y="3581"/>
                  </a:lnTo>
                  <a:lnTo>
                    <a:pt x="2251" y="3581"/>
                  </a:lnTo>
                  <a:lnTo>
                    <a:pt x="2133" y="3554"/>
                  </a:lnTo>
                  <a:lnTo>
                    <a:pt x="2014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19" y="3304"/>
                  </a:lnTo>
                  <a:lnTo>
                    <a:pt x="1527" y="3225"/>
                  </a:lnTo>
                  <a:lnTo>
                    <a:pt x="1448" y="3146"/>
                  </a:lnTo>
                  <a:lnTo>
                    <a:pt x="1382" y="3054"/>
                  </a:lnTo>
                  <a:lnTo>
                    <a:pt x="1317" y="2949"/>
                  </a:lnTo>
                  <a:lnTo>
                    <a:pt x="1277" y="2844"/>
                  </a:lnTo>
                  <a:lnTo>
                    <a:pt x="1238" y="2738"/>
                  </a:lnTo>
                  <a:lnTo>
                    <a:pt x="1198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8" y="2146"/>
                  </a:lnTo>
                  <a:lnTo>
                    <a:pt x="1238" y="2027"/>
                  </a:lnTo>
                  <a:lnTo>
                    <a:pt x="1277" y="1922"/>
                  </a:lnTo>
                  <a:lnTo>
                    <a:pt x="1317" y="1817"/>
                  </a:lnTo>
                  <a:lnTo>
                    <a:pt x="1382" y="1712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19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4" y="1238"/>
                  </a:lnTo>
                  <a:lnTo>
                    <a:pt x="2133" y="1211"/>
                  </a:lnTo>
                  <a:lnTo>
                    <a:pt x="2251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8" y="198"/>
                  </a:lnTo>
                  <a:lnTo>
                    <a:pt x="1238" y="290"/>
                  </a:lnTo>
                  <a:lnTo>
                    <a:pt x="1040" y="408"/>
                  </a:lnTo>
                  <a:lnTo>
                    <a:pt x="869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8" y="1053"/>
                  </a:lnTo>
                  <a:lnTo>
                    <a:pt x="290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0" y="2593"/>
                  </a:lnTo>
                  <a:lnTo>
                    <a:pt x="27" y="2791"/>
                  </a:lnTo>
                  <a:lnTo>
                    <a:pt x="79" y="2988"/>
                  </a:lnTo>
                  <a:lnTo>
                    <a:pt x="132" y="3173"/>
                  </a:lnTo>
                  <a:lnTo>
                    <a:pt x="211" y="3357"/>
                  </a:lnTo>
                  <a:lnTo>
                    <a:pt x="290" y="3528"/>
                  </a:lnTo>
                  <a:lnTo>
                    <a:pt x="395" y="3699"/>
                  </a:lnTo>
                  <a:lnTo>
                    <a:pt x="501" y="3857"/>
                  </a:lnTo>
                  <a:lnTo>
                    <a:pt x="632" y="4002"/>
                  </a:lnTo>
                  <a:lnTo>
                    <a:pt x="764" y="4134"/>
                  </a:lnTo>
                  <a:lnTo>
                    <a:pt x="922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3" y="4634"/>
                  </a:lnTo>
                  <a:lnTo>
                    <a:pt x="1791" y="4686"/>
                  </a:lnTo>
                  <a:lnTo>
                    <a:pt x="1791" y="18416"/>
                  </a:lnTo>
                  <a:lnTo>
                    <a:pt x="2962" y="18416"/>
                  </a:lnTo>
                  <a:lnTo>
                    <a:pt x="2962" y="4686"/>
                  </a:lnTo>
                  <a:lnTo>
                    <a:pt x="3160" y="4634"/>
                  </a:lnTo>
                  <a:lnTo>
                    <a:pt x="3344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89" y="4134"/>
                  </a:lnTo>
                  <a:lnTo>
                    <a:pt x="4120" y="4002"/>
                  </a:lnTo>
                  <a:lnTo>
                    <a:pt x="4239" y="3857"/>
                  </a:lnTo>
                  <a:lnTo>
                    <a:pt x="4357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3" y="2988"/>
                  </a:lnTo>
                  <a:lnTo>
                    <a:pt x="4713" y="2791"/>
                  </a:lnTo>
                  <a:lnTo>
                    <a:pt x="4739" y="2593"/>
                  </a:lnTo>
                  <a:lnTo>
                    <a:pt x="4752" y="2383"/>
                  </a:lnTo>
                  <a:lnTo>
                    <a:pt x="4739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4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699" y="408"/>
                  </a:lnTo>
                  <a:lnTo>
                    <a:pt x="3502" y="290"/>
                  </a:lnTo>
                  <a:lnTo>
                    <a:pt x="3304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9"/>
            <p:cNvSpPr/>
            <p:nvPr/>
          </p:nvSpPr>
          <p:spPr>
            <a:xfrm>
              <a:off x="2939550" y="694875"/>
              <a:ext cx="1050800" cy="1344350"/>
            </a:xfrm>
            <a:custGeom>
              <a:rect b="b" l="l" r="r" t="t"/>
              <a:pathLst>
                <a:path extrusionOk="0" h="53774" w="42032">
                  <a:moveTo>
                    <a:pt x="39649" y="1173"/>
                  </a:moveTo>
                  <a:lnTo>
                    <a:pt x="39767" y="1186"/>
                  </a:lnTo>
                  <a:lnTo>
                    <a:pt x="39886" y="1199"/>
                  </a:lnTo>
                  <a:lnTo>
                    <a:pt x="40004" y="1238"/>
                  </a:lnTo>
                  <a:lnTo>
                    <a:pt x="40123" y="1278"/>
                  </a:lnTo>
                  <a:lnTo>
                    <a:pt x="40228" y="1317"/>
                  </a:lnTo>
                  <a:lnTo>
                    <a:pt x="40320" y="1383"/>
                  </a:lnTo>
                  <a:lnTo>
                    <a:pt x="40412" y="1449"/>
                  </a:lnTo>
                  <a:lnTo>
                    <a:pt x="40491" y="1528"/>
                  </a:lnTo>
                  <a:lnTo>
                    <a:pt x="40570" y="1620"/>
                  </a:lnTo>
                  <a:lnTo>
                    <a:pt x="40649" y="1712"/>
                  </a:lnTo>
                  <a:lnTo>
                    <a:pt x="40702" y="1804"/>
                  </a:lnTo>
                  <a:lnTo>
                    <a:pt x="40755" y="1910"/>
                  </a:lnTo>
                  <a:lnTo>
                    <a:pt x="40794" y="2015"/>
                  </a:lnTo>
                  <a:lnTo>
                    <a:pt x="40821" y="2133"/>
                  </a:lnTo>
                  <a:lnTo>
                    <a:pt x="40847" y="2252"/>
                  </a:lnTo>
                  <a:lnTo>
                    <a:pt x="40847" y="2370"/>
                  </a:lnTo>
                  <a:lnTo>
                    <a:pt x="40847" y="2502"/>
                  </a:lnTo>
                  <a:lnTo>
                    <a:pt x="40821" y="2620"/>
                  </a:lnTo>
                  <a:lnTo>
                    <a:pt x="40794" y="2726"/>
                  </a:lnTo>
                  <a:lnTo>
                    <a:pt x="40755" y="2844"/>
                  </a:lnTo>
                  <a:lnTo>
                    <a:pt x="40702" y="2950"/>
                  </a:lnTo>
                  <a:lnTo>
                    <a:pt x="40649" y="3042"/>
                  </a:lnTo>
                  <a:lnTo>
                    <a:pt x="40570" y="3134"/>
                  </a:lnTo>
                  <a:lnTo>
                    <a:pt x="40491" y="3226"/>
                  </a:lnTo>
                  <a:lnTo>
                    <a:pt x="40412" y="3305"/>
                  </a:lnTo>
                  <a:lnTo>
                    <a:pt x="40320" y="3371"/>
                  </a:lnTo>
                  <a:lnTo>
                    <a:pt x="40228" y="3423"/>
                  </a:lnTo>
                  <a:lnTo>
                    <a:pt x="40123" y="3476"/>
                  </a:lnTo>
                  <a:lnTo>
                    <a:pt x="40004" y="3516"/>
                  </a:lnTo>
                  <a:lnTo>
                    <a:pt x="39886" y="3555"/>
                  </a:lnTo>
                  <a:lnTo>
                    <a:pt x="39767" y="3568"/>
                  </a:lnTo>
                  <a:lnTo>
                    <a:pt x="39531" y="3568"/>
                  </a:lnTo>
                  <a:lnTo>
                    <a:pt x="39412" y="3555"/>
                  </a:lnTo>
                  <a:lnTo>
                    <a:pt x="39294" y="3516"/>
                  </a:lnTo>
                  <a:lnTo>
                    <a:pt x="39188" y="3476"/>
                  </a:lnTo>
                  <a:lnTo>
                    <a:pt x="39083" y="3423"/>
                  </a:lnTo>
                  <a:lnTo>
                    <a:pt x="38978" y="3371"/>
                  </a:lnTo>
                  <a:lnTo>
                    <a:pt x="38886" y="3305"/>
                  </a:lnTo>
                  <a:lnTo>
                    <a:pt x="38807" y="3226"/>
                  </a:lnTo>
                  <a:lnTo>
                    <a:pt x="38728" y="3134"/>
                  </a:lnTo>
                  <a:lnTo>
                    <a:pt x="38662" y="3042"/>
                  </a:lnTo>
                  <a:lnTo>
                    <a:pt x="38596" y="2950"/>
                  </a:lnTo>
                  <a:lnTo>
                    <a:pt x="38543" y="2844"/>
                  </a:lnTo>
                  <a:lnTo>
                    <a:pt x="38504" y="2726"/>
                  </a:lnTo>
                  <a:lnTo>
                    <a:pt x="38477" y="2620"/>
                  </a:lnTo>
                  <a:lnTo>
                    <a:pt x="38464" y="2502"/>
                  </a:lnTo>
                  <a:lnTo>
                    <a:pt x="38451" y="2370"/>
                  </a:lnTo>
                  <a:lnTo>
                    <a:pt x="38464" y="2252"/>
                  </a:lnTo>
                  <a:lnTo>
                    <a:pt x="38477" y="2133"/>
                  </a:lnTo>
                  <a:lnTo>
                    <a:pt x="38504" y="2015"/>
                  </a:lnTo>
                  <a:lnTo>
                    <a:pt x="38543" y="1910"/>
                  </a:lnTo>
                  <a:lnTo>
                    <a:pt x="38596" y="1804"/>
                  </a:lnTo>
                  <a:lnTo>
                    <a:pt x="38662" y="1712"/>
                  </a:lnTo>
                  <a:lnTo>
                    <a:pt x="38728" y="1620"/>
                  </a:lnTo>
                  <a:lnTo>
                    <a:pt x="38807" y="1528"/>
                  </a:lnTo>
                  <a:lnTo>
                    <a:pt x="38886" y="1449"/>
                  </a:lnTo>
                  <a:lnTo>
                    <a:pt x="38978" y="1383"/>
                  </a:lnTo>
                  <a:lnTo>
                    <a:pt x="39083" y="1317"/>
                  </a:lnTo>
                  <a:lnTo>
                    <a:pt x="39188" y="1278"/>
                  </a:lnTo>
                  <a:lnTo>
                    <a:pt x="39294" y="1238"/>
                  </a:lnTo>
                  <a:lnTo>
                    <a:pt x="39412" y="1199"/>
                  </a:lnTo>
                  <a:lnTo>
                    <a:pt x="39531" y="1186"/>
                  </a:lnTo>
                  <a:lnTo>
                    <a:pt x="39649" y="1173"/>
                  </a:lnTo>
                  <a:close/>
                  <a:moveTo>
                    <a:pt x="39649" y="1"/>
                  </a:moveTo>
                  <a:lnTo>
                    <a:pt x="39412" y="14"/>
                  </a:lnTo>
                  <a:lnTo>
                    <a:pt x="39175" y="40"/>
                  </a:lnTo>
                  <a:lnTo>
                    <a:pt x="38951" y="106"/>
                  </a:lnTo>
                  <a:lnTo>
                    <a:pt x="38728" y="185"/>
                  </a:lnTo>
                  <a:lnTo>
                    <a:pt x="38517" y="291"/>
                  </a:lnTo>
                  <a:lnTo>
                    <a:pt x="38319" y="409"/>
                  </a:lnTo>
                  <a:lnTo>
                    <a:pt x="38135" y="541"/>
                  </a:lnTo>
                  <a:lnTo>
                    <a:pt x="37964" y="699"/>
                  </a:lnTo>
                  <a:lnTo>
                    <a:pt x="37819" y="870"/>
                  </a:lnTo>
                  <a:lnTo>
                    <a:pt x="37674" y="1041"/>
                  </a:lnTo>
                  <a:lnTo>
                    <a:pt x="37556" y="1238"/>
                  </a:lnTo>
                  <a:lnTo>
                    <a:pt x="37464" y="1449"/>
                  </a:lnTo>
                  <a:lnTo>
                    <a:pt x="37385" y="1673"/>
                  </a:lnTo>
                  <a:lnTo>
                    <a:pt x="37319" y="1897"/>
                  </a:lnTo>
                  <a:lnTo>
                    <a:pt x="37280" y="2133"/>
                  </a:lnTo>
                  <a:lnTo>
                    <a:pt x="37266" y="2370"/>
                  </a:lnTo>
                  <a:lnTo>
                    <a:pt x="37280" y="2607"/>
                  </a:lnTo>
                  <a:lnTo>
                    <a:pt x="37319" y="2844"/>
                  </a:lnTo>
                  <a:lnTo>
                    <a:pt x="37372" y="3068"/>
                  </a:lnTo>
                  <a:lnTo>
                    <a:pt x="37451" y="3279"/>
                  </a:lnTo>
                  <a:lnTo>
                    <a:pt x="25156" y="12717"/>
                  </a:lnTo>
                  <a:lnTo>
                    <a:pt x="25156" y="41308"/>
                  </a:lnTo>
                  <a:lnTo>
                    <a:pt x="1" y="41308"/>
                  </a:lnTo>
                  <a:lnTo>
                    <a:pt x="1" y="53774"/>
                  </a:lnTo>
                  <a:lnTo>
                    <a:pt x="1185" y="53774"/>
                  </a:lnTo>
                  <a:lnTo>
                    <a:pt x="1185" y="42493"/>
                  </a:lnTo>
                  <a:lnTo>
                    <a:pt x="26328" y="42493"/>
                  </a:lnTo>
                  <a:lnTo>
                    <a:pt x="26328" y="13296"/>
                  </a:lnTo>
                  <a:lnTo>
                    <a:pt x="38162" y="4226"/>
                  </a:lnTo>
                  <a:lnTo>
                    <a:pt x="38319" y="4345"/>
                  </a:lnTo>
                  <a:lnTo>
                    <a:pt x="38491" y="4450"/>
                  </a:lnTo>
                  <a:lnTo>
                    <a:pt x="38662" y="4542"/>
                  </a:lnTo>
                  <a:lnTo>
                    <a:pt x="38846" y="4608"/>
                  </a:lnTo>
                  <a:lnTo>
                    <a:pt x="39043" y="4674"/>
                  </a:lnTo>
                  <a:lnTo>
                    <a:pt x="39241" y="4713"/>
                  </a:lnTo>
                  <a:lnTo>
                    <a:pt x="39438" y="4740"/>
                  </a:lnTo>
                  <a:lnTo>
                    <a:pt x="39649" y="4753"/>
                  </a:lnTo>
                  <a:lnTo>
                    <a:pt x="39899" y="4740"/>
                  </a:lnTo>
                  <a:lnTo>
                    <a:pt x="40136" y="4700"/>
                  </a:lnTo>
                  <a:lnTo>
                    <a:pt x="40360" y="4648"/>
                  </a:lnTo>
                  <a:lnTo>
                    <a:pt x="40570" y="4569"/>
                  </a:lnTo>
                  <a:lnTo>
                    <a:pt x="40781" y="4463"/>
                  </a:lnTo>
                  <a:lnTo>
                    <a:pt x="40979" y="4345"/>
                  </a:lnTo>
                  <a:lnTo>
                    <a:pt x="41163" y="4213"/>
                  </a:lnTo>
                  <a:lnTo>
                    <a:pt x="41334" y="4055"/>
                  </a:lnTo>
                  <a:lnTo>
                    <a:pt x="41492" y="3884"/>
                  </a:lnTo>
                  <a:lnTo>
                    <a:pt x="41624" y="3700"/>
                  </a:lnTo>
                  <a:lnTo>
                    <a:pt x="41742" y="3502"/>
                  </a:lnTo>
                  <a:lnTo>
                    <a:pt x="41847" y="3305"/>
                  </a:lnTo>
                  <a:lnTo>
                    <a:pt x="41926" y="3081"/>
                  </a:lnTo>
                  <a:lnTo>
                    <a:pt x="41979" y="2857"/>
                  </a:lnTo>
                  <a:lnTo>
                    <a:pt x="42018" y="2620"/>
                  </a:lnTo>
                  <a:lnTo>
                    <a:pt x="42032" y="2370"/>
                  </a:lnTo>
                  <a:lnTo>
                    <a:pt x="42018" y="2133"/>
                  </a:lnTo>
                  <a:lnTo>
                    <a:pt x="41979" y="1897"/>
                  </a:lnTo>
                  <a:lnTo>
                    <a:pt x="41926" y="1673"/>
                  </a:lnTo>
                  <a:lnTo>
                    <a:pt x="41847" y="1449"/>
                  </a:lnTo>
                  <a:lnTo>
                    <a:pt x="41742" y="1238"/>
                  </a:lnTo>
                  <a:lnTo>
                    <a:pt x="41624" y="1041"/>
                  </a:lnTo>
                  <a:lnTo>
                    <a:pt x="41492" y="870"/>
                  </a:lnTo>
                  <a:lnTo>
                    <a:pt x="41334" y="699"/>
                  </a:lnTo>
                  <a:lnTo>
                    <a:pt x="41163" y="541"/>
                  </a:lnTo>
                  <a:lnTo>
                    <a:pt x="40979" y="409"/>
                  </a:lnTo>
                  <a:lnTo>
                    <a:pt x="40781" y="291"/>
                  </a:lnTo>
                  <a:lnTo>
                    <a:pt x="40570" y="185"/>
                  </a:lnTo>
                  <a:lnTo>
                    <a:pt x="40360" y="106"/>
                  </a:lnTo>
                  <a:lnTo>
                    <a:pt x="40136" y="40"/>
                  </a:lnTo>
                  <a:lnTo>
                    <a:pt x="39899" y="14"/>
                  </a:lnTo>
                  <a:lnTo>
                    <a:pt x="3964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9"/>
            <p:cNvSpPr/>
            <p:nvPr/>
          </p:nvSpPr>
          <p:spPr>
            <a:xfrm>
              <a:off x="2970825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54" y="50404"/>
                  </a:lnTo>
                  <a:lnTo>
                    <a:pt x="3146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83" y="50720"/>
                  </a:lnTo>
                  <a:lnTo>
                    <a:pt x="3436" y="50825"/>
                  </a:lnTo>
                  <a:lnTo>
                    <a:pt x="3488" y="50931"/>
                  </a:lnTo>
                  <a:lnTo>
                    <a:pt x="3528" y="51036"/>
                  </a:lnTo>
                  <a:lnTo>
                    <a:pt x="3554" y="51154"/>
                  </a:lnTo>
                  <a:lnTo>
                    <a:pt x="3581" y="51273"/>
                  </a:lnTo>
                  <a:lnTo>
                    <a:pt x="3581" y="51391"/>
                  </a:lnTo>
                  <a:lnTo>
                    <a:pt x="3581" y="51510"/>
                  </a:lnTo>
                  <a:lnTo>
                    <a:pt x="3554" y="51628"/>
                  </a:lnTo>
                  <a:lnTo>
                    <a:pt x="3528" y="51747"/>
                  </a:lnTo>
                  <a:lnTo>
                    <a:pt x="3488" y="51852"/>
                  </a:lnTo>
                  <a:lnTo>
                    <a:pt x="3436" y="51957"/>
                  </a:lnTo>
                  <a:lnTo>
                    <a:pt x="3383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46" y="52313"/>
                  </a:lnTo>
                  <a:lnTo>
                    <a:pt x="3054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64" y="52589"/>
                  </a:lnTo>
                  <a:lnTo>
                    <a:pt x="2146" y="52563"/>
                  </a:lnTo>
                  <a:lnTo>
                    <a:pt x="2027" y="52536"/>
                  </a:lnTo>
                  <a:lnTo>
                    <a:pt x="1922" y="52497"/>
                  </a:lnTo>
                  <a:lnTo>
                    <a:pt x="1817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40" y="52234"/>
                  </a:lnTo>
                  <a:lnTo>
                    <a:pt x="1461" y="52155"/>
                  </a:lnTo>
                  <a:lnTo>
                    <a:pt x="1395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211" y="51628"/>
                  </a:lnTo>
                  <a:lnTo>
                    <a:pt x="1198" y="51510"/>
                  </a:lnTo>
                  <a:lnTo>
                    <a:pt x="1185" y="51391"/>
                  </a:lnTo>
                  <a:lnTo>
                    <a:pt x="1198" y="51273"/>
                  </a:lnTo>
                  <a:lnTo>
                    <a:pt x="1211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95" y="50720"/>
                  </a:lnTo>
                  <a:lnTo>
                    <a:pt x="1461" y="50628"/>
                  </a:lnTo>
                  <a:lnTo>
                    <a:pt x="1540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17" y="50338"/>
                  </a:lnTo>
                  <a:lnTo>
                    <a:pt x="1922" y="50286"/>
                  </a:lnTo>
                  <a:lnTo>
                    <a:pt x="2027" y="50246"/>
                  </a:lnTo>
                  <a:lnTo>
                    <a:pt x="2146" y="50220"/>
                  </a:lnTo>
                  <a:lnTo>
                    <a:pt x="2264" y="50207"/>
                  </a:lnTo>
                  <a:lnTo>
                    <a:pt x="2383" y="50193"/>
                  </a:lnTo>
                  <a:close/>
                  <a:moveTo>
                    <a:pt x="12032" y="1"/>
                  </a:moveTo>
                  <a:lnTo>
                    <a:pt x="12032" y="31817"/>
                  </a:lnTo>
                  <a:lnTo>
                    <a:pt x="1790" y="41690"/>
                  </a:lnTo>
                  <a:lnTo>
                    <a:pt x="1790" y="49088"/>
                  </a:lnTo>
                  <a:lnTo>
                    <a:pt x="1593" y="49140"/>
                  </a:lnTo>
                  <a:lnTo>
                    <a:pt x="1422" y="49219"/>
                  </a:lnTo>
                  <a:lnTo>
                    <a:pt x="1237" y="49311"/>
                  </a:lnTo>
                  <a:lnTo>
                    <a:pt x="1080" y="49404"/>
                  </a:lnTo>
                  <a:lnTo>
                    <a:pt x="922" y="49522"/>
                  </a:lnTo>
                  <a:lnTo>
                    <a:pt x="777" y="49640"/>
                  </a:lnTo>
                  <a:lnTo>
                    <a:pt x="632" y="49785"/>
                  </a:lnTo>
                  <a:lnTo>
                    <a:pt x="513" y="49930"/>
                  </a:lnTo>
                  <a:lnTo>
                    <a:pt x="395" y="50088"/>
                  </a:lnTo>
                  <a:lnTo>
                    <a:pt x="303" y="50246"/>
                  </a:lnTo>
                  <a:lnTo>
                    <a:pt x="211" y="50417"/>
                  </a:lnTo>
                  <a:lnTo>
                    <a:pt x="145" y="50601"/>
                  </a:lnTo>
                  <a:lnTo>
                    <a:pt x="79" y="50786"/>
                  </a:lnTo>
                  <a:lnTo>
                    <a:pt x="40" y="50983"/>
                  </a:lnTo>
                  <a:lnTo>
                    <a:pt x="13" y="51181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19" y="52102"/>
                  </a:lnTo>
                  <a:lnTo>
                    <a:pt x="198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53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61" y="53590"/>
                  </a:lnTo>
                  <a:lnTo>
                    <a:pt x="1672" y="53669"/>
                  </a:lnTo>
                  <a:lnTo>
                    <a:pt x="1909" y="53721"/>
                  </a:lnTo>
                  <a:lnTo>
                    <a:pt x="2146" y="53761"/>
                  </a:lnTo>
                  <a:lnTo>
                    <a:pt x="2383" y="53774"/>
                  </a:lnTo>
                  <a:lnTo>
                    <a:pt x="2633" y="53761"/>
                  </a:lnTo>
                  <a:lnTo>
                    <a:pt x="2857" y="53721"/>
                  </a:lnTo>
                  <a:lnTo>
                    <a:pt x="3094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97" y="53221"/>
                  </a:lnTo>
                  <a:lnTo>
                    <a:pt x="4068" y="53076"/>
                  </a:lnTo>
                  <a:lnTo>
                    <a:pt x="4226" y="52905"/>
                  </a:lnTo>
                  <a:lnTo>
                    <a:pt x="4357" y="52721"/>
                  </a:lnTo>
                  <a:lnTo>
                    <a:pt x="4476" y="52523"/>
                  </a:lnTo>
                  <a:lnTo>
                    <a:pt x="4581" y="52313"/>
                  </a:lnTo>
                  <a:lnTo>
                    <a:pt x="4660" y="52102"/>
                  </a:lnTo>
                  <a:lnTo>
                    <a:pt x="4713" y="51865"/>
                  </a:lnTo>
                  <a:lnTo>
                    <a:pt x="4752" y="51641"/>
                  </a:lnTo>
                  <a:lnTo>
                    <a:pt x="4765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86" y="50786"/>
                  </a:lnTo>
                  <a:lnTo>
                    <a:pt x="4634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70" y="50075"/>
                  </a:lnTo>
                  <a:lnTo>
                    <a:pt x="4252" y="49917"/>
                  </a:lnTo>
                  <a:lnTo>
                    <a:pt x="4120" y="49772"/>
                  </a:lnTo>
                  <a:lnTo>
                    <a:pt x="3989" y="49640"/>
                  </a:lnTo>
                  <a:lnTo>
                    <a:pt x="3844" y="49509"/>
                  </a:lnTo>
                  <a:lnTo>
                    <a:pt x="3686" y="49404"/>
                  </a:lnTo>
                  <a:lnTo>
                    <a:pt x="3515" y="49298"/>
                  </a:lnTo>
                  <a:lnTo>
                    <a:pt x="3344" y="49219"/>
                  </a:lnTo>
                  <a:lnTo>
                    <a:pt x="3159" y="49140"/>
                  </a:lnTo>
                  <a:lnTo>
                    <a:pt x="2975" y="49088"/>
                  </a:lnTo>
                  <a:lnTo>
                    <a:pt x="2975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9"/>
            <p:cNvSpPr/>
            <p:nvPr/>
          </p:nvSpPr>
          <p:spPr>
            <a:xfrm>
              <a:off x="2441325" y="3138025"/>
              <a:ext cx="481475" cy="119175"/>
            </a:xfrm>
            <a:custGeom>
              <a:rect b="b" l="l" r="r" t="t"/>
              <a:pathLst>
                <a:path extrusionOk="0" h="4767" w="19259">
                  <a:moveTo>
                    <a:pt x="2488" y="1186"/>
                  </a:moveTo>
                  <a:lnTo>
                    <a:pt x="2620" y="1212"/>
                  </a:lnTo>
                  <a:lnTo>
                    <a:pt x="2725" y="1238"/>
                  </a:lnTo>
                  <a:lnTo>
                    <a:pt x="2843" y="1278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2"/>
                  </a:lnTo>
                  <a:lnTo>
                    <a:pt x="3212" y="1541"/>
                  </a:lnTo>
                  <a:lnTo>
                    <a:pt x="3291" y="1620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3"/>
                  </a:lnTo>
                  <a:lnTo>
                    <a:pt x="3515" y="2028"/>
                  </a:lnTo>
                  <a:lnTo>
                    <a:pt x="3541" y="2147"/>
                  </a:lnTo>
                  <a:lnTo>
                    <a:pt x="3567" y="2265"/>
                  </a:lnTo>
                  <a:lnTo>
                    <a:pt x="3567" y="2383"/>
                  </a:lnTo>
                  <a:lnTo>
                    <a:pt x="3567" y="2502"/>
                  </a:lnTo>
                  <a:lnTo>
                    <a:pt x="3541" y="2620"/>
                  </a:lnTo>
                  <a:lnTo>
                    <a:pt x="3515" y="2739"/>
                  </a:lnTo>
                  <a:lnTo>
                    <a:pt x="3475" y="2844"/>
                  </a:lnTo>
                  <a:lnTo>
                    <a:pt x="3423" y="2950"/>
                  </a:lnTo>
                  <a:lnTo>
                    <a:pt x="3370" y="3055"/>
                  </a:lnTo>
                  <a:lnTo>
                    <a:pt x="3291" y="3147"/>
                  </a:lnTo>
                  <a:lnTo>
                    <a:pt x="3212" y="3226"/>
                  </a:lnTo>
                  <a:lnTo>
                    <a:pt x="3133" y="3305"/>
                  </a:lnTo>
                  <a:lnTo>
                    <a:pt x="3041" y="3371"/>
                  </a:lnTo>
                  <a:lnTo>
                    <a:pt x="2949" y="3437"/>
                  </a:lnTo>
                  <a:lnTo>
                    <a:pt x="2843" y="3489"/>
                  </a:lnTo>
                  <a:lnTo>
                    <a:pt x="2725" y="3529"/>
                  </a:lnTo>
                  <a:lnTo>
                    <a:pt x="2620" y="3555"/>
                  </a:lnTo>
                  <a:lnTo>
                    <a:pt x="2488" y="3568"/>
                  </a:lnTo>
                  <a:lnTo>
                    <a:pt x="2370" y="3581"/>
                  </a:lnTo>
                  <a:lnTo>
                    <a:pt x="2251" y="3568"/>
                  </a:lnTo>
                  <a:lnTo>
                    <a:pt x="2133" y="3555"/>
                  </a:lnTo>
                  <a:lnTo>
                    <a:pt x="2014" y="3529"/>
                  </a:lnTo>
                  <a:lnTo>
                    <a:pt x="1909" y="3489"/>
                  </a:lnTo>
                  <a:lnTo>
                    <a:pt x="1803" y="3437"/>
                  </a:lnTo>
                  <a:lnTo>
                    <a:pt x="1698" y="3371"/>
                  </a:lnTo>
                  <a:lnTo>
                    <a:pt x="1606" y="3305"/>
                  </a:lnTo>
                  <a:lnTo>
                    <a:pt x="1527" y="3226"/>
                  </a:lnTo>
                  <a:lnTo>
                    <a:pt x="1448" y="3147"/>
                  </a:lnTo>
                  <a:lnTo>
                    <a:pt x="1382" y="3055"/>
                  </a:lnTo>
                  <a:lnTo>
                    <a:pt x="1316" y="2950"/>
                  </a:lnTo>
                  <a:lnTo>
                    <a:pt x="1264" y="2844"/>
                  </a:lnTo>
                  <a:lnTo>
                    <a:pt x="1224" y="2739"/>
                  </a:lnTo>
                  <a:lnTo>
                    <a:pt x="1198" y="2620"/>
                  </a:lnTo>
                  <a:lnTo>
                    <a:pt x="1185" y="2502"/>
                  </a:lnTo>
                  <a:lnTo>
                    <a:pt x="1172" y="2383"/>
                  </a:lnTo>
                  <a:lnTo>
                    <a:pt x="1185" y="2265"/>
                  </a:lnTo>
                  <a:lnTo>
                    <a:pt x="1198" y="2147"/>
                  </a:lnTo>
                  <a:lnTo>
                    <a:pt x="1224" y="2028"/>
                  </a:lnTo>
                  <a:lnTo>
                    <a:pt x="1264" y="1923"/>
                  </a:lnTo>
                  <a:lnTo>
                    <a:pt x="1316" y="1817"/>
                  </a:lnTo>
                  <a:lnTo>
                    <a:pt x="1382" y="1712"/>
                  </a:lnTo>
                  <a:lnTo>
                    <a:pt x="1448" y="1620"/>
                  </a:lnTo>
                  <a:lnTo>
                    <a:pt x="1527" y="1541"/>
                  </a:lnTo>
                  <a:lnTo>
                    <a:pt x="1606" y="1462"/>
                  </a:lnTo>
                  <a:lnTo>
                    <a:pt x="1698" y="1396"/>
                  </a:lnTo>
                  <a:lnTo>
                    <a:pt x="1803" y="1330"/>
                  </a:lnTo>
                  <a:lnTo>
                    <a:pt x="1909" y="1278"/>
                  </a:lnTo>
                  <a:lnTo>
                    <a:pt x="2014" y="1238"/>
                  </a:lnTo>
                  <a:lnTo>
                    <a:pt x="2133" y="1212"/>
                  </a:lnTo>
                  <a:lnTo>
                    <a:pt x="2251" y="1186"/>
                  </a:lnTo>
                  <a:close/>
                  <a:moveTo>
                    <a:pt x="17007" y="1186"/>
                  </a:moveTo>
                  <a:lnTo>
                    <a:pt x="17126" y="1212"/>
                  </a:lnTo>
                  <a:lnTo>
                    <a:pt x="17231" y="1238"/>
                  </a:lnTo>
                  <a:lnTo>
                    <a:pt x="17350" y="1278"/>
                  </a:lnTo>
                  <a:lnTo>
                    <a:pt x="17455" y="1330"/>
                  </a:lnTo>
                  <a:lnTo>
                    <a:pt x="17547" y="1396"/>
                  </a:lnTo>
                  <a:lnTo>
                    <a:pt x="17639" y="1462"/>
                  </a:lnTo>
                  <a:lnTo>
                    <a:pt x="17731" y="1541"/>
                  </a:lnTo>
                  <a:lnTo>
                    <a:pt x="17810" y="1620"/>
                  </a:lnTo>
                  <a:lnTo>
                    <a:pt x="17876" y="1712"/>
                  </a:lnTo>
                  <a:lnTo>
                    <a:pt x="17929" y="1817"/>
                  </a:lnTo>
                  <a:lnTo>
                    <a:pt x="17981" y="1923"/>
                  </a:lnTo>
                  <a:lnTo>
                    <a:pt x="18021" y="2028"/>
                  </a:lnTo>
                  <a:lnTo>
                    <a:pt x="18047" y="2147"/>
                  </a:lnTo>
                  <a:lnTo>
                    <a:pt x="18074" y="2265"/>
                  </a:lnTo>
                  <a:lnTo>
                    <a:pt x="18074" y="2383"/>
                  </a:lnTo>
                  <a:lnTo>
                    <a:pt x="18074" y="2502"/>
                  </a:lnTo>
                  <a:lnTo>
                    <a:pt x="18047" y="2620"/>
                  </a:lnTo>
                  <a:lnTo>
                    <a:pt x="18021" y="2739"/>
                  </a:lnTo>
                  <a:lnTo>
                    <a:pt x="17981" y="2844"/>
                  </a:lnTo>
                  <a:lnTo>
                    <a:pt x="17929" y="2950"/>
                  </a:lnTo>
                  <a:lnTo>
                    <a:pt x="17876" y="3055"/>
                  </a:lnTo>
                  <a:lnTo>
                    <a:pt x="17810" y="3147"/>
                  </a:lnTo>
                  <a:lnTo>
                    <a:pt x="17731" y="3226"/>
                  </a:lnTo>
                  <a:lnTo>
                    <a:pt x="17639" y="3305"/>
                  </a:lnTo>
                  <a:lnTo>
                    <a:pt x="17547" y="3371"/>
                  </a:lnTo>
                  <a:lnTo>
                    <a:pt x="17455" y="3437"/>
                  </a:lnTo>
                  <a:lnTo>
                    <a:pt x="17350" y="3489"/>
                  </a:lnTo>
                  <a:lnTo>
                    <a:pt x="17231" y="3529"/>
                  </a:lnTo>
                  <a:lnTo>
                    <a:pt x="17126" y="3555"/>
                  </a:lnTo>
                  <a:lnTo>
                    <a:pt x="17007" y="3568"/>
                  </a:lnTo>
                  <a:lnTo>
                    <a:pt x="16876" y="3581"/>
                  </a:lnTo>
                  <a:lnTo>
                    <a:pt x="16757" y="3568"/>
                  </a:lnTo>
                  <a:lnTo>
                    <a:pt x="16639" y="3555"/>
                  </a:lnTo>
                  <a:lnTo>
                    <a:pt x="16520" y="3529"/>
                  </a:lnTo>
                  <a:lnTo>
                    <a:pt x="16415" y="3489"/>
                  </a:lnTo>
                  <a:lnTo>
                    <a:pt x="16310" y="3437"/>
                  </a:lnTo>
                  <a:lnTo>
                    <a:pt x="16217" y="3371"/>
                  </a:lnTo>
                  <a:lnTo>
                    <a:pt x="16125" y="3305"/>
                  </a:lnTo>
                  <a:lnTo>
                    <a:pt x="16033" y="3226"/>
                  </a:lnTo>
                  <a:lnTo>
                    <a:pt x="15954" y="3147"/>
                  </a:lnTo>
                  <a:lnTo>
                    <a:pt x="15888" y="3055"/>
                  </a:lnTo>
                  <a:lnTo>
                    <a:pt x="15823" y="2950"/>
                  </a:lnTo>
                  <a:lnTo>
                    <a:pt x="15783" y="2844"/>
                  </a:lnTo>
                  <a:lnTo>
                    <a:pt x="15730" y="2739"/>
                  </a:lnTo>
                  <a:lnTo>
                    <a:pt x="15704" y="2620"/>
                  </a:lnTo>
                  <a:lnTo>
                    <a:pt x="15691" y="2502"/>
                  </a:lnTo>
                  <a:lnTo>
                    <a:pt x="15678" y="2383"/>
                  </a:lnTo>
                  <a:lnTo>
                    <a:pt x="15691" y="2265"/>
                  </a:lnTo>
                  <a:lnTo>
                    <a:pt x="15704" y="2147"/>
                  </a:lnTo>
                  <a:lnTo>
                    <a:pt x="15730" y="2028"/>
                  </a:lnTo>
                  <a:lnTo>
                    <a:pt x="15783" y="1923"/>
                  </a:lnTo>
                  <a:lnTo>
                    <a:pt x="15823" y="1817"/>
                  </a:lnTo>
                  <a:lnTo>
                    <a:pt x="15888" y="1712"/>
                  </a:lnTo>
                  <a:lnTo>
                    <a:pt x="15954" y="1620"/>
                  </a:lnTo>
                  <a:lnTo>
                    <a:pt x="16033" y="1541"/>
                  </a:lnTo>
                  <a:lnTo>
                    <a:pt x="16125" y="1462"/>
                  </a:lnTo>
                  <a:lnTo>
                    <a:pt x="16217" y="1396"/>
                  </a:lnTo>
                  <a:lnTo>
                    <a:pt x="16310" y="1330"/>
                  </a:lnTo>
                  <a:lnTo>
                    <a:pt x="16415" y="1278"/>
                  </a:lnTo>
                  <a:lnTo>
                    <a:pt x="16520" y="1238"/>
                  </a:lnTo>
                  <a:lnTo>
                    <a:pt x="16639" y="1212"/>
                  </a:lnTo>
                  <a:lnTo>
                    <a:pt x="16757" y="1186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54"/>
                  </a:lnTo>
                  <a:lnTo>
                    <a:pt x="1672" y="106"/>
                  </a:lnTo>
                  <a:lnTo>
                    <a:pt x="1448" y="185"/>
                  </a:lnTo>
                  <a:lnTo>
                    <a:pt x="1237" y="290"/>
                  </a:lnTo>
                  <a:lnTo>
                    <a:pt x="1040" y="409"/>
                  </a:lnTo>
                  <a:lnTo>
                    <a:pt x="856" y="554"/>
                  </a:lnTo>
                  <a:lnTo>
                    <a:pt x="698" y="699"/>
                  </a:lnTo>
                  <a:lnTo>
                    <a:pt x="540" y="870"/>
                  </a:lnTo>
                  <a:lnTo>
                    <a:pt x="395" y="1054"/>
                  </a:lnTo>
                  <a:lnTo>
                    <a:pt x="277" y="1251"/>
                  </a:lnTo>
                  <a:lnTo>
                    <a:pt x="184" y="1462"/>
                  </a:lnTo>
                  <a:lnTo>
                    <a:pt x="105" y="1673"/>
                  </a:lnTo>
                  <a:lnTo>
                    <a:pt x="40" y="1910"/>
                  </a:lnTo>
                  <a:lnTo>
                    <a:pt x="0" y="2147"/>
                  </a:lnTo>
                  <a:lnTo>
                    <a:pt x="0" y="2383"/>
                  </a:lnTo>
                  <a:lnTo>
                    <a:pt x="0" y="2620"/>
                  </a:lnTo>
                  <a:lnTo>
                    <a:pt x="40" y="2857"/>
                  </a:lnTo>
                  <a:lnTo>
                    <a:pt x="105" y="3094"/>
                  </a:lnTo>
                  <a:lnTo>
                    <a:pt x="184" y="3305"/>
                  </a:lnTo>
                  <a:lnTo>
                    <a:pt x="277" y="3516"/>
                  </a:lnTo>
                  <a:lnTo>
                    <a:pt x="395" y="3713"/>
                  </a:lnTo>
                  <a:lnTo>
                    <a:pt x="540" y="3897"/>
                  </a:lnTo>
                  <a:lnTo>
                    <a:pt x="698" y="4068"/>
                  </a:lnTo>
                  <a:lnTo>
                    <a:pt x="856" y="4213"/>
                  </a:lnTo>
                  <a:lnTo>
                    <a:pt x="1040" y="4358"/>
                  </a:lnTo>
                  <a:lnTo>
                    <a:pt x="1237" y="4476"/>
                  </a:lnTo>
                  <a:lnTo>
                    <a:pt x="1448" y="4569"/>
                  </a:lnTo>
                  <a:lnTo>
                    <a:pt x="1672" y="4661"/>
                  </a:lnTo>
                  <a:lnTo>
                    <a:pt x="1896" y="4713"/>
                  </a:lnTo>
                  <a:lnTo>
                    <a:pt x="2133" y="4753"/>
                  </a:lnTo>
                  <a:lnTo>
                    <a:pt x="2370" y="4766"/>
                  </a:lnTo>
                  <a:lnTo>
                    <a:pt x="2580" y="4753"/>
                  </a:lnTo>
                  <a:lnTo>
                    <a:pt x="2778" y="4727"/>
                  </a:lnTo>
                  <a:lnTo>
                    <a:pt x="2975" y="4687"/>
                  </a:lnTo>
                  <a:lnTo>
                    <a:pt x="3159" y="4621"/>
                  </a:lnTo>
                  <a:lnTo>
                    <a:pt x="3344" y="4555"/>
                  </a:lnTo>
                  <a:lnTo>
                    <a:pt x="3515" y="4463"/>
                  </a:lnTo>
                  <a:lnTo>
                    <a:pt x="3686" y="4371"/>
                  </a:lnTo>
                  <a:lnTo>
                    <a:pt x="3844" y="4253"/>
                  </a:lnTo>
                  <a:lnTo>
                    <a:pt x="3989" y="4121"/>
                  </a:lnTo>
                  <a:lnTo>
                    <a:pt x="4120" y="3989"/>
                  </a:lnTo>
                  <a:lnTo>
                    <a:pt x="4252" y="3845"/>
                  </a:lnTo>
                  <a:lnTo>
                    <a:pt x="4357" y="3687"/>
                  </a:lnTo>
                  <a:lnTo>
                    <a:pt x="4462" y="3516"/>
                  </a:lnTo>
                  <a:lnTo>
                    <a:pt x="4541" y="3344"/>
                  </a:lnTo>
                  <a:lnTo>
                    <a:pt x="4620" y="3160"/>
                  </a:lnTo>
                  <a:lnTo>
                    <a:pt x="4673" y="2976"/>
                  </a:lnTo>
                  <a:lnTo>
                    <a:pt x="14572" y="2976"/>
                  </a:lnTo>
                  <a:lnTo>
                    <a:pt x="14638" y="3160"/>
                  </a:lnTo>
                  <a:lnTo>
                    <a:pt x="14704" y="3344"/>
                  </a:lnTo>
                  <a:lnTo>
                    <a:pt x="14796" y="3516"/>
                  </a:lnTo>
                  <a:lnTo>
                    <a:pt x="14888" y="3687"/>
                  </a:lnTo>
                  <a:lnTo>
                    <a:pt x="15006" y="3845"/>
                  </a:lnTo>
                  <a:lnTo>
                    <a:pt x="15125" y="3989"/>
                  </a:lnTo>
                  <a:lnTo>
                    <a:pt x="15270" y="4121"/>
                  </a:lnTo>
                  <a:lnTo>
                    <a:pt x="15415" y="4253"/>
                  </a:lnTo>
                  <a:lnTo>
                    <a:pt x="15572" y="4371"/>
                  </a:lnTo>
                  <a:lnTo>
                    <a:pt x="15730" y="4463"/>
                  </a:lnTo>
                  <a:lnTo>
                    <a:pt x="15915" y="4555"/>
                  </a:lnTo>
                  <a:lnTo>
                    <a:pt x="16086" y="4621"/>
                  </a:lnTo>
                  <a:lnTo>
                    <a:pt x="16283" y="4687"/>
                  </a:lnTo>
                  <a:lnTo>
                    <a:pt x="16481" y="4727"/>
                  </a:lnTo>
                  <a:lnTo>
                    <a:pt x="16678" y="4753"/>
                  </a:lnTo>
                  <a:lnTo>
                    <a:pt x="16876" y="4766"/>
                  </a:lnTo>
                  <a:lnTo>
                    <a:pt x="17126" y="4753"/>
                  </a:lnTo>
                  <a:lnTo>
                    <a:pt x="17363" y="4713"/>
                  </a:lnTo>
                  <a:lnTo>
                    <a:pt x="17586" y="4661"/>
                  </a:lnTo>
                  <a:lnTo>
                    <a:pt x="17810" y="4569"/>
                  </a:lnTo>
                  <a:lnTo>
                    <a:pt x="18008" y="4476"/>
                  </a:lnTo>
                  <a:lnTo>
                    <a:pt x="18205" y="4358"/>
                  </a:lnTo>
                  <a:lnTo>
                    <a:pt x="18389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0" y="3713"/>
                  </a:lnTo>
                  <a:lnTo>
                    <a:pt x="18969" y="3516"/>
                  </a:lnTo>
                  <a:lnTo>
                    <a:pt x="19074" y="3305"/>
                  </a:lnTo>
                  <a:lnTo>
                    <a:pt x="19153" y="3094"/>
                  </a:lnTo>
                  <a:lnTo>
                    <a:pt x="19206" y="2857"/>
                  </a:lnTo>
                  <a:lnTo>
                    <a:pt x="19245" y="2620"/>
                  </a:lnTo>
                  <a:lnTo>
                    <a:pt x="19258" y="2383"/>
                  </a:lnTo>
                  <a:lnTo>
                    <a:pt x="19245" y="2147"/>
                  </a:lnTo>
                  <a:lnTo>
                    <a:pt x="19206" y="1910"/>
                  </a:lnTo>
                  <a:lnTo>
                    <a:pt x="19153" y="1673"/>
                  </a:lnTo>
                  <a:lnTo>
                    <a:pt x="19074" y="1462"/>
                  </a:lnTo>
                  <a:lnTo>
                    <a:pt x="18969" y="1251"/>
                  </a:lnTo>
                  <a:lnTo>
                    <a:pt x="18850" y="1054"/>
                  </a:lnTo>
                  <a:lnTo>
                    <a:pt x="18719" y="870"/>
                  </a:lnTo>
                  <a:lnTo>
                    <a:pt x="18561" y="699"/>
                  </a:lnTo>
                  <a:lnTo>
                    <a:pt x="18389" y="554"/>
                  </a:lnTo>
                  <a:lnTo>
                    <a:pt x="18205" y="409"/>
                  </a:lnTo>
                  <a:lnTo>
                    <a:pt x="18008" y="290"/>
                  </a:lnTo>
                  <a:lnTo>
                    <a:pt x="17810" y="185"/>
                  </a:lnTo>
                  <a:lnTo>
                    <a:pt x="17586" y="106"/>
                  </a:lnTo>
                  <a:lnTo>
                    <a:pt x="17363" y="54"/>
                  </a:lnTo>
                  <a:lnTo>
                    <a:pt x="17126" y="14"/>
                  </a:lnTo>
                  <a:lnTo>
                    <a:pt x="16876" y="1"/>
                  </a:lnTo>
                  <a:lnTo>
                    <a:pt x="16678" y="14"/>
                  </a:lnTo>
                  <a:lnTo>
                    <a:pt x="16481" y="40"/>
                  </a:lnTo>
                  <a:lnTo>
                    <a:pt x="16283" y="80"/>
                  </a:lnTo>
                  <a:lnTo>
                    <a:pt x="16086" y="146"/>
                  </a:lnTo>
                  <a:lnTo>
                    <a:pt x="15915" y="212"/>
                  </a:lnTo>
                  <a:lnTo>
                    <a:pt x="15730" y="304"/>
                  </a:lnTo>
                  <a:lnTo>
                    <a:pt x="15572" y="396"/>
                  </a:lnTo>
                  <a:lnTo>
                    <a:pt x="15415" y="514"/>
                  </a:lnTo>
                  <a:lnTo>
                    <a:pt x="15270" y="633"/>
                  </a:lnTo>
                  <a:lnTo>
                    <a:pt x="15125" y="778"/>
                  </a:lnTo>
                  <a:lnTo>
                    <a:pt x="15006" y="922"/>
                  </a:lnTo>
                  <a:lnTo>
                    <a:pt x="14888" y="1080"/>
                  </a:lnTo>
                  <a:lnTo>
                    <a:pt x="14796" y="1251"/>
                  </a:lnTo>
                  <a:lnTo>
                    <a:pt x="14704" y="1423"/>
                  </a:lnTo>
                  <a:lnTo>
                    <a:pt x="14638" y="1607"/>
                  </a:lnTo>
                  <a:lnTo>
                    <a:pt x="14572" y="1791"/>
                  </a:lnTo>
                  <a:lnTo>
                    <a:pt x="4673" y="1791"/>
                  </a:lnTo>
                  <a:lnTo>
                    <a:pt x="4620" y="1607"/>
                  </a:lnTo>
                  <a:lnTo>
                    <a:pt x="4541" y="1423"/>
                  </a:lnTo>
                  <a:lnTo>
                    <a:pt x="4462" y="1251"/>
                  </a:lnTo>
                  <a:lnTo>
                    <a:pt x="4357" y="1080"/>
                  </a:lnTo>
                  <a:lnTo>
                    <a:pt x="4252" y="922"/>
                  </a:lnTo>
                  <a:lnTo>
                    <a:pt x="4120" y="778"/>
                  </a:lnTo>
                  <a:lnTo>
                    <a:pt x="3989" y="633"/>
                  </a:lnTo>
                  <a:lnTo>
                    <a:pt x="3844" y="514"/>
                  </a:lnTo>
                  <a:lnTo>
                    <a:pt x="3686" y="396"/>
                  </a:lnTo>
                  <a:lnTo>
                    <a:pt x="3515" y="304"/>
                  </a:lnTo>
                  <a:lnTo>
                    <a:pt x="3344" y="212"/>
                  </a:lnTo>
                  <a:lnTo>
                    <a:pt x="3159" y="146"/>
                  </a:lnTo>
                  <a:lnTo>
                    <a:pt x="2975" y="80"/>
                  </a:lnTo>
                  <a:lnTo>
                    <a:pt x="2778" y="40"/>
                  </a:lnTo>
                  <a:lnTo>
                    <a:pt x="258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9"/>
            <p:cNvSpPr/>
            <p:nvPr/>
          </p:nvSpPr>
          <p:spPr>
            <a:xfrm>
              <a:off x="1084150" y="2637825"/>
              <a:ext cx="931350" cy="455800"/>
            </a:xfrm>
            <a:custGeom>
              <a:rect b="b" l="l" r="r" t="t"/>
              <a:pathLst>
                <a:path extrusionOk="0" h="18232" w="37254">
                  <a:moveTo>
                    <a:pt x="2489" y="1185"/>
                  </a:moveTo>
                  <a:lnTo>
                    <a:pt x="2620" y="1198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3"/>
                  </a:lnTo>
                  <a:lnTo>
                    <a:pt x="3134" y="1448"/>
                  </a:lnTo>
                  <a:lnTo>
                    <a:pt x="3213" y="1527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09"/>
                  </a:lnTo>
                  <a:lnTo>
                    <a:pt x="3516" y="2014"/>
                  </a:lnTo>
                  <a:lnTo>
                    <a:pt x="3542" y="2133"/>
                  </a:lnTo>
                  <a:lnTo>
                    <a:pt x="3568" y="2251"/>
                  </a:lnTo>
                  <a:lnTo>
                    <a:pt x="3568" y="2370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41"/>
                  </a:lnTo>
                  <a:lnTo>
                    <a:pt x="3292" y="3133"/>
                  </a:lnTo>
                  <a:lnTo>
                    <a:pt x="3213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5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5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33"/>
                  </a:lnTo>
                  <a:lnTo>
                    <a:pt x="1383" y="3041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70"/>
                  </a:lnTo>
                  <a:lnTo>
                    <a:pt x="1186" y="2251"/>
                  </a:lnTo>
                  <a:lnTo>
                    <a:pt x="1199" y="2133"/>
                  </a:lnTo>
                  <a:lnTo>
                    <a:pt x="1225" y="2014"/>
                  </a:lnTo>
                  <a:lnTo>
                    <a:pt x="1265" y="1909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27"/>
                  </a:lnTo>
                  <a:lnTo>
                    <a:pt x="1607" y="1448"/>
                  </a:lnTo>
                  <a:lnTo>
                    <a:pt x="1699" y="1383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198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40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38"/>
                  </a:lnTo>
                  <a:lnTo>
                    <a:pt x="185" y="1448"/>
                  </a:lnTo>
                  <a:lnTo>
                    <a:pt x="106" y="1672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699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4"/>
                  </a:lnTo>
                  <a:lnTo>
                    <a:pt x="1238" y="4463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39"/>
                  </a:lnTo>
                  <a:lnTo>
                    <a:pt x="2370" y="4752"/>
                  </a:lnTo>
                  <a:lnTo>
                    <a:pt x="2528" y="4752"/>
                  </a:lnTo>
                  <a:lnTo>
                    <a:pt x="2686" y="4739"/>
                  </a:lnTo>
                  <a:lnTo>
                    <a:pt x="2844" y="4713"/>
                  </a:lnTo>
                  <a:lnTo>
                    <a:pt x="2989" y="4673"/>
                  </a:lnTo>
                  <a:lnTo>
                    <a:pt x="16547" y="18232"/>
                  </a:lnTo>
                  <a:lnTo>
                    <a:pt x="37254" y="18232"/>
                  </a:lnTo>
                  <a:lnTo>
                    <a:pt x="37254" y="17047"/>
                  </a:lnTo>
                  <a:lnTo>
                    <a:pt x="17034" y="17047"/>
                  </a:lnTo>
                  <a:lnTo>
                    <a:pt x="4055" y="4068"/>
                  </a:lnTo>
                  <a:lnTo>
                    <a:pt x="4200" y="3897"/>
                  </a:lnTo>
                  <a:lnTo>
                    <a:pt x="4345" y="3712"/>
                  </a:lnTo>
                  <a:lnTo>
                    <a:pt x="4463" y="3515"/>
                  </a:lnTo>
                  <a:lnTo>
                    <a:pt x="4569" y="3304"/>
                  </a:lnTo>
                  <a:lnTo>
                    <a:pt x="4648" y="3081"/>
                  </a:lnTo>
                  <a:lnTo>
                    <a:pt x="4700" y="2857"/>
                  </a:lnTo>
                  <a:lnTo>
                    <a:pt x="4740" y="2620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2"/>
                  </a:lnTo>
                  <a:lnTo>
                    <a:pt x="4569" y="1448"/>
                  </a:lnTo>
                  <a:lnTo>
                    <a:pt x="4463" y="1238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084150" y="2820125"/>
              <a:ext cx="931350" cy="443650"/>
            </a:xfrm>
            <a:custGeom>
              <a:rect b="b" l="l" r="r" t="t"/>
              <a:pathLst>
                <a:path extrusionOk="0" h="17746" w="37254">
                  <a:moveTo>
                    <a:pt x="2370" y="1172"/>
                  </a:moveTo>
                  <a:lnTo>
                    <a:pt x="2489" y="1186"/>
                  </a:lnTo>
                  <a:lnTo>
                    <a:pt x="2620" y="1199"/>
                  </a:lnTo>
                  <a:lnTo>
                    <a:pt x="2726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2" y="1383"/>
                  </a:lnTo>
                  <a:lnTo>
                    <a:pt x="3134" y="1449"/>
                  </a:lnTo>
                  <a:lnTo>
                    <a:pt x="3213" y="1528"/>
                  </a:lnTo>
                  <a:lnTo>
                    <a:pt x="3292" y="1620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10"/>
                  </a:lnTo>
                  <a:lnTo>
                    <a:pt x="3516" y="2015"/>
                  </a:lnTo>
                  <a:lnTo>
                    <a:pt x="3542" y="2133"/>
                  </a:lnTo>
                  <a:lnTo>
                    <a:pt x="3568" y="2252"/>
                  </a:lnTo>
                  <a:lnTo>
                    <a:pt x="3568" y="2370"/>
                  </a:lnTo>
                  <a:lnTo>
                    <a:pt x="3568" y="2502"/>
                  </a:lnTo>
                  <a:lnTo>
                    <a:pt x="3542" y="2620"/>
                  </a:lnTo>
                  <a:lnTo>
                    <a:pt x="3516" y="2726"/>
                  </a:lnTo>
                  <a:lnTo>
                    <a:pt x="3476" y="2844"/>
                  </a:lnTo>
                  <a:lnTo>
                    <a:pt x="3423" y="2950"/>
                  </a:lnTo>
                  <a:lnTo>
                    <a:pt x="3371" y="3042"/>
                  </a:lnTo>
                  <a:lnTo>
                    <a:pt x="3292" y="3134"/>
                  </a:lnTo>
                  <a:lnTo>
                    <a:pt x="3213" y="3226"/>
                  </a:lnTo>
                  <a:lnTo>
                    <a:pt x="3134" y="3305"/>
                  </a:lnTo>
                  <a:lnTo>
                    <a:pt x="3042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6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6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1"/>
                  </a:lnTo>
                  <a:lnTo>
                    <a:pt x="1607" y="3305"/>
                  </a:lnTo>
                  <a:lnTo>
                    <a:pt x="1528" y="3226"/>
                  </a:lnTo>
                  <a:lnTo>
                    <a:pt x="1449" y="3134"/>
                  </a:lnTo>
                  <a:lnTo>
                    <a:pt x="1383" y="3042"/>
                  </a:lnTo>
                  <a:lnTo>
                    <a:pt x="1317" y="2950"/>
                  </a:lnTo>
                  <a:lnTo>
                    <a:pt x="1265" y="2844"/>
                  </a:lnTo>
                  <a:lnTo>
                    <a:pt x="1225" y="2726"/>
                  </a:lnTo>
                  <a:lnTo>
                    <a:pt x="1199" y="2620"/>
                  </a:lnTo>
                  <a:lnTo>
                    <a:pt x="1186" y="2502"/>
                  </a:lnTo>
                  <a:lnTo>
                    <a:pt x="1172" y="2370"/>
                  </a:lnTo>
                  <a:lnTo>
                    <a:pt x="1186" y="2252"/>
                  </a:lnTo>
                  <a:lnTo>
                    <a:pt x="1199" y="2133"/>
                  </a:lnTo>
                  <a:lnTo>
                    <a:pt x="1225" y="2015"/>
                  </a:lnTo>
                  <a:lnTo>
                    <a:pt x="1265" y="1910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20"/>
                  </a:lnTo>
                  <a:lnTo>
                    <a:pt x="1528" y="1528"/>
                  </a:lnTo>
                  <a:lnTo>
                    <a:pt x="1607" y="1449"/>
                  </a:lnTo>
                  <a:lnTo>
                    <a:pt x="1699" y="1383"/>
                  </a:lnTo>
                  <a:lnTo>
                    <a:pt x="1804" y="1317"/>
                  </a:lnTo>
                  <a:lnTo>
                    <a:pt x="1910" y="1278"/>
                  </a:lnTo>
                  <a:lnTo>
                    <a:pt x="2015" y="1238"/>
                  </a:lnTo>
                  <a:lnTo>
                    <a:pt x="2133" y="1199"/>
                  </a:lnTo>
                  <a:lnTo>
                    <a:pt x="2252" y="1186"/>
                  </a:lnTo>
                  <a:lnTo>
                    <a:pt x="2370" y="1172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1"/>
                  </a:lnTo>
                  <a:lnTo>
                    <a:pt x="1041" y="409"/>
                  </a:lnTo>
                  <a:lnTo>
                    <a:pt x="856" y="541"/>
                  </a:lnTo>
                  <a:lnTo>
                    <a:pt x="685" y="699"/>
                  </a:lnTo>
                  <a:lnTo>
                    <a:pt x="541" y="870"/>
                  </a:lnTo>
                  <a:lnTo>
                    <a:pt x="396" y="1041"/>
                  </a:lnTo>
                  <a:lnTo>
                    <a:pt x="277" y="1238"/>
                  </a:lnTo>
                  <a:lnTo>
                    <a:pt x="185" y="1449"/>
                  </a:lnTo>
                  <a:lnTo>
                    <a:pt x="106" y="1673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5"/>
                  </a:lnTo>
                  <a:lnTo>
                    <a:pt x="277" y="3502"/>
                  </a:lnTo>
                  <a:lnTo>
                    <a:pt x="396" y="3700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5"/>
                  </a:lnTo>
                  <a:lnTo>
                    <a:pt x="1238" y="4463"/>
                  </a:lnTo>
                  <a:lnTo>
                    <a:pt x="1449" y="4569"/>
                  </a:lnTo>
                  <a:lnTo>
                    <a:pt x="1673" y="4648"/>
                  </a:lnTo>
                  <a:lnTo>
                    <a:pt x="1896" y="4700"/>
                  </a:lnTo>
                  <a:lnTo>
                    <a:pt x="2133" y="4740"/>
                  </a:lnTo>
                  <a:lnTo>
                    <a:pt x="2370" y="4753"/>
                  </a:lnTo>
                  <a:lnTo>
                    <a:pt x="2634" y="4740"/>
                  </a:lnTo>
                  <a:lnTo>
                    <a:pt x="2884" y="4700"/>
                  </a:lnTo>
                  <a:lnTo>
                    <a:pt x="3121" y="4635"/>
                  </a:lnTo>
                  <a:lnTo>
                    <a:pt x="3344" y="4542"/>
                  </a:lnTo>
                  <a:lnTo>
                    <a:pt x="16547" y="17745"/>
                  </a:lnTo>
                  <a:lnTo>
                    <a:pt x="37254" y="17745"/>
                  </a:lnTo>
                  <a:lnTo>
                    <a:pt x="37254" y="16561"/>
                  </a:lnTo>
                  <a:lnTo>
                    <a:pt x="17034" y="16561"/>
                  </a:lnTo>
                  <a:lnTo>
                    <a:pt x="4279" y="3805"/>
                  </a:lnTo>
                  <a:lnTo>
                    <a:pt x="4384" y="3647"/>
                  </a:lnTo>
                  <a:lnTo>
                    <a:pt x="4476" y="3489"/>
                  </a:lnTo>
                  <a:lnTo>
                    <a:pt x="4555" y="3318"/>
                  </a:lnTo>
                  <a:lnTo>
                    <a:pt x="4621" y="3134"/>
                  </a:lnTo>
                  <a:lnTo>
                    <a:pt x="4674" y="2963"/>
                  </a:lnTo>
                  <a:lnTo>
                    <a:pt x="4713" y="2765"/>
                  </a:lnTo>
                  <a:lnTo>
                    <a:pt x="4740" y="2568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3"/>
                  </a:lnTo>
                  <a:lnTo>
                    <a:pt x="4569" y="1449"/>
                  </a:lnTo>
                  <a:lnTo>
                    <a:pt x="4463" y="1238"/>
                  </a:lnTo>
                  <a:lnTo>
                    <a:pt x="4345" y="1041"/>
                  </a:lnTo>
                  <a:lnTo>
                    <a:pt x="4213" y="870"/>
                  </a:lnTo>
                  <a:lnTo>
                    <a:pt x="4055" y="699"/>
                  </a:lnTo>
                  <a:lnTo>
                    <a:pt x="3884" y="541"/>
                  </a:lnTo>
                  <a:lnTo>
                    <a:pt x="3700" y="409"/>
                  </a:lnTo>
                  <a:lnTo>
                    <a:pt x="3502" y="291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084150" y="3024175"/>
              <a:ext cx="931350" cy="434425"/>
            </a:xfrm>
            <a:custGeom>
              <a:rect b="b" l="l" r="r" t="t"/>
              <a:pathLst>
                <a:path extrusionOk="0" h="17377" w="37254">
                  <a:moveTo>
                    <a:pt x="2489" y="1185"/>
                  </a:move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2"/>
                  </a:lnTo>
                  <a:lnTo>
                    <a:pt x="3134" y="1461"/>
                  </a:lnTo>
                  <a:lnTo>
                    <a:pt x="3213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8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55" y="2528"/>
                  </a:lnTo>
                  <a:lnTo>
                    <a:pt x="3529" y="2673"/>
                  </a:lnTo>
                  <a:lnTo>
                    <a:pt x="3489" y="2804"/>
                  </a:lnTo>
                  <a:lnTo>
                    <a:pt x="3437" y="2936"/>
                  </a:lnTo>
                  <a:lnTo>
                    <a:pt x="2923" y="3436"/>
                  </a:lnTo>
                  <a:lnTo>
                    <a:pt x="2805" y="3502"/>
                  </a:lnTo>
                  <a:lnTo>
                    <a:pt x="2660" y="3541"/>
                  </a:lnTo>
                  <a:lnTo>
                    <a:pt x="2515" y="3568"/>
                  </a:lnTo>
                  <a:lnTo>
                    <a:pt x="2370" y="3581"/>
                  </a:lnTo>
                  <a:lnTo>
                    <a:pt x="2252" y="3568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8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82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33"/>
                  </a:lnTo>
                  <a:lnTo>
                    <a:pt x="1" y="2383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85" y="4068"/>
                  </a:lnTo>
                  <a:lnTo>
                    <a:pt x="856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52"/>
                  </a:lnTo>
                  <a:lnTo>
                    <a:pt x="2370" y="4766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73" y="4621"/>
                  </a:lnTo>
                  <a:lnTo>
                    <a:pt x="3318" y="4568"/>
                  </a:lnTo>
                  <a:lnTo>
                    <a:pt x="3450" y="4502"/>
                  </a:lnTo>
                  <a:lnTo>
                    <a:pt x="3595" y="4423"/>
                  </a:lnTo>
                  <a:lnTo>
                    <a:pt x="16547" y="17376"/>
                  </a:lnTo>
                  <a:lnTo>
                    <a:pt x="37254" y="17376"/>
                  </a:lnTo>
                  <a:lnTo>
                    <a:pt x="37254" y="16205"/>
                  </a:lnTo>
                  <a:lnTo>
                    <a:pt x="17034" y="16205"/>
                  </a:lnTo>
                  <a:lnTo>
                    <a:pt x="4424" y="3581"/>
                  </a:lnTo>
                  <a:lnTo>
                    <a:pt x="4503" y="3449"/>
                  </a:lnTo>
                  <a:lnTo>
                    <a:pt x="4569" y="3304"/>
                  </a:lnTo>
                  <a:lnTo>
                    <a:pt x="4621" y="3160"/>
                  </a:lnTo>
                  <a:lnTo>
                    <a:pt x="4661" y="3015"/>
                  </a:lnTo>
                  <a:lnTo>
                    <a:pt x="4700" y="2857"/>
                  </a:lnTo>
                  <a:lnTo>
                    <a:pt x="4727" y="2699"/>
                  </a:lnTo>
                  <a:lnTo>
                    <a:pt x="4740" y="2541"/>
                  </a:lnTo>
                  <a:lnTo>
                    <a:pt x="4753" y="2383"/>
                  </a:lnTo>
                  <a:lnTo>
                    <a:pt x="4740" y="2133"/>
                  </a:lnTo>
                  <a:lnTo>
                    <a:pt x="4700" y="1909"/>
                  </a:lnTo>
                  <a:lnTo>
                    <a:pt x="4648" y="1672"/>
                  </a:lnTo>
                  <a:lnTo>
                    <a:pt x="4569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128575" y="3519125"/>
              <a:ext cx="933000" cy="118825"/>
            </a:xfrm>
            <a:custGeom>
              <a:rect b="b" l="l" r="r" t="t"/>
              <a:pathLst>
                <a:path extrusionOk="0" h="4753" w="37320">
                  <a:moveTo>
                    <a:pt x="2502" y="1185"/>
                  </a:moveTo>
                  <a:lnTo>
                    <a:pt x="2620" y="1198"/>
                  </a:lnTo>
                  <a:lnTo>
                    <a:pt x="2739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55" y="1382"/>
                  </a:lnTo>
                  <a:lnTo>
                    <a:pt x="3147" y="1448"/>
                  </a:lnTo>
                  <a:lnTo>
                    <a:pt x="3226" y="1527"/>
                  </a:lnTo>
                  <a:lnTo>
                    <a:pt x="3305" y="1619"/>
                  </a:lnTo>
                  <a:lnTo>
                    <a:pt x="3371" y="1712"/>
                  </a:lnTo>
                  <a:lnTo>
                    <a:pt x="3437" y="1804"/>
                  </a:lnTo>
                  <a:lnTo>
                    <a:pt x="3489" y="1909"/>
                  </a:lnTo>
                  <a:lnTo>
                    <a:pt x="3529" y="2014"/>
                  </a:lnTo>
                  <a:lnTo>
                    <a:pt x="3555" y="2133"/>
                  </a:lnTo>
                  <a:lnTo>
                    <a:pt x="3581" y="2251"/>
                  </a:lnTo>
                  <a:lnTo>
                    <a:pt x="3581" y="2370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25"/>
                  </a:lnTo>
                  <a:lnTo>
                    <a:pt x="3489" y="2844"/>
                  </a:lnTo>
                  <a:lnTo>
                    <a:pt x="3437" y="2949"/>
                  </a:lnTo>
                  <a:lnTo>
                    <a:pt x="3371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70"/>
                  </a:lnTo>
                  <a:lnTo>
                    <a:pt x="2950" y="3423"/>
                  </a:lnTo>
                  <a:lnTo>
                    <a:pt x="2844" y="3475"/>
                  </a:lnTo>
                  <a:lnTo>
                    <a:pt x="2739" y="3515"/>
                  </a:lnTo>
                  <a:lnTo>
                    <a:pt x="2620" y="3554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7" y="3554"/>
                  </a:lnTo>
                  <a:lnTo>
                    <a:pt x="2028" y="3515"/>
                  </a:lnTo>
                  <a:lnTo>
                    <a:pt x="1923" y="3475"/>
                  </a:lnTo>
                  <a:lnTo>
                    <a:pt x="1818" y="3423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33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8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6" y="2370"/>
                  </a:lnTo>
                  <a:lnTo>
                    <a:pt x="1199" y="2251"/>
                  </a:lnTo>
                  <a:lnTo>
                    <a:pt x="1212" y="2133"/>
                  </a:lnTo>
                  <a:lnTo>
                    <a:pt x="1238" y="2014"/>
                  </a:lnTo>
                  <a:lnTo>
                    <a:pt x="1278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19"/>
                  </a:lnTo>
                  <a:lnTo>
                    <a:pt x="1541" y="1527"/>
                  </a:lnTo>
                  <a:lnTo>
                    <a:pt x="1620" y="1448"/>
                  </a:lnTo>
                  <a:lnTo>
                    <a:pt x="1712" y="1382"/>
                  </a:lnTo>
                  <a:lnTo>
                    <a:pt x="1818" y="1330"/>
                  </a:lnTo>
                  <a:lnTo>
                    <a:pt x="1923" y="1277"/>
                  </a:lnTo>
                  <a:lnTo>
                    <a:pt x="2028" y="1238"/>
                  </a:lnTo>
                  <a:lnTo>
                    <a:pt x="2147" y="1198"/>
                  </a:lnTo>
                  <a:lnTo>
                    <a:pt x="2265" y="1185"/>
                  </a:lnTo>
                  <a:close/>
                  <a:moveTo>
                    <a:pt x="2384" y="0"/>
                  </a:moveTo>
                  <a:lnTo>
                    <a:pt x="2147" y="13"/>
                  </a:lnTo>
                  <a:lnTo>
                    <a:pt x="1910" y="40"/>
                  </a:lnTo>
                  <a:lnTo>
                    <a:pt x="1673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40"/>
                  </a:lnTo>
                  <a:lnTo>
                    <a:pt x="699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1" y="1238"/>
                  </a:lnTo>
                  <a:lnTo>
                    <a:pt x="198" y="1448"/>
                  </a:lnTo>
                  <a:lnTo>
                    <a:pt x="106" y="1672"/>
                  </a:lnTo>
                  <a:lnTo>
                    <a:pt x="54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4" y="2857"/>
                  </a:lnTo>
                  <a:lnTo>
                    <a:pt x="106" y="3081"/>
                  </a:lnTo>
                  <a:lnTo>
                    <a:pt x="198" y="3304"/>
                  </a:lnTo>
                  <a:lnTo>
                    <a:pt x="291" y="3515"/>
                  </a:lnTo>
                  <a:lnTo>
                    <a:pt x="409" y="3699"/>
                  </a:lnTo>
                  <a:lnTo>
                    <a:pt x="554" y="3883"/>
                  </a:lnTo>
                  <a:lnTo>
                    <a:pt x="699" y="4055"/>
                  </a:lnTo>
                  <a:lnTo>
                    <a:pt x="870" y="4213"/>
                  </a:lnTo>
                  <a:lnTo>
                    <a:pt x="1054" y="4344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3" y="4647"/>
                  </a:lnTo>
                  <a:lnTo>
                    <a:pt x="1910" y="4700"/>
                  </a:lnTo>
                  <a:lnTo>
                    <a:pt x="2147" y="4739"/>
                  </a:lnTo>
                  <a:lnTo>
                    <a:pt x="2384" y="4752"/>
                  </a:lnTo>
                  <a:lnTo>
                    <a:pt x="2594" y="4752"/>
                  </a:lnTo>
                  <a:lnTo>
                    <a:pt x="2792" y="4726"/>
                  </a:lnTo>
                  <a:lnTo>
                    <a:pt x="2989" y="4673"/>
                  </a:lnTo>
                  <a:lnTo>
                    <a:pt x="3173" y="4621"/>
                  </a:lnTo>
                  <a:lnTo>
                    <a:pt x="3358" y="4542"/>
                  </a:lnTo>
                  <a:lnTo>
                    <a:pt x="3529" y="4463"/>
                  </a:lnTo>
                  <a:lnTo>
                    <a:pt x="3700" y="4357"/>
                  </a:lnTo>
                  <a:lnTo>
                    <a:pt x="3858" y="4252"/>
                  </a:lnTo>
                  <a:lnTo>
                    <a:pt x="4003" y="4120"/>
                  </a:lnTo>
                  <a:lnTo>
                    <a:pt x="4134" y="3989"/>
                  </a:lnTo>
                  <a:lnTo>
                    <a:pt x="4266" y="3831"/>
                  </a:lnTo>
                  <a:lnTo>
                    <a:pt x="4371" y="3673"/>
                  </a:lnTo>
                  <a:lnTo>
                    <a:pt x="4477" y="3515"/>
                  </a:lnTo>
                  <a:lnTo>
                    <a:pt x="4556" y="3344"/>
                  </a:lnTo>
                  <a:lnTo>
                    <a:pt x="4634" y="3159"/>
                  </a:lnTo>
                  <a:lnTo>
                    <a:pt x="4687" y="2962"/>
                  </a:lnTo>
                  <a:lnTo>
                    <a:pt x="37319" y="2962"/>
                  </a:lnTo>
                  <a:lnTo>
                    <a:pt x="37319" y="1790"/>
                  </a:lnTo>
                  <a:lnTo>
                    <a:pt x="4687" y="1790"/>
                  </a:lnTo>
                  <a:lnTo>
                    <a:pt x="4634" y="1593"/>
                  </a:lnTo>
                  <a:lnTo>
                    <a:pt x="4556" y="1409"/>
                  </a:lnTo>
                  <a:lnTo>
                    <a:pt x="4477" y="1238"/>
                  </a:lnTo>
                  <a:lnTo>
                    <a:pt x="4371" y="1067"/>
                  </a:lnTo>
                  <a:lnTo>
                    <a:pt x="4266" y="922"/>
                  </a:lnTo>
                  <a:lnTo>
                    <a:pt x="4134" y="764"/>
                  </a:lnTo>
                  <a:lnTo>
                    <a:pt x="4003" y="632"/>
                  </a:lnTo>
                  <a:lnTo>
                    <a:pt x="3858" y="500"/>
                  </a:lnTo>
                  <a:lnTo>
                    <a:pt x="3700" y="395"/>
                  </a:lnTo>
                  <a:lnTo>
                    <a:pt x="3529" y="290"/>
                  </a:lnTo>
                  <a:lnTo>
                    <a:pt x="3358" y="211"/>
                  </a:lnTo>
                  <a:lnTo>
                    <a:pt x="3173" y="132"/>
                  </a:lnTo>
                  <a:lnTo>
                    <a:pt x="2989" y="79"/>
                  </a:lnTo>
                  <a:lnTo>
                    <a:pt x="2792" y="27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1294775" y="3652725"/>
              <a:ext cx="766800" cy="118825"/>
            </a:xfrm>
            <a:custGeom>
              <a:rect b="b" l="l" r="r" t="t"/>
              <a:pathLst>
                <a:path extrusionOk="0" h="4753" w="30672">
                  <a:moveTo>
                    <a:pt x="2383" y="1172"/>
                  </a:moveTo>
                  <a:lnTo>
                    <a:pt x="2502" y="1185"/>
                  </a:lnTo>
                  <a:lnTo>
                    <a:pt x="2620" y="1199"/>
                  </a:lnTo>
                  <a:lnTo>
                    <a:pt x="2739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54" y="1383"/>
                  </a:lnTo>
                  <a:lnTo>
                    <a:pt x="3147" y="1449"/>
                  </a:lnTo>
                  <a:lnTo>
                    <a:pt x="3226" y="1528"/>
                  </a:lnTo>
                  <a:lnTo>
                    <a:pt x="3305" y="1620"/>
                  </a:lnTo>
                  <a:lnTo>
                    <a:pt x="3370" y="1712"/>
                  </a:lnTo>
                  <a:lnTo>
                    <a:pt x="3436" y="1804"/>
                  </a:lnTo>
                  <a:lnTo>
                    <a:pt x="3489" y="1909"/>
                  </a:lnTo>
                  <a:lnTo>
                    <a:pt x="3528" y="2015"/>
                  </a:lnTo>
                  <a:lnTo>
                    <a:pt x="3555" y="2133"/>
                  </a:lnTo>
                  <a:lnTo>
                    <a:pt x="3581" y="2252"/>
                  </a:lnTo>
                  <a:lnTo>
                    <a:pt x="3581" y="2370"/>
                  </a:lnTo>
                  <a:lnTo>
                    <a:pt x="3581" y="2502"/>
                  </a:lnTo>
                  <a:lnTo>
                    <a:pt x="3555" y="2620"/>
                  </a:lnTo>
                  <a:lnTo>
                    <a:pt x="3528" y="2725"/>
                  </a:lnTo>
                  <a:lnTo>
                    <a:pt x="3489" y="2844"/>
                  </a:lnTo>
                  <a:lnTo>
                    <a:pt x="3436" y="2949"/>
                  </a:lnTo>
                  <a:lnTo>
                    <a:pt x="3370" y="3041"/>
                  </a:lnTo>
                  <a:lnTo>
                    <a:pt x="3305" y="3134"/>
                  </a:lnTo>
                  <a:lnTo>
                    <a:pt x="3226" y="3226"/>
                  </a:lnTo>
                  <a:lnTo>
                    <a:pt x="3147" y="3305"/>
                  </a:lnTo>
                  <a:lnTo>
                    <a:pt x="3054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39" y="3515"/>
                  </a:lnTo>
                  <a:lnTo>
                    <a:pt x="2620" y="3542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2"/>
                  </a:lnTo>
                  <a:lnTo>
                    <a:pt x="2028" y="3515"/>
                  </a:lnTo>
                  <a:lnTo>
                    <a:pt x="1922" y="3476"/>
                  </a:lnTo>
                  <a:lnTo>
                    <a:pt x="1817" y="3423"/>
                  </a:lnTo>
                  <a:lnTo>
                    <a:pt x="1712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7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8" y="2502"/>
                  </a:lnTo>
                  <a:lnTo>
                    <a:pt x="1185" y="2370"/>
                  </a:lnTo>
                  <a:lnTo>
                    <a:pt x="1198" y="2252"/>
                  </a:lnTo>
                  <a:lnTo>
                    <a:pt x="1212" y="2133"/>
                  </a:lnTo>
                  <a:lnTo>
                    <a:pt x="1238" y="2015"/>
                  </a:lnTo>
                  <a:lnTo>
                    <a:pt x="1277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12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lnTo>
                    <a:pt x="2383" y="1172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72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9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53" y="869"/>
                  </a:lnTo>
                  <a:lnTo>
                    <a:pt x="409" y="1041"/>
                  </a:lnTo>
                  <a:lnTo>
                    <a:pt x="290" y="1238"/>
                  </a:lnTo>
                  <a:lnTo>
                    <a:pt x="198" y="1449"/>
                  </a:lnTo>
                  <a:lnTo>
                    <a:pt x="119" y="1672"/>
                  </a:lnTo>
                  <a:lnTo>
                    <a:pt x="53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3" y="2857"/>
                  </a:lnTo>
                  <a:lnTo>
                    <a:pt x="119" y="3081"/>
                  </a:lnTo>
                  <a:lnTo>
                    <a:pt x="198" y="3305"/>
                  </a:lnTo>
                  <a:lnTo>
                    <a:pt x="290" y="3502"/>
                  </a:lnTo>
                  <a:lnTo>
                    <a:pt x="409" y="3700"/>
                  </a:lnTo>
                  <a:lnTo>
                    <a:pt x="553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54" y="4345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2" y="4647"/>
                  </a:lnTo>
                  <a:lnTo>
                    <a:pt x="1909" y="4700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94" y="4740"/>
                  </a:lnTo>
                  <a:lnTo>
                    <a:pt x="2791" y="4713"/>
                  </a:lnTo>
                  <a:lnTo>
                    <a:pt x="2989" y="4674"/>
                  </a:lnTo>
                  <a:lnTo>
                    <a:pt x="3173" y="4621"/>
                  </a:lnTo>
                  <a:lnTo>
                    <a:pt x="3357" y="4542"/>
                  </a:lnTo>
                  <a:lnTo>
                    <a:pt x="3528" y="4463"/>
                  </a:lnTo>
                  <a:lnTo>
                    <a:pt x="3699" y="4358"/>
                  </a:lnTo>
                  <a:lnTo>
                    <a:pt x="3857" y="4239"/>
                  </a:lnTo>
                  <a:lnTo>
                    <a:pt x="4002" y="4121"/>
                  </a:lnTo>
                  <a:lnTo>
                    <a:pt x="4134" y="3989"/>
                  </a:lnTo>
                  <a:lnTo>
                    <a:pt x="4265" y="3831"/>
                  </a:lnTo>
                  <a:lnTo>
                    <a:pt x="4371" y="3673"/>
                  </a:lnTo>
                  <a:lnTo>
                    <a:pt x="4476" y="3515"/>
                  </a:lnTo>
                  <a:lnTo>
                    <a:pt x="4555" y="3331"/>
                  </a:lnTo>
                  <a:lnTo>
                    <a:pt x="4634" y="3160"/>
                  </a:lnTo>
                  <a:lnTo>
                    <a:pt x="4687" y="2962"/>
                  </a:lnTo>
                  <a:lnTo>
                    <a:pt x="30671" y="2962"/>
                  </a:lnTo>
                  <a:lnTo>
                    <a:pt x="30671" y="1791"/>
                  </a:lnTo>
                  <a:lnTo>
                    <a:pt x="4687" y="1791"/>
                  </a:lnTo>
                  <a:lnTo>
                    <a:pt x="4634" y="1593"/>
                  </a:lnTo>
                  <a:lnTo>
                    <a:pt x="4555" y="1409"/>
                  </a:lnTo>
                  <a:lnTo>
                    <a:pt x="4476" y="1238"/>
                  </a:lnTo>
                  <a:lnTo>
                    <a:pt x="4371" y="1067"/>
                  </a:lnTo>
                  <a:lnTo>
                    <a:pt x="4265" y="909"/>
                  </a:lnTo>
                  <a:lnTo>
                    <a:pt x="4134" y="764"/>
                  </a:lnTo>
                  <a:lnTo>
                    <a:pt x="4002" y="632"/>
                  </a:lnTo>
                  <a:lnTo>
                    <a:pt x="3857" y="501"/>
                  </a:lnTo>
                  <a:lnTo>
                    <a:pt x="3699" y="396"/>
                  </a:lnTo>
                  <a:lnTo>
                    <a:pt x="3528" y="290"/>
                  </a:lnTo>
                  <a:lnTo>
                    <a:pt x="3357" y="198"/>
                  </a:lnTo>
                  <a:lnTo>
                    <a:pt x="3173" y="132"/>
                  </a:lnTo>
                  <a:lnTo>
                    <a:pt x="2989" y="80"/>
                  </a:lnTo>
                  <a:lnTo>
                    <a:pt x="2791" y="27"/>
                  </a:lnTo>
                  <a:lnTo>
                    <a:pt x="259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461400" y="3703400"/>
              <a:ext cx="119150" cy="1067925"/>
            </a:xfrm>
            <a:custGeom>
              <a:rect b="b" l="l" r="r" t="t"/>
              <a:pathLst>
                <a:path extrusionOk="0" h="42717" w="4766">
                  <a:moveTo>
                    <a:pt x="2383" y="39136"/>
                  </a:moveTo>
                  <a:lnTo>
                    <a:pt x="2501" y="39149"/>
                  </a:lnTo>
                  <a:lnTo>
                    <a:pt x="2620" y="39162"/>
                  </a:lnTo>
                  <a:lnTo>
                    <a:pt x="2738" y="39189"/>
                  </a:lnTo>
                  <a:lnTo>
                    <a:pt x="2843" y="39228"/>
                  </a:lnTo>
                  <a:lnTo>
                    <a:pt x="2949" y="39281"/>
                  </a:lnTo>
                  <a:lnTo>
                    <a:pt x="3054" y="39347"/>
                  </a:lnTo>
                  <a:lnTo>
                    <a:pt x="3146" y="39412"/>
                  </a:lnTo>
                  <a:lnTo>
                    <a:pt x="3225" y="39491"/>
                  </a:lnTo>
                  <a:lnTo>
                    <a:pt x="3304" y="39570"/>
                  </a:lnTo>
                  <a:lnTo>
                    <a:pt x="3370" y="39662"/>
                  </a:lnTo>
                  <a:lnTo>
                    <a:pt x="3436" y="39768"/>
                  </a:lnTo>
                  <a:lnTo>
                    <a:pt x="3488" y="39873"/>
                  </a:lnTo>
                  <a:lnTo>
                    <a:pt x="3528" y="39978"/>
                  </a:lnTo>
                  <a:lnTo>
                    <a:pt x="3554" y="40097"/>
                  </a:lnTo>
                  <a:lnTo>
                    <a:pt x="3567" y="40215"/>
                  </a:lnTo>
                  <a:lnTo>
                    <a:pt x="3581" y="40334"/>
                  </a:lnTo>
                  <a:lnTo>
                    <a:pt x="3567" y="40452"/>
                  </a:lnTo>
                  <a:lnTo>
                    <a:pt x="3554" y="40571"/>
                  </a:lnTo>
                  <a:lnTo>
                    <a:pt x="3528" y="40689"/>
                  </a:lnTo>
                  <a:lnTo>
                    <a:pt x="3488" y="40795"/>
                  </a:lnTo>
                  <a:lnTo>
                    <a:pt x="3436" y="40900"/>
                  </a:lnTo>
                  <a:lnTo>
                    <a:pt x="3370" y="41005"/>
                  </a:lnTo>
                  <a:lnTo>
                    <a:pt x="3304" y="41097"/>
                  </a:lnTo>
                  <a:lnTo>
                    <a:pt x="3225" y="41176"/>
                  </a:lnTo>
                  <a:lnTo>
                    <a:pt x="3146" y="41255"/>
                  </a:lnTo>
                  <a:lnTo>
                    <a:pt x="3054" y="41321"/>
                  </a:lnTo>
                  <a:lnTo>
                    <a:pt x="2949" y="41387"/>
                  </a:lnTo>
                  <a:lnTo>
                    <a:pt x="2843" y="41440"/>
                  </a:lnTo>
                  <a:lnTo>
                    <a:pt x="2738" y="41479"/>
                  </a:lnTo>
                  <a:lnTo>
                    <a:pt x="2620" y="41505"/>
                  </a:lnTo>
                  <a:lnTo>
                    <a:pt x="2501" y="41519"/>
                  </a:lnTo>
                  <a:lnTo>
                    <a:pt x="2383" y="41532"/>
                  </a:lnTo>
                  <a:lnTo>
                    <a:pt x="2264" y="41519"/>
                  </a:lnTo>
                  <a:lnTo>
                    <a:pt x="2146" y="41505"/>
                  </a:lnTo>
                  <a:lnTo>
                    <a:pt x="2027" y="41479"/>
                  </a:lnTo>
                  <a:lnTo>
                    <a:pt x="1922" y="41440"/>
                  </a:lnTo>
                  <a:lnTo>
                    <a:pt x="1817" y="41387"/>
                  </a:lnTo>
                  <a:lnTo>
                    <a:pt x="1711" y="41321"/>
                  </a:lnTo>
                  <a:lnTo>
                    <a:pt x="1619" y="41255"/>
                  </a:lnTo>
                  <a:lnTo>
                    <a:pt x="1540" y="41176"/>
                  </a:lnTo>
                  <a:lnTo>
                    <a:pt x="1461" y="41097"/>
                  </a:lnTo>
                  <a:lnTo>
                    <a:pt x="1395" y="41005"/>
                  </a:lnTo>
                  <a:lnTo>
                    <a:pt x="1330" y="40900"/>
                  </a:lnTo>
                  <a:lnTo>
                    <a:pt x="1277" y="40795"/>
                  </a:lnTo>
                  <a:lnTo>
                    <a:pt x="1237" y="40689"/>
                  </a:lnTo>
                  <a:lnTo>
                    <a:pt x="1211" y="40571"/>
                  </a:lnTo>
                  <a:lnTo>
                    <a:pt x="1185" y="40452"/>
                  </a:lnTo>
                  <a:lnTo>
                    <a:pt x="1185" y="40334"/>
                  </a:lnTo>
                  <a:lnTo>
                    <a:pt x="1185" y="40215"/>
                  </a:lnTo>
                  <a:lnTo>
                    <a:pt x="1211" y="40097"/>
                  </a:lnTo>
                  <a:lnTo>
                    <a:pt x="1237" y="39978"/>
                  </a:lnTo>
                  <a:lnTo>
                    <a:pt x="1277" y="39873"/>
                  </a:lnTo>
                  <a:lnTo>
                    <a:pt x="1330" y="39768"/>
                  </a:lnTo>
                  <a:lnTo>
                    <a:pt x="1395" y="39662"/>
                  </a:lnTo>
                  <a:lnTo>
                    <a:pt x="1461" y="39570"/>
                  </a:lnTo>
                  <a:lnTo>
                    <a:pt x="1540" y="39491"/>
                  </a:lnTo>
                  <a:lnTo>
                    <a:pt x="1619" y="39412"/>
                  </a:lnTo>
                  <a:lnTo>
                    <a:pt x="1711" y="39347"/>
                  </a:lnTo>
                  <a:lnTo>
                    <a:pt x="1817" y="39281"/>
                  </a:lnTo>
                  <a:lnTo>
                    <a:pt x="1922" y="39228"/>
                  </a:lnTo>
                  <a:lnTo>
                    <a:pt x="2027" y="39189"/>
                  </a:lnTo>
                  <a:lnTo>
                    <a:pt x="2146" y="39162"/>
                  </a:lnTo>
                  <a:lnTo>
                    <a:pt x="2264" y="39149"/>
                  </a:lnTo>
                  <a:lnTo>
                    <a:pt x="2383" y="39136"/>
                  </a:lnTo>
                  <a:close/>
                  <a:moveTo>
                    <a:pt x="1790" y="1"/>
                  </a:moveTo>
                  <a:lnTo>
                    <a:pt x="1790" y="38030"/>
                  </a:lnTo>
                  <a:lnTo>
                    <a:pt x="1606" y="38083"/>
                  </a:lnTo>
                  <a:lnTo>
                    <a:pt x="1422" y="38162"/>
                  </a:lnTo>
                  <a:lnTo>
                    <a:pt x="1251" y="38241"/>
                  </a:lnTo>
                  <a:lnTo>
                    <a:pt x="1079" y="38346"/>
                  </a:lnTo>
                  <a:lnTo>
                    <a:pt x="921" y="38451"/>
                  </a:lnTo>
                  <a:lnTo>
                    <a:pt x="777" y="38583"/>
                  </a:lnTo>
                  <a:lnTo>
                    <a:pt x="632" y="38715"/>
                  </a:lnTo>
                  <a:lnTo>
                    <a:pt x="513" y="38860"/>
                  </a:lnTo>
                  <a:lnTo>
                    <a:pt x="395" y="39017"/>
                  </a:lnTo>
                  <a:lnTo>
                    <a:pt x="303" y="39189"/>
                  </a:lnTo>
                  <a:lnTo>
                    <a:pt x="211" y="39360"/>
                  </a:lnTo>
                  <a:lnTo>
                    <a:pt x="145" y="39544"/>
                  </a:lnTo>
                  <a:lnTo>
                    <a:pt x="79" y="39728"/>
                  </a:lnTo>
                  <a:lnTo>
                    <a:pt x="40" y="39926"/>
                  </a:lnTo>
                  <a:lnTo>
                    <a:pt x="13" y="40123"/>
                  </a:lnTo>
                  <a:lnTo>
                    <a:pt x="0" y="40334"/>
                  </a:lnTo>
                  <a:lnTo>
                    <a:pt x="13" y="40571"/>
                  </a:lnTo>
                  <a:lnTo>
                    <a:pt x="53" y="40808"/>
                  </a:lnTo>
                  <a:lnTo>
                    <a:pt x="105" y="41045"/>
                  </a:lnTo>
                  <a:lnTo>
                    <a:pt x="198" y="41255"/>
                  </a:lnTo>
                  <a:lnTo>
                    <a:pt x="290" y="41466"/>
                  </a:lnTo>
                  <a:lnTo>
                    <a:pt x="408" y="41663"/>
                  </a:lnTo>
                  <a:lnTo>
                    <a:pt x="553" y="41848"/>
                  </a:lnTo>
                  <a:lnTo>
                    <a:pt x="698" y="42019"/>
                  </a:lnTo>
                  <a:lnTo>
                    <a:pt x="869" y="42164"/>
                  </a:lnTo>
                  <a:lnTo>
                    <a:pt x="1053" y="42308"/>
                  </a:lnTo>
                  <a:lnTo>
                    <a:pt x="1251" y="42427"/>
                  </a:lnTo>
                  <a:lnTo>
                    <a:pt x="1461" y="42519"/>
                  </a:lnTo>
                  <a:lnTo>
                    <a:pt x="1672" y="42611"/>
                  </a:lnTo>
                  <a:lnTo>
                    <a:pt x="1909" y="42664"/>
                  </a:lnTo>
                  <a:lnTo>
                    <a:pt x="2146" y="42703"/>
                  </a:lnTo>
                  <a:lnTo>
                    <a:pt x="2383" y="42716"/>
                  </a:lnTo>
                  <a:lnTo>
                    <a:pt x="2620" y="42703"/>
                  </a:lnTo>
                  <a:lnTo>
                    <a:pt x="2857" y="42664"/>
                  </a:lnTo>
                  <a:lnTo>
                    <a:pt x="3093" y="42611"/>
                  </a:lnTo>
                  <a:lnTo>
                    <a:pt x="3304" y="42519"/>
                  </a:lnTo>
                  <a:lnTo>
                    <a:pt x="3515" y="42427"/>
                  </a:lnTo>
                  <a:lnTo>
                    <a:pt x="3712" y="42308"/>
                  </a:lnTo>
                  <a:lnTo>
                    <a:pt x="3896" y="42164"/>
                  </a:lnTo>
                  <a:lnTo>
                    <a:pt x="4068" y="42019"/>
                  </a:lnTo>
                  <a:lnTo>
                    <a:pt x="4212" y="41848"/>
                  </a:lnTo>
                  <a:lnTo>
                    <a:pt x="4357" y="41663"/>
                  </a:lnTo>
                  <a:lnTo>
                    <a:pt x="4476" y="41466"/>
                  </a:lnTo>
                  <a:lnTo>
                    <a:pt x="4568" y="41255"/>
                  </a:lnTo>
                  <a:lnTo>
                    <a:pt x="4660" y="41045"/>
                  </a:lnTo>
                  <a:lnTo>
                    <a:pt x="4713" y="40808"/>
                  </a:lnTo>
                  <a:lnTo>
                    <a:pt x="4752" y="40571"/>
                  </a:lnTo>
                  <a:lnTo>
                    <a:pt x="4765" y="40334"/>
                  </a:lnTo>
                  <a:lnTo>
                    <a:pt x="4752" y="40123"/>
                  </a:lnTo>
                  <a:lnTo>
                    <a:pt x="4726" y="39926"/>
                  </a:lnTo>
                  <a:lnTo>
                    <a:pt x="4686" y="39728"/>
                  </a:lnTo>
                  <a:lnTo>
                    <a:pt x="4620" y="39544"/>
                  </a:lnTo>
                  <a:lnTo>
                    <a:pt x="4555" y="39360"/>
                  </a:lnTo>
                  <a:lnTo>
                    <a:pt x="4462" y="39189"/>
                  </a:lnTo>
                  <a:lnTo>
                    <a:pt x="4370" y="39017"/>
                  </a:lnTo>
                  <a:lnTo>
                    <a:pt x="4252" y="38860"/>
                  </a:lnTo>
                  <a:lnTo>
                    <a:pt x="4120" y="38715"/>
                  </a:lnTo>
                  <a:lnTo>
                    <a:pt x="3989" y="38583"/>
                  </a:lnTo>
                  <a:lnTo>
                    <a:pt x="3844" y="38451"/>
                  </a:lnTo>
                  <a:lnTo>
                    <a:pt x="3686" y="38346"/>
                  </a:lnTo>
                  <a:lnTo>
                    <a:pt x="3515" y="38241"/>
                  </a:lnTo>
                  <a:lnTo>
                    <a:pt x="3344" y="38162"/>
                  </a:lnTo>
                  <a:lnTo>
                    <a:pt x="3159" y="38083"/>
                  </a:lnTo>
                  <a:lnTo>
                    <a:pt x="2975" y="38030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685825" y="3741900"/>
              <a:ext cx="403825" cy="1186075"/>
            </a:xfrm>
            <a:custGeom>
              <a:rect b="b" l="l" r="r" t="t"/>
              <a:pathLst>
                <a:path extrusionOk="0" h="47443" w="16153">
                  <a:moveTo>
                    <a:pt x="13783" y="1186"/>
                  </a:moveTo>
                  <a:lnTo>
                    <a:pt x="13901" y="1199"/>
                  </a:lnTo>
                  <a:lnTo>
                    <a:pt x="14020" y="1212"/>
                  </a:lnTo>
                  <a:lnTo>
                    <a:pt x="14138" y="1238"/>
                  </a:lnTo>
                  <a:lnTo>
                    <a:pt x="14243" y="1278"/>
                  </a:lnTo>
                  <a:lnTo>
                    <a:pt x="14349" y="1330"/>
                  </a:lnTo>
                  <a:lnTo>
                    <a:pt x="14454" y="1396"/>
                  </a:lnTo>
                  <a:lnTo>
                    <a:pt x="14546" y="1462"/>
                  </a:lnTo>
                  <a:lnTo>
                    <a:pt x="14625" y="1541"/>
                  </a:lnTo>
                  <a:lnTo>
                    <a:pt x="14704" y="1620"/>
                  </a:lnTo>
                  <a:lnTo>
                    <a:pt x="14770" y="1712"/>
                  </a:lnTo>
                  <a:lnTo>
                    <a:pt x="14836" y="1818"/>
                  </a:lnTo>
                  <a:lnTo>
                    <a:pt x="14875" y="1923"/>
                  </a:lnTo>
                  <a:lnTo>
                    <a:pt x="14928" y="2028"/>
                  </a:lnTo>
                  <a:lnTo>
                    <a:pt x="14954" y="2147"/>
                  </a:lnTo>
                  <a:lnTo>
                    <a:pt x="14967" y="2265"/>
                  </a:lnTo>
                  <a:lnTo>
                    <a:pt x="14981" y="2384"/>
                  </a:lnTo>
                  <a:lnTo>
                    <a:pt x="14967" y="2502"/>
                  </a:lnTo>
                  <a:lnTo>
                    <a:pt x="14954" y="2620"/>
                  </a:lnTo>
                  <a:lnTo>
                    <a:pt x="14928" y="2739"/>
                  </a:lnTo>
                  <a:lnTo>
                    <a:pt x="14875" y="2844"/>
                  </a:lnTo>
                  <a:lnTo>
                    <a:pt x="14836" y="2950"/>
                  </a:lnTo>
                  <a:lnTo>
                    <a:pt x="14770" y="3055"/>
                  </a:lnTo>
                  <a:lnTo>
                    <a:pt x="14704" y="3147"/>
                  </a:lnTo>
                  <a:lnTo>
                    <a:pt x="14625" y="3226"/>
                  </a:lnTo>
                  <a:lnTo>
                    <a:pt x="14546" y="3305"/>
                  </a:lnTo>
                  <a:lnTo>
                    <a:pt x="14454" y="3371"/>
                  </a:lnTo>
                  <a:lnTo>
                    <a:pt x="14349" y="3437"/>
                  </a:lnTo>
                  <a:lnTo>
                    <a:pt x="14243" y="3489"/>
                  </a:lnTo>
                  <a:lnTo>
                    <a:pt x="14138" y="3529"/>
                  </a:lnTo>
                  <a:lnTo>
                    <a:pt x="14020" y="3555"/>
                  </a:lnTo>
                  <a:lnTo>
                    <a:pt x="13901" y="3581"/>
                  </a:lnTo>
                  <a:lnTo>
                    <a:pt x="13651" y="3581"/>
                  </a:lnTo>
                  <a:lnTo>
                    <a:pt x="13533" y="3555"/>
                  </a:lnTo>
                  <a:lnTo>
                    <a:pt x="13427" y="3529"/>
                  </a:lnTo>
                  <a:lnTo>
                    <a:pt x="13309" y="3489"/>
                  </a:lnTo>
                  <a:lnTo>
                    <a:pt x="13204" y="3437"/>
                  </a:lnTo>
                  <a:lnTo>
                    <a:pt x="13111" y="3371"/>
                  </a:lnTo>
                  <a:lnTo>
                    <a:pt x="13019" y="3305"/>
                  </a:lnTo>
                  <a:lnTo>
                    <a:pt x="12927" y="3226"/>
                  </a:lnTo>
                  <a:lnTo>
                    <a:pt x="12861" y="3147"/>
                  </a:lnTo>
                  <a:lnTo>
                    <a:pt x="12782" y="3055"/>
                  </a:lnTo>
                  <a:lnTo>
                    <a:pt x="12730" y="2950"/>
                  </a:lnTo>
                  <a:lnTo>
                    <a:pt x="12677" y="2844"/>
                  </a:lnTo>
                  <a:lnTo>
                    <a:pt x="12637" y="2739"/>
                  </a:lnTo>
                  <a:lnTo>
                    <a:pt x="12611" y="2620"/>
                  </a:lnTo>
                  <a:lnTo>
                    <a:pt x="12585" y="2502"/>
                  </a:lnTo>
                  <a:lnTo>
                    <a:pt x="12585" y="2384"/>
                  </a:lnTo>
                  <a:lnTo>
                    <a:pt x="12585" y="2265"/>
                  </a:lnTo>
                  <a:lnTo>
                    <a:pt x="12611" y="2147"/>
                  </a:lnTo>
                  <a:lnTo>
                    <a:pt x="12637" y="2028"/>
                  </a:lnTo>
                  <a:lnTo>
                    <a:pt x="12677" y="1923"/>
                  </a:lnTo>
                  <a:lnTo>
                    <a:pt x="12730" y="1818"/>
                  </a:lnTo>
                  <a:lnTo>
                    <a:pt x="12782" y="1712"/>
                  </a:lnTo>
                  <a:lnTo>
                    <a:pt x="12861" y="1620"/>
                  </a:lnTo>
                  <a:lnTo>
                    <a:pt x="12927" y="1541"/>
                  </a:lnTo>
                  <a:lnTo>
                    <a:pt x="13019" y="1462"/>
                  </a:lnTo>
                  <a:lnTo>
                    <a:pt x="13111" y="1396"/>
                  </a:lnTo>
                  <a:lnTo>
                    <a:pt x="13204" y="1330"/>
                  </a:lnTo>
                  <a:lnTo>
                    <a:pt x="13309" y="1278"/>
                  </a:lnTo>
                  <a:lnTo>
                    <a:pt x="13427" y="1238"/>
                  </a:lnTo>
                  <a:lnTo>
                    <a:pt x="13533" y="1212"/>
                  </a:lnTo>
                  <a:lnTo>
                    <a:pt x="13651" y="1199"/>
                  </a:lnTo>
                  <a:lnTo>
                    <a:pt x="13783" y="1186"/>
                  </a:lnTo>
                  <a:close/>
                  <a:moveTo>
                    <a:pt x="13783" y="1"/>
                  </a:moveTo>
                  <a:lnTo>
                    <a:pt x="13533" y="14"/>
                  </a:lnTo>
                  <a:lnTo>
                    <a:pt x="13296" y="54"/>
                  </a:lnTo>
                  <a:lnTo>
                    <a:pt x="13072" y="106"/>
                  </a:lnTo>
                  <a:lnTo>
                    <a:pt x="12848" y="198"/>
                  </a:lnTo>
                  <a:lnTo>
                    <a:pt x="12651" y="291"/>
                  </a:lnTo>
                  <a:lnTo>
                    <a:pt x="12453" y="409"/>
                  </a:lnTo>
                  <a:lnTo>
                    <a:pt x="12269" y="554"/>
                  </a:lnTo>
                  <a:lnTo>
                    <a:pt x="12098" y="699"/>
                  </a:lnTo>
                  <a:lnTo>
                    <a:pt x="11940" y="870"/>
                  </a:lnTo>
                  <a:lnTo>
                    <a:pt x="11808" y="1054"/>
                  </a:lnTo>
                  <a:lnTo>
                    <a:pt x="11690" y="1251"/>
                  </a:lnTo>
                  <a:lnTo>
                    <a:pt x="11584" y="1462"/>
                  </a:lnTo>
                  <a:lnTo>
                    <a:pt x="11505" y="1673"/>
                  </a:lnTo>
                  <a:lnTo>
                    <a:pt x="11453" y="1910"/>
                  </a:lnTo>
                  <a:lnTo>
                    <a:pt x="11413" y="2147"/>
                  </a:lnTo>
                  <a:lnTo>
                    <a:pt x="11400" y="2384"/>
                  </a:lnTo>
                  <a:lnTo>
                    <a:pt x="11413" y="2594"/>
                  </a:lnTo>
                  <a:lnTo>
                    <a:pt x="11440" y="2792"/>
                  </a:lnTo>
                  <a:lnTo>
                    <a:pt x="11479" y="2989"/>
                  </a:lnTo>
                  <a:lnTo>
                    <a:pt x="11532" y="3173"/>
                  </a:lnTo>
                  <a:lnTo>
                    <a:pt x="11611" y="3358"/>
                  </a:lnTo>
                  <a:lnTo>
                    <a:pt x="11690" y="3529"/>
                  </a:lnTo>
                  <a:lnTo>
                    <a:pt x="11795" y="3700"/>
                  </a:lnTo>
                  <a:lnTo>
                    <a:pt x="11913" y="3858"/>
                  </a:lnTo>
                  <a:lnTo>
                    <a:pt x="12032" y="4003"/>
                  </a:lnTo>
                  <a:lnTo>
                    <a:pt x="12177" y="4134"/>
                  </a:lnTo>
                  <a:lnTo>
                    <a:pt x="12322" y="4266"/>
                  </a:lnTo>
                  <a:lnTo>
                    <a:pt x="12480" y="4371"/>
                  </a:lnTo>
                  <a:lnTo>
                    <a:pt x="12651" y="4477"/>
                  </a:lnTo>
                  <a:lnTo>
                    <a:pt x="12822" y="4556"/>
                  </a:lnTo>
                  <a:lnTo>
                    <a:pt x="13006" y="4635"/>
                  </a:lnTo>
                  <a:lnTo>
                    <a:pt x="13190" y="4687"/>
                  </a:lnTo>
                  <a:lnTo>
                    <a:pt x="13190" y="33410"/>
                  </a:lnTo>
                  <a:lnTo>
                    <a:pt x="1" y="46613"/>
                  </a:lnTo>
                  <a:lnTo>
                    <a:pt x="830" y="47442"/>
                  </a:lnTo>
                  <a:lnTo>
                    <a:pt x="14375" y="33897"/>
                  </a:lnTo>
                  <a:lnTo>
                    <a:pt x="14375" y="4687"/>
                  </a:lnTo>
                  <a:lnTo>
                    <a:pt x="14559" y="4635"/>
                  </a:lnTo>
                  <a:lnTo>
                    <a:pt x="14744" y="4556"/>
                  </a:lnTo>
                  <a:lnTo>
                    <a:pt x="14915" y="4477"/>
                  </a:lnTo>
                  <a:lnTo>
                    <a:pt x="15086" y="4371"/>
                  </a:lnTo>
                  <a:lnTo>
                    <a:pt x="15244" y="4253"/>
                  </a:lnTo>
                  <a:lnTo>
                    <a:pt x="15389" y="4134"/>
                  </a:lnTo>
                  <a:lnTo>
                    <a:pt x="15520" y="4003"/>
                  </a:lnTo>
                  <a:lnTo>
                    <a:pt x="15652" y="3845"/>
                  </a:lnTo>
                  <a:lnTo>
                    <a:pt x="15757" y="3700"/>
                  </a:lnTo>
                  <a:lnTo>
                    <a:pt x="15863" y="3529"/>
                  </a:lnTo>
                  <a:lnTo>
                    <a:pt x="15955" y="3358"/>
                  </a:lnTo>
                  <a:lnTo>
                    <a:pt x="16021" y="3173"/>
                  </a:lnTo>
                  <a:lnTo>
                    <a:pt x="16086" y="2989"/>
                  </a:lnTo>
                  <a:lnTo>
                    <a:pt x="16126" y="2792"/>
                  </a:lnTo>
                  <a:lnTo>
                    <a:pt x="16152" y="2594"/>
                  </a:lnTo>
                  <a:lnTo>
                    <a:pt x="16152" y="2384"/>
                  </a:lnTo>
                  <a:lnTo>
                    <a:pt x="16139" y="2147"/>
                  </a:lnTo>
                  <a:lnTo>
                    <a:pt x="16113" y="1910"/>
                  </a:lnTo>
                  <a:lnTo>
                    <a:pt x="16047" y="1673"/>
                  </a:lnTo>
                  <a:lnTo>
                    <a:pt x="15968" y="1462"/>
                  </a:lnTo>
                  <a:lnTo>
                    <a:pt x="15876" y="1251"/>
                  </a:lnTo>
                  <a:lnTo>
                    <a:pt x="15757" y="1054"/>
                  </a:lnTo>
                  <a:lnTo>
                    <a:pt x="15612" y="870"/>
                  </a:lnTo>
                  <a:lnTo>
                    <a:pt x="15454" y="699"/>
                  </a:lnTo>
                  <a:lnTo>
                    <a:pt x="15297" y="554"/>
                  </a:lnTo>
                  <a:lnTo>
                    <a:pt x="15112" y="409"/>
                  </a:lnTo>
                  <a:lnTo>
                    <a:pt x="14915" y="291"/>
                  </a:lnTo>
                  <a:lnTo>
                    <a:pt x="14704" y="198"/>
                  </a:lnTo>
                  <a:lnTo>
                    <a:pt x="14480" y="106"/>
                  </a:lnTo>
                  <a:lnTo>
                    <a:pt x="14257" y="54"/>
                  </a:lnTo>
                  <a:lnTo>
                    <a:pt x="14020" y="14"/>
                  </a:lnTo>
                  <a:lnTo>
                    <a:pt x="137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3121200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2" y="50207"/>
                  </a:lnTo>
                  <a:lnTo>
                    <a:pt x="2620" y="50220"/>
                  </a:lnTo>
                  <a:lnTo>
                    <a:pt x="2739" y="50246"/>
                  </a:lnTo>
                  <a:lnTo>
                    <a:pt x="2844" y="50286"/>
                  </a:lnTo>
                  <a:lnTo>
                    <a:pt x="2949" y="50338"/>
                  </a:lnTo>
                  <a:lnTo>
                    <a:pt x="3055" y="50404"/>
                  </a:lnTo>
                  <a:lnTo>
                    <a:pt x="3147" y="50470"/>
                  </a:lnTo>
                  <a:lnTo>
                    <a:pt x="3226" y="50549"/>
                  </a:lnTo>
                  <a:lnTo>
                    <a:pt x="3305" y="50628"/>
                  </a:lnTo>
                  <a:lnTo>
                    <a:pt x="3371" y="50720"/>
                  </a:lnTo>
                  <a:lnTo>
                    <a:pt x="3437" y="50825"/>
                  </a:lnTo>
                  <a:lnTo>
                    <a:pt x="3489" y="50931"/>
                  </a:lnTo>
                  <a:lnTo>
                    <a:pt x="3529" y="51036"/>
                  </a:lnTo>
                  <a:lnTo>
                    <a:pt x="3555" y="51154"/>
                  </a:lnTo>
                  <a:lnTo>
                    <a:pt x="3568" y="51273"/>
                  </a:lnTo>
                  <a:lnTo>
                    <a:pt x="3581" y="51391"/>
                  </a:lnTo>
                  <a:lnTo>
                    <a:pt x="3568" y="51510"/>
                  </a:lnTo>
                  <a:lnTo>
                    <a:pt x="3555" y="51628"/>
                  </a:lnTo>
                  <a:lnTo>
                    <a:pt x="3529" y="51747"/>
                  </a:lnTo>
                  <a:lnTo>
                    <a:pt x="3489" y="51852"/>
                  </a:lnTo>
                  <a:lnTo>
                    <a:pt x="3437" y="51957"/>
                  </a:lnTo>
                  <a:lnTo>
                    <a:pt x="3371" y="52063"/>
                  </a:lnTo>
                  <a:lnTo>
                    <a:pt x="3305" y="52155"/>
                  </a:lnTo>
                  <a:lnTo>
                    <a:pt x="3226" y="52234"/>
                  </a:lnTo>
                  <a:lnTo>
                    <a:pt x="3147" y="52313"/>
                  </a:lnTo>
                  <a:lnTo>
                    <a:pt x="3055" y="52379"/>
                  </a:lnTo>
                  <a:lnTo>
                    <a:pt x="2949" y="52444"/>
                  </a:lnTo>
                  <a:lnTo>
                    <a:pt x="2844" y="52497"/>
                  </a:lnTo>
                  <a:lnTo>
                    <a:pt x="2739" y="52536"/>
                  </a:lnTo>
                  <a:lnTo>
                    <a:pt x="2620" y="52563"/>
                  </a:lnTo>
                  <a:lnTo>
                    <a:pt x="2502" y="52589"/>
                  </a:lnTo>
                  <a:lnTo>
                    <a:pt x="2252" y="52589"/>
                  </a:lnTo>
                  <a:lnTo>
                    <a:pt x="2133" y="52563"/>
                  </a:lnTo>
                  <a:lnTo>
                    <a:pt x="2028" y="52536"/>
                  </a:lnTo>
                  <a:lnTo>
                    <a:pt x="1910" y="52497"/>
                  </a:lnTo>
                  <a:lnTo>
                    <a:pt x="1804" y="52444"/>
                  </a:lnTo>
                  <a:lnTo>
                    <a:pt x="1712" y="52379"/>
                  </a:lnTo>
                  <a:lnTo>
                    <a:pt x="1620" y="52313"/>
                  </a:lnTo>
                  <a:lnTo>
                    <a:pt x="1528" y="52234"/>
                  </a:lnTo>
                  <a:lnTo>
                    <a:pt x="1462" y="52155"/>
                  </a:lnTo>
                  <a:lnTo>
                    <a:pt x="1383" y="52063"/>
                  </a:lnTo>
                  <a:lnTo>
                    <a:pt x="1330" y="51957"/>
                  </a:lnTo>
                  <a:lnTo>
                    <a:pt x="1278" y="51852"/>
                  </a:lnTo>
                  <a:lnTo>
                    <a:pt x="1238" y="51747"/>
                  </a:lnTo>
                  <a:lnTo>
                    <a:pt x="1212" y="51628"/>
                  </a:lnTo>
                  <a:lnTo>
                    <a:pt x="1186" y="51510"/>
                  </a:lnTo>
                  <a:lnTo>
                    <a:pt x="1186" y="51391"/>
                  </a:lnTo>
                  <a:lnTo>
                    <a:pt x="1186" y="51273"/>
                  </a:lnTo>
                  <a:lnTo>
                    <a:pt x="1212" y="51154"/>
                  </a:lnTo>
                  <a:lnTo>
                    <a:pt x="1238" y="51036"/>
                  </a:lnTo>
                  <a:lnTo>
                    <a:pt x="1278" y="50931"/>
                  </a:lnTo>
                  <a:lnTo>
                    <a:pt x="1330" y="50825"/>
                  </a:lnTo>
                  <a:lnTo>
                    <a:pt x="1383" y="50720"/>
                  </a:lnTo>
                  <a:lnTo>
                    <a:pt x="1462" y="50628"/>
                  </a:lnTo>
                  <a:lnTo>
                    <a:pt x="1528" y="50549"/>
                  </a:lnTo>
                  <a:lnTo>
                    <a:pt x="1620" y="50470"/>
                  </a:lnTo>
                  <a:lnTo>
                    <a:pt x="1712" y="50404"/>
                  </a:lnTo>
                  <a:lnTo>
                    <a:pt x="1804" y="50338"/>
                  </a:lnTo>
                  <a:lnTo>
                    <a:pt x="1910" y="50286"/>
                  </a:lnTo>
                  <a:lnTo>
                    <a:pt x="2028" y="50246"/>
                  </a:lnTo>
                  <a:lnTo>
                    <a:pt x="2133" y="50220"/>
                  </a:lnTo>
                  <a:lnTo>
                    <a:pt x="2252" y="50207"/>
                  </a:lnTo>
                  <a:lnTo>
                    <a:pt x="2383" y="50193"/>
                  </a:lnTo>
                  <a:close/>
                  <a:moveTo>
                    <a:pt x="12019" y="1"/>
                  </a:moveTo>
                  <a:lnTo>
                    <a:pt x="12019" y="31817"/>
                  </a:lnTo>
                  <a:lnTo>
                    <a:pt x="1778" y="41690"/>
                  </a:lnTo>
                  <a:lnTo>
                    <a:pt x="1778" y="49088"/>
                  </a:lnTo>
                  <a:lnTo>
                    <a:pt x="1594" y="49140"/>
                  </a:lnTo>
                  <a:lnTo>
                    <a:pt x="1409" y="49219"/>
                  </a:lnTo>
                  <a:lnTo>
                    <a:pt x="1238" y="49311"/>
                  </a:lnTo>
                  <a:lnTo>
                    <a:pt x="1067" y="49404"/>
                  </a:lnTo>
                  <a:lnTo>
                    <a:pt x="922" y="49522"/>
                  </a:lnTo>
                  <a:lnTo>
                    <a:pt x="764" y="49640"/>
                  </a:lnTo>
                  <a:lnTo>
                    <a:pt x="633" y="49785"/>
                  </a:lnTo>
                  <a:lnTo>
                    <a:pt x="514" y="49930"/>
                  </a:lnTo>
                  <a:lnTo>
                    <a:pt x="396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80" y="50786"/>
                  </a:lnTo>
                  <a:lnTo>
                    <a:pt x="40" y="50983"/>
                  </a:lnTo>
                  <a:lnTo>
                    <a:pt x="14" y="51181"/>
                  </a:lnTo>
                  <a:lnTo>
                    <a:pt x="1" y="51391"/>
                  </a:lnTo>
                  <a:lnTo>
                    <a:pt x="14" y="51641"/>
                  </a:lnTo>
                  <a:lnTo>
                    <a:pt x="53" y="51865"/>
                  </a:lnTo>
                  <a:lnTo>
                    <a:pt x="106" y="52102"/>
                  </a:lnTo>
                  <a:lnTo>
                    <a:pt x="185" y="52313"/>
                  </a:lnTo>
                  <a:lnTo>
                    <a:pt x="290" y="52523"/>
                  </a:lnTo>
                  <a:lnTo>
                    <a:pt x="409" y="52721"/>
                  </a:lnTo>
                  <a:lnTo>
                    <a:pt x="541" y="52905"/>
                  </a:lnTo>
                  <a:lnTo>
                    <a:pt x="698" y="53076"/>
                  </a:lnTo>
                  <a:lnTo>
                    <a:pt x="870" y="53221"/>
                  </a:lnTo>
                  <a:lnTo>
                    <a:pt x="1054" y="53366"/>
                  </a:lnTo>
                  <a:lnTo>
                    <a:pt x="1251" y="53484"/>
                  </a:lnTo>
                  <a:lnTo>
                    <a:pt x="1449" y="53590"/>
                  </a:lnTo>
                  <a:lnTo>
                    <a:pt x="1673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1" y="53669"/>
                  </a:lnTo>
                  <a:lnTo>
                    <a:pt x="3305" y="53590"/>
                  </a:lnTo>
                  <a:lnTo>
                    <a:pt x="3515" y="53484"/>
                  </a:lnTo>
                  <a:lnTo>
                    <a:pt x="3713" y="53366"/>
                  </a:lnTo>
                  <a:lnTo>
                    <a:pt x="3897" y="53221"/>
                  </a:lnTo>
                  <a:lnTo>
                    <a:pt x="4055" y="53076"/>
                  </a:lnTo>
                  <a:lnTo>
                    <a:pt x="4213" y="52905"/>
                  </a:lnTo>
                  <a:lnTo>
                    <a:pt x="4358" y="52721"/>
                  </a:lnTo>
                  <a:lnTo>
                    <a:pt x="4476" y="52523"/>
                  </a:lnTo>
                  <a:lnTo>
                    <a:pt x="4569" y="52313"/>
                  </a:lnTo>
                  <a:lnTo>
                    <a:pt x="4648" y="52102"/>
                  </a:lnTo>
                  <a:lnTo>
                    <a:pt x="4713" y="51865"/>
                  </a:lnTo>
                  <a:lnTo>
                    <a:pt x="4740" y="51641"/>
                  </a:lnTo>
                  <a:lnTo>
                    <a:pt x="4753" y="51391"/>
                  </a:lnTo>
                  <a:lnTo>
                    <a:pt x="4753" y="51181"/>
                  </a:lnTo>
                  <a:lnTo>
                    <a:pt x="4727" y="50983"/>
                  </a:lnTo>
                  <a:lnTo>
                    <a:pt x="4687" y="50786"/>
                  </a:lnTo>
                  <a:lnTo>
                    <a:pt x="4621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58" y="50075"/>
                  </a:lnTo>
                  <a:lnTo>
                    <a:pt x="4253" y="49917"/>
                  </a:lnTo>
                  <a:lnTo>
                    <a:pt x="4121" y="49772"/>
                  </a:lnTo>
                  <a:lnTo>
                    <a:pt x="3989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1" y="49219"/>
                  </a:lnTo>
                  <a:lnTo>
                    <a:pt x="3160" y="49140"/>
                  </a:lnTo>
                  <a:lnTo>
                    <a:pt x="2963" y="49088"/>
                  </a:lnTo>
                  <a:lnTo>
                    <a:pt x="2963" y="42203"/>
                  </a:lnTo>
                  <a:lnTo>
                    <a:pt x="13204" y="32317"/>
                  </a:lnTo>
                  <a:lnTo>
                    <a:pt x="1320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3971900" y="1701900"/>
              <a:ext cx="510100" cy="834925"/>
            </a:xfrm>
            <a:custGeom>
              <a:rect b="b" l="l" r="r" t="t"/>
              <a:pathLst>
                <a:path extrusionOk="0" h="33397" w="20404">
                  <a:moveTo>
                    <a:pt x="2502" y="29829"/>
                  </a:moveTo>
                  <a:lnTo>
                    <a:pt x="2620" y="29842"/>
                  </a:lnTo>
                  <a:lnTo>
                    <a:pt x="2738" y="29881"/>
                  </a:lnTo>
                  <a:lnTo>
                    <a:pt x="2844" y="29921"/>
                  </a:lnTo>
                  <a:lnTo>
                    <a:pt x="2949" y="29974"/>
                  </a:lnTo>
                  <a:lnTo>
                    <a:pt x="3054" y="30026"/>
                  </a:lnTo>
                  <a:lnTo>
                    <a:pt x="3147" y="30092"/>
                  </a:lnTo>
                  <a:lnTo>
                    <a:pt x="3225" y="30171"/>
                  </a:lnTo>
                  <a:lnTo>
                    <a:pt x="3304" y="30263"/>
                  </a:lnTo>
                  <a:lnTo>
                    <a:pt x="3370" y="30355"/>
                  </a:lnTo>
                  <a:lnTo>
                    <a:pt x="3436" y="30448"/>
                  </a:lnTo>
                  <a:lnTo>
                    <a:pt x="3489" y="30553"/>
                  </a:lnTo>
                  <a:lnTo>
                    <a:pt x="3528" y="30671"/>
                  </a:lnTo>
                  <a:lnTo>
                    <a:pt x="3555" y="30777"/>
                  </a:lnTo>
                  <a:lnTo>
                    <a:pt x="3568" y="30895"/>
                  </a:lnTo>
                  <a:lnTo>
                    <a:pt x="3581" y="31027"/>
                  </a:lnTo>
                  <a:lnTo>
                    <a:pt x="3568" y="31145"/>
                  </a:lnTo>
                  <a:lnTo>
                    <a:pt x="3555" y="31264"/>
                  </a:lnTo>
                  <a:lnTo>
                    <a:pt x="3528" y="31382"/>
                  </a:lnTo>
                  <a:lnTo>
                    <a:pt x="3489" y="31487"/>
                  </a:lnTo>
                  <a:lnTo>
                    <a:pt x="3436" y="31593"/>
                  </a:lnTo>
                  <a:lnTo>
                    <a:pt x="3370" y="31685"/>
                  </a:lnTo>
                  <a:lnTo>
                    <a:pt x="3304" y="31777"/>
                  </a:lnTo>
                  <a:lnTo>
                    <a:pt x="3225" y="31869"/>
                  </a:lnTo>
                  <a:lnTo>
                    <a:pt x="3147" y="31948"/>
                  </a:lnTo>
                  <a:lnTo>
                    <a:pt x="3054" y="32014"/>
                  </a:lnTo>
                  <a:lnTo>
                    <a:pt x="2949" y="32067"/>
                  </a:lnTo>
                  <a:lnTo>
                    <a:pt x="2844" y="32119"/>
                  </a:lnTo>
                  <a:lnTo>
                    <a:pt x="2738" y="32159"/>
                  </a:lnTo>
                  <a:lnTo>
                    <a:pt x="2620" y="32198"/>
                  </a:lnTo>
                  <a:lnTo>
                    <a:pt x="2502" y="32211"/>
                  </a:lnTo>
                  <a:lnTo>
                    <a:pt x="2251" y="32211"/>
                  </a:lnTo>
                  <a:lnTo>
                    <a:pt x="2133" y="32198"/>
                  </a:lnTo>
                  <a:lnTo>
                    <a:pt x="2028" y="32159"/>
                  </a:lnTo>
                  <a:lnTo>
                    <a:pt x="1909" y="32119"/>
                  </a:lnTo>
                  <a:lnTo>
                    <a:pt x="1804" y="32067"/>
                  </a:lnTo>
                  <a:lnTo>
                    <a:pt x="1712" y="32014"/>
                  </a:lnTo>
                  <a:lnTo>
                    <a:pt x="1620" y="31948"/>
                  </a:lnTo>
                  <a:lnTo>
                    <a:pt x="1527" y="31869"/>
                  </a:lnTo>
                  <a:lnTo>
                    <a:pt x="1462" y="31777"/>
                  </a:lnTo>
                  <a:lnTo>
                    <a:pt x="1383" y="31685"/>
                  </a:lnTo>
                  <a:lnTo>
                    <a:pt x="1330" y="31593"/>
                  </a:lnTo>
                  <a:lnTo>
                    <a:pt x="1277" y="31487"/>
                  </a:lnTo>
                  <a:lnTo>
                    <a:pt x="1238" y="31382"/>
                  </a:lnTo>
                  <a:lnTo>
                    <a:pt x="1211" y="31264"/>
                  </a:lnTo>
                  <a:lnTo>
                    <a:pt x="1185" y="31145"/>
                  </a:lnTo>
                  <a:lnTo>
                    <a:pt x="1185" y="31027"/>
                  </a:lnTo>
                  <a:lnTo>
                    <a:pt x="1185" y="30895"/>
                  </a:lnTo>
                  <a:lnTo>
                    <a:pt x="1211" y="30777"/>
                  </a:lnTo>
                  <a:lnTo>
                    <a:pt x="1238" y="30671"/>
                  </a:lnTo>
                  <a:lnTo>
                    <a:pt x="1277" y="30553"/>
                  </a:lnTo>
                  <a:lnTo>
                    <a:pt x="1330" y="30448"/>
                  </a:lnTo>
                  <a:lnTo>
                    <a:pt x="1383" y="30355"/>
                  </a:lnTo>
                  <a:lnTo>
                    <a:pt x="1462" y="30263"/>
                  </a:lnTo>
                  <a:lnTo>
                    <a:pt x="1527" y="30171"/>
                  </a:lnTo>
                  <a:lnTo>
                    <a:pt x="1620" y="30092"/>
                  </a:lnTo>
                  <a:lnTo>
                    <a:pt x="1712" y="30026"/>
                  </a:lnTo>
                  <a:lnTo>
                    <a:pt x="1804" y="29974"/>
                  </a:lnTo>
                  <a:lnTo>
                    <a:pt x="1909" y="29921"/>
                  </a:lnTo>
                  <a:lnTo>
                    <a:pt x="2028" y="29881"/>
                  </a:lnTo>
                  <a:lnTo>
                    <a:pt x="2133" y="29842"/>
                  </a:lnTo>
                  <a:lnTo>
                    <a:pt x="2251" y="29829"/>
                  </a:lnTo>
                  <a:close/>
                  <a:moveTo>
                    <a:pt x="1751" y="0"/>
                  </a:moveTo>
                  <a:lnTo>
                    <a:pt x="1751" y="28723"/>
                  </a:lnTo>
                  <a:lnTo>
                    <a:pt x="1567" y="28789"/>
                  </a:lnTo>
                  <a:lnTo>
                    <a:pt x="1383" y="28868"/>
                  </a:lnTo>
                  <a:lnTo>
                    <a:pt x="1211" y="28947"/>
                  </a:lnTo>
                  <a:lnTo>
                    <a:pt x="1054" y="29052"/>
                  </a:lnTo>
                  <a:lnTo>
                    <a:pt x="896" y="29158"/>
                  </a:lnTo>
                  <a:lnTo>
                    <a:pt x="751" y="29289"/>
                  </a:lnTo>
                  <a:lnTo>
                    <a:pt x="619" y="29421"/>
                  </a:lnTo>
                  <a:lnTo>
                    <a:pt x="501" y="29566"/>
                  </a:lnTo>
                  <a:lnTo>
                    <a:pt x="382" y="29724"/>
                  </a:lnTo>
                  <a:lnTo>
                    <a:pt x="290" y="29895"/>
                  </a:lnTo>
                  <a:lnTo>
                    <a:pt x="198" y="30066"/>
                  </a:lnTo>
                  <a:lnTo>
                    <a:pt x="132" y="30237"/>
                  </a:lnTo>
                  <a:lnTo>
                    <a:pt x="79" y="30421"/>
                  </a:lnTo>
                  <a:lnTo>
                    <a:pt x="40" y="30619"/>
                  </a:lnTo>
                  <a:lnTo>
                    <a:pt x="14" y="30816"/>
                  </a:lnTo>
                  <a:lnTo>
                    <a:pt x="0" y="31027"/>
                  </a:lnTo>
                  <a:lnTo>
                    <a:pt x="14" y="31264"/>
                  </a:lnTo>
                  <a:lnTo>
                    <a:pt x="53" y="31501"/>
                  </a:lnTo>
                  <a:lnTo>
                    <a:pt x="106" y="31724"/>
                  </a:lnTo>
                  <a:lnTo>
                    <a:pt x="185" y="31948"/>
                  </a:lnTo>
                  <a:lnTo>
                    <a:pt x="290" y="32159"/>
                  </a:lnTo>
                  <a:lnTo>
                    <a:pt x="409" y="32343"/>
                  </a:lnTo>
                  <a:lnTo>
                    <a:pt x="540" y="32527"/>
                  </a:lnTo>
                  <a:lnTo>
                    <a:pt x="698" y="32698"/>
                  </a:lnTo>
                  <a:lnTo>
                    <a:pt x="869" y="32856"/>
                  </a:lnTo>
                  <a:lnTo>
                    <a:pt x="1054" y="32988"/>
                  </a:lnTo>
                  <a:lnTo>
                    <a:pt x="1251" y="33107"/>
                  </a:lnTo>
                  <a:lnTo>
                    <a:pt x="1448" y="33212"/>
                  </a:lnTo>
                  <a:lnTo>
                    <a:pt x="1672" y="33291"/>
                  </a:lnTo>
                  <a:lnTo>
                    <a:pt x="1896" y="33357"/>
                  </a:lnTo>
                  <a:lnTo>
                    <a:pt x="2133" y="33383"/>
                  </a:lnTo>
                  <a:lnTo>
                    <a:pt x="2383" y="33396"/>
                  </a:lnTo>
                  <a:lnTo>
                    <a:pt x="2620" y="33383"/>
                  </a:lnTo>
                  <a:lnTo>
                    <a:pt x="2857" y="33357"/>
                  </a:lnTo>
                  <a:lnTo>
                    <a:pt x="3081" y="33291"/>
                  </a:lnTo>
                  <a:lnTo>
                    <a:pt x="3304" y="33212"/>
                  </a:lnTo>
                  <a:lnTo>
                    <a:pt x="3515" y="33107"/>
                  </a:lnTo>
                  <a:lnTo>
                    <a:pt x="3713" y="32988"/>
                  </a:lnTo>
                  <a:lnTo>
                    <a:pt x="3897" y="32856"/>
                  </a:lnTo>
                  <a:lnTo>
                    <a:pt x="4055" y="32698"/>
                  </a:lnTo>
                  <a:lnTo>
                    <a:pt x="4213" y="32527"/>
                  </a:lnTo>
                  <a:lnTo>
                    <a:pt x="4358" y="32343"/>
                  </a:lnTo>
                  <a:lnTo>
                    <a:pt x="4476" y="32159"/>
                  </a:lnTo>
                  <a:lnTo>
                    <a:pt x="4568" y="31948"/>
                  </a:lnTo>
                  <a:lnTo>
                    <a:pt x="4647" y="31724"/>
                  </a:lnTo>
                  <a:lnTo>
                    <a:pt x="4713" y="31501"/>
                  </a:lnTo>
                  <a:lnTo>
                    <a:pt x="4752" y="31264"/>
                  </a:lnTo>
                  <a:lnTo>
                    <a:pt x="4752" y="31027"/>
                  </a:lnTo>
                  <a:lnTo>
                    <a:pt x="4752" y="30816"/>
                  </a:lnTo>
                  <a:lnTo>
                    <a:pt x="4726" y="30605"/>
                  </a:lnTo>
                  <a:lnTo>
                    <a:pt x="4673" y="30408"/>
                  </a:lnTo>
                  <a:lnTo>
                    <a:pt x="4621" y="30224"/>
                  </a:lnTo>
                  <a:lnTo>
                    <a:pt x="4542" y="30039"/>
                  </a:lnTo>
                  <a:lnTo>
                    <a:pt x="4450" y="29855"/>
                  </a:lnTo>
                  <a:lnTo>
                    <a:pt x="4358" y="29697"/>
                  </a:lnTo>
                  <a:lnTo>
                    <a:pt x="4239" y="29539"/>
                  </a:lnTo>
                  <a:lnTo>
                    <a:pt x="4107" y="29381"/>
                  </a:lnTo>
                  <a:lnTo>
                    <a:pt x="3963" y="29250"/>
                  </a:lnTo>
                  <a:lnTo>
                    <a:pt x="3818" y="29131"/>
                  </a:lnTo>
                  <a:lnTo>
                    <a:pt x="3660" y="29013"/>
                  </a:lnTo>
                  <a:lnTo>
                    <a:pt x="3489" y="28921"/>
                  </a:lnTo>
                  <a:lnTo>
                    <a:pt x="3304" y="28828"/>
                  </a:lnTo>
                  <a:lnTo>
                    <a:pt x="3120" y="28763"/>
                  </a:lnTo>
                  <a:lnTo>
                    <a:pt x="2923" y="28710"/>
                  </a:lnTo>
                  <a:lnTo>
                    <a:pt x="2923" y="1172"/>
                  </a:lnTo>
                  <a:lnTo>
                    <a:pt x="20404" y="1172"/>
                  </a:lnTo>
                  <a:lnTo>
                    <a:pt x="204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4109775" y="1804900"/>
              <a:ext cx="372225" cy="731925"/>
            </a:xfrm>
            <a:custGeom>
              <a:rect b="b" l="l" r="r" t="t"/>
              <a:pathLst>
                <a:path extrusionOk="0" h="29277" w="14889">
                  <a:moveTo>
                    <a:pt x="2502" y="25709"/>
                  </a:moveTo>
                  <a:lnTo>
                    <a:pt x="2620" y="25722"/>
                  </a:lnTo>
                  <a:lnTo>
                    <a:pt x="2726" y="25761"/>
                  </a:lnTo>
                  <a:lnTo>
                    <a:pt x="2844" y="25801"/>
                  </a:lnTo>
                  <a:lnTo>
                    <a:pt x="2950" y="25854"/>
                  </a:lnTo>
                  <a:lnTo>
                    <a:pt x="3042" y="25906"/>
                  </a:lnTo>
                  <a:lnTo>
                    <a:pt x="3134" y="25972"/>
                  </a:lnTo>
                  <a:lnTo>
                    <a:pt x="3226" y="26051"/>
                  </a:lnTo>
                  <a:lnTo>
                    <a:pt x="3305" y="26143"/>
                  </a:lnTo>
                  <a:lnTo>
                    <a:pt x="3371" y="26235"/>
                  </a:lnTo>
                  <a:lnTo>
                    <a:pt x="3423" y="26328"/>
                  </a:lnTo>
                  <a:lnTo>
                    <a:pt x="3476" y="26433"/>
                  </a:lnTo>
                  <a:lnTo>
                    <a:pt x="3516" y="26551"/>
                  </a:lnTo>
                  <a:lnTo>
                    <a:pt x="3555" y="26657"/>
                  </a:lnTo>
                  <a:lnTo>
                    <a:pt x="3568" y="26775"/>
                  </a:lnTo>
                  <a:lnTo>
                    <a:pt x="3568" y="26907"/>
                  </a:lnTo>
                  <a:lnTo>
                    <a:pt x="3568" y="27025"/>
                  </a:lnTo>
                  <a:lnTo>
                    <a:pt x="3555" y="27144"/>
                  </a:lnTo>
                  <a:lnTo>
                    <a:pt x="3516" y="27262"/>
                  </a:lnTo>
                  <a:lnTo>
                    <a:pt x="3476" y="27367"/>
                  </a:lnTo>
                  <a:lnTo>
                    <a:pt x="3423" y="27473"/>
                  </a:lnTo>
                  <a:lnTo>
                    <a:pt x="3371" y="27565"/>
                  </a:lnTo>
                  <a:lnTo>
                    <a:pt x="3305" y="27657"/>
                  </a:lnTo>
                  <a:lnTo>
                    <a:pt x="3226" y="27749"/>
                  </a:lnTo>
                  <a:lnTo>
                    <a:pt x="3134" y="27828"/>
                  </a:lnTo>
                  <a:lnTo>
                    <a:pt x="3042" y="27894"/>
                  </a:lnTo>
                  <a:lnTo>
                    <a:pt x="2950" y="27947"/>
                  </a:lnTo>
                  <a:lnTo>
                    <a:pt x="2844" y="27999"/>
                  </a:lnTo>
                  <a:lnTo>
                    <a:pt x="2726" y="28039"/>
                  </a:lnTo>
                  <a:lnTo>
                    <a:pt x="2620" y="28078"/>
                  </a:lnTo>
                  <a:lnTo>
                    <a:pt x="2502" y="28091"/>
                  </a:lnTo>
                  <a:lnTo>
                    <a:pt x="2252" y="28091"/>
                  </a:lnTo>
                  <a:lnTo>
                    <a:pt x="2133" y="28078"/>
                  </a:lnTo>
                  <a:lnTo>
                    <a:pt x="2015" y="28039"/>
                  </a:lnTo>
                  <a:lnTo>
                    <a:pt x="1910" y="27999"/>
                  </a:lnTo>
                  <a:lnTo>
                    <a:pt x="1804" y="27947"/>
                  </a:lnTo>
                  <a:lnTo>
                    <a:pt x="1712" y="27894"/>
                  </a:lnTo>
                  <a:lnTo>
                    <a:pt x="1620" y="27828"/>
                  </a:lnTo>
                  <a:lnTo>
                    <a:pt x="1528" y="27749"/>
                  </a:lnTo>
                  <a:lnTo>
                    <a:pt x="1449" y="27657"/>
                  </a:lnTo>
                  <a:lnTo>
                    <a:pt x="1383" y="27565"/>
                  </a:lnTo>
                  <a:lnTo>
                    <a:pt x="1317" y="27473"/>
                  </a:lnTo>
                  <a:lnTo>
                    <a:pt x="1278" y="27367"/>
                  </a:lnTo>
                  <a:lnTo>
                    <a:pt x="1238" y="27262"/>
                  </a:lnTo>
                  <a:lnTo>
                    <a:pt x="1199" y="27144"/>
                  </a:lnTo>
                  <a:lnTo>
                    <a:pt x="1186" y="27025"/>
                  </a:lnTo>
                  <a:lnTo>
                    <a:pt x="1172" y="26907"/>
                  </a:lnTo>
                  <a:lnTo>
                    <a:pt x="1186" y="26775"/>
                  </a:lnTo>
                  <a:lnTo>
                    <a:pt x="1199" y="26657"/>
                  </a:lnTo>
                  <a:lnTo>
                    <a:pt x="1238" y="26551"/>
                  </a:lnTo>
                  <a:lnTo>
                    <a:pt x="1278" y="26433"/>
                  </a:lnTo>
                  <a:lnTo>
                    <a:pt x="1317" y="26328"/>
                  </a:lnTo>
                  <a:lnTo>
                    <a:pt x="1383" y="26235"/>
                  </a:lnTo>
                  <a:lnTo>
                    <a:pt x="1449" y="26143"/>
                  </a:lnTo>
                  <a:lnTo>
                    <a:pt x="1528" y="26051"/>
                  </a:lnTo>
                  <a:lnTo>
                    <a:pt x="1620" y="25972"/>
                  </a:lnTo>
                  <a:lnTo>
                    <a:pt x="1712" y="25906"/>
                  </a:lnTo>
                  <a:lnTo>
                    <a:pt x="1804" y="25854"/>
                  </a:lnTo>
                  <a:lnTo>
                    <a:pt x="1910" y="25801"/>
                  </a:lnTo>
                  <a:lnTo>
                    <a:pt x="2015" y="25761"/>
                  </a:lnTo>
                  <a:lnTo>
                    <a:pt x="2133" y="25722"/>
                  </a:lnTo>
                  <a:lnTo>
                    <a:pt x="2252" y="25709"/>
                  </a:lnTo>
                  <a:close/>
                  <a:moveTo>
                    <a:pt x="1725" y="1"/>
                  </a:moveTo>
                  <a:lnTo>
                    <a:pt x="1725" y="24616"/>
                  </a:lnTo>
                  <a:lnTo>
                    <a:pt x="1541" y="24669"/>
                  </a:lnTo>
                  <a:lnTo>
                    <a:pt x="1357" y="24748"/>
                  </a:lnTo>
                  <a:lnTo>
                    <a:pt x="1186" y="24840"/>
                  </a:lnTo>
                  <a:lnTo>
                    <a:pt x="1028" y="24945"/>
                  </a:lnTo>
                  <a:lnTo>
                    <a:pt x="883" y="25051"/>
                  </a:lnTo>
                  <a:lnTo>
                    <a:pt x="738" y="25182"/>
                  </a:lnTo>
                  <a:lnTo>
                    <a:pt x="606" y="25314"/>
                  </a:lnTo>
                  <a:lnTo>
                    <a:pt x="488" y="25459"/>
                  </a:lnTo>
                  <a:lnTo>
                    <a:pt x="383" y="25617"/>
                  </a:lnTo>
                  <a:lnTo>
                    <a:pt x="277" y="25775"/>
                  </a:lnTo>
                  <a:lnTo>
                    <a:pt x="198" y="25946"/>
                  </a:lnTo>
                  <a:lnTo>
                    <a:pt x="133" y="26130"/>
                  </a:lnTo>
                  <a:lnTo>
                    <a:pt x="67" y="26314"/>
                  </a:lnTo>
                  <a:lnTo>
                    <a:pt x="27" y="26499"/>
                  </a:lnTo>
                  <a:lnTo>
                    <a:pt x="1" y="26696"/>
                  </a:lnTo>
                  <a:lnTo>
                    <a:pt x="1" y="26907"/>
                  </a:lnTo>
                  <a:lnTo>
                    <a:pt x="14" y="27144"/>
                  </a:lnTo>
                  <a:lnTo>
                    <a:pt x="40" y="27381"/>
                  </a:lnTo>
                  <a:lnTo>
                    <a:pt x="106" y="27604"/>
                  </a:lnTo>
                  <a:lnTo>
                    <a:pt x="185" y="27828"/>
                  </a:lnTo>
                  <a:lnTo>
                    <a:pt x="291" y="28039"/>
                  </a:lnTo>
                  <a:lnTo>
                    <a:pt x="409" y="28223"/>
                  </a:lnTo>
                  <a:lnTo>
                    <a:pt x="541" y="28407"/>
                  </a:lnTo>
                  <a:lnTo>
                    <a:pt x="699" y="28578"/>
                  </a:lnTo>
                  <a:lnTo>
                    <a:pt x="870" y="28736"/>
                  </a:lnTo>
                  <a:lnTo>
                    <a:pt x="1041" y="28868"/>
                  </a:lnTo>
                  <a:lnTo>
                    <a:pt x="1238" y="28987"/>
                  </a:lnTo>
                  <a:lnTo>
                    <a:pt x="1449" y="29092"/>
                  </a:lnTo>
                  <a:lnTo>
                    <a:pt x="1673" y="29171"/>
                  </a:lnTo>
                  <a:lnTo>
                    <a:pt x="1896" y="29237"/>
                  </a:lnTo>
                  <a:lnTo>
                    <a:pt x="2133" y="29263"/>
                  </a:lnTo>
                  <a:lnTo>
                    <a:pt x="2370" y="29276"/>
                  </a:lnTo>
                  <a:lnTo>
                    <a:pt x="2620" y="29263"/>
                  </a:lnTo>
                  <a:lnTo>
                    <a:pt x="2857" y="29237"/>
                  </a:lnTo>
                  <a:lnTo>
                    <a:pt x="3081" y="29171"/>
                  </a:lnTo>
                  <a:lnTo>
                    <a:pt x="3305" y="29092"/>
                  </a:lnTo>
                  <a:lnTo>
                    <a:pt x="3502" y="28987"/>
                  </a:lnTo>
                  <a:lnTo>
                    <a:pt x="3700" y="28868"/>
                  </a:lnTo>
                  <a:lnTo>
                    <a:pt x="3884" y="28736"/>
                  </a:lnTo>
                  <a:lnTo>
                    <a:pt x="4055" y="28578"/>
                  </a:lnTo>
                  <a:lnTo>
                    <a:pt x="4213" y="28407"/>
                  </a:lnTo>
                  <a:lnTo>
                    <a:pt x="4345" y="28223"/>
                  </a:lnTo>
                  <a:lnTo>
                    <a:pt x="4463" y="28039"/>
                  </a:lnTo>
                  <a:lnTo>
                    <a:pt x="4569" y="27828"/>
                  </a:lnTo>
                  <a:lnTo>
                    <a:pt x="4648" y="27604"/>
                  </a:lnTo>
                  <a:lnTo>
                    <a:pt x="4700" y="27381"/>
                  </a:lnTo>
                  <a:lnTo>
                    <a:pt x="4740" y="27144"/>
                  </a:lnTo>
                  <a:lnTo>
                    <a:pt x="4753" y="26907"/>
                  </a:lnTo>
                  <a:lnTo>
                    <a:pt x="4740" y="26696"/>
                  </a:lnTo>
                  <a:lnTo>
                    <a:pt x="4713" y="26485"/>
                  </a:lnTo>
                  <a:lnTo>
                    <a:pt x="4674" y="26288"/>
                  </a:lnTo>
                  <a:lnTo>
                    <a:pt x="4608" y="26091"/>
                  </a:lnTo>
                  <a:lnTo>
                    <a:pt x="4542" y="25906"/>
                  </a:lnTo>
                  <a:lnTo>
                    <a:pt x="4450" y="25735"/>
                  </a:lnTo>
                  <a:lnTo>
                    <a:pt x="4345" y="25564"/>
                  </a:lnTo>
                  <a:lnTo>
                    <a:pt x="4226" y="25406"/>
                  </a:lnTo>
                  <a:lnTo>
                    <a:pt x="4095" y="25261"/>
                  </a:lnTo>
                  <a:lnTo>
                    <a:pt x="3950" y="25116"/>
                  </a:lnTo>
                  <a:lnTo>
                    <a:pt x="3805" y="24998"/>
                  </a:lnTo>
                  <a:lnTo>
                    <a:pt x="3634" y="24880"/>
                  </a:lnTo>
                  <a:lnTo>
                    <a:pt x="3463" y="24787"/>
                  </a:lnTo>
                  <a:lnTo>
                    <a:pt x="3292" y="24708"/>
                  </a:lnTo>
                  <a:lnTo>
                    <a:pt x="3094" y="24629"/>
                  </a:lnTo>
                  <a:lnTo>
                    <a:pt x="2897" y="24577"/>
                  </a:lnTo>
                  <a:lnTo>
                    <a:pt x="2897" y="1172"/>
                  </a:lnTo>
                  <a:lnTo>
                    <a:pt x="14889" y="1172"/>
                  </a:lnTo>
                  <a:lnTo>
                    <a:pt x="1488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3884350" y="1915475"/>
              <a:ext cx="571000" cy="841175"/>
            </a:xfrm>
            <a:custGeom>
              <a:rect b="b" l="l" r="r" t="t"/>
              <a:pathLst>
                <a:path extrusionOk="0" h="33647" w="22840">
                  <a:moveTo>
                    <a:pt x="2502" y="30079"/>
                  </a:moveTo>
                  <a:lnTo>
                    <a:pt x="2620" y="30092"/>
                  </a:lnTo>
                  <a:lnTo>
                    <a:pt x="2739" y="30132"/>
                  </a:lnTo>
                  <a:lnTo>
                    <a:pt x="2844" y="30171"/>
                  </a:lnTo>
                  <a:lnTo>
                    <a:pt x="2950" y="30224"/>
                  </a:lnTo>
                  <a:lnTo>
                    <a:pt x="3055" y="30277"/>
                  </a:lnTo>
                  <a:lnTo>
                    <a:pt x="3147" y="30342"/>
                  </a:lnTo>
                  <a:lnTo>
                    <a:pt x="3226" y="30421"/>
                  </a:lnTo>
                  <a:lnTo>
                    <a:pt x="3305" y="30513"/>
                  </a:lnTo>
                  <a:lnTo>
                    <a:pt x="3371" y="30606"/>
                  </a:lnTo>
                  <a:lnTo>
                    <a:pt x="3437" y="30698"/>
                  </a:lnTo>
                  <a:lnTo>
                    <a:pt x="3489" y="30803"/>
                  </a:lnTo>
                  <a:lnTo>
                    <a:pt x="3529" y="30908"/>
                  </a:lnTo>
                  <a:lnTo>
                    <a:pt x="3555" y="31027"/>
                  </a:lnTo>
                  <a:lnTo>
                    <a:pt x="3568" y="31145"/>
                  </a:lnTo>
                  <a:lnTo>
                    <a:pt x="3581" y="31264"/>
                  </a:lnTo>
                  <a:lnTo>
                    <a:pt x="3568" y="31395"/>
                  </a:lnTo>
                  <a:lnTo>
                    <a:pt x="3555" y="31514"/>
                  </a:lnTo>
                  <a:lnTo>
                    <a:pt x="3529" y="31632"/>
                  </a:lnTo>
                  <a:lnTo>
                    <a:pt x="3489" y="31738"/>
                  </a:lnTo>
                  <a:lnTo>
                    <a:pt x="3437" y="31843"/>
                  </a:lnTo>
                  <a:lnTo>
                    <a:pt x="3371" y="31935"/>
                  </a:lnTo>
                  <a:lnTo>
                    <a:pt x="3305" y="32027"/>
                  </a:lnTo>
                  <a:lnTo>
                    <a:pt x="3226" y="32119"/>
                  </a:lnTo>
                  <a:lnTo>
                    <a:pt x="3147" y="32198"/>
                  </a:lnTo>
                  <a:lnTo>
                    <a:pt x="3055" y="32264"/>
                  </a:lnTo>
                  <a:lnTo>
                    <a:pt x="2950" y="32317"/>
                  </a:lnTo>
                  <a:lnTo>
                    <a:pt x="2844" y="32370"/>
                  </a:lnTo>
                  <a:lnTo>
                    <a:pt x="2739" y="32409"/>
                  </a:lnTo>
                  <a:lnTo>
                    <a:pt x="2620" y="32449"/>
                  </a:lnTo>
                  <a:lnTo>
                    <a:pt x="2502" y="32462"/>
                  </a:lnTo>
                  <a:lnTo>
                    <a:pt x="2265" y="32462"/>
                  </a:lnTo>
                  <a:lnTo>
                    <a:pt x="2147" y="32449"/>
                  </a:lnTo>
                  <a:lnTo>
                    <a:pt x="2028" y="32409"/>
                  </a:lnTo>
                  <a:lnTo>
                    <a:pt x="1923" y="32370"/>
                  </a:lnTo>
                  <a:lnTo>
                    <a:pt x="1818" y="32317"/>
                  </a:lnTo>
                  <a:lnTo>
                    <a:pt x="1712" y="32264"/>
                  </a:lnTo>
                  <a:lnTo>
                    <a:pt x="1620" y="32198"/>
                  </a:lnTo>
                  <a:lnTo>
                    <a:pt x="1541" y="32119"/>
                  </a:lnTo>
                  <a:lnTo>
                    <a:pt x="1462" y="32027"/>
                  </a:lnTo>
                  <a:lnTo>
                    <a:pt x="1396" y="31935"/>
                  </a:lnTo>
                  <a:lnTo>
                    <a:pt x="1330" y="31843"/>
                  </a:lnTo>
                  <a:lnTo>
                    <a:pt x="1278" y="31738"/>
                  </a:lnTo>
                  <a:lnTo>
                    <a:pt x="1238" y="31632"/>
                  </a:lnTo>
                  <a:lnTo>
                    <a:pt x="1212" y="31514"/>
                  </a:lnTo>
                  <a:lnTo>
                    <a:pt x="1186" y="31395"/>
                  </a:lnTo>
                  <a:lnTo>
                    <a:pt x="1186" y="31264"/>
                  </a:lnTo>
                  <a:lnTo>
                    <a:pt x="1186" y="31145"/>
                  </a:lnTo>
                  <a:lnTo>
                    <a:pt x="1212" y="31027"/>
                  </a:lnTo>
                  <a:lnTo>
                    <a:pt x="1238" y="30908"/>
                  </a:lnTo>
                  <a:lnTo>
                    <a:pt x="1278" y="30803"/>
                  </a:lnTo>
                  <a:lnTo>
                    <a:pt x="1330" y="30698"/>
                  </a:lnTo>
                  <a:lnTo>
                    <a:pt x="1396" y="30606"/>
                  </a:lnTo>
                  <a:lnTo>
                    <a:pt x="1462" y="30513"/>
                  </a:lnTo>
                  <a:lnTo>
                    <a:pt x="1541" y="30421"/>
                  </a:lnTo>
                  <a:lnTo>
                    <a:pt x="1620" y="30342"/>
                  </a:lnTo>
                  <a:lnTo>
                    <a:pt x="1712" y="30277"/>
                  </a:lnTo>
                  <a:lnTo>
                    <a:pt x="1818" y="30224"/>
                  </a:lnTo>
                  <a:lnTo>
                    <a:pt x="1923" y="30171"/>
                  </a:lnTo>
                  <a:lnTo>
                    <a:pt x="2028" y="30132"/>
                  </a:lnTo>
                  <a:lnTo>
                    <a:pt x="2147" y="30092"/>
                  </a:lnTo>
                  <a:lnTo>
                    <a:pt x="2265" y="30079"/>
                  </a:lnTo>
                  <a:close/>
                  <a:moveTo>
                    <a:pt x="17021" y="0"/>
                  </a:moveTo>
                  <a:lnTo>
                    <a:pt x="17021" y="30685"/>
                  </a:lnTo>
                  <a:lnTo>
                    <a:pt x="4687" y="30685"/>
                  </a:lnTo>
                  <a:lnTo>
                    <a:pt x="4635" y="30487"/>
                  </a:lnTo>
                  <a:lnTo>
                    <a:pt x="4556" y="30303"/>
                  </a:lnTo>
                  <a:lnTo>
                    <a:pt x="4477" y="30132"/>
                  </a:lnTo>
                  <a:lnTo>
                    <a:pt x="4371" y="29961"/>
                  </a:lnTo>
                  <a:lnTo>
                    <a:pt x="4266" y="29816"/>
                  </a:lnTo>
                  <a:lnTo>
                    <a:pt x="4134" y="29658"/>
                  </a:lnTo>
                  <a:lnTo>
                    <a:pt x="4003" y="29526"/>
                  </a:lnTo>
                  <a:lnTo>
                    <a:pt x="3858" y="29395"/>
                  </a:lnTo>
                  <a:lnTo>
                    <a:pt x="3700" y="29289"/>
                  </a:lnTo>
                  <a:lnTo>
                    <a:pt x="3529" y="29184"/>
                  </a:lnTo>
                  <a:lnTo>
                    <a:pt x="3358" y="29105"/>
                  </a:lnTo>
                  <a:lnTo>
                    <a:pt x="3173" y="29026"/>
                  </a:lnTo>
                  <a:lnTo>
                    <a:pt x="2989" y="28973"/>
                  </a:lnTo>
                  <a:lnTo>
                    <a:pt x="2792" y="28921"/>
                  </a:lnTo>
                  <a:lnTo>
                    <a:pt x="2594" y="28894"/>
                  </a:lnTo>
                  <a:lnTo>
                    <a:pt x="2384" y="28894"/>
                  </a:lnTo>
                  <a:lnTo>
                    <a:pt x="2147" y="28908"/>
                  </a:lnTo>
                  <a:lnTo>
                    <a:pt x="1910" y="28934"/>
                  </a:lnTo>
                  <a:lnTo>
                    <a:pt x="1673" y="29000"/>
                  </a:lnTo>
                  <a:lnTo>
                    <a:pt x="1462" y="29079"/>
                  </a:lnTo>
                  <a:lnTo>
                    <a:pt x="1251" y="29184"/>
                  </a:lnTo>
                  <a:lnTo>
                    <a:pt x="1054" y="29302"/>
                  </a:lnTo>
                  <a:lnTo>
                    <a:pt x="870" y="29434"/>
                  </a:lnTo>
                  <a:lnTo>
                    <a:pt x="699" y="29592"/>
                  </a:lnTo>
                  <a:lnTo>
                    <a:pt x="554" y="29763"/>
                  </a:lnTo>
                  <a:lnTo>
                    <a:pt x="409" y="29947"/>
                  </a:lnTo>
                  <a:lnTo>
                    <a:pt x="291" y="30132"/>
                  </a:lnTo>
                  <a:lnTo>
                    <a:pt x="185" y="30342"/>
                  </a:lnTo>
                  <a:lnTo>
                    <a:pt x="106" y="30566"/>
                  </a:lnTo>
                  <a:lnTo>
                    <a:pt x="54" y="30790"/>
                  </a:lnTo>
                  <a:lnTo>
                    <a:pt x="14" y="31027"/>
                  </a:lnTo>
                  <a:lnTo>
                    <a:pt x="1" y="31264"/>
                  </a:lnTo>
                  <a:lnTo>
                    <a:pt x="14" y="31514"/>
                  </a:lnTo>
                  <a:lnTo>
                    <a:pt x="54" y="31751"/>
                  </a:lnTo>
                  <a:lnTo>
                    <a:pt x="106" y="31975"/>
                  </a:lnTo>
                  <a:lnTo>
                    <a:pt x="185" y="32198"/>
                  </a:lnTo>
                  <a:lnTo>
                    <a:pt x="291" y="32409"/>
                  </a:lnTo>
                  <a:lnTo>
                    <a:pt x="409" y="32593"/>
                  </a:lnTo>
                  <a:lnTo>
                    <a:pt x="554" y="32778"/>
                  </a:lnTo>
                  <a:lnTo>
                    <a:pt x="699" y="32949"/>
                  </a:lnTo>
                  <a:lnTo>
                    <a:pt x="870" y="33107"/>
                  </a:lnTo>
                  <a:lnTo>
                    <a:pt x="1054" y="33238"/>
                  </a:lnTo>
                  <a:lnTo>
                    <a:pt x="1251" y="33357"/>
                  </a:lnTo>
                  <a:lnTo>
                    <a:pt x="1462" y="33462"/>
                  </a:lnTo>
                  <a:lnTo>
                    <a:pt x="1673" y="33541"/>
                  </a:lnTo>
                  <a:lnTo>
                    <a:pt x="1910" y="33607"/>
                  </a:lnTo>
                  <a:lnTo>
                    <a:pt x="2147" y="33633"/>
                  </a:lnTo>
                  <a:lnTo>
                    <a:pt x="2384" y="33646"/>
                  </a:lnTo>
                  <a:lnTo>
                    <a:pt x="2594" y="33646"/>
                  </a:lnTo>
                  <a:lnTo>
                    <a:pt x="2792" y="33620"/>
                  </a:lnTo>
                  <a:lnTo>
                    <a:pt x="2989" y="33567"/>
                  </a:lnTo>
                  <a:lnTo>
                    <a:pt x="3173" y="33515"/>
                  </a:lnTo>
                  <a:lnTo>
                    <a:pt x="3358" y="33436"/>
                  </a:lnTo>
                  <a:lnTo>
                    <a:pt x="3529" y="33357"/>
                  </a:lnTo>
                  <a:lnTo>
                    <a:pt x="3700" y="33251"/>
                  </a:lnTo>
                  <a:lnTo>
                    <a:pt x="3858" y="33146"/>
                  </a:lnTo>
                  <a:lnTo>
                    <a:pt x="4003" y="33015"/>
                  </a:lnTo>
                  <a:lnTo>
                    <a:pt x="4134" y="32883"/>
                  </a:lnTo>
                  <a:lnTo>
                    <a:pt x="4266" y="32725"/>
                  </a:lnTo>
                  <a:lnTo>
                    <a:pt x="4371" y="32580"/>
                  </a:lnTo>
                  <a:lnTo>
                    <a:pt x="4477" y="32409"/>
                  </a:lnTo>
                  <a:lnTo>
                    <a:pt x="4556" y="32238"/>
                  </a:lnTo>
                  <a:lnTo>
                    <a:pt x="4635" y="32054"/>
                  </a:lnTo>
                  <a:lnTo>
                    <a:pt x="4687" y="31856"/>
                  </a:lnTo>
                  <a:lnTo>
                    <a:pt x="18206" y="31856"/>
                  </a:lnTo>
                  <a:lnTo>
                    <a:pt x="18206" y="1185"/>
                  </a:lnTo>
                  <a:lnTo>
                    <a:pt x="22840" y="1185"/>
                  </a:lnTo>
                  <a:lnTo>
                    <a:pt x="2284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3839600" y="2840875"/>
              <a:ext cx="999800" cy="265925"/>
            </a:xfrm>
            <a:custGeom>
              <a:rect b="b" l="l" r="r" t="t"/>
              <a:pathLst>
                <a:path extrusionOk="0" h="10637" w="39992">
                  <a:moveTo>
                    <a:pt x="2502" y="7056"/>
                  </a:moveTo>
                  <a:lnTo>
                    <a:pt x="2620" y="7082"/>
                  </a:lnTo>
                  <a:lnTo>
                    <a:pt x="2739" y="7109"/>
                  </a:lnTo>
                  <a:lnTo>
                    <a:pt x="2857" y="7148"/>
                  </a:lnTo>
                  <a:lnTo>
                    <a:pt x="2949" y="7201"/>
                  </a:lnTo>
                  <a:lnTo>
                    <a:pt x="3055" y="7267"/>
                  </a:lnTo>
                  <a:lnTo>
                    <a:pt x="3147" y="7332"/>
                  </a:lnTo>
                  <a:lnTo>
                    <a:pt x="3226" y="7411"/>
                  </a:lnTo>
                  <a:lnTo>
                    <a:pt x="3305" y="7490"/>
                  </a:lnTo>
                  <a:lnTo>
                    <a:pt x="3384" y="7582"/>
                  </a:lnTo>
                  <a:lnTo>
                    <a:pt x="3436" y="7688"/>
                  </a:lnTo>
                  <a:lnTo>
                    <a:pt x="3489" y="7793"/>
                  </a:lnTo>
                  <a:lnTo>
                    <a:pt x="3529" y="7898"/>
                  </a:lnTo>
                  <a:lnTo>
                    <a:pt x="3555" y="8017"/>
                  </a:lnTo>
                  <a:lnTo>
                    <a:pt x="3581" y="8135"/>
                  </a:lnTo>
                  <a:lnTo>
                    <a:pt x="3581" y="8254"/>
                  </a:lnTo>
                  <a:lnTo>
                    <a:pt x="3581" y="8372"/>
                  </a:lnTo>
                  <a:lnTo>
                    <a:pt x="3555" y="8491"/>
                  </a:lnTo>
                  <a:lnTo>
                    <a:pt x="3529" y="8609"/>
                  </a:lnTo>
                  <a:lnTo>
                    <a:pt x="3489" y="8714"/>
                  </a:lnTo>
                  <a:lnTo>
                    <a:pt x="3436" y="8820"/>
                  </a:lnTo>
                  <a:lnTo>
                    <a:pt x="3384" y="8925"/>
                  </a:lnTo>
                  <a:lnTo>
                    <a:pt x="3305" y="9017"/>
                  </a:lnTo>
                  <a:lnTo>
                    <a:pt x="3226" y="9096"/>
                  </a:lnTo>
                  <a:lnTo>
                    <a:pt x="3147" y="9175"/>
                  </a:lnTo>
                  <a:lnTo>
                    <a:pt x="3055" y="9241"/>
                  </a:lnTo>
                  <a:lnTo>
                    <a:pt x="2949" y="9307"/>
                  </a:lnTo>
                  <a:lnTo>
                    <a:pt x="2857" y="9360"/>
                  </a:lnTo>
                  <a:lnTo>
                    <a:pt x="2739" y="9399"/>
                  </a:lnTo>
                  <a:lnTo>
                    <a:pt x="2620" y="9425"/>
                  </a:lnTo>
                  <a:lnTo>
                    <a:pt x="2502" y="9438"/>
                  </a:lnTo>
                  <a:lnTo>
                    <a:pt x="2383" y="9452"/>
                  </a:lnTo>
                  <a:lnTo>
                    <a:pt x="2265" y="9438"/>
                  </a:lnTo>
                  <a:lnTo>
                    <a:pt x="2146" y="9425"/>
                  </a:lnTo>
                  <a:lnTo>
                    <a:pt x="2028" y="9399"/>
                  </a:lnTo>
                  <a:lnTo>
                    <a:pt x="1923" y="9360"/>
                  </a:lnTo>
                  <a:lnTo>
                    <a:pt x="1817" y="9307"/>
                  </a:lnTo>
                  <a:lnTo>
                    <a:pt x="1712" y="9241"/>
                  </a:lnTo>
                  <a:lnTo>
                    <a:pt x="1620" y="9175"/>
                  </a:lnTo>
                  <a:lnTo>
                    <a:pt x="1541" y="9096"/>
                  </a:lnTo>
                  <a:lnTo>
                    <a:pt x="1462" y="9017"/>
                  </a:lnTo>
                  <a:lnTo>
                    <a:pt x="1396" y="8925"/>
                  </a:lnTo>
                  <a:lnTo>
                    <a:pt x="1330" y="8820"/>
                  </a:lnTo>
                  <a:lnTo>
                    <a:pt x="1278" y="8714"/>
                  </a:lnTo>
                  <a:lnTo>
                    <a:pt x="1238" y="8609"/>
                  </a:lnTo>
                  <a:lnTo>
                    <a:pt x="1212" y="8491"/>
                  </a:lnTo>
                  <a:lnTo>
                    <a:pt x="1199" y="8372"/>
                  </a:lnTo>
                  <a:lnTo>
                    <a:pt x="1185" y="8254"/>
                  </a:lnTo>
                  <a:lnTo>
                    <a:pt x="1199" y="8135"/>
                  </a:lnTo>
                  <a:lnTo>
                    <a:pt x="1212" y="8017"/>
                  </a:lnTo>
                  <a:lnTo>
                    <a:pt x="1238" y="7898"/>
                  </a:lnTo>
                  <a:lnTo>
                    <a:pt x="1278" y="7793"/>
                  </a:lnTo>
                  <a:lnTo>
                    <a:pt x="1330" y="7688"/>
                  </a:lnTo>
                  <a:lnTo>
                    <a:pt x="1396" y="7582"/>
                  </a:lnTo>
                  <a:lnTo>
                    <a:pt x="1462" y="7490"/>
                  </a:lnTo>
                  <a:lnTo>
                    <a:pt x="1541" y="7411"/>
                  </a:lnTo>
                  <a:lnTo>
                    <a:pt x="1620" y="7332"/>
                  </a:lnTo>
                  <a:lnTo>
                    <a:pt x="1712" y="7267"/>
                  </a:lnTo>
                  <a:lnTo>
                    <a:pt x="1817" y="7201"/>
                  </a:lnTo>
                  <a:lnTo>
                    <a:pt x="1923" y="7148"/>
                  </a:lnTo>
                  <a:lnTo>
                    <a:pt x="2028" y="7109"/>
                  </a:lnTo>
                  <a:lnTo>
                    <a:pt x="2146" y="7082"/>
                  </a:lnTo>
                  <a:lnTo>
                    <a:pt x="2265" y="7056"/>
                  </a:lnTo>
                  <a:close/>
                  <a:moveTo>
                    <a:pt x="13849" y="0"/>
                  </a:moveTo>
                  <a:lnTo>
                    <a:pt x="4213" y="6727"/>
                  </a:lnTo>
                  <a:lnTo>
                    <a:pt x="4042" y="6543"/>
                  </a:lnTo>
                  <a:lnTo>
                    <a:pt x="3844" y="6371"/>
                  </a:lnTo>
                  <a:lnTo>
                    <a:pt x="3634" y="6227"/>
                  </a:lnTo>
                  <a:lnTo>
                    <a:pt x="3410" y="6108"/>
                  </a:lnTo>
                  <a:lnTo>
                    <a:pt x="3173" y="6003"/>
                  </a:lnTo>
                  <a:lnTo>
                    <a:pt x="2923" y="5937"/>
                  </a:lnTo>
                  <a:lnTo>
                    <a:pt x="2660" y="5884"/>
                  </a:lnTo>
                  <a:lnTo>
                    <a:pt x="2383" y="5871"/>
                  </a:lnTo>
                  <a:lnTo>
                    <a:pt x="2146" y="5884"/>
                  </a:lnTo>
                  <a:lnTo>
                    <a:pt x="1909" y="5924"/>
                  </a:lnTo>
                  <a:lnTo>
                    <a:pt x="1672" y="5976"/>
                  </a:lnTo>
                  <a:lnTo>
                    <a:pt x="1462" y="6055"/>
                  </a:lnTo>
                  <a:lnTo>
                    <a:pt x="1251" y="6161"/>
                  </a:lnTo>
                  <a:lnTo>
                    <a:pt x="1054" y="6279"/>
                  </a:lnTo>
                  <a:lnTo>
                    <a:pt x="870" y="6424"/>
                  </a:lnTo>
                  <a:lnTo>
                    <a:pt x="698" y="6569"/>
                  </a:lnTo>
                  <a:lnTo>
                    <a:pt x="554" y="6740"/>
                  </a:lnTo>
                  <a:lnTo>
                    <a:pt x="409" y="6924"/>
                  </a:lnTo>
                  <a:lnTo>
                    <a:pt x="290" y="7122"/>
                  </a:lnTo>
                  <a:lnTo>
                    <a:pt x="198" y="7332"/>
                  </a:lnTo>
                  <a:lnTo>
                    <a:pt x="119" y="7543"/>
                  </a:lnTo>
                  <a:lnTo>
                    <a:pt x="53" y="7780"/>
                  </a:lnTo>
                  <a:lnTo>
                    <a:pt x="14" y="8017"/>
                  </a:lnTo>
                  <a:lnTo>
                    <a:pt x="1" y="8254"/>
                  </a:lnTo>
                  <a:lnTo>
                    <a:pt x="14" y="8491"/>
                  </a:lnTo>
                  <a:lnTo>
                    <a:pt x="53" y="8728"/>
                  </a:lnTo>
                  <a:lnTo>
                    <a:pt x="119" y="8965"/>
                  </a:lnTo>
                  <a:lnTo>
                    <a:pt x="198" y="9175"/>
                  </a:lnTo>
                  <a:lnTo>
                    <a:pt x="290" y="9386"/>
                  </a:lnTo>
                  <a:lnTo>
                    <a:pt x="409" y="9583"/>
                  </a:lnTo>
                  <a:lnTo>
                    <a:pt x="554" y="9768"/>
                  </a:lnTo>
                  <a:lnTo>
                    <a:pt x="698" y="9939"/>
                  </a:lnTo>
                  <a:lnTo>
                    <a:pt x="870" y="10083"/>
                  </a:lnTo>
                  <a:lnTo>
                    <a:pt x="1054" y="10228"/>
                  </a:lnTo>
                  <a:lnTo>
                    <a:pt x="1251" y="10347"/>
                  </a:lnTo>
                  <a:lnTo>
                    <a:pt x="1462" y="10439"/>
                  </a:lnTo>
                  <a:lnTo>
                    <a:pt x="1672" y="10531"/>
                  </a:lnTo>
                  <a:lnTo>
                    <a:pt x="1909" y="10584"/>
                  </a:lnTo>
                  <a:lnTo>
                    <a:pt x="2146" y="10623"/>
                  </a:lnTo>
                  <a:lnTo>
                    <a:pt x="2383" y="10636"/>
                  </a:lnTo>
                  <a:lnTo>
                    <a:pt x="2633" y="10623"/>
                  </a:lnTo>
                  <a:lnTo>
                    <a:pt x="2870" y="10584"/>
                  </a:lnTo>
                  <a:lnTo>
                    <a:pt x="3094" y="10531"/>
                  </a:lnTo>
                  <a:lnTo>
                    <a:pt x="3305" y="10439"/>
                  </a:lnTo>
                  <a:lnTo>
                    <a:pt x="3515" y="10347"/>
                  </a:lnTo>
                  <a:lnTo>
                    <a:pt x="3713" y="10228"/>
                  </a:lnTo>
                  <a:lnTo>
                    <a:pt x="3897" y="10083"/>
                  </a:lnTo>
                  <a:lnTo>
                    <a:pt x="4068" y="9939"/>
                  </a:lnTo>
                  <a:lnTo>
                    <a:pt x="4226" y="9768"/>
                  </a:lnTo>
                  <a:lnTo>
                    <a:pt x="4358" y="9583"/>
                  </a:lnTo>
                  <a:lnTo>
                    <a:pt x="4476" y="9386"/>
                  </a:lnTo>
                  <a:lnTo>
                    <a:pt x="4582" y="9175"/>
                  </a:lnTo>
                  <a:lnTo>
                    <a:pt x="4661" y="8965"/>
                  </a:lnTo>
                  <a:lnTo>
                    <a:pt x="4713" y="8728"/>
                  </a:lnTo>
                  <a:lnTo>
                    <a:pt x="4753" y="8491"/>
                  </a:lnTo>
                  <a:lnTo>
                    <a:pt x="4766" y="8254"/>
                  </a:lnTo>
                  <a:lnTo>
                    <a:pt x="4753" y="8030"/>
                  </a:lnTo>
                  <a:lnTo>
                    <a:pt x="4726" y="7819"/>
                  </a:lnTo>
                  <a:lnTo>
                    <a:pt x="14230" y="1185"/>
                  </a:lnTo>
                  <a:lnTo>
                    <a:pt x="39991" y="1185"/>
                  </a:lnTo>
                  <a:lnTo>
                    <a:pt x="3999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3839600" y="2976450"/>
              <a:ext cx="999800" cy="270200"/>
            </a:xfrm>
            <a:custGeom>
              <a:rect b="b" l="l" r="r" t="t"/>
              <a:pathLst>
                <a:path extrusionOk="0" h="10808" w="39992">
                  <a:moveTo>
                    <a:pt x="2383" y="7227"/>
                  </a:moveTo>
                  <a:lnTo>
                    <a:pt x="2502" y="7241"/>
                  </a:lnTo>
                  <a:lnTo>
                    <a:pt x="2620" y="7254"/>
                  </a:lnTo>
                  <a:lnTo>
                    <a:pt x="2739" y="7280"/>
                  </a:lnTo>
                  <a:lnTo>
                    <a:pt x="2857" y="7320"/>
                  </a:lnTo>
                  <a:lnTo>
                    <a:pt x="2949" y="7372"/>
                  </a:lnTo>
                  <a:lnTo>
                    <a:pt x="3055" y="7438"/>
                  </a:lnTo>
                  <a:lnTo>
                    <a:pt x="3147" y="7504"/>
                  </a:lnTo>
                  <a:lnTo>
                    <a:pt x="3226" y="7583"/>
                  </a:lnTo>
                  <a:lnTo>
                    <a:pt x="3305" y="7662"/>
                  </a:lnTo>
                  <a:lnTo>
                    <a:pt x="3384" y="7754"/>
                  </a:lnTo>
                  <a:lnTo>
                    <a:pt x="3436" y="7859"/>
                  </a:lnTo>
                  <a:lnTo>
                    <a:pt x="3489" y="7965"/>
                  </a:lnTo>
                  <a:lnTo>
                    <a:pt x="3529" y="8070"/>
                  </a:lnTo>
                  <a:lnTo>
                    <a:pt x="3555" y="8188"/>
                  </a:lnTo>
                  <a:lnTo>
                    <a:pt x="3581" y="8307"/>
                  </a:lnTo>
                  <a:lnTo>
                    <a:pt x="3581" y="8425"/>
                  </a:lnTo>
                  <a:lnTo>
                    <a:pt x="3581" y="8544"/>
                  </a:lnTo>
                  <a:lnTo>
                    <a:pt x="3555" y="8662"/>
                  </a:lnTo>
                  <a:lnTo>
                    <a:pt x="3529" y="8781"/>
                  </a:lnTo>
                  <a:lnTo>
                    <a:pt x="3489" y="8899"/>
                  </a:lnTo>
                  <a:lnTo>
                    <a:pt x="3436" y="8991"/>
                  </a:lnTo>
                  <a:lnTo>
                    <a:pt x="3384" y="9097"/>
                  </a:lnTo>
                  <a:lnTo>
                    <a:pt x="3305" y="9189"/>
                  </a:lnTo>
                  <a:lnTo>
                    <a:pt x="3226" y="9268"/>
                  </a:lnTo>
                  <a:lnTo>
                    <a:pt x="3147" y="9347"/>
                  </a:lnTo>
                  <a:lnTo>
                    <a:pt x="3055" y="9426"/>
                  </a:lnTo>
                  <a:lnTo>
                    <a:pt x="2949" y="9478"/>
                  </a:lnTo>
                  <a:lnTo>
                    <a:pt x="2857" y="9531"/>
                  </a:lnTo>
                  <a:lnTo>
                    <a:pt x="2739" y="9570"/>
                  </a:lnTo>
                  <a:lnTo>
                    <a:pt x="2620" y="9597"/>
                  </a:lnTo>
                  <a:lnTo>
                    <a:pt x="2502" y="9623"/>
                  </a:lnTo>
                  <a:lnTo>
                    <a:pt x="2265" y="9623"/>
                  </a:lnTo>
                  <a:lnTo>
                    <a:pt x="2146" y="9597"/>
                  </a:lnTo>
                  <a:lnTo>
                    <a:pt x="2028" y="9570"/>
                  </a:lnTo>
                  <a:lnTo>
                    <a:pt x="1923" y="9531"/>
                  </a:lnTo>
                  <a:lnTo>
                    <a:pt x="1817" y="9478"/>
                  </a:lnTo>
                  <a:lnTo>
                    <a:pt x="1712" y="9426"/>
                  </a:lnTo>
                  <a:lnTo>
                    <a:pt x="1620" y="9347"/>
                  </a:lnTo>
                  <a:lnTo>
                    <a:pt x="1541" y="9268"/>
                  </a:lnTo>
                  <a:lnTo>
                    <a:pt x="1462" y="9189"/>
                  </a:lnTo>
                  <a:lnTo>
                    <a:pt x="1396" y="9097"/>
                  </a:lnTo>
                  <a:lnTo>
                    <a:pt x="1330" y="8991"/>
                  </a:lnTo>
                  <a:lnTo>
                    <a:pt x="1278" y="8899"/>
                  </a:lnTo>
                  <a:lnTo>
                    <a:pt x="1238" y="8781"/>
                  </a:lnTo>
                  <a:lnTo>
                    <a:pt x="1212" y="8662"/>
                  </a:lnTo>
                  <a:lnTo>
                    <a:pt x="1199" y="8544"/>
                  </a:lnTo>
                  <a:lnTo>
                    <a:pt x="1185" y="8425"/>
                  </a:lnTo>
                  <a:lnTo>
                    <a:pt x="1199" y="8307"/>
                  </a:lnTo>
                  <a:lnTo>
                    <a:pt x="1212" y="8188"/>
                  </a:lnTo>
                  <a:lnTo>
                    <a:pt x="1238" y="8070"/>
                  </a:lnTo>
                  <a:lnTo>
                    <a:pt x="1278" y="7965"/>
                  </a:lnTo>
                  <a:lnTo>
                    <a:pt x="1330" y="7859"/>
                  </a:lnTo>
                  <a:lnTo>
                    <a:pt x="1396" y="7754"/>
                  </a:lnTo>
                  <a:lnTo>
                    <a:pt x="1462" y="7662"/>
                  </a:lnTo>
                  <a:lnTo>
                    <a:pt x="1541" y="7583"/>
                  </a:lnTo>
                  <a:lnTo>
                    <a:pt x="1620" y="7504"/>
                  </a:lnTo>
                  <a:lnTo>
                    <a:pt x="1712" y="7438"/>
                  </a:lnTo>
                  <a:lnTo>
                    <a:pt x="1817" y="7372"/>
                  </a:lnTo>
                  <a:lnTo>
                    <a:pt x="1923" y="7320"/>
                  </a:lnTo>
                  <a:lnTo>
                    <a:pt x="2028" y="7280"/>
                  </a:lnTo>
                  <a:lnTo>
                    <a:pt x="2146" y="7254"/>
                  </a:lnTo>
                  <a:lnTo>
                    <a:pt x="2265" y="7241"/>
                  </a:lnTo>
                  <a:lnTo>
                    <a:pt x="2383" y="7227"/>
                  </a:lnTo>
                  <a:close/>
                  <a:moveTo>
                    <a:pt x="13849" y="1"/>
                  </a:moveTo>
                  <a:lnTo>
                    <a:pt x="4121" y="6793"/>
                  </a:lnTo>
                  <a:lnTo>
                    <a:pt x="3950" y="6635"/>
                  </a:lnTo>
                  <a:lnTo>
                    <a:pt x="3752" y="6490"/>
                  </a:lnTo>
                  <a:lnTo>
                    <a:pt x="3555" y="6359"/>
                  </a:lnTo>
                  <a:lnTo>
                    <a:pt x="3344" y="6253"/>
                  </a:lnTo>
                  <a:lnTo>
                    <a:pt x="3120" y="6161"/>
                  </a:lnTo>
                  <a:lnTo>
                    <a:pt x="2884" y="6095"/>
                  </a:lnTo>
                  <a:lnTo>
                    <a:pt x="2633" y="6056"/>
                  </a:lnTo>
                  <a:lnTo>
                    <a:pt x="2383" y="6043"/>
                  </a:lnTo>
                  <a:lnTo>
                    <a:pt x="2146" y="6056"/>
                  </a:lnTo>
                  <a:lnTo>
                    <a:pt x="1909" y="6095"/>
                  </a:lnTo>
                  <a:lnTo>
                    <a:pt x="1672" y="6161"/>
                  </a:lnTo>
                  <a:lnTo>
                    <a:pt x="1462" y="6240"/>
                  </a:lnTo>
                  <a:lnTo>
                    <a:pt x="1251" y="6332"/>
                  </a:lnTo>
                  <a:lnTo>
                    <a:pt x="1054" y="6451"/>
                  </a:lnTo>
                  <a:lnTo>
                    <a:pt x="870" y="6596"/>
                  </a:lnTo>
                  <a:lnTo>
                    <a:pt x="698" y="6740"/>
                  </a:lnTo>
                  <a:lnTo>
                    <a:pt x="554" y="6911"/>
                  </a:lnTo>
                  <a:lnTo>
                    <a:pt x="409" y="7096"/>
                  </a:lnTo>
                  <a:lnTo>
                    <a:pt x="290" y="7293"/>
                  </a:lnTo>
                  <a:lnTo>
                    <a:pt x="198" y="7504"/>
                  </a:lnTo>
                  <a:lnTo>
                    <a:pt x="119" y="7714"/>
                  </a:lnTo>
                  <a:lnTo>
                    <a:pt x="53" y="7951"/>
                  </a:lnTo>
                  <a:lnTo>
                    <a:pt x="14" y="8188"/>
                  </a:lnTo>
                  <a:lnTo>
                    <a:pt x="1" y="8425"/>
                  </a:lnTo>
                  <a:lnTo>
                    <a:pt x="14" y="8675"/>
                  </a:lnTo>
                  <a:lnTo>
                    <a:pt x="53" y="8912"/>
                  </a:lnTo>
                  <a:lnTo>
                    <a:pt x="119" y="9136"/>
                  </a:lnTo>
                  <a:lnTo>
                    <a:pt x="198" y="9347"/>
                  </a:lnTo>
                  <a:lnTo>
                    <a:pt x="290" y="9557"/>
                  </a:lnTo>
                  <a:lnTo>
                    <a:pt x="409" y="9755"/>
                  </a:lnTo>
                  <a:lnTo>
                    <a:pt x="554" y="9939"/>
                  </a:lnTo>
                  <a:lnTo>
                    <a:pt x="698" y="10110"/>
                  </a:lnTo>
                  <a:lnTo>
                    <a:pt x="870" y="10268"/>
                  </a:lnTo>
                  <a:lnTo>
                    <a:pt x="1054" y="10400"/>
                  </a:lnTo>
                  <a:lnTo>
                    <a:pt x="1251" y="10518"/>
                  </a:lnTo>
                  <a:lnTo>
                    <a:pt x="1462" y="10624"/>
                  </a:lnTo>
                  <a:lnTo>
                    <a:pt x="1672" y="10703"/>
                  </a:lnTo>
                  <a:lnTo>
                    <a:pt x="1909" y="10755"/>
                  </a:lnTo>
                  <a:lnTo>
                    <a:pt x="2146" y="10795"/>
                  </a:lnTo>
                  <a:lnTo>
                    <a:pt x="2383" y="10808"/>
                  </a:lnTo>
                  <a:lnTo>
                    <a:pt x="2633" y="10795"/>
                  </a:lnTo>
                  <a:lnTo>
                    <a:pt x="2870" y="10755"/>
                  </a:lnTo>
                  <a:lnTo>
                    <a:pt x="3094" y="10703"/>
                  </a:lnTo>
                  <a:lnTo>
                    <a:pt x="3305" y="10624"/>
                  </a:lnTo>
                  <a:lnTo>
                    <a:pt x="3515" y="10518"/>
                  </a:lnTo>
                  <a:lnTo>
                    <a:pt x="3713" y="10400"/>
                  </a:lnTo>
                  <a:lnTo>
                    <a:pt x="3897" y="10268"/>
                  </a:lnTo>
                  <a:lnTo>
                    <a:pt x="4068" y="10110"/>
                  </a:lnTo>
                  <a:lnTo>
                    <a:pt x="4226" y="9939"/>
                  </a:lnTo>
                  <a:lnTo>
                    <a:pt x="4358" y="9755"/>
                  </a:lnTo>
                  <a:lnTo>
                    <a:pt x="4476" y="9557"/>
                  </a:lnTo>
                  <a:lnTo>
                    <a:pt x="4582" y="9347"/>
                  </a:lnTo>
                  <a:lnTo>
                    <a:pt x="4661" y="9136"/>
                  </a:lnTo>
                  <a:lnTo>
                    <a:pt x="4713" y="8912"/>
                  </a:lnTo>
                  <a:lnTo>
                    <a:pt x="4753" y="8675"/>
                  </a:lnTo>
                  <a:lnTo>
                    <a:pt x="4766" y="8425"/>
                  </a:lnTo>
                  <a:lnTo>
                    <a:pt x="4753" y="8280"/>
                  </a:lnTo>
                  <a:lnTo>
                    <a:pt x="4740" y="8123"/>
                  </a:lnTo>
                  <a:lnTo>
                    <a:pt x="4726" y="7978"/>
                  </a:lnTo>
                  <a:lnTo>
                    <a:pt x="4687" y="7833"/>
                  </a:lnTo>
                  <a:lnTo>
                    <a:pt x="14230" y="1172"/>
                  </a:lnTo>
                  <a:lnTo>
                    <a:pt x="39991" y="1172"/>
                  </a:lnTo>
                  <a:lnTo>
                    <a:pt x="399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3839600" y="3113675"/>
              <a:ext cx="998800" cy="282050"/>
            </a:xfrm>
            <a:custGeom>
              <a:rect b="b" l="l" r="r" t="t"/>
              <a:pathLst>
                <a:path extrusionOk="0" h="11282" w="39952">
                  <a:moveTo>
                    <a:pt x="2502" y="7715"/>
                  </a:moveTo>
                  <a:lnTo>
                    <a:pt x="2620" y="7741"/>
                  </a:lnTo>
                  <a:lnTo>
                    <a:pt x="2739" y="7767"/>
                  </a:lnTo>
                  <a:lnTo>
                    <a:pt x="2857" y="7807"/>
                  </a:lnTo>
                  <a:lnTo>
                    <a:pt x="2949" y="7859"/>
                  </a:lnTo>
                  <a:lnTo>
                    <a:pt x="3055" y="7912"/>
                  </a:lnTo>
                  <a:lnTo>
                    <a:pt x="3147" y="7991"/>
                  </a:lnTo>
                  <a:lnTo>
                    <a:pt x="3226" y="8057"/>
                  </a:lnTo>
                  <a:lnTo>
                    <a:pt x="3305" y="8149"/>
                  </a:lnTo>
                  <a:lnTo>
                    <a:pt x="3384" y="8241"/>
                  </a:lnTo>
                  <a:lnTo>
                    <a:pt x="3436" y="8333"/>
                  </a:lnTo>
                  <a:lnTo>
                    <a:pt x="3489" y="8439"/>
                  </a:lnTo>
                  <a:lnTo>
                    <a:pt x="3529" y="8557"/>
                  </a:lnTo>
                  <a:lnTo>
                    <a:pt x="3555" y="8662"/>
                  </a:lnTo>
                  <a:lnTo>
                    <a:pt x="3581" y="8781"/>
                  </a:lnTo>
                  <a:lnTo>
                    <a:pt x="3581" y="8913"/>
                  </a:lnTo>
                  <a:lnTo>
                    <a:pt x="3581" y="9031"/>
                  </a:lnTo>
                  <a:lnTo>
                    <a:pt x="3555" y="9149"/>
                  </a:lnTo>
                  <a:lnTo>
                    <a:pt x="3529" y="9268"/>
                  </a:lnTo>
                  <a:lnTo>
                    <a:pt x="3489" y="9373"/>
                  </a:lnTo>
                  <a:lnTo>
                    <a:pt x="3436" y="9479"/>
                  </a:lnTo>
                  <a:lnTo>
                    <a:pt x="3384" y="9584"/>
                  </a:lnTo>
                  <a:lnTo>
                    <a:pt x="3305" y="9676"/>
                  </a:lnTo>
                  <a:lnTo>
                    <a:pt x="3226" y="9755"/>
                  </a:lnTo>
                  <a:lnTo>
                    <a:pt x="3147" y="9834"/>
                  </a:lnTo>
                  <a:lnTo>
                    <a:pt x="3055" y="9900"/>
                  </a:lnTo>
                  <a:lnTo>
                    <a:pt x="2949" y="9966"/>
                  </a:lnTo>
                  <a:lnTo>
                    <a:pt x="2857" y="10018"/>
                  </a:lnTo>
                  <a:lnTo>
                    <a:pt x="2739" y="10058"/>
                  </a:lnTo>
                  <a:lnTo>
                    <a:pt x="2620" y="10084"/>
                  </a:lnTo>
                  <a:lnTo>
                    <a:pt x="2502" y="10097"/>
                  </a:lnTo>
                  <a:lnTo>
                    <a:pt x="2383" y="10110"/>
                  </a:lnTo>
                  <a:lnTo>
                    <a:pt x="2265" y="10097"/>
                  </a:lnTo>
                  <a:lnTo>
                    <a:pt x="2146" y="10084"/>
                  </a:lnTo>
                  <a:lnTo>
                    <a:pt x="2028" y="10058"/>
                  </a:lnTo>
                  <a:lnTo>
                    <a:pt x="1923" y="10018"/>
                  </a:lnTo>
                  <a:lnTo>
                    <a:pt x="1817" y="9966"/>
                  </a:lnTo>
                  <a:lnTo>
                    <a:pt x="1712" y="9900"/>
                  </a:lnTo>
                  <a:lnTo>
                    <a:pt x="1620" y="9834"/>
                  </a:lnTo>
                  <a:lnTo>
                    <a:pt x="1541" y="9755"/>
                  </a:lnTo>
                  <a:lnTo>
                    <a:pt x="1462" y="9676"/>
                  </a:lnTo>
                  <a:lnTo>
                    <a:pt x="1396" y="9584"/>
                  </a:lnTo>
                  <a:lnTo>
                    <a:pt x="1330" y="9479"/>
                  </a:lnTo>
                  <a:lnTo>
                    <a:pt x="1278" y="9373"/>
                  </a:lnTo>
                  <a:lnTo>
                    <a:pt x="1238" y="9268"/>
                  </a:lnTo>
                  <a:lnTo>
                    <a:pt x="1212" y="9149"/>
                  </a:lnTo>
                  <a:lnTo>
                    <a:pt x="1199" y="9031"/>
                  </a:lnTo>
                  <a:lnTo>
                    <a:pt x="1185" y="8913"/>
                  </a:lnTo>
                  <a:lnTo>
                    <a:pt x="1199" y="8781"/>
                  </a:lnTo>
                  <a:lnTo>
                    <a:pt x="1212" y="8662"/>
                  </a:lnTo>
                  <a:lnTo>
                    <a:pt x="1238" y="8557"/>
                  </a:lnTo>
                  <a:lnTo>
                    <a:pt x="1278" y="8439"/>
                  </a:lnTo>
                  <a:lnTo>
                    <a:pt x="1330" y="8333"/>
                  </a:lnTo>
                  <a:lnTo>
                    <a:pt x="1396" y="8241"/>
                  </a:lnTo>
                  <a:lnTo>
                    <a:pt x="1462" y="8149"/>
                  </a:lnTo>
                  <a:lnTo>
                    <a:pt x="1541" y="8057"/>
                  </a:lnTo>
                  <a:lnTo>
                    <a:pt x="1620" y="7991"/>
                  </a:lnTo>
                  <a:lnTo>
                    <a:pt x="1712" y="7912"/>
                  </a:lnTo>
                  <a:lnTo>
                    <a:pt x="1817" y="7859"/>
                  </a:lnTo>
                  <a:lnTo>
                    <a:pt x="1923" y="7807"/>
                  </a:lnTo>
                  <a:lnTo>
                    <a:pt x="2028" y="7767"/>
                  </a:lnTo>
                  <a:lnTo>
                    <a:pt x="2146" y="7741"/>
                  </a:lnTo>
                  <a:lnTo>
                    <a:pt x="2265" y="7715"/>
                  </a:lnTo>
                  <a:close/>
                  <a:moveTo>
                    <a:pt x="13822" y="1"/>
                  </a:moveTo>
                  <a:lnTo>
                    <a:pt x="3792" y="6991"/>
                  </a:lnTo>
                  <a:lnTo>
                    <a:pt x="3647" y="6898"/>
                  </a:lnTo>
                  <a:lnTo>
                    <a:pt x="3489" y="6806"/>
                  </a:lnTo>
                  <a:lnTo>
                    <a:pt x="3318" y="6714"/>
                  </a:lnTo>
                  <a:lnTo>
                    <a:pt x="3147" y="6648"/>
                  </a:lnTo>
                  <a:lnTo>
                    <a:pt x="2963" y="6596"/>
                  </a:lnTo>
                  <a:lnTo>
                    <a:pt x="2778" y="6556"/>
                  </a:lnTo>
                  <a:lnTo>
                    <a:pt x="2581" y="6543"/>
                  </a:lnTo>
                  <a:lnTo>
                    <a:pt x="2383" y="6530"/>
                  </a:lnTo>
                  <a:lnTo>
                    <a:pt x="2146" y="6543"/>
                  </a:lnTo>
                  <a:lnTo>
                    <a:pt x="1909" y="6583"/>
                  </a:lnTo>
                  <a:lnTo>
                    <a:pt x="1672" y="6635"/>
                  </a:lnTo>
                  <a:lnTo>
                    <a:pt x="1462" y="6714"/>
                  </a:lnTo>
                  <a:lnTo>
                    <a:pt x="1251" y="6820"/>
                  </a:lnTo>
                  <a:lnTo>
                    <a:pt x="1054" y="6938"/>
                  </a:lnTo>
                  <a:lnTo>
                    <a:pt x="870" y="7070"/>
                  </a:lnTo>
                  <a:lnTo>
                    <a:pt x="698" y="7228"/>
                  </a:lnTo>
                  <a:lnTo>
                    <a:pt x="554" y="7399"/>
                  </a:lnTo>
                  <a:lnTo>
                    <a:pt x="409" y="7583"/>
                  </a:lnTo>
                  <a:lnTo>
                    <a:pt x="290" y="7780"/>
                  </a:lnTo>
                  <a:lnTo>
                    <a:pt x="198" y="7978"/>
                  </a:lnTo>
                  <a:lnTo>
                    <a:pt x="119" y="8202"/>
                  </a:lnTo>
                  <a:lnTo>
                    <a:pt x="53" y="8425"/>
                  </a:lnTo>
                  <a:lnTo>
                    <a:pt x="14" y="8662"/>
                  </a:lnTo>
                  <a:lnTo>
                    <a:pt x="1" y="8913"/>
                  </a:lnTo>
                  <a:lnTo>
                    <a:pt x="14" y="9149"/>
                  </a:lnTo>
                  <a:lnTo>
                    <a:pt x="53" y="9386"/>
                  </a:lnTo>
                  <a:lnTo>
                    <a:pt x="119" y="9610"/>
                  </a:lnTo>
                  <a:lnTo>
                    <a:pt x="198" y="9834"/>
                  </a:lnTo>
                  <a:lnTo>
                    <a:pt x="290" y="10045"/>
                  </a:lnTo>
                  <a:lnTo>
                    <a:pt x="409" y="10242"/>
                  </a:lnTo>
                  <a:lnTo>
                    <a:pt x="554" y="10426"/>
                  </a:lnTo>
                  <a:lnTo>
                    <a:pt x="698" y="10584"/>
                  </a:lnTo>
                  <a:lnTo>
                    <a:pt x="870" y="10742"/>
                  </a:lnTo>
                  <a:lnTo>
                    <a:pt x="1054" y="10887"/>
                  </a:lnTo>
                  <a:lnTo>
                    <a:pt x="1251" y="11006"/>
                  </a:lnTo>
                  <a:lnTo>
                    <a:pt x="1462" y="11098"/>
                  </a:lnTo>
                  <a:lnTo>
                    <a:pt x="1672" y="11177"/>
                  </a:lnTo>
                  <a:lnTo>
                    <a:pt x="1909" y="11242"/>
                  </a:lnTo>
                  <a:lnTo>
                    <a:pt x="2146" y="11282"/>
                  </a:lnTo>
                  <a:lnTo>
                    <a:pt x="2633" y="11282"/>
                  </a:lnTo>
                  <a:lnTo>
                    <a:pt x="2870" y="11242"/>
                  </a:lnTo>
                  <a:lnTo>
                    <a:pt x="3094" y="11177"/>
                  </a:lnTo>
                  <a:lnTo>
                    <a:pt x="3305" y="11098"/>
                  </a:lnTo>
                  <a:lnTo>
                    <a:pt x="3515" y="11006"/>
                  </a:lnTo>
                  <a:lnTo>
                    <a:pt x="3713" y="10887"/>
                  </a:lnTo>
                  <a:lnTo>
                    <a:pt x="3897" y="10742"/>
                  </a:lnTo>
                  <a:lnTo>
                    <a:pt x="4068" y="10584"/>
                  </a:lnTo>
                  <a:lnTo>
                    <a:pt x="4226" y="10426"/>
                  </a:lnTo>
                  <a:lnTo>
                    <a:pt x="4358" y="10242"/>
                  </a:lnTo>
                  <a:lnTo>
                    <a:pt x="4476" y="10045"/>
                  </a:lnTo>
                  <a:lnTo>
                    <a:pt x="4582" y="9834"/>
                  </a:lnTo>
                  <a:lnTo>
                    <a:pt x="4661" y="9610"/>
                  </a:lnTo>
                  <a:lnTo>
                    <a:pt x="4713" y="9386"/>
                  </a:lnTo>
                  <a:lnTo>
                    <a:pt x="4753" y="9149"/>
                  </a:lnTo>
                  <a:lnTo>
                    <a:pt x="4766" y="8913"/>
                  </a:lnTo>
                  <a:lnTo>
                    <a:pt x="4753" y="8649"/>
                  </a:lnTo>
                  <a:lnTo>
                    <a:pt x="4713" y="8386"/>
                  </a:lnTo>
                  <a:lnTo>
                    <a:pt x="4634" y="8149"/>
                  </a:lnTo>
                  <a:lnTo>
                    <a:pt x="4542" y="7912"/>
                  </a:lnTo>
                  <a:lnTo>
                    <a:pt x="14191" y="1186"/>
                  </a:lnTo>
                  <a:lnTo>
                    <a:pt x="39952" y="1186"/>
                  </a:lnTo>
                  <a:lnTo>
                    <a:pt x="3995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2810225" y="580025"/>
              <a:ext cx="1066600" cy="1448350"/>
            </a:xfrm>
            <a:custGeom>
              <a:rect b="b" l="l" r="r" t="t"/>
              <a:pathLst>
                <a:path extrusionOk="0" h="57934" w="42664">
                  <a:moveTo>
                    <a:pt x="40281" y="1172"/>
                  </a:moveTo>
                  <a:lnTo>
                    <a:pt x="40399" y="1186"/>
                  </a:lnTo>
                  <a:lnTo>
                    <a:pt x="40518" y="1199"/>
                  </a:lnTo>
                  <a:lnTo>
                    <a:pt x="40636" y="1238"/>
                  </a:lnTo>
                  <a:lnTo>
                    <a:pt x="40741" y="1278"/>
                  </a:lnTo>
                  <a:lnTo>
                    <a:pt x="40847" y="1317"/>
                  </a:lnTo>
                  <a:lnTo>
                    <a:pt x="40952" y="1383"/>
                  </a:lnTo>
                  <a:lnTo>
                    <a:pt x="41044" y="1449"/>
                  </a:lnTo>
                  <a:lnTo>
                    <a:pt x="41123" y="1528"/>
                  </a:lnTo>
                  <a:lnTo>
                    <a:pt x="41202" y="1620"/>
                  </a:lnTo>
                  <a:lnTo>
                    <a:pt x="41268" y="1712"/>
                  </a:lnTo>
                  <a:lnTo>
                    <a:pt x="41334" y="1804"/>
                  </a:lnTo>
                  <a:lnTo>
                    <a:pt x="41386" y="1910"/>
                  </a:lnTo>
                  <a:lnTo>
                    <a:pt x="41426" y="2015"/>
                  </a:lnTo>
                  <a:lnTo>
                    <a:pt x="41452" y="2133"/>
                  </a:lnTo>
                  <a:lnTo>
                    <a:pt x="41478" y="2252"/>
                  </a:lnTo>
                  <a:lnTo>
                    <a:pt x="41478" y="2370"/>
                  </a:lnTo>
                  <a:lnTo>
                    <a:pt x="41478" y="2502"/>
                  </a:lnTo>
                  <a:lnTo>
                    <a:pt x="41452" y="2620"/>
                  </a:lnTo>
                  <a:lnTo>
                    <a:pt x="41426" y="2726"/>
                  </a:lnTo>
                  <a:lnTo>
                    <a:pt x="41386" y="2844"/>
                  </a:lnTo>
                  <a:lnTo>
                    <a:pt x="41334" y="2950"/>
                  </a:lnTo>
                  <a:lnTo>
                    <a:pt x="41268" y="3042"/>
                  </a:lnTo>
                  <a:lnTo>
                    <a:pt x="41202" y="3134"/>
                  </a:lnTo>
                  <a:lnTo>
                    <a:pt x="41123" y="3226"/>
                  </a:lnTo>
                  <a:lnTo>
                    <a:pt x="41044" y="3305"/>
                  </a:lnTo>
                  <a:lnTo>
                    <a:pt x="40952" y="3371"/>
                  </a:lnTo>
                  <a:lnTo>
                    <a:pt x="40847" y="3423"/>
                  </a:lnTo>
                  <a:lnTo>
                    <a:pt x="40741" y="3476"/>
                  </a:lnTo>
                  <a:lnTo>
                    <a:pt x="40636" y="3516"/>
                  </a:lnTo>
                  <a:lnTo>
                    <a:pt x="40518" y="3555"/>
                  </a:lnTo>
                  <a:lnTo>
                    <a:pt x="40399" y="3568"/>
                  </a:lnTo>
                  <a:lnTo>
                    <a:pt x="40162" y="3568"/>
                  </a:lnTo>
                  <a:lnTo>
                    <a:pt x="40044" y="3555"/>
                  </a:lnTo>
                  <a:lnTo>
                    <a:pt x="39925" y="3516"/>
                  </a:lnTo>
                  <a:lnTo>
                    <a:pt x="39820" y="3476"/>
                  </a:lnTo>
                  <a:lnTo>
                    <a:pt x="39715" y="3423"/>
                  </a:lnTo>
                  <a:lnTo>
                    <a:pt x="39609" y="3371"/>
                  </a:lnTo>
                  <a:lnTo>
                    <a:pt x="39517" y="3305"/>
                  </a:lnTo>
                  <a:lnTo>
                    <a:pt x="39438" y="3226"/>
                  </a:lnTo>
                  <a:lnTo>
                    <a:pt x="39359" y="3134"/>
                  </a:lnTo>
                  <a:lnTo>
                    <a:pt x="39293" y="3042"/>
                  </a:lnTo>
                  <a:lnTo>
                    <a:pt x="39228" y="2950"/>
                  </a:lnTo>
                  <a:lnTo>
                    <a:pt x="39175" y="2844"/>
                  </a:lnTo>
                  <a:lnTo>
                    <a:pt x="39135" y="2726"/>
                  </a:lnTo>
                  <a:lnTo>
                    <a:pt x="39109" y="2620"/>
                  </a:lnTo>
                  <a:lnTo>
                    <a:pt x="39096" y="2502"/>
                  </a:lnTo>
                  <a:lnTo>
                    <a:pt x="39083" y="2370"/>
                  </a:lnTo>
                  <a:lnTo>
                    <a:pt x="39096" y="2252"/>
                  </a:lnTo>
                  <a:lnTo>
                    <a:pt x="39109" y="2133"/>
                  </a:lnTo>
                  <a:lnTo>
                    <a:pt x="39135" y="2015"/>
                  </a:lnTo>
                  <a:lnTo>
                    <a:pt x="39175" y="1910"/>
                  </a:lnTo>
                  <a:lnTo>
                    <a:pt x="39228" y="1804"/>
                  </a:lnTo>
                  <a:lnTo>
                    <a:pt x="39293" y="1712"/>
                  </a:lnTo>
                  <a:lnTo>
                    <a:pt x="39359" y="1620"/>
                  </a:lnTo>
                  <a:lnTo>
                    <a:pt x="39438" y="1528"/>
                  </a:lnTo>
                  <a:lnTo>
                    <a:pt x="39517" y="1449"/>
                  </a:lnTo>
                  <a:lnTo>
                    <a:pt x="39609" y="1383"/>
                  </a:lnTo>
                  <a:lnTo>
                    <a:pt x="39715" y="1317"/>
                  </a:lnTo>
                  <a:lnTo>
                    <a:pt x="39820" y="1278"/>
                  </a:lnTo>
                  <a:lnTo>
                    <a:pt x="39925" y="1238"/>
                  </a:lnTo>
                  <a:lnTo>
                    <a:pt x="40044" y="1199"/>
                  </a:lnTo>
                  <a:lnTo>
                    <a:pt x="40162" y="1186"/>
                  </a:lnTo>
                  <a:lnTo>
                    <a:pt x="40281" y="1172"/>
                  </a:lnTo>
                  <a:close/>
                  <a:moveTo>
                    <a:pt x="40281" y="1"/>
                  </a:moveTo>
                  <a:lnTo>
                    <a:pt x="40044" y="14"/>
                  </a:lnTo>
                  <a:lnTo>
                    <a:pt x="39807" y="40"/>
                  </a:lnTo>
                  <a:lnTo>
                    <a:pt x="39570" y="106"/>
                  </a:lnTo>
                  <a:lnTo>
                    <a:pt x="39359" y="185"/>
                  </a:lnTo>
                  <a:lnTo>
                    <a:pt x="39149" y="290"/>
                  </a:lnTo>
                  <a:lnTo>
                    <a:pt x="38951" y="409"/>
                  </a:lnTo>
                  <a:lnTo>
                    <a:pt x="38767" y="541"/>
                  </a:lnTo>
                  <a:lnTo>
                    <a:pt x="38596" y="699"/>
                  </a:lnTo>
                  <a:lnTo>
                    <a:pt x="38451" y="870"/>
                  </a:lnTo>
                  <a:lnTo>
                    <a:pt x="38306" y="1041"/>
                  </a:lnTo>
                  <a:lnTo>
                    <a:pt x="38188" y="1238"/>
                  </a:lnTo>
                  <a:lnTo>
                    <a:pt x="38095" y="1449"/>
                  </a:lnTo>
                  <a:lnTo>
                    <a:pt x="38016" y="1673"/>
                  </a:lnTo>
                  <a:lnTo>
                    <a:pt x="37951" y="1896"/>
                  </a:lnTo>
                  <a:lnTo>
                    <a:pt x="37911" y="2133"/>
                  </a:lnTo>
                  <a:lnTo>
                    <a:pt x="37898" y="2370"/>
                  </a:lnTo>
                  <a:lnTo>
                    <a:pt x="37911" y="2515"/>
                  </a:lnTo>
                  <a:lnTo>
                    <a:pt x="37924" y="2660"/>
                  </a:lnTo>
                  <a:lnTo>
                    <a:pt x="37938" y="2792"/>
                  </a:lnTo>
                  <a:lnTo>
                    <a:pt x="37964" y="2936"/>
                  </a:lnTo>
                  <a:lnTo>
                    <a:pt x="38003" y="3068"/>
                  </a:lnTo>
                  <a:lnTo>
                    <a:pt x="38043" y="3186"/>
                  </a:lnTo>
                  <a:lnTo>
                    <a:pt x="38161" y="3437"/>
                  </a:lnTo>
                  <a:lnTo>
                    <a:pt x="25156" y="13559"/>
                  </a:lnTo>
                  <a:lnTo>
                    <a:pt x="25156" y="42150"/>
                  </a:lnTo>
                  <a:lnTo>
                    <a:pt x="0" y="42150"/>
                  </a:lnTo>
                  <a:lnTo>
                    <a:pt x="0" y="57934"/>
                  </a:lnTo>
                  <a:lnTo>
                    <a:pt x="1185" y="57934"/>
                  </a:lnTo>
                  <a:lnTo>
                    <a:pt x="1185" y="43335"/>
                  </a:lnTo>
                  <a:lnTo>
                    <a:pt x="26340" y="43335"/>
                  </a:lnTo>
                  <a:lnTo>
                    <a:pt x="26340" y="14139"/>
                  </a:lnTo>
                  <a:lnTo>
                    <a:pt x="38925" y="4332"/>
                  </a:lnTo>
                  <a:lnTo>
                    <a:pt x="39083" y="4424"/>
                  </a:lnTo>
                  <a:lnTo>
                    <a:pt x="39228" y="4516"/>
                  </a:lnTo>
                  <a:lnTo>
                    <a:pt x="39399" y="4582"/>
                  </a:lnTo>
                  <a:lnTo>
                    <a:pt x="39557" y="4648"/>
                  </a:lnTo>
                  <a:lnTo>
                    <a:pt x="39741" y="4687"/>
                  </a:lnTo>
                  <a:lnTo>
                    <a:pt x="39912" y="4727"/>
                  </a:lnTo>
                  <a:lnTo>
                    <a:pt x="40096" y="4753"/>
                  </a:lnTo>
                  <a:lnTo>
                    <a:pt x="40281" y="4753"/>
                  </a:lnTo>
                  <a:lnTo>
                    <a:pt x="40531" y="4740"/>
                  </a:lnTo>
                  <a:lnTo>
                    <a:pt x="40754" y="4700"/>
                  </a:lnTo>
                  <a:lnTo>
                    <a:pt x="40991" y="4648"/>
                  </a:lnTo>
                  <a:lnTo>
                    <a:pt x="41202" y="4569"/>
                  </a:lnTo>
                  <a:lnTo>
                    <a:pt x="41413" y="4463"/>
                  </a:lnTo>
                  <a:lnTo>
                    <a:pt x="41610" y="4345"/>
                  </a:lnTo>
                  <a:lnTo>
                    <a:pt x="41794" y="4213"/>
                  </a:lnTo>
                  <a:lnTo>
                    <a:pt x="41966" y="4055"/>
                  </a:lnTo>
                  <a:lnTo>
                    <a:pt x="42110" y="3884"/>
                  </a:lnTo>
                  <a:lnTo>
                    <a:pt x="42255" y="3700"/>
                  </a:lnTo>
                  <a:lnTo>
                    <a:pt x="42374" y="3502"/>
                  </a:lnTo>
                  <a:lnTo>
                    <a:pt x="42479" y="3305"/>
                  </a:lnTo>
                  <a:lnTo>
                    <a:pt x="42558" y="3081"/>
                  </a:lnTo>
                  <a:lnTo>
                    <a:pt x="42611" y="2857"/>
                  </a:lnTo>
                  <a:lnTo>
                    <a:pt x="42650" y="2620"/>
                  </a:lnTo>
                  <a:lnTo>
                    <a:pt x="42663" y="2370"/>
                  </a:lnTo>
                  <a:lnTo>
                    <a:pt x="42650" y="2133"/>
                  </a:lnTo>
                  <a:lnTo>
                    <a:pt x="42611" y="1896"/>
                  </a:lnTo>
                  <a:lnTo>
                    <a:pt x="42558" y="1673"/>
                  </a:lnTo>
                  <a:lnTo>
                    <a:pt x="42479" y="1449"/>
                  </a:lnTo>
                  <a:lnTo>
                    <a:pt x="42374" y="1238"/>
                  </a:lnTo>
                  <a:lnTo>
                    <a:pt x="42255" y="1041"/>
                  </a:lnTo>
                  <a:lnTo>
                    <a:pt x="42110" y="870"/>
                  </a:lnTo>
                  <a:lnTo>
                    <a:pt x="41966" y="699"/>
                  </a:lnTo>
                  <a:lnTo>
                    <a:pt x="41794" y="541"/>
                  </a:lnTo>
                  <a:lnTo>
                    <a:pt x="41610" y="409"/>
                  </a:lnTo>
                  <a:lnTo>
                    <a:pt x="41413" y="290"/>
                  </a:lnTo>
                  <a:lnTo>
                    <a:pt x="41202" y="185"/>
                  </a:lnTo>
                  <a:lnTo>
                    <a:pt x="40991" y="106"/>
                  </a:lnTo>
                  <a:lnTo>
                    <a:pt x="40754" y="40"/>
                  </a:lnTo>
                  <a:lnTo>
                    <a:pt x="40531" y="14"/>
                  </a:lnTo>
                  <a:lnTo>
                    <a:pt x="4028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3802425" y="605375"/>
              <a:ext cx="687800" cy="639125"/>
            </a:xfrm>
            <a:custGeom>
              <a:rect b="b" l="l" r="r" t="t"/>
              <a:pathLst>
                <a:path extrusionOk="0" h="25565" w="27512">
                  <a:moveTo>
                    <a:pt x="25261" y="1185"/>
                  </a:moveTo>
                  <a:lnTo>
                    <a:pt x="25379" y="1212"/>
                  </a:lnTo>
                  <a:lnTo>
                    <a:pt x="25498" y="1238"/>
                  </a:lnTo>
                  <a:lnTo>
                    <a:pt x="25603" y="1277"/>
                  </a:lnTo>
                  <a:lnTo>
                    <a:pt x="25709" y="1330"/>
                  </a:lnTo>
                  <a:lnTo>
                    <a:pt x="25801" y="1383"/>
                  </a:lnTo>
                  <a:lnTo>
                    <a:pt x="25893" y="1462"/>
                  </a:lnTo>
                  <a:lnTo>
                    <a:pt x="25985" y="1527"/>
                  </a:lnTo>
                  <a:lnTo>
                    <a:pt x="26064" y="1620"/>
                  </a:lnTo>
                  <a:lnTo>
                    <a:pt x="26130" y="1712"/>
                  </a:lnTo>
                  <a:lnTo>
                    <a:pt x="26196" y="1804"/>
                  </a:lnTo>
                  <a:lnTo>
                    <a:pt x="26235" y="1909"/>
                  </a:lnTo>
                  <a:lnTo>
                    <a:pt x="26275" y="2028"/>
                  </a:lnTo>
                  <a:lnTo>
                    <a:pt x="26314" y="2133"/>
                  </a:lnTo>
                  <a:lnTo>
                    <a:pt x="26327" y="2251"/>
                  </a:lnTo>
                  <a:lnTo>
                    <a:pt x="26340" y="2383"/>
                  </a:lnTo>
                  <a:lnTo>
                    <a:pt x="26327" y="2502"/>
                  </a:lnTo>
                  <a:lnTo>
                    <a:pt x="26314" y="2620"/>
                  </a:lnTo>
                  <a:lnTo>
                    <a:pt x="26275" y="2738"/>
                  </a:lnTo>
                  <a:lnTo>
                    <a:pt x="26235" y="2844"/>
                  </a:lnTo>
                  <a:lnTo>
                    <a:pt x="26196" y="2949"/>
                  </a:lnTo>
                  <a:lnTo>
                    <a:pt x="26130" y="3054"/>
                  </a:lnTo>
                  <a:lnTo>
                    <a:pt x="26064" y="3147"/>
                  </a:lnTo>
                  <a:lnTo>
                    <a:pt x="25985" y="3226"/>
                  </a:lnTo>
                  <a:lnTo>
                    <a:pt x="25893" y="3305"/>
                  </a:lnTo>
                  <a:lnTo>
                    <a:pt x="25801" y="3370"/>
                  </a:lnTo>
                  <a:lnTo>
                    <a:pt x="25709" y="3436"/>
                  </a:lnTo>
                  <a:lnTo>
                    <a:pt x="25603" y="3489"/>
                  </a:lnTo>
                  <a:lnTo>
                    <a:pt x="25498" y="3528"/>
                  </a:lnTo>
                  <a:lnTo>
                    <a:pt x="25379" y="3555"/>
                  </a:lnTo>
                  <a:lnTo>
                    <a:pt x="25261" y="3568"/>
                  </a:lnTo>
                  <a:lnTo>
                    <a:pt x="25143" y="3581"/>
                  </a:lnTo>
                  <a:lnTo>
                    <a:pt x="25011" y="3568"/>
                  </a:lnTo>
                  <a:lnTo>
                    <a:pt x="24892" y="3555"/>
                  </a:lnTo>
                  <a:lnTo>
                    <a:pt x="24787" y="3528"/>
                  </a:lnTo>
                  <a:lnTo>
                    <a:pt x="24669" y="3489"/>
                  </a:lnTo>
                  <a:lnTo>
                    <a:pt x="24563" y="3436"/>
                  </a:lnTo>
                  <a:lnTo>
                    <a:pt x="24471" y="3370"/>
                  </a:lnTo>
                  <a:lnTo>
                    <a:pt x="24379" y="3305"/>
                  </a:lnTo>
                  <a:lnTo>
                    <a:pt x="24287" y="3226"/>
                  </a:lnTo>
                  <a:lnTo>
                    <a:pt x="24208" y="3147"/>
                  </a:lnTo>
                  <a:lnTo>
                    <a:pt x="24142" y="3054"/>
                  </a:lnTo>
                  <a:lnTo>
                    <a:pt x="24089" y="2949"/>
                  </a:lnTo>
                  <a:lnTo>
                    <a:pt x="24037" y="2844"/>
                  </a:lnTo>
                  <a:lnTo>
                    <a:pt x="23997" y="2738"/>
                  </a:lnTo>
                  <a:lnTo>
                    <a:pt x="23958" y="2620"/>
                  </a:lnTo>
                  <a:lnTo>
                    <a:pt x="23945" y="2502"/>
                  </a:lnTo>
                  <a:lnTo>
                    <a:pt x="23945" y="2383"/>
                  </a:lnTo>
                  <a:lnTo>
                    <a:pt x="23945" y="2251"/>
                  </a:lnTo>
                  <a:lnTo>
                    <a:pt x="23958" y="2133"/>
                  </a:lnTo>
                  <a:lnTo>
                    <a:pt x="23997" y="2028"/>
                  </a:lnTo>
                  <a:lnTo>
                    <a:pt x="24037" y="1909"/>
                  </a:lnTo>
                  <a:lnTo>
                    <a:pt x="24089" y="1804"/>
                  </a:lnTo>
                  <a:lnTo>
                    <a:pt x="24142" y="1712"/>
                  </a:lnTo>
                  <a:lnTo>
                    <a:pt x="24208" y="1620"/>
                  </a:lnTo>
                  <a:lnTo>
                    <a:pt x="24287" y="1527"/>
                  </a:lnTo>
                  <a:lnTo>
                    <a:pt x="24379" y="1462"/>
                  </a:lnTo>
                  <a:lnTo>
                    <a:pt x="24471" y="1383"/>
                  </a:lnTo>
                  <a:lnTo>
                    <a:pt x="24563" y="1330"/>
                  </a:lnTo>
                  <a:lnTo>
                    <a:pt x="24669" y="1277"/>
                  </a:lnTo>
                  <a:lnTo>
                    <a:pt x="24787" y="1238"/>
                  </a:lnTo>
                  <a:lnTo>
                    <a:pt x="24892" y="1212"/>
                  </a:lnTo>
                  <a:lnTo>
                    <a:pt x="25011" y="1185"/>
                  </a:lnTo>
                  <a:close/>
                  <a:moveTo>
                    <a:pt x="25143" y="0"/>
                  </a:moveTo>
                  <a:lnTo>
                    <a:pt x="24892" y="14"/>
                  </a:lnTo>
                  <a:lnTo>
                    <a:pt x="24655" y="53"/>
                  </a:lnTo>
                  <a:lnTo>
                    <a:pt x="24432" y="106"/>
                  </a:lnTo>
                  <a:lnTo>
                    <a:pt x="24208" y="185"/>
                  </a:lnTo>
                  <a:lnTo>
                    <a:pt x="24010" y="290"/>
                  </a:lnTo>
                  <a:lnTo>
                    <a:pt x="23813" y="409"/>
                  </a:lnTo>
                  <a:lnTo>
                    <a:pt x="23629" y="540"/>
                  </a:lnTo>
                  <a:lnTo>
                    <a:pt x="23458" y="698"/>
                  </a:lnTo>
                  <a:lnTo>
                    <a:pt x="23300" y="869"/>
                  </a:lnTo>
                  <a:lnTo>
                    <a:pt x="23168" y="1054"/>
                  </a:lnTo>
                  <a:lnTo>
                    <a:pt x="23050" y="1251"/>
                  </a:lnTo>
                  <a:lnTo>
                    <a:pt x="22944" y="1448"/>
                  </a:lnTo>
                  <a:lnTo>
                    <a:pt x="22865" y="1672"/>
                  </a:lnTo>
                  <a:lnTo>
                    <a:pt x="22813" y="1896"/>
                  </a:lnTo>
                  <a:lnTo>
                    <a:pt x="22773" y="2133"/>
                  </a:lnTo>
                  <a:lnTo>
                    <a:pt x="22760" y="2383"/>
                  </a:lnTo>
                  <a:lnTo>
                    <a:pt x="22773" y="2581"/>
                  </a:lnTo>
                  <a:lnTo>
                    <a:pt x="22799" y="2791"/>
                  </a:lnTo>
                  <a:lnTo>
                    <a:pt x="22839" y="2975"/>
                  </a:lnTo>
                  <a:lnTo>
                    <a:pt x="22892" y="3173"/>
                  </a:lnTo>
                  <a:lnTo>
                    <a:pt x="22971" y="3357"/>
                  </a:lnTo>
                  <a:lnTo>
                    <a:pt x="23050" y="3528"/>
                  </a:lnTo>
                  <a:lnTo>
                    <a:pt x="23155" y="3686"/>
                  </a:lnTo>
                  <a:lnTo>
                    <a:pt x="23273" y="3844"/>
                  </a:lnTo>
                  <a:lnTo>
                    <a:pt x="23392" y="3989"/>
                  </a:lnTo>
                  <a:lnTo>
                    <a:pt x="23523" y="4134"/>
                  </a:lnTo>
                  <a:lnTo>
                    <a:pt x="23681" y="4252"/>
                  </a:lnTo>
                  <a:lnTo>
                    <a:pt x="23839" y="4371"/>
                  </a:lnTo>
                  <a:lnTo>
                    <a:pt x="23997" y="4463"/>
                  </a:lnTo>
                  <a:lnTo>
                    <a:pt x="24168" y="4555"/>
                  </a:lnTo>
                  <a:lnTo>
                    <a:pt x="24353" y="4621"/>
                  </a:lnTo>
                  <a:lnTo>
                    <a:pt x="24550" y="4687"/>
                  </a:lnTo>
                  <a:lnTo>
                    <a:pt x="24550" y="15191"/>
                  </a:lnTo>
                  <a:lnTo>
                    <a:pt x="0" y="15191"/>
                  </a:lnTo>
                  <a:lnTo>
                    <a:pt x="0" y="25564"/>
                  </a:lnTo>
                  <a:lnTo>
                    <a:pt x="1185" y="25564"/>
                  </a:lnTo>
                  <a:lnTo>
                    <a:pt x="1185" y="16376"/>
                  </a:lnTo>
                  <a:lnTo>
                    <a:pt x="25722" y="16376"/>
                  </a:lnTo>
                  <a:lnTo>
                    <a:pt x="25722" y="4687"/>
                  </a:lnTo>
                  <a:lnTo>
                    <a:pt x="25919" y="4621"/>
                  </a:lnTo>
                  <a:lnTo>
                    <a:pt x="26103" y="4555"/>
                  </a:lnTo>
                  <a:lnTo>
                    <a:pt x="26275" y="4463"/>
                  </a:lnTo>
                  <a:lnTo>
                    <a:pt x="26446" y="4371"/>
                  </a:lnTo>
                  <a:lnTo>
                    <a:pt x="26604" y="4252"/>
                  </a:lnTo>
                  <a:lnTo>
                    <a:pt x="26748" y="4134"/>
                  </a:lnTo>
                  <a:lnTo>
                    <a:pt x="26880" y="3989"/>
                  </a:lnTo>
                  <a:lnTo>
                    <a:pt x="27012" y="3844"/>
                  </a:lnTo>
                  <a:lnTo>
                    <a:pt x="27117" y="3686"/>
                  </a:lnTo>
                  <a:lnTo>
                    <a:pt x="27222" y="3528"/>
                  </a:lnTo>
                  <a:lnTo>
                    <a:pt x="27301" y="3357"/>
                  </a:lnTo>
                  <a:lnTo>
                    <a:pt x="27380" y="3173"/>
                  </a:lnTo>
                  <a:lnTo>
                    <a:pt x="27433" y="2975"/>
                  </a:lnTo>
                  <a:lnTo>
                    <a:pt x="27486" y="2791"/>
                  </a:lnTo>
                  <a:lnTo>
                    <a:pt x="27512" y="2581"/>
                  </a:lnTo>
                  <a:lnTo>
                    <a:pt x="27512" y="2383"/>
                  </a:lnTo>
                  <a:lnTo>
                    <a:pt x="27499" y="2133"/>
                  </a:lnTo>
                  <a:lnTo>
                    <a:pt x="27472" y="1896"/>
                  </a:lnTo>
                  <a:lnTo>
                    <a:pt x="27407" y="1672"/>
                  </a:lnTo>
                  <a:lnTo>
                    <a:pt x="27328" y="1448"/>
                  </a:lnTo>
                  <a:lnTo>
                    <a:pt x="27222" y="1251"/>
                  </a:lnTo>
                  <a:lnTo>
                    <a:pt x="27104" y="1054"/>
                  </a:lnTo>
                  <a:lnTo>
                    <a:pt x="26972" y="869"/>
                  </a:lnTo>
                  <a:lnTo>
                    <a:pt x="26814" y="698"/>
                  </a:lnTo>
                  <a:lnTo>
                    <a:pt x="26643" y="540"/>
                  </a:lnTo>
                  <a:lnTo>
                    <a:pt x="26472" y="409"/>
                  </a:lnTo>
                  <a:lnTo>
                    <a:pt x="26275" y="290"/>
                  </a:lnTo>
                  <a:lnTo>
                    <a:pt x="26064" y="185"/>
                  </a:lnTo>
                  <a:lnTo>
                    <a:pt x="25840" y="106"/>
                  </a:lnTo>
                  <a:lnTo>
                    <a:pt x="25616" y="53"/>
                  </a:lnTo>
                  <a:lnTo>
                    <a:pt x="25379" y="14"/>
                  </a:lnTo>
                  <a:lnTo>
                    <a:pt x="2514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4481975" y="1366550"/>
              <a:ext cx="1241350" cy="823400"/>
            </a:xfrm>
            <a:custGeom>
              <a:rect b="b" l="l" r="r" t="t"/>
              <a:pathLst>
                <a:path extrusionOk="0" h="32936" w="49654">
                  <a:moveTo>
                    <a:pt x="47271" y="29355"/>
                  </a:moveTo>
                  <a:lnTo>
                    <a:pt x="47389" y="29369"/>
                  </a:lnTo>
                  <a:lnTo>
                    <a:pt x="47508" y="29382"/>
                  </a:lnTo>
                  <a:lnTo>
                    <a:pt x="47626" y="29408"/>
                  </a:lnTo>
                  <a:lnTo>
                    <a:pt x="47732" y="29447"/>
                  </a:lnTo>
                  <a:lnTo>
                    <a:pt x="47837" y="29500"/>
                  </a:lnTo>
                  <a:lnTo>
                    <a:pt x="47942" y="29566"/>
                  </a:lnTo>
                  <a:lnTo>
                    <a:pt x="48034" y="29632"/>
                  </a:lnTo>
                  <a:lnTo>
                    <a:pt x="48113" y="29711"/>
                  </a:lnTo>
                  <a:lnTo>
                    <a:pt x="48192" y="29790"/>
                  </a:lnTo>
                  <a:lnTo>
                    <a:pt x="48258" y="29882"/>
                  </a:lnTo>
                  <a:lnTo>
                    <a:pt x="48324" y="29987"/>
                  </a:lnTo>
                  <a:lnTo>
                    <a:pt x="48377" y="30092"/>
                  </a:lnTo>
                  <a:lnTo>
                    <a:pt x="48416" y="30198"/>
                  </a:lnTo>
                  <a:lnTo>
                    <a:pt x="48442" y="30316"/>
                  </a:lnTo>
                  <a:lnTo>
                    <a:pt x="48456" y="30435"/>
                  </a:lnTo>
                  <a:lnTo>
                    <a:pt x="48469" y="30553"/>
                  </a:lnTo>
                  <a:lnTo>
                    <a:pt x="48456" y="30685"/>
                  </a:lnTo>
                  <a:lnTo>
                    <a:pt x="48442" y="30803"/>
                  </a:lnTo>
                  <a:lnTo>
                    <a:pt x="48416" y="30909"/>
                  </a:lnTo>
                  <a:lnTo>
                    <a:pt x="48377" y="31027"/>
                  </a:lnTo>
                  <a:lnTo>
                    <a:pt x="48324" y="31132"/>
                  </a:lnTo>
                  <a:lnTo>
                    <a:pt x="48258" y="31225"/>
                  </a:lnTo>
                  <a:lnTo>
                    <a:pt x="48192" y="31317"/>
                  </a:lnTo>
                  <a:lnTo>
                    <a:pt x="48113" y="31409"/>
                  </a:lnTo>
                  <a:lnTo>
                    <a:pt x="48034" y="31475"/>
                  </a:lnTo>
                  <a:lnTo>
                    <a:pt x="47942" y="31554"/>
                  </a:lnTo>
                  <a:lnTo>
                    <a:pt x="47837" y="31606"/>
                  </a:lnTo>
                  <a:lnTo>
                    <a:pt x="47732" y="31659"/>
                  </a:lnTo>
                  <a:lnTo>
                    <a:pt x="47626" y="31698"/>
                  </a:lnTo>
                  <a:lnTo>
                    <a:pt x="47508" y="31725"/>
                  </a:lnTo>
                  <a:lnTo>
                    <a:pt x="47389" y="31751"/>
                  </a:lnTo>
                  <a:lnTo>
                    <a:pt x="47152" y="31751"/>
                  </a:lnTo>
                  <a:lnTo>
                    <a:pt x="47034" y="31725"/>
                  </a:lnTo>
                  <a:lnTo>
                    <a:pt x="46915" y="31698"/>
                  </a:lnTo>
                  <a:lnTo>
                    <a:pt x="46797" y="31659"/>
                  </a:lnTo>
                  <a:lnTo>
                    <a:pt x="46705" y="31606"/>
                  </a:lnTo>
                  <a:lnTo>
                    <a:pt x="46600" y="31554"/>
                  </a:lnTo>
                  <a:lnTo>
                    <a:pt x="46507" y="31475"/>
                  </a:lnTo>
                  <a:lnTo>
                    <a:pt x="46428" y="31409"/>
                  </a:lnTo>
                  <a:lnTo>
                    <a:pt x="46349" y="31317"/>
                  </a:lnTo>
                  <a:lnTo>
                    <a:pt x="46270" y="31225"/>
                  </a:lnTo>
                  <a:lnTo>
                    <a:pt x="46218" y="31132"/>
                  </a:lnTo>
                  <a:lnTo>
                    <a:pt x="46165" y="31027"/>
                  </a:lnTo>
                  <a:lnTo>
                    <a:pt x="46126" y="30909"/>
                  </a:lnTo>
                  <a:lnTo>
                    <a:pt x="46099" y="30803"/>
                  </a:lnTo>
                  <a:lnTo>
                    <a:pt x="46073" y="30685"/>
                  </a:lnTo>
                  <a:lnTo>
                    <a:pt x="46073" y="30553"/>
                  </a:lnTo>
                  <a:lnTo>
                    <a:pt x="46073" y="30435"/>
                  </a:lnTo>
                  <a:lnTo>
                    <a:pt x="46099" y="30316"/>
                  </a:lnTo>
                  <a:lnTo>
                    <a:pt x="46126" y="30198"/>
                  </a:lnTo>
                  <a:lnTo>
                    <a:pt x="46165" y="30092"/>
                  </a:lnTo>
                  <a:lnTo>
                    <a:pt x="46218" y="29987"/>
                  </a:lnTo>
                  <a:lnTo>
                    <a:pt x="46270" y="29882"/>
                  </a:lnTo>
                  <a:lnTo>
                    <a:pt x="46349" y="29790"/>
                  </a:lnTo>
                  <a:lnTo>
                    <a:pt x="46428" y="29711"/>
                  </a:lnTo>
                  <a:lnTo>
                    <a:pt x="46507" y="29632"/>
                  </a:lnTo>
                  <a:lnTo>
                    <a:pt x="46600" y="29566"/>
                  </a:lnTo>
                  <a:lnTo>
                    <a:pt x="46705" y="29500"/>
                  </a:lnTo>
                  <a:lnTo>
                    <a:pt x="46797" y="29447"/>
                  </a:lnTo>
                  <a:lnTo>
                    <a:pt x="46915" y="29408"/>
                  </a:lnTo>
                  <a:lnTo>
                    <a:pt x="47034" y="29382"/>
                  </a:lnTo>
                  <a:lnTo>
                    <a:pt x="47152" y="29369"/>
                  </a:lnTo>
                  <a:lnTo>
                    <a:pt x="47271" y="29355"/>
                  </a:lnTo>
                  <a:close/>
                  <a:moveTo>
                    <a:pt x="1" y="1"/>
                  </a:moveTo>
                  <a:lnTo>
                    <a:pt x="1" y="1172"/>
                  </a:lnTo>
                  <a:lnTo>
                    <a:pt x="22642" y="1172"/>
                  </a:lnTo>
                  <a:lnTo>
                    <a:pt x="46679" y="16626"/>
                  </a:lnTo>
                  <a:lnTo>
                    <a:pt x="46679" y="28250"/>
                  </a:lnTo>
                  <a:lnTo>
                    <a:pt x="46494" y="28315"/>
                  </a:lnTo>
                  <a:lnTo>
                    <a:pt x="46310" y="28381"/>
                  </a:lnTo>
                  <a:lnTo>
                    <a:pt x="46126" y="28473"/>
                  </a:lnTo>
                  <a:lnTo>
                    <a:pt x="45968" y="28566"/>
                  </a:lnTo>
                  <a:lnTo>
                    <a:pt x="45810" y="28684"/>
                  </a:lnTo>
                  <a:lnTo>
                    <a:pt x="45665" y="28802"/>
                  </a:lnTo>
                  <a:lnTo>
                    <a:pt x="45520" y="28947"/>
                  </a:lnTo>
                  <a:lnTo>
                    <a:pt x="45402" y="29092"/>
                  </a:lnTo>
                  <a:lnTo>
                    <a:pt x="45283" y="29250"/>
                  </a:lnTo>
                  <a:lnTo>
                    <a:pt x="45191" y="29408"/>
                  </a:lnTo>
                  <a:lnTo>
                    <a:pt x="45099" y="29579"/>
                  </a:lnTo>
                  <a:lnTo>
                    <a:pt x="45020" y="29763"/>
                  </a:lnTo>
                  <a:lnTo>
                    <a:pt x="44967" y="29961"/>
                  </a:lnTo>
                  <a:lnTo>
                    <a:pt x="44928" y="30145"/>
                  </a:lnTo>
                  <a:lnTo>
                    <a:pt x="44901" y="30356"/>
                  </a:lnTo>
                  <a:lnTo>
                    <a:pt x="44888" y="30553"/>
                  </a:lnTo>
                  <a:lnTo>
                    <a:pt x="44901" y="30803"/>
                  </a:lnTo>
                  <a:lnTo>
                    <a:pt x="44941" y="31040"/>
                  </a:lnTo>
                  <a:lnTo>
                    <a:pt x="44994" y="31264"/>
                  </a:lnTo>
                  <a:lnTo>
                    <a:pt x="45073" y="31475"/>
                  </a:lnTo>
                  <a:lnTo>
                    <a:pt x="45178" y="31685"/>
                  </a:lnTo>
                  <a:lnTo>
                    <a:pt x="45296" y="31883"/>
                  </a:lnTo>
                  <a:lnTo>
                    <a:pt x="45428" y="32067"/>
                  </a:lnTo>
                  <a:lnTo>
                    <a:pt x="45586" y="32238"/>
                  </a:lnTo>
                  <a:lnTo>
                    <a:pt x="45757" y="32396"/>
                  </a:lnTo>
                  <a:lnTo>
                    <a:pt x="45941" y="32528"/>
                  </a:lnTo>
                  <a:lnTo>
                    <a:pt x="46139" y="32646"/>
                  </a:lnTo>
                  <a:lnTo>
                    <a:pt x="46349" y="32752"/>
                  </a:lnTo>
                  <a:lnTo>
                    <a:pt x="46560" y="32831"/>
                  </a:lnTo>
                  <a:lnTo>
                    <a:pt x="46784" y="32883"/>
                  </a:lnTo>
                  <a:lnTo>
                    <a:pt x="47021" y="32923"/>
                  </a:lnTo>
                  <a:lnTo>
                    <a:pt x="47271" y="32936"/>
                  </a:lnTo>
                  <a:lnTo>
                    <a:pt x="47508" y="32923"/>
                  </a:lnTo>
                  <a:lnTo>
                    <a:pt x="47745" y="32883"/>
                  </a:lnTo>
                  <a:lnTo>
                    <a:pt x="47982" y="32831"/>
                  </a:lnTo>
                  <a:lnTo>
                    <a:pt x="48192" y="32752"/>
                  </a:lnTo>
                  <a:lnTo>
                    <a:pt x="48403" y="32646"/>
                  </a:lnTo>
                  <a:lnTo>
                    <a:pt x="48600" y="32528"/>
                  </a:lnTo>
                  <a:lnTo>
                    <a:pt x="48785" y="32396"/>
                  </a:lnTo>
                  <a:lnTo>
                    <a:pt x="48956" y="32238"/>
                  </a:lnTo>
                  <a:lnTo>
                    <a:pt x="49101" y="32067"/>
                  </a:lnTo>
                  <a:lnTo>
                    <a:pt x="49245" y="31883"/>
                  </a:lnTo>
                  <a:lnTo>
                    <a:pt x="49364" y="31685"/>
                  </a:lnTo>
                  <a:lnTo>
                    <a:pt x="49456" y="31475"/>
                  </a:lnTo>
                  <a:lnTo>
                    <a:pt x="49535" y="31264"/>
                  </a:lnTo>
                  <a:lnTo>
                    <a:pt x="49601" y="31040"/>
                  </a:lnTo>
                  <a:lnTo>
                    <a:pt x="49640" y="30803"/>
                  </a:lnTo>
                  <a:lnTo>
                    <a:pt x="49653" y="30553"/>
                  </a:lnTo>
                  <a:lnTo>
                    <a:pt x="49640" y="30356"/>
                  </a:lnTo>
                  <a:lnTo>
                    <a:pt x="49614" y="30145"/>
                  </a:lnTo>
                  <a:lnTo>
                    <a:pt x="49575" y="29961"/>
                  </a:lnTo>
                  <a:lnTo>
                    <a:pt x="49509" y="29763"/>
                  </a:lnTo>
                  <a:lnTo>
                    <a:pt x="49443" y="29579"/>
                  </a:lnTo>
                  <a:lnTo>
                    <a:pt x="49351" y="29408"/>
                  </a:lnTo>
                  <a:lnTo>
                    <a:pt x="49259" y="29250"/>
                  </a:lnTo>
                  <a:lnTo>
                    <a:pt x="49140" y="29092"/>
                  </a:lnTo>
                  <a:lnTo>
                    <a:pt x="49008" y="28934"/>
                  </a:lnTo>
                  <a:lnTo>
                    <a:pt x="48877" y="28802"/>
                  </a:lnTo>
                  <a:lnTo>
                    <a:pt x="48732" y="28684"/>
                  </a:lnTo>
                  <a:lnTo>
                    <a:pt x="48574" y="28566"/>
                  </a:lnTo>
                  <a:lnTo>
                    <a:pt x="48403" y="28473"/>
                  </a:lnTo>
                  <a:lnTo>
                    <a:pt x="48232" y="28381"/>
                  </a:lnTo>
                  <a:lnTo>
                    <a:pt x="48048" y="28315"/>
                  </a:lnTo>
                  <a:lnTo>
                    <a:pt x="47863" y="28250"/>
                  </a:lnTo>
                  <a:lnTo>
                    <a:pt x="47863" y="15981"/>
                  </a:lnTo>
                  <a:lnTo>
                    <a:pt x="23142" y="93"/>
                  </a:lnTo>
                  <a:lnTo>
                    <a:pt x="2299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4481975" y="2128725"/>
              <a:ext cx="347550" cy="466000"/>
            </a:xfrm>
            <a:custGeom>
              <a:rect b="b" l="l" r="r" t="t"/>
              <a:pathLst>
                <a:path extrusionOk="0" h="18640" w="13902">
                  <a:moveTo>
                    <a:pt x="11519" y="15059"/>
                  </a:moveTo>
                  <a:lnTo>
                    <a:pt x="11651" y="15073"/>
                  </a:lnTo>
                  <a:lnTo>
                    <a:pt x="11769" y="15086"/>
                  </a:lnTo>
                  <a:lnTo>
                    <a:pt x="11874" y="15112"/>
                  </a:lnTo>
                  <a:lnTo>
                    <a:pt x="11993" y="15152"/>
                  </a:lnTo>
                  <a:lnTo>
                    <a:pt x="12098" y="15204"/>
                  </a:lnTo>
                  <a:lnTo>
                    <a:pt x="12190" y="15270"/>
                  </a:lnTo>
                  <a:lnTo>
                    <a:pt x="12282" y="15336"/>
                  </a:lnTo>
                  <a:lnTo>
                    <a:pt x="12375" y="15415"/>
                  </a:lnTo>
                  <a:lnTo>
                    <a:pt x="12453" y="15494"/>
                  </a:lnTo>
                  <a:lnTo>
                    <a:pt x="12519" y="15586"/>
                  </a:lnTo>
                  <a:lnTo>
                    <a:pt x="12572" y="15691"/>
                  </a:lnTo>
                  <a:lnTo>
                    <a:pt x="12625" y="15797"/>
                  </a:lnTo>
                  <a:lnTo>
                    <a:pt x="12664" y="15902"/>
                  </a:lnTo>
                  <a:lnTo>
                    <a:pt x="12704" y="16020"/>
                  </a:lnTo>
                  <a:lnTo>
                    <a:pt x="12717" y="16139"/>
                  </a:lnTo>
                  <a:lnTo>
                    <a:pt x="12717" y="16257"/>
                  </a:lnTo>
                  <a:lnTo>
                    <a:pt x="12717" y="16389"/>
                  </a:lnTo>
                  <a:lnTo>
                    <a:pt x="12704" y="16507"/>
                  </a:lnTo>
                  <a:lnTo>
                    <a:pt x="12664" y="16613"/>
                  </a:lnTo>
                  <a:lnTo>
                    <a:pt x="12625" y="16731"/>
                  </a:lnTo>
                  <a:lnTo>
                    <a:pt x="12572" y="16837"/>
                  </a:lnTo>
                  <a:lnTo>
                    <a:pt x="12519" y="16929"/>
                  </a:lnTo>
                  <a:lnTo>
                    <a:pt x="12453" y="17021"/>
                  </a:lnTo>
                  <a:lnTo>
                    <a:pt x="12375" y="17113"/>
                  </a:lnTo>
                  <a:lnTo>
                    <a:pt x="12282" y="17179"/>
                  </a:lnTo>
                  <a:lnTo>
                    <a:pt x="12190" y="17258"/>
                  </a:lnTo>
                  <a:lnTo>
                    <a:pt x="12098" y="17310"/>
                  </a:lnTo>
                  <a:lnTo>
                    <a:pt x="11993" y="17363"/>
                  </a:lnTo>
                  <a:lnTo>
                    <a:pt x="11874" y="17403"/>
                  </a:lnTo>
                  <a:lnTo>
                    <a:pt x="11769" y="17429"/>
                  </a:lnTo>
                  <a:lnTo>
                    <a:pt x="11651" y="17455"/>
                  </a:lnTo>
                  <a:lnTo>
                    <a:pt x="11400" y="17455"/>
                  </a:lnTo>
                  <a:lnTo>
                    <a:pt x="11282" y="17429"/>
                  </a:lnTo>
                  <a:lnTo>
                    <a:pt x="11163" y="17403"/>
                  </a:lnTo>
                  <a:lnTo>
                    <a:pt x="11058" y="17363"/>
                  </a:lnTo>
                  <a:lnTo>
                    <a:pt x="10953" y="17310"/>
                  </a:lnTo>
                  <a:lnTo>
                    <a:pt x="10861" y="17258"/>
                  </a:lnTo>
                  <a:lnTo>
                    <a:pt x="10769" y="17179"/>
                  </a:lnTo>
                  <a:lnTo>
                    <a:pt x="10676" y="17113"/>
                  </a:lnTo>
                  <a:lnTo>
                    <a:pt x="10597" y="17021"/>
                  </a:lnTo>
                  <a:lnTo>
                    <a:pt x="10532" y="16929"/>
                  </a:lnTo>
                  <a:lnTo>
                    <a:pt x="10466" y="16837"/>
                  </a:lnTo>
                  <a:lnTo>
                    <a:pt x="10426" y="16731"/>
                  </a:lnTo>
                  <a:lnTo>
                    <a:pt x="10387" y="16613"/>
                  </a:lnTo>
                  <a:lnTo>
                    <a:pt x="10347" y="16507"/>
                  </a:lnTo>
                  <a:lnTo>
                    <a:pt x="10334" y="16389"/>
                  </a:lnTo>
                  <a:lnTo>
                    <a:pt x="10321" y="16257"/>
                  </a:lnTo>
                  <a:lnTo>
                    <a:pt x="10334" y="16139"/>
                  </a:lnTo>
                  <a:lnTo>
                    <a:pt x="10347" y="16020"/>
                  </a:lnTo>
                  <a:lnTo>
                    <a:pt x="10387" y="15902"/>
                  </a:lnTo>
                  <a:lnTo>
                    <a:pt x="10426" y="15797"/>
                  </a:lnTo>
                  <a:lnTo>
                    <a:pt x="10466" y="15691"/>
                  </a:lnTo>
                  <a:lnTo>
                    <a:pt x="10532" y="15586"/>
                  </a:lnTo>
                  <a:lnTo>
                    <a:pt x="10597" y="15494"/>
                  </a:lnTo>
                  <a:lnTo>
                    <a:pt x="10676" y="15415"/>
                  </a:lnTo>
                  <a:lnTo>
                    <a:pt x="10769" y="15336"/>
                  </a:lnTo>
                  <a:lnTo>
                    <a:pt x="10861" y="15270"/>
                  </a:lnTo>
                  <a:lnTo>
                    <a:pt x="10953" y="15204"/>
                  </a:lnTo>
                  <a:lnTo>
                    <a:pt x="11058" y="15152"/>
                  </a:lnTo>
                  <a:lnTo>
                    <a:pt x="11163" y="15112"/>
                  </a:lnTo>
                  <a:lnTo>
                    <a:pt x="11282" y="15086"/>
                  </a:lnTo>
                  <a:lnTo>
                    <a:pt x="11400" y="15073"/>
                  </a:lnTo>
                  <a:lnTo>
                    <a:pt x="11519" y="15059"/>
                  </a:lnTo>
                  <a:close/>
                  <a:moveTo>
                    <a:pt x="1" y="0"/>
                  </a:moveTo>
                  <a:lnTo>
                    <a:pt x="1" y="1185"/>
                  </a:lnTo>
                  <a:lnTo>
                    <a:pt x="11150" y="1185"/>
                  </a:lnTo>
                  <a:lnTo>
                    <a:pt x="11150" y="13914"/>
                  </a:lnTo>
                  <a:lnTo>
                    <a:pt x="10940" y="13954"/>
                  </a:lnTo>
                  <a:lnTo>
                    <a:pt x="10742" y="14020"/>
                  </a:lnTo>
                  <a:lnTo>
                    <a:pt x="10545" y="14099"/>
                  </a:lnTo>
                  <a:lnTo>
                    <a:pt x="10361" y="14191"/>
                  </a:lnTo>
                  <a:lnTo>
                    <a:pt x="10176" y="14296"/>
                  </a:lnTo>
                  <a:lnTo>
                    <a:pt x="10018" y="14428"/>
                  </a:lnTo>
                  <a:lnTo>
                    <a:pt x="9860" y="14559"/>
                  </a:lnTo>
                  <a:lnTo>
                    <a:pt x="9715" y="14717"/>
                  </a:lnTo>
                  <a:lnTo>
                    <a:pt x="9597" y="14875"/>
                  </a:lnTo>
                  <a:lnTo>
                    <a:pt x="9479" y="15046"/>
                  </a:lnTo>
                  <a:lnTo>
                    <a:pt x="9386" y="15231"/>
                  </a:lnTo>
                  <a:lnTo>
                    <a:pt x="9294" y="15415"/>
                  </a:lnTo>
                  <a:lnTo>
                    <a:pt x="9228" y="15625"/>
                  </a:lnTo>
                  <a:lnTo>
                    <a:pt x="9189" y="15823"/>
                  </a:lnTo>
                  <a:lnTo>
                    <a:pt x="9163" y="16047"/>
                  </a:lnTo>
                  <a:lnTo>
                    <a:pt x="9149" y="16257"/>
                  </a:lnTo>
                  <a:lnTo>
                    <a:pt x="9163" y="16507"/>
                  </a:lnTo>
                  <a:lnTo>
                    <a:pt x="9189" y="16744"/>
                  </a:lnTo>
                  <a:lnTo>
                    <a:pt x="9255" y="16968"/>
                  </a:lnTo>
                  <a:lnTo>
                    <a:pt x="9334" y="17179"/>
                  </a:lnTo>
                  <a:lnTo>
                    <a:pt x="9439" y="17389"/>
                  </a:lnTo>
                  <a:lnTo>
                    <a:pt x="9558" y="17587"/>
                  </a:lnTo>
                  <a:lnTo>
                    <a:pt x="9689" y="17771"/>
                  </a:lnTo>
                  <a:lnTo>
                    <a:pt x="9847" y="17942"/>
                  </a:lnTo>
                  <a:lnTo>
                    <a:pt x="10018" y="18100"/>
                  </a:lnTo>
                  <a:lnTo>
                    <a:pt x="10189" y="18232"/>
                  </a:lnTo>
                  <a:lnTo>
                    <a:pt x="10387" y="18350"/>
                  </a:lnTo>
                  <a:lnTo>
                    <a:pt x="10597" y="18456"/>
                  </a:lnTo>
                  <a:lnTo>
                    <a:pt x="10821" y="18535"/>
                  </a:lnTo>
                  <a:lnTo>
                    <a:pt x="11045" y="18587"/>
                  </a:lnTo>
                  <a:lnTo>
                    <a:pt x="11282" y="18627"/>
                  </a:lnTo>
                  <a:lnTo>
                    <a:pt x="11519" y="18640"/>
                  </a:lnTo>
                  <a:lnTo>
                    <a:pt x="11769" y="18627"/>
                  </a:lnTo>
                  <a:lnTo>
                    <a:pt x="12006" y="18587"/>
                  </a:lnTo>
                  <a:lnTo>
                    <a:pt x="12230" y="18535"/>
                  </a:lnTo>
                  <a:lnTo>
                    <a:pt x="12453" y="18456"/>
                  </a:lnTo>
                  <a:lnTo>
                    <a:pt x="12651" y="18350"/>
                  </a:lnTo>
                  <a:lnTo>
                    <a:pt x="12848" y="18232"/>
                  </a:lnTo>
                  <a:lnTo>
                    <a:pt x="13033" y="18100"/>
                  </a:lnTo>
                  <a:lnTo>
                    <a:pt x="13204" y="17942"/>
                  </a:lnTo>
                  <a:lnTo>
                    <a:pt x="13362" y="17771"/>
                  </a:lnTo>
                  <a:lnTo>
                    <a:pt x="13493" y="17587"/>
                  </a:lnTo>
                  <a:lnTo>
                    <a:pt x="13612" y="17389"/>
                  </a:lnTo>
                  <a:lnTo>
                    <a:pt x="13717" y="17179"/>
                  </a:lnTo>
                  <a:lnTo>
                    <a:pt x="13796" y="16968"/>
                  </a:lnTo>
                  <a:lnTo>
                    <a:pt x="13849" y="16744"/>
                  </a:lnTo>
                  <a:lnTo>
                    <a:pt x="13888" y="16507"/>
                  </a:lnTo>
                  <a:lnTo>
                    <a:pt x="13901" y="16257"/>
                  </a:lnTo>
                  <a:lnTo>
                    <a:pt x="13901" y="16073"/>
                  </a:lnTo>
                  <a:lnTo>
                    <a:pt x="13875" y="15889"/>
                  </a:lnTo>
                  <a:lnTo>
                    <a:pt x="13836" y="15704"/>
                  </a:lnTo>
                  <a:lnTo>
                    <a:pt x="13783" y="15520"/>
                  </a:lnTo>
                  <a:lnTo>
                    <a:pt x="13717" y="15349"/>
                  </a:lnTo>
                  <a:lnTo>
                    <a:pt x="13651" y="15191"/>
                  </a:lnTo>
                  <a:lnTo>
                    <a:pt x="13559" y="15033"/>
                  </a:lnTo>
                  <a:lnTo>
                    <a:pt x="13454" y="14875"/>
                  </a:lnTo>
                  <a:lnTo>
                    <a:pt x="13349" y="14744"/>
                  </a:lnTo>
                  <a:lnTo>
                    <a:pt x="13230" y="14599"/>
                  </a:lnTo>
                  <a:lnTo>
                    <a:pt x="13099" y="14480"/>
                  </a:lnTo>
                  <a:lnTo>
                    <a:pt x="12967" y="14362"/>
                  </a:lnTo>
                  <a:lnTo>
                    <a:pt x="12809" y="14256"/>
                  </a:lnTo>
                  <a:lnTo>
                    <a:pt x="12664" y="14164"/>
                  </a:lnTo>
                  <a:lnTo>
                    <a:pt x="12493" y="14085"/>
                  </a:lnTo>
                  <a:lnTo>
                    <a:pt x="12322" y="14020"/>
                  </a:lnTo>
                  <a:lnTo>
                    <a:pt x="123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4953900" y="2739175"/>
              <a:ext cx="118825" cy="793450"/>
            </a:xfrm>
            <a:custGeom>
              <a:rect b="b" l="l" r="r" t="t"/>
              <a:pathLst>
                <a:path extrusionOk="0" h="31738" w="4753">
                  <a:moveTo>
                    <a:pt x="2501" y="28157"/>
                  </a:moveTo>
                  <a:lnTo>
                    <a:pt x="2620" y="28184"/>
                  </a:lnTo>
                  <a:lnTo>
                    <a:pt x="2738" y="28210"/>
                  </a:lnTo>
                  <a:lnTo>
                    <a:pt x="2844" y="28250"/>
                  </a:lnTo>
                  <a:lnTo>
                    <a:pt x="2949" y="28302"/>
                  </a:lnTo>
                  <a:lnTo>
                    <a:pt x="3041" y="28355"/>
                  </a:lnTo>
                  <a:lnTo>
                    <a:pt x="3133" y="28434"/>
                  </a:lnTo>
                  <a:lnTo>
                    <a:pt x="3225" y="28513"/>
                  </a:lnTo>
                  <a:lnTo>
                    <a:pt x="3304" y="28592"/>
                  </a:lnTo>
                  <a:lnTo>
                    <a:pt x="3370" y="28684"/>
                  </a:lnTo>
                  <a:lnTo>
                    <a:pt x="3436" y="28789"/>
                  </a:lnTo>
                  <a:lnTo>
                    <a:pt x="3475" y="28881"/>
                  </a:lnTo>
                  <a:lnTo>
                    <a:pt x="3515" y="29000"/>
                  </a:lnTo>
                  <a:lnTo>
                    <a:pt x="3554" y="29118"/>
                  </a:lnTo>
                  <a:lnTo>
                    <a:pt x="3568" y="29237"/>
                  </a:lnTo>
                  <a:lnTo>
                    <a:pt x="3581" y="29355"/>
                  </a:lnTo>
                  <a:lnTo>
                    <a:pt x="3568" y="29474"/>
                  </a:lnTo>
                  <a:lnTo>
                    <a:pt x="3554" y="29592"/>
                  </a:lnTo>
                  <a:lnTo>
                    <a:pt x="3515" y="29711"/>
                  </a:lnTo>
                  <a:lnTo>
                    <a:pt x="3475" y="29816"/>
                  </a:lnTo>
                  <a:lnTo>
                    <a:pt x="3436" y="29921"/>
                  </a:lnTo>
                  <a:lnTo>
                    <a:pt x="3370" y="30027"/>
                  </a:lnTo>
                  <a:lnTo>
                    <a:pt x="3304" y="30119"/>
                  </a:lnTo>
                  <a:lnTo>
                    <a:pt x="3225" y="30198"/>
                  </a:lnTo>
                  <a:lnTo>
                    <a:pt x="3133" y="30277"/>
                  </a:lnTo>
                  <a:lnTo>
                    <a:pt x="3041" y="30343"/>
                  </a:lnTo>
                  <a:lnTo>
                    <a:pt x="2949" y="30408"/>
                  </a:lnTo>
                  <a:lnTo>
                    <a:pt x="2844" y="30461"/>
                  </a:lnTo>
                  <a:lnTo>
                    <a:pt x="2738" y="30501"/>
                  </a:lnTo>
                  <a:lnTo>
                    <a:pt x="2620" y="30527"/>
                  </a:lnTo>
                  <a:lnTo>
                    <a:pt x="2501" y="30540"/>
                  </a:lnTo>
                  <a:lnTo>
                    <a:pt x="2383" y="30553"/>
                  </a:lnTo>
                  <a:lnTo>
                    <a:pt x="2251" y="30540"/>
                  </a:lnTo>
                  <a:lnTo>
                    <a:pt x="2133" y="30527"/>
                  </a:lnTo>
                  <a:lnTo>
                    <a:pt x="2027" y="30501"/>
                  </a:lnTo>
                  <a:lnTo>
                    <a:pt x="1909" y="30461"/>
                  </a:lnTo>
                  <a:lnTo>
                    <a:pt x="1804" y="30408"/>
                  </a:lnTo>
                  <a:lnTo>
                    <a:pt x="1712" y="30343"/>
                  </a:lnTo>
                  <a:lnTo>
                    <a:pt x="1619" y="30277"/>
                  </a:lnTo>
                  <a:lnTo>
                    <a:pt x="1527" y="30198"/>
                  </a:lnTo>
                  <a:lnTo>
                    <a:pt x="1448" y="30119"/>
                  </a:lnTo>
                  <a:lnTo>
                    <a:pt x="1382" y="30027"/>
                  </a:lnTo>
                  <a:lnTo>
                    <a:pt x="1330" y="29921"/>
                  </a:lnTo>
                  <a:lnTo>
                    <a:pt x="1277" y="29816"/>
                  </a:lnTo>
                  <a:lnTo>
                    <a:pt x="1238" y="29711"/>
                  </a:lnTo>
                  <a:lnTo>
                    <a:pt x="1198" y="29592"/>
                  </a:lnTo>
                  <a:lnTo>
                    <a:pt x="1185" y="29474"/>
                  </a:lnTo>
                  <a:lnTo>
                    <a:pt x="1185" y="29355"/>
                  </a:lnTo>
                  <a:lnTo>
                    <a:pt x="1185" y="29237"/>
                  </a:lnTo>
                  <a:lnTo>
                    <a:pt x="1198" y="29118"/>
                  </a:lnTo>
                  <a:lnTo>
                    <a:pt x="1238" y="29000"/>
                  </a:lnTo>
                  <a:lnTo>
                    <a:pt x="1277" y="28881"/>
                  </a:lnTo>
                  <a:lnTo>
                    <a:pt x="1330" y="28789"/>
                  </a:lnTo>
                  <a:lnTo>
                    <a:pt x="1382" y="28684"/>
                  </a:lnTo>
                  <a:lnTo>
                    <a:pt x="1448" y="28592"/>
                  </a:lnTo>
                  <a:lnTo>
                    <a:pt x="1527" y="28513"/>
                  </a:lnTo>
                  <a:lnTo>
                    <a:pt x="1619" y="28434"/>
                  </a:lnTo>
                  <a:lnTo>
                    <a:pt x="1712" y="28355"/>
                  </a:lnTo>
                  <a:lnTo>
                    <a:pt x="1804" y="28302"/>
                  </a:lnTo>
                  <a:lnTo>
                    <a:pt x="1909" y="28250"/>
                  </a:lnTo>
                  <a:lnTo>
                    <a:pt x="2027" y="28210"/>
                  </a:lnTo>
                  <a:lnTo>
                    <a:pt x="2133" y="28184"/>
                  </a:lnTo>
                  <a:lnTo>
                    <a:pt x="2251" y="28157"/>
                  </a:lnTo>
                  <a:close/>
                  <a:moveTo>
                    <a:pt x="1791" y="1"/>
                  </a:moveTo>
                  <a:lnTo>
                    <a:pt x="1791" y="27052"/>
                  </a:lnTo>
                  <a:lnTo>
                    <a:pt x="1593" y="27104"/>
                  </a:lnTo>
                  <a:lnTo>
                    <a:pt x="1409" y="27183"/>
                  </a:lnTo>
                  <a:lnTo>
                    <a:pt x="1238" y="27262"/>
                  </a:lnTo>
                  <a:lnTo>
                    <a:pt x="1080" y="27368"/>
                  </a:lnTo>
                  <a:lnTo>
                    <a:pt x="922" y="27473"/>
                  </a:lnTo>
                  <a:lnTo>
                    <a:pt x="764" y="27605"/>
                  </a:lnTo>
                  <a:lnTo>
                    <a:pt x="632" y="27736"/>
                  </a:lnTo>
                  <a:lnTo>
                    <a:pt x="514" y="27881"/>
                  </a:lnTo>
                  <a:lnTo>
                    <a:pt x="395" y="28039"/>
                  </a:lnTo>
                  <a:lnTo>
                    <a:pt x="290" y="28210"/>
                  </a:lnTo>
                  <a:lnTo>
                    <a:pt x="211" y="28381"/>
                  </a:lnTo>
                  <a:lnTo>
                    <a:pt x="132" y="28566"/>
                  </a:lnTo>
                  <a:lnTo>
                    <a:pt x="79" y="28750"/>
                  </a:lnTo>
                  <a:lnTo>
                    <a:pt x="40" y="28947"/>
                  </a:lnTo>
                  <a:lnTo>
                    <a:pt x="13" y="29145"/>
                  </a:lnTo>
                  <a:lnTo>
                    <a:pt x="0" y="29355"/>
                  </a:lnTo>
                  <a:lnTo>
                    <a:pt x="13" y="29592"/>
                  </a:lnTo>
                  <a:lnTo>
                    <a:pt x="53" y="29829"/>
                  </a:lnTo>
                  <a:lnTo>
                    <a:pt x="106" y="30053"/>
                  </a:lnTo>
                  <a:lnTo>
                    <a:pt x="185" y="30277"/>
                  </a:lnTo>
                  <a:lnTo>
                    <a:pt x="290" y="30487"/>
                  </a:lnTo>
                  <a:lnTo>
                    <a:pt x="408" y="30685"/>
                  </a:lnTo>
                  <a:lnTo>
                    <a:pt x="540" y="30869"/>
                  </a:lnTo>
                  <a:lnTo>
                    <a:pt x="698" y="31040"/>
                  </a:lnTo>
                  <a:lnTo>
                    <a:pt x="869" y="31185"/>
                  </a:lnTo>
                  <a:lnTo>
                    <a:pt x="1053" y="31330"/>
                  </a:lnTo>
                  <a:lnTo>
                    <a:pt x="1251" y="31448"/>
                  </a:lnTo>
                  <a:lnTo>
                    <a:pt x="1448" y="31541"/>
                  </a:lnTo>
                  <a:lnTo>
                    <a:pt x="1672" y="31619"/>
                  </a:lnTo>
                  <a:lnTo>
                    <a:pt x="1896" y="31685"/>
                  </a:lnTo>
                  <a:lnTo>
                    <a:pt x="2133" y="31725"/>
                  </a:lnTo>
                  <a:lnTo>
                    <a:pt x="2383" y="31738"/>
                  </a:lnTo>
                  <a:lnTo>
                    <a:pt x="2620" y="31725"/>
                  </a:lnTo>
                  <a:lnTo>
                    <a:pt x="2857" y="31685"/>
                  </a:lnTo>
                  <a:lnTo>
                    <a:pt x="3081" y="31619"/>
                  </a:lnTo>
                  <a:lnTo>
                    <a:pt x="3304" y="31541"/>
                  </a:lnTo>
                  <a:lnTo>
                    <a:pt x="3515" y="31448"/>
                  </a:lnTo>
                  <a:lnTo>
                    <a:pt x="3712" y="31330"/>
                  </a:lnTo>
                  <a:lnTo>
                    <a:pt x="3884" y="31185"/>
                  </a:lnTo>
                  <a:lnTo>
                    <a:pt x="4055" y="31040"/>
                  </a:lnTo>
                  <a:lnTo>
                    <a:pt x="4213" y="30869"/>
                  </a:lnTo>
                  <a:lnTo>
                    <a:pt x="4344" y="30685"/>
                  </a:lnTo>
                  <a:lnTo>
                    <a:pt x="4463" y="30487"/>
                  </a:lnTo>
                  <a:lnTo>
                    <a:pt x="4568" y="30277"/>
                  </a:lnTo>
                  <a:lnTo>
                    <a:pt x="4647" y="30053"/>
                  </a:lnTo>
                  <a:lnTo>
                    <a:pt x="4713" y="29829"/>
                  </a:lnTo>
                  <a:lnTo>
                    <a:pt x="4739" y="29592"/>
                  </a:lnTo>
                  <a:lnTo>
                    <a:pt x="4752" y="29355"/>
                  </a:lnTo>
                  <a:lnTo>
                    <a:pt x="4752" y="29145"/>
                  </a:lnTo>
                  <a:lnTo>
                    <a:pt x="4726" y="28947"/>
                  </a:lnTo>
                  <a:lnTo>
                    <a:pt x="4673" y="28750"/>
                  </a:lnTo>
                  <a:lnTo>
                    <a:pt x="4621" y="28566"/>
                  </a:lnTo>
                  <a:lnTo>
                    <a:pt x="4542" y="28381"/>
                  </a:lnTo>
                  <a:lnTo>
                    <a:pt x="4463" y="28210"/>
                  </a:lnTo>
                  <a:lnTo>
                    <a:pt x="4357" y="28039"/>
                  </a:lnTo>
                  <a:lnTo>
                    <a:pt x="4252" y="27881"/>
                  </a:lnTo>
                  <a:lnTo>
                    <a:pt x="4120" y="27736"/>
                  </a:lnTo>
                  <a:lnTo>
                    <a:pt x="3989" y="27605"/>
                  </a:lnTo>
                  <a:lnTo>
                    <a:pt x="3844" y="27473"/>
                  </a:lnTo>
                  <a:lnTo>
                    <a:pt x="3686" y="27368"/>
                  </a:lnTo>
                  <a:lnTo>
                    <a:pt x="3515" y="27262"/>
                  </a:lnTo>
                  <a:lnTo>
                    <a:pt x="3344" y="27183"/>
                  </a:lnTo>
                  <a:lnTo>
                    <a:pt x="3160" y="27104"/>
                  </a:lnTo>
                  <a:lnTo>
                    <a:pt x="2962" y="2705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5085525" y="2744125"/>
              <a:ext cx="118825" cy="788500"/>
            </a:xfrm>
            <a:custGeom>
              <a:rect b="b" l="l" r="r" t="t"/>
              <a:pathLst>
                <a:path extrusionOk="0" h="31540" w="4753">
                  <a:moveTo>
                    <a:pt x="2502" y="27959"/>
                  </a:moveTo>
                  <a:lnTo>
                    <a:pt x="2620" y="27986"/>
                  </a:lnTo>
                  <a:lnTo>
                    <a:pt x="2739" y="28012"/>
                  </a:lnTo>
                  <a:lnTo>
                    <a:pt x="2844" y="28052"/>
                  </a:lnTo>
                  <a:lnTo>
                    <a:pt x="2949" y="28104"/>
                  </a:lnTo>
                  <a:lnTo>
                    <a:pt x="3041" y="28157"/>
                  </a:lnTo>
                  <a:lnTo>
                    <a:pt x="3134" y="28236"/>
                  </a:lnTo>
                  <a:lnTo>
                    <a:pt x="3226" y="28315"/>
                  </a:lnTo>
                  <a:lnTo>
                    <a:pt x="3305" y="28394"/>
                  </a:lnTo>
                  <a:lnTo>
                    <a:pt x="3371" y="28486"/>
                  </a:lnTo>
                  <a:lnTo>
                    <a:pt x="3436" y="28591"/>
                  </a:lnTo>
                  <a:lnTo>
                    <a:pt x="3476" y="28683"/>
                  </a:lnTo>
                  <a:lnTo>
                    <a:pt x="3515" y="28802"/>
                  </a:lnTo>
                  <a:lnTo>
                    <a:pt x="3555" y="28920"/>
                  </a:lnTo>
                  <a:lnTo>
                    <a:pt x="3568" y="29039"/>
                  </a:lnTo>
                  <a:lnTo>
                    <a:pt x="3581" y="29157"/>
                  </a:lnTo>
                  <a:lnTo>
                    <a:pt x="3568" y="29276"/>
                  </a:lnTo>
                  <a:lnTo>
                    <a:pt x="3555" y="29394"/>
                  </a:lnTo>
                  <a:lnTo>
                    <a:pt x="3515" y="29513"/>
                  </a:lnTo>
                  <a:lnTo>
                    <a:pt x="3476" y="29618"/>
                  </a:lnTo>
                  <a:lnTo>
                    <a:pt x="3436" y="29723"/>
                  </a:lnTo>
                  <a:lnTo>
                    <a:pt x="3371" y="29829"/>
                  </a:lnTo>
                  <a:lnTo>
                    <a:pt x="3305" y="29921"/>
                  </a:lnTo>
                  <a:lnTo>
                    <a:pt x="3226" y="30000"/>
                  </a:lnTo>
                  <a:lnTo>
                    <a:pt x="3134" y="30079"/>
                  </a:lnTo>
                  <a:lnTo>
                    <a:pt x="3041" y="30145"/>
                  </a:lnTo>
                  <a:lnTo>
                    <a:pt x="2949" y="30210"/>
                  </a:lnTo>
                  <a:lnTo>
                    <a:pt x="2844" y="30263"/>
                  </a:lnTo>
                  <a:lnTo>
                    <a:pt x="2739" y="30303"/>
                  </a:lnTo>
                  <a:lnTo>
                    <a:pt x="2620" y="30329"/>
                  </a:lnTo>
                  <a:lnTo>
                    <a:pt x="2502" y="30342"/>
                  </a:lnTo>
                  <a:lnTo>
                    <a:pt x="2383" y="30355"/>
                  </a:lnTo>
                  <a:lnTo>
                    <a:pt x="2252" y="30342"/>
                  </a:lnTo>
                  <a:lnTo>
                    <a:pt x="2133" y="30329"/>
                  </a:lnTo>
                  <a:lnTo>
                    <a:pt x="2028" y="30303"/>
                  </a:lnTo>
                  <a:lnTo>
                    <a:pt x="1909" y="30263"/>
                  </a:lnTo>
                  <a:lnTo>
                    <a:pt x="1804" y="30210"/>
                  </a:lnTo>
                  <a:lnTo>
                    <a:pt x="1712" y="30145"/>
                  </a:lnTo>
                  <a:lnTo>
                    <a:pt x="1620" y="30079"/>
                  </a:lnTo>
                  <a:lnTo>
                    <a:pt x="1528" y="30000"/>
                  </a:lnTo>
                  <a:lnTo>
                    <a:pt x="1449" y="29921"/>
                  </a:lnTo>
                  <a:lnTo>
                    <a:pt x="1383" y="29829"/>
                  </a:lnTo>
                  <a:lnTo>
                    <a:pt x="1330" y="29723"/>
                  </a:lnTo>
                  <a:lnTo>
                    <a:pt x="1278" y="29618"/>
                  </a:lnTo>
                  <a:lnTo>
                    <a:pt x="1238" y="29513"/>
                  </a:lnTo>
                  <a:lnTo>
                    <a:pt x="1212" y="29394"/>
                  </a:lnTo>
                  <a:lnTo>
                    <a:pt x="1185" y="29276"/>
                  </a:lnTo>
                  <a:lnTo>
                    <a:pt x="1185" y="29157"/>
                  </a:lnTo>
                  <a:lnTo>
                    <a:pt x="1185" y="29039"/>
                  </a:lnTo>
                  <a:lnTo>
                    <a:pt x="1212" y="28920"/>
                  </a:lnTo>
                  <a:lnTo>
                    <a:pt x="1238" y="28802"/>
                  </a:lnTo>
                  <a:lnTo>
                    <a:pt x="1278" y="28683"/>
                  </a:lnTo>
                  <a:lnTo>
                    <a:pt x="1330" y="28591"/>
                  </a:lnTo>
                  <a:lnTo>
                    <a:pt x="1383" y="28486"/>
                  </a:lnTo>
                  <a:lnTo>
                    <a:pt x="1449" y="28394"/>
                  </a:lnTo>
                  <a:lnTo>
                    <a:pt x="1528" y="28315"/>
                  </a:lnTo>
                  <a:lnTo>
                    <a:pt x="1620" y="28236"/>
                  </a:lnTo>
                  <a:lnTo>
                    <a:pt x="1712" y="28157"/>
                  </a:lnTo>
                  <a:lnTo>
                    <a:pt x="1804" y="28104"/>
                  </a:lnTo>
                  <a:lnTo>
                    <a:pt x="1909" y="28052"/>
                  </a:lnTo>
                  <a:lnTo>
                    <a:pt x="2028" y="28012"/>
                  </a:lnTo>
                  <a:lnTo>
                    <a:pt x="2133" y="27986"/>
                  </a:lnTo>
                  <a:lnTo>
                    <a:pt x="2252" y="27959"/>
                  </a:lnTo>
                  <a:close/>
                  <a:moveTo>
                    <a:pt x="1791" y="0"/>
                  </a:moveTo>
                  <a:lnTo>
                    <a:pt x="1791" y="26854"/>
                  </a:lnTo>
                  <a:lnTo>
                    <a:pt x="1593" y="26906"/>
                  </a:lnTo>
                  <a:lnTo>
                    <a:pt x="1422" y="26985"/>
                  </a:lnTo>
                  <a:lnTo>
                    <a:pt x="1238" y="27064"/>
                  </a:lnTo>
                  <a:lnTo>
                    <a:pt x="1080" y="27170"/>
                  </a:lnTo>
                  <a:lnTo>
                    <a:pt x="922" y="27275"/>
                  </a:lnTo>
                  <a:lnTo>
                    <a:pt x="777" y="27407"/>
                  </a:lnTo>
                  <a:lnTo>
                    <a:pt x="633" y="27538"/>
                  </a:lnTo>
                  <a:lnTo>
                    <a:pt x="514" y="27683"/>
                  </a:lnTo>
                  <a:lnTo>
                    <a:pt x="396" y="27841"/>
                  </a:lnTo>
                  <a:lnTo>
                    <a:pt x="290" y="28012"/>
                  </a:lnTo>
                  <a:lnTo>
                    <a:pt x="211" y="28183"/>
                  </a:lnTo>
                  <a:lnTo>
                    <a:pt x="132" y="28368"/>
                  </a:lnTo>
                  <a:lnTo>
                    <a:pt x="80" y="28552"/>
                  </a:lnTo>
                  <a:lnTo>
                    <a:pt x="40" y="28749"/>
                  </a:lnTo>
                  <a:lnTo>
                    <a:pt x="14" y="28947"/>
                  </a:lnTo>
                  <a:lnTo>
                    <a:pt x="1" y="29157"/>
                  </a:lnTo>
                  <a:lnTo>
                    <a:pt x="14" y="29394"/>
                  </a:lnTo>
                  <a:lnTo>
                    <a:pt x="53" y="29631"/>
                  </a:lnTo>
                  <a:lnTo>
                    <a:pt x="106" y="29855"/>
                  </a:lnTo>
                  <a:lnTo>
                    <a:pt x="185" y="30079"/>
                  </a:lnTo>
                  <a:lnTo>
                    <a:pt x="290" y="30289"/>
                  </a:lnTo>
                  <a:lnTo>
                    <a:pt x="409" y="30487"/>
                  </a:lnTo>
                  <a:lnTo>
                    <a:pt x="540" y="30671"/>
                  </a:lnTo>
                  <a:lnTo>
                    <a:pt x="698" y="30842"/>
                  </a:lnTo>
                  <a:lnTo>
                    <a:pt x="869" y="30987"/>
                  </a:lnTo>
                  <a:lnTo>
                    <a:pt x="1054" y="31132"/>
                  </a:lnTo>
                  <a:lnTo>
                    <a:pt x="1251" y="31250"/>
                  </a:lnTo>
                  <a:lnTo>
                    <a:pt x="1449" y="31343"/>
                  </a:lnTo>
                  <a:lnTo>
                    <a:pt x="1672" y="31421"/>
                  </a:lnTo>
                  <a:lnTo>
                    <a:pt x="1896" y="31487"/>
                  </a:lnTo>
                  <a:lnTo>
                    <a:pt x="2133" y="31527"/>
                  </a:lnTo>
                  <a:lnTo>
                    <a:pt x="2383" y="31540"/>
                  </a:lnTo>
                  <a:lnTo>
                    <a:pt x="2620" y="31527"/>
                  </a:lnTo>
                  <a:lnTo>
                    <a:pt x="2857" y="31487"/>
                  </a:lnTo>
                  <a:lnTo>
                    <a:pt x="3081" y="31421"/>
                  </a:lnTo>
                  <a:lnTo>
                    <a:pt x="3305" y="31343"/>
                  </a:lnTo>
                  <a:lnTo>
                    <a:pt x="3515" y="31250"/>
                  </a:lnTo>
                  <a:lnTo>
                    <a:pt x="3713" y="31132"/>
                  </a:lnTo>
                  <a:lnTo>
                    <a:pt x="3897" y="30987"/>
                  </a:lnTo>
                  <a:lnTo>
                    <a:pt x="4055" y="30842"/>
                  </a:lnTo>
                  <a:lnTo>
                    <a:pt x="4213" y="30671"/>
                  </a:lnTo>
                  <a:lnTo>
                    <a:pt x="4345" y="30487"/>
                  </a:lnTo>
                  <a:lnTo>
                    <a:pt x="4463" y="30289"/>
                  </a:lnTo>
                  <a:lnTo>
                    <a:pt x="4568" y="30079"/>
                  </a:lnTo>
                  <a:lnTo>
                    <a:pt x="4647" y="29855"/>
                  </a:lnTo>
                  <a:lnTo>
                    <a:pt x="4713" y="29631"/>
                  </a:lnTo>
                  <a:lnTo>
                    <a:pt x="4740" y="29394"/>
                  </a:lnTo>
                  <a:lnTo>
                    <a:pt x="4753" y="29157"/>
                  </a:lnTo>
                  <a:lnTo>
                    <a:pt x="4753" y="28947"/>
                  </a:lnTo>
                  <a:lnTo>
                    <a:pt x="4726" y="28749"/>
                  </a:lnTo>
                  <a:lnTo>
                    <a:pt x="4674" y="28552"/>
                  </a:lnTo>
                  <a:lnTo>
                    <a:pt x="4621" y="28368"/>
                  </a:lnTo>
                  <a:lnTo>
                    <a:pt x="4555" y="28183"/>
                  </a:lnTo>
                  <a:lnTo>
                    <a:pt x="4463" y="28012"/>
                  </a:lnTo>
                  <a:lnTo>
                    <a:pt x="4358" y="27841"/>
                  </a:lnTo>
                  <a:lnTo>
                    <a:pt x="4252" y="27683"/>
                  </a:lnTo>
                  <a:lnTo>
                    <a:pt x="4121" y="27538"/>
                  </a:lnTo>
                  <a:lnTo>
                    <a:pt x="3989" y="27407"/>
                  </a:lnTo>
                  <a:lnTo>
                    <a:pt x="3844" y="27275"/>
                  </a:lnTo>
                  <a:lnTo>
                    <a:pt x="3686" y="27170"/>
                  </a:lnTo>
                  <a:lnTo>
                    <a:pt x="3515" y="27064"/>
                  </a:lnTo>
                  <a:lnTo>
                    <a:pt x="3344" y="26985"/>
                  </a:lnTo>
                  <a:lnTo>
                    <a:pt x="3160" y="26906"/>
                  </a:lnTo>
                  <a:lnTo>
                    <a:pt x="2976" y="26854"/>
                  </a:lnTo>
                  <a:lnTo>
                    <a:pt x="297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5006550" y="986775"/>
              <a:ext cx="1118925" cy="1140650"/>
            </a:xfrm>
            <a:custGeom>
              <a:rect b="b" l="l" r="r" t="t"/>
              <a:pathLst>
                <a:path extrusionOk="0" h="45626" w="44757">
                  <a:moveTo>
                    <a:pt x="42374" y="42045"/>
                  </a:moveTo>
                  <a:lnTo>
                    <a:pt x="42492" y="42058"/>
                  </a:lnTo>
                  <a:lnTo>
                    <a:pt x="42611" y="42072"/>
                  </a:lnTo>
                  <a:lnTo>
                    <a:pt x="42729" y="42098"/>
                  </a:lnTo>
                  <a:lnTo>
                    <a:pt x="42834" y="42137"/>
                  </a:lnTo>
                  <a:lnTo>
                    <a:pt x="42940" y="42190"/>
                  </a:lnTo>
                  <a:lnTo>
                    <a:pt x="43045" y="42256"/>
                  </a:lnTo>
                  <a:lnTo>
                    <a:pt x="43137" y="42322"/>
                  </a:lnTo>
                  <a:lnTo>
                    <a:pt x="43216" y="42401"/>
                  </a:lnTo>
                  <a:lnTo>
                    <a:pt x="43295" y="42480"/>
                  </a:lnTo>
                  <a:lnTo>
                    <a:pt x="43361" y="42572"/>
                  </a:lnTo>
                  <a:lnTo>
                    <a:pt x="43427" y="42677"/>
                  </a:lnTo>
                  <a:lnTo>
                    <a:pt x="43479" y="42782"/>
                  </a:lnTo>
                  <a:lnTo>
                    <a:pt x="43519" y="42888"/>
                  </a:lnTo>
                  <a:lnTo>
                    <a:pt x="43545" y="43006"/>
                  </a:lnTo>
                  <a:lnTo>
                    <a:pt x="43572" y="43125"/>
                  </a:lnTo>
                  <a:lnTo>
                    <a:pt x="43572" y="43243"/>
                  </a:lnTo>
                  <a:lnTo>
                    <a:pt x="43572" y="43362"/>
                  </a:lnTo>
                  <a:lnTo>
                    <a:pt x="43545" y="43480"/>
                  </a:lnTo>
                  <a:lnTo>
                    <a:pt x="43519" y="43599"/>
                  </a:lnTo>
                  <a:lnTo>
                    <a:pt x="43479" y="43717"/>
                  </a:lnTo>
                  <a:lnTo>
                    <a:pt x="43427" y="43809"/>
                  </a:lnTo>
                  <a:lnTo>
                    <a:pt x="43361" y="43914"/>
                  </a:lnTo>
                  <a:lnTo>
                    <a:pt x="43295" y="44007"/>
                  </a:lnTo>
                  <a:lnTo>
                    <a:pt x="43216" y="44086"/>
                  </a:lnTo>
                  <a:lnTo>
                    <a:pt x="43137" y="44165"/>
                  </a:lnTo>
                  <a:lnTo>
                    <a:pt x="43045" y="44244"/>
                  </a:lnTo>
                  <a:lnTo>
                    <a:pt x="42940" y="44296"/>
                  </a:lnTo>
                  <a:lnTo>
                    <a:pt x="42834" y="44349"/>
                  </a:lnTo>
                  <a:lnTo>
                    <a:pt x="42729" y="44388"/>
                  </a:lnTo>
                  <a:lnTo>
                    <a:pt x="42611" y="44415"/>
                  </a:lnTo>
                  <a:lnTo>
                    <a:pt x="42492" y="44441"/>
                  </a:lnTo>
                  <a:lnTo>
                    <a:pt x="42255" y="44441"/>
                  </a:lnTo>
                  <a:lnTo>
                    <a:pt x="42137" y="44415"/>
                  </a:lnTo>
                  <a:lnTo>
                    <a:pt x="42018" y="44388"/>
                  </a:lnTo>
                  <a:lnTo>
                    <a:pt x="41913" y="44349"/>
                  </a:lnTo>
                  <a:lnTo>
                    <a:pt x="41808" y="44296"/>
                  </a:lnTo>
                  <a:lnTo>
                    <a:pt x="41702" y="44244"/>
                  </a:lnTo>
                  <a:lnTo>
                    <a:pt x="41610" y="44165"/>
                  </a:lnTo>
                  <a:lnTo>
                    <a:pt x="41531" y="44086"/>
                  </a:lnTo>
                  <a:lnTo>
                    <a:pt x="41452" y="44007"/>
                  </a:lnTo>
                  <a:lnTo>
                    <a:pt x="41386" y="43914"/>
                  </a:lnTo>
                  <a:lnTo>
                    <a:pt x="41321" y="43809"/>
                  </a:lnTo>
                  <a:lnTo>
                    <a:pt x="41268" y="43717"/>
                  </a:lnTo>
                  <a:lnTo>
                    <a:pt x="41228" y="43599"/>
                  </a:lnTo>
                  <a:lnTo>
                    <a:pt x="41202" y="43480"/>
                  </a:lnTo>
                  <a:lnTo>
                    <a:pt x="41189" y="43362"/>
                  </a:lnTo>
                  <a:lnTo>
                    <a:pt x="41176" y="43243"/>
                  </a:lnTo>
                  <a:lnTo>
                    <a:pt x="41189" y="43125"/>
                  </a:lnTo>
                  <a:lnTo>
                    <a:pt x="41202" y="43006"/>
                  </a:lnTo>
                  <a:lnTo>
                    <a:pt x="41228" y="42888"/>
                  </a:lnTo>
                  <a:lnTo>
                    <a:pt x="41268" y="42782"/>
                  </a:lnTo>
                  <a:lnTo>
                    <a:pt x="41321" y="42677"/>
                  </a:lnTo>
                  <a:lnTo>
                    <a:pt x="41386" y="42572"/>
                  </a:lnTo>
                  <a:lnTo>
                    <a:pt x="41452" y="42480"/>
                  </a:lnTo>
                  <a:lnTo>
                    <a:pt x="41531" y="42401"/>
                  </a:lnTo>
                  <a:lnTo>
                    <a:pt x="41610" y="42322"/>
                  </a:lnTo>
                  <a:lnTo>
                    <a:pt x="41702" y="42256"/>
                  </a:lnTo>
                  <a:lnTo>
                    <a:pt x="41808" y="42190"/>
                  </a:lnTo>
                  <a:lnTo>
                    <a:pt x="41913" y="42137"/>
                  </a:lnTo>
                  <a:lnTo>
                    <a:pt x="42018" y="42098"/>
                  </a:lnTo>
                  <a:lnTo>
                    <a:pt x="42137" y="42072"/>
                  </a:lnTo>
                  <a:lnTo>
                    <a:pt x="42255" y="42058"/>
                  </a:lnTo>
                  <a:lnTo>
                    <a:pt x="42374" y="42045"/>
                  </a:lnTo>
                  <a:close/>
                  <a:moveTo>
                    <a:pt x="0" y="1"/>
                  </a:moveTo>
                  <a:lnTo>
                    <a:pt x="0" y="11058"/>
                  </a:lnTo>
                  <a:lnTo>
                    <a:pt x="1185" y="11058"/>
                  </a:lnTo>
                  <a:lnTo>
                    <a:pt x="1185" y="1186"/>
                  </a:lnTo>
                  <a:lnTo>
                    <a:pt x="23234" y="1186"/>
                  </a:lnTo>
                  <a:lnTo>
                    <a:pt x="23234" y="24235"/>
                  </a:lnTo>
                  <a:lnTo>
                    <a:pt x="40755" y="41506"/>
                  </a:lnTo>
                  <a:lnTo>
                    <a:pt x="40597" y="41677"/>
                  </a:lnTo>
                  <a:lnTo>
                    <a:pt x="40439" y="41861"/>
                  </a:lnTo>
                  <a:lnTo>
                    <a:pt x="40307" y="42058"/>
                  </a:lnTo>
                  <a:lnTo>
                    <a:pt x="40202" y="42282"/>
                  </a:lnTo>
                  <a:lnTo>
                    <a:pt x="40110" y="42506"/>
                  </a:lnTo>
                  <a:lnTo>
                    <a:pt x="40044" y="42743"/>
                  </a:lnTo>
                  <a:lnTo>
                    <a:pt x="40004" y="42993"/>
                  </a:lnTo>
                  <a:lnTo>
                    <a:pt x="39991" y="43243"/>
                  </a:lnTo>
                  <a:lnTo>
                    <a:pt x="40004" y="43493"/>
                  </a:lnTo>
                  <a:lnTo>
                    <a:pt x="40044" y="43730"/>
                  </a:lnTo>
                  <a:lnTo>
                    <a:pt x="40110" y="43954"/>
                  </a:lnTo>
                  <a:lnTo>
                    <a:pt x="40189" y="44165"/>
                  </a:lnTo>
                  <a:lnTo>
                    <a:pt x="40281" y="44375"/>
                  </a:lnTo>
                  <a:lnTo>
                    <a:pt x="40399" y="44573"/>
                  </a:lnTo>
                  <a:lnTo>
                    <a:pt x="40544" y="44757"/>
                  </a:lnTo>
                  <a:lnTo>
                    <a:pt x="40689" y="44928"/>
                  </a:lnTo>
                  <a:lnTo>
                    <a:pt x="40860" y="45086"/>
                  </a:lnTo>
                  <a:lnTo>
                    <a:pt x="41044" y="45218"/>
                  </a:lnTo>
                  <a:lnTo>
                    <a:pt x="41242" y="45336"/>
                  </a:lnTo>
                  <a:lnTo>
                    <a:pt x="41452" y="45441"/>
                  </a:lnTo>
                  <a:lnTo>
                    <a:pt x="41663" y="45520"/>
                  </a:lnTo>
                  <a:lnTo>
                    <a:pt x="41900" y="45573"/>
                  </a:lnTo>
                  <a:lnTo>
                    <a:pt x="42137" y="45613"/>
                  </a:lnTo>
                  <a:lnTo>
                    <a:pt x="42374" y="45626"/>
                  </a:lnTo>
                  <a:lnTo>
                    <a:pt x="42624" y="45613"/>
                  </a:lnTo>
                  <a:lnTo>
                    <a:pt x="42848" y="45573"/>
                  </a:lnTo>
                  <a:lnTo>
                    <a:pt x="43085" y="45520"/>
                  </a:lnTo>
                  <a:lnTo>
                    <a:pt x="43295" y="45441"/>
                  </a:lnTo>
                  <a:lnTo>
                    <a:pt x="43506" y="45336"/>
                  </a:lnTo>
                  <a:lnTo>
                    <a:pt x="43703" y="45218"/>
                  </a:lnTo>
                  <a:lnTo>
                    <a:pt x="43887" y="45086"/>
                  </a:lnTo>
                  <a:lnTo>
                    <a:pt x="44059" y="44928"/>
                  </a:lnTo>
                  <a:lnTo>
                    <a:pt x="44203" y="44757"/>
                  </a:lnTo>
                  <a:lnTo>
                    <a:pt x="44348" y="44573"/>
                  </a:lnTo>
                  <a:lnTo>
                    <a:pt x="44467" y="44375"/>
                  </a:lnTo>
                  <a:lnTo>
                    <a:pt x="44572" y="44165"/>
                  </a:lnTo>
                  <a:lnTo>
                    <a:pt x="44651" y="43954"/>
                  </a:lnTo>
                  <a:lnTo>
                    <a:pt x="44704" y="43730"/>
                  </a:lnTo>
                  <a:lnTo>
                    <a:pt x="44743" y="43493"/>
                  </a:lnTo>
                  <a:lnTo>
                    <a:pt x="44756" y="43243"/>
                  </a:lnTo>
                  <a:lnTo>
                    <a:pt x="44743" y="43006"/>
                  </a:lnTo>
                  <a:lnTo>
                    <a:pt x="44704" y="42769"/>
                  </a:lnTo>
                  <a:lnTo>
                    <a:pt x="44651" y="42545"/>
                  </a:lnTo>
                  <a:lnTo>
                    <a:pt x="44572" y="42322"/>
                  </a:lnTo>
                  <a:lnTo>
                    <a:pt x="44467" y="42111"/>
                  </a:lnTo>
                  <a:lnTo>
                    <a:pt x="44348" y="41914"/>
                  </a:lnTo>
                  <a:lnTo>
                    <a:pt x="44203" y="41729"/>
                  </a:lnTo>
                  <a:lnTo>
                    <a:pt x="44059" y="41558"/>
                  </a:lnTo>
                  <a:lnTo>
                    <a:pt x="43887" y="41413"/>
                  </a:lnTo>
                  <a:lnTo>
                    <a:pt x="43703" y="41269"/>
                  </a:lnTo>
                  <a:lnTo>
                    <a:pt x="43506" y="41150"/>
                  </a:lnTo>
                  <a:lnTo>
                    <a:pt x="43295" y="41058"/>
                  </a:lnTo>
                  <a:lnTo>
                    <a:pt x="43085" y="40979"/>
                  </a:lnTo>
                  <a:lnTo>
                    <a:pt x="42848" y="40913"/>
                  </a:lnTo>
                  <a:lnTo>
                    <a:pt x="42624" y="40874"/>
                  </a:lnTo>
                  <a:lnTo>
                    <a:pt x="42374" y="40861"/>
                  </a:lnTo>
                  <a:lnTo>
                    <a:pt x="42110" y="40887"/>
                  </a:lnTo>
                  <a:lnTo>
                    <a:pt x="41860" y="40926"/>
                  </a:lnTo>
                  <a:lnTo>
                    <a:pt x="24419" y="23748"/>
                  </a:lnTo>
                  <a:lnTo>
                    <a:pt x="2441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4918025" y="908800"/>
              <a:ext cx="1323275" cy="1119900"/>
            </a:xfrm>
            <a:custGeom>
              <a:rect b="b" l="l" r="r" t="t"/>
              <a:pathLst>
                <a:path extrusionOk="0" h="44796" w="52931">
                  <a:moveTo>
                    <a:pt x="50680" y="41215"/>
                  </a:moveTo>
                  <a:lnTo>
                    <a:pt x="50798" y="41242"/>
                  </a:lnTo>
                  <a:lnTo>
                    <a:pt x="50917" y="41268"/>
                  </a:lnTo>
                  <a:lnTo>
                    <a:pt x="51022" y="41307"/>
                  </a:lnTo>
                  <a:lnTo>
                    <a:pt x="51127" y="41360"/>
                  </a:lnTo>
                  <a:lnTo>
                    <a:pt x="51233" y="41426"/>
                  </a:lnTo>
                  <a:lnTo>
                    <a:pt x="51325" y="41492"/>
                  </a:lnTo>
                  <a:lnTo>
                    <a:pt x="51404" y="41571"/>
                  </a:lnTo>
                  <a:lnTo>
                    <a:pt x="51483" y="41650"/>
                  </a:lnTo>
                  <a:lnTo>
                    <a:pt x="51549" y="41742"/>
                  </a:lnTo>
                  <a:lnTo>
                    <a:pt x="51614" y="41847"/>
                  </a:lnTo>
                  <a:lnTo>
                    <a:pt x="51654" y="41952"/>
                  </a:lnTo>
                  <a:lnTo>
                    <a:pt x="51707" y="42058"/>
                  </a:lnTo>
                  <a:lnTo>
                    <a:pt x="51733" y="42176"/>
                  </a:lnTo>
                  <a:lnTo>
                    <a:pt x="51746" y="42295"/>
                  </a:lnTo>
                  <a:lnTo>
                    <a:pt x="51759" y="42413"/>
                  </a:lnTo>
                  <a:lnTo>
                    <a:pt x="51746" y="42532"/>
                  </a:lnTo>
                  <a:lnTo>
                    <a:pt x="51733" y="42650"/>
                  </a:lnTo>
                  <a:lnTo>
                    <a:pt x="51707" y="42769"/>
                  </a:lnTo>
                  <a:lnTo>
                    <a:pt x="51654" y="42874"/>
                  </a:lnTo>
                  <a:lnTo>
                    <a:pt x="51614" y="42979"/>
                  </a:lnTo>
                  <a:lnTo>
                    <a:pt x="51549" y="43084"/>
                  </a:lnTo>
                  <a:lnTo>
                    <a:pt x="51483" y="43177"/>
                  </a:lnTo>
                  <a:lnTo>
                    <a:pt x="51404" y="43256"/>
                  </a:lnTo>
                  <a:lnTo>
                    <a:pt x="51325" y="43335"/>
                  </a:lnTo>
                  <a:lnTo>
                    <a:pt x="51233" y="43400"/>
                  </a:lnTo>
                  <a:lnTo>
                    <a:pt x="51127" y="43466"/>
                  </a:lnTo>
                  <a:lnTo>
                    <a:pt x="51022" y="43519"/>
                  </a:lnTo>
                  <a:lnTo>
                    <a:pt x="50917" y="43558"/>
                  </a:lnTo>
                  <a:lnTo>
                    <a:pt x="50798" y="43585"/>
                  </a:lnTo>
                  <a:lnTo>
                    <a:pt x="50680" y="43598"/>
                  </a:lnTo>
                  <a:lnTo>
                    <a:pt x="50561" y="43611"/>
                  </a:lnTo>
                  <a:lnTo>
                    <a:pt x="50430" y="43598"/>
                  </a:lnTo>
                  <a:lnTo>
                    <a:pt x="50311" y="43585"/>
                  </a:lnTo>
                  <a:lnTo>
                    <a:pt x="50206" y="43558"/>
                  </a:lnTo>
                  <a:lnTo>
                    <a:pt x="50088" y="43519"/>
                  </a:lnTo>
                  <a:lnTo>
                    <a:pt x="49982" y="43466"/>
                  </a:lnTo>
                  <a:lnTo>
                    <a:pt x="49890" y="43400"/>
                  </a:lnTo>
                  <a:lnTo>
                    <a:pt x="49798" y="43335"/>
                  </a:lnTo>
                  <a:lnTo>
                    <a:pt x="49706" y="43256"/>
                  </a:lnTo>
                  <a:lnTo>
                    <a:pt x="49640" y="43177"/>
                  </a:lnTo>
                  <a:lnTo>
                    <a:pt x="49561" y="43084"/>
                  </a:lnTo>
                  <a:lnTo>
                    <a:pt x="49508" y="42979"/>
                  </a:lnTo>
                  <a:lnTo>
                    <a:pt x="49456" y="42874"/>
                  </a:lnTo>
                  <a:lnTo>
                    <a:pt x="49416" y="42769"/>
                  </a:lnTo>
                  <a:lnTo>
                    <a:pt x="49390" y="42650"/>
                  </a:lnTo>
                  <a:lnTo>
                    <a:pt x="49364" y="42532"/>
                  </a:lnTo>
                  <a:lnTo>
                    <a:pt x="49364" y="42413"/>
                  </a:lnTo>
                  <a:lnTo>
                    <a:pt x="49364" y="42295"/>
                  </a:lnTo>
                  <a:lnTo>
                    <a:pt x="49390" y="42176"/>
                  </a:lnTo>
                  <a:lnTo>
                    <a:pt x="49416" y="42058"/>
                  </a:lnTo>
                  <a:lnTo>
                    <a:pt x="49456" y="41952"/>
                  </a:lnTo>
                  <a:lnTo>
                    <a:pt x="49508" y="41847"/>
                  </a:lnTo>
                  <a:lnTo>
                    <a:pt x="49561" y="41742"/>
                  </a:lnTo>
                  <a:lnTo>
                    <a:pt x="49640" y="41650"/>
                  </a:lnTo>
                  <a:lnTo>
                    <a:pt x="49706" y="41571"/>
                  </a:lnTo>
                  <a:lnTo>
                    <a:pt x="49798" y="41492"/>
                  </a:lnTo>
                  <a:lnTo>
                    <a:pt x="49890" y="41426"/>
                  </a:lnTo>
                  <a:lnTo>
                    <a:pt x="49982" y="41360"/>
                  </a:lnTo>
                  <a:lnTo>
                    <a:pt x="50088" y="41307"/>
                  </a:lnTo>
                  <a:lnTo>
                    <a:pt x="50206" y="41268"/>
                  </a:lnTo>
                  <a:lnTo>
                    <a:pt x="50311" y="41242"/>
                  </a:lnTo>
                  <a:lnTo>
                    <a:pt x="50430" y="41215"/>
                  </a:lnTo>
                  <a:close/>
                  <a:moveTo>
                    <a:pt x="0" y="0"/>
                  </a:moveTo>
                  <a:lnTo>
                    <a:pt x="0" y="15112"/>
                  </a:lnTo>
                  <a:lnTo>
                    <a:pt x="1185" y="15112"/>
                  </a:lnTo>
                  <a:lnTo>
                    <a:pt x="1185" y="1185"/>
                  </a:lnTo>
                  <a:lnTo>
                    <a:pt x="31251" y="1185"/>
                  </a:lnTo>
                  <a:lnTo>
                    <a:pt x="31251" y="24629"/>
                  </a:lnTo>
                  <a:lnTo>
                    <a:pt x="48271" y="41781"/>
                  </a:lnTo>
                  <a:lnTo>
                    <a:pt x="48231" y="41939"/>
                  </a:lnTo>
                  <a:lnTo>
                    <a:pt x="48205" y="42084"/>
                  </a:lnTo>
                  <a:lnTo>
                    <a:pt x="48179" y="42255"/>
                  </a:lnTo>
                  <a:lnTo>
                    <a:pt x="48179" y="42413"/>
                  </a:lnTo>
                  <a:lnTo>
                    <a:pt x="48192" y="42650"/>
                  </a:lnTo>
                  <a:lnTo>
                    <a:pt x="48231" y="42887"/>
                  </a:lnTo>
                  <a:lnTo>
                    <a:pt x="48284" y="43124"/>
                  </a:lnTo>
                  <a:lnTo>
                    <a:pt x="48363" y="43335"/>
                  </a:lnTo>
                  <a:lnTo>
                    <a:pt x="48468" y="43545"/>
                  </a:lnTo>
                  <a:lnTo>
                    <a:pt x="48587" y="43743"/>
                  </a:lnTo>
                  <a:lnTo>
                    <a:pt x="48719" y="43927"/>
                  </a:lnTo>
                  <a:lnTo>
                    <a:pt x="48876" y="44098"/>
                  </a:lnTo>
                  <a:lnTo>
                    <a:pt x="49048" y="44243"/>
                  </a:lnTo>
                  <a:lnTo>
                    <a:pt x="49232" y="44388"/>
                  </a:lnTo>
                  <a:lnTo>
                    <a:pt x="49429" y="44506"/>
                  </a:lnTo>
                  <a:lnTo>
                    <a:pt x="49627" y="44598"/>
                  </a:lnTo>
                  <a:lnTo>
                    <a:pt x="49851" y="44677"/>
                  </a:lnTo>
                  <a:lnTo>
                    <a:pt x="50074" y="44743"/>
                  </a:lnTo>
                  <a:lnTo>
                    <a:pt x="50311" y="44783"/>
                  </a:lnTo>
                  <a:lnTo>
                    <a:pt x="50561" y="44796"/>
                  </a:lnTo>
                  <a:lnTo>
                    <a:pt x="50798" y="44783"/>
                  </a:lnTo>
                  <a:lnTo>
                    <a:pt x="51035" y="44743"/>
                  </a:lnTo>
                  <a:lnTo>
                    <a:pt x="51259" y="44677"/>
                  </a:lnTo>
                  <a:lnTo>
                    <a:pt x="51483" y="44598"/>
                  </a:lnTo>
                  <a:lnTo>
                    <a:pt x="51693" y="44506"/>
                  </a:lnTo>
                  <a:lnTo>
                    <a:pt x="51891" y="44388"/>
                  </a:lnTo>
                  <a:lnTo>
                    <a:pt x="52075" y="44243"/>
                  </a:lnTo>
                  <a:lnTo>
                    <a:pt x="52233" y="44098"/>
                  </a:lnTo>
                  <a:lnTo>
                    <a:pt x="52391" y="43927"/>
                  </a:lnTo>
                  <a:lnTo>
                    <a:pt x="52523" y="43743"/>
                  </a:lnTo>
                  <a:lnTo>
                    <a:pt x="52654" y="43545"/>
                  </a:lnTo>
                  <a:lnTo>
                    <a:pt x="52747" y="43335"/>
                  </a:lnTo>
                  <a:lnTo>
                    <a:pt x="52826" y="43124"/>
                  </a:lnTo>
                  <a:lnTo>
                    <a:pt x="52891" y="42887"/>
                  </a:lnTo>
                  <a:lnTo>
                    <a:pt x="52918" y="42650"/>
                  </a:lnTo>
                  <a:lnTo>
                    <a:pt x="52931" y="42413"/>
                  </a:lnTo>
                  <a:lnTo>
                    <a:pt x="52918" y="42163"/>
                  </a:lnTo>
                  <a:lnTo>
                    <a:pt x="52891" y="41939"/>
                  </a:lnTo>
                  <a:lnTo>
                    <a:pt x="52826" y="41702"/>
                  </a:lnTo>
                  <a:lnTo>
                    <a:pt x="52747" y="41492"/>
                  </a:lnTo>
                  <a:lnTo>
                    <a:pt x="52654" y="41281"/>
                  </a:lnTo>
                  <a:lnTo>
                    <a:pt x="52523" y="41084"/>
                  </a:lnTo>
                  <a:lnTo>
                    <a:pt x="52391" y="40899"/>
                  </a:lnTo>
                  <a:lnTo>
                    <a:pt x="52233" y="40728"/>
                  </a:lnTo>
                  <a:lnTo>
                    <a:pt x="52075" y="40583"/>
                  </a:lnTo>
                  <a:lnTo>
                    <a:pt x="51891" y="40439"/>
                  </a:lnTo>
                  <a:lnTo>
                    <a:pt x="51693" y="40320"/>
                  </a:lnTo>
                  <a:lnTo>
                    <a:pt x="51483" y="40215"/>
                  </a:lnTo>
                  <a:lnTo>
                    <a:pt x="51259" y="40136"/>
                  </a:lnTo>
                  <a:lnTo>
                    <a:pt x="51035" y="40083"/>
                  </a:lnTo>
                  <a:lnTo>
                    <a:pt x="50798" y="40044"/>
                  </a:lnTo>
                  <a:lnTo>
                    <a:pt x="50561" y="40030"/>
                  </a:lnTo>
                  <a:lnTo>
                    <a:pt x="50311" y="40044"/>
                  </a:lnTo>
                  <a:lnTo>
                    <a:pt x="50074" y="40083"/>
                  </a:lnTo>
                  <a:lnTo>
                    <a:pt x="49851" y="40136"/>
                  </a:lnTo>
                  <a:lnTo>
                    <a:pt x="49640" y="40215"/>
                  </a:lnTo>
                  <a:lnTo>
                    <a:pt x="49429" y="40320"/>
                  </a:lnTo>
                  <a:lnTo>
                    <a:pt x="49232" y="40439"/>
                  </a:lnTo>
                  <a:lnTo>
                    <a:pt x="49048" y="40570"/>
                  </a:lnTo>
                  <a:lnTo>
                    <a:pt x="48876" y="40728"/>
                  </a:lnTo>
                  <a:lnTo>
                    <a:pt x="32422" y="24142"/>
                  </a:lnTo>
                  <a:lnTo>
                    <a:pt x="324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5449825" y="2297550"/>
              <a:ext cx="1133725" cy="441650"/>
            </a:xfrm>
            <a:custGeom>
              <a:rect b="b" l="l" r="r" t="t"/>
              <a:pathLst>
                <a:path extrusionOk="0" h="17666" w="45349">
                  <a:moveTo>
                    <a:pt x="42966" y="1185"/>
                  </a:moveTo>
                  <a:lnTo>
                    <a:pt x="43085" y="1198"/>
                  </a:lnTo>
                  <a:lnTo>
                    <a:pt x="43203" y="1211"/>
                  </a:lnTo>
                  <a:lnTo>
                    <a:pt x="43322" y="1238"/>
                  </a:lnTo>
                  <a:lnTo>
                    <a:pt x="43427" y="1277"/>
                  </a:lnTo>
                  <a:lnTo>
                    <a:pt x="43532" y="1330"/>
                  </a:lnTo>
                  <a:lnTo>
                    <a:pt x="43638" y="1396"/>
                  </a:lnTo>
                  <a:lnTo>
                    <a:pt x="43730" y="1461"/>
                  </a:lnTo>
                  <a:lnTo>
                    <a:pt x="43809" y="1540"/>
                  </a:lnTo>
                  <a:lnTo>
                    <a:pt x="43888" y="1619"/>
                  </a:lnTo>
                  <a:lnTo>
                    <a:pt x="43954" y="1712"/>
                  </a:lnTo>
                  <a:lnTo>
                    <a:pt x="44019" y="1817"/>
                  </a:lnTo>
                  <a:lnTo>
                    <a:pt x="44072" y="1922"/>
                  </a:lnTo>
                  <a:lnTo>
                    <a:pt x="44111" y="2027"/>
                  </a:lnTo>
                  <a:lnTo>
                    <a:pt x="44138" y="2146"/>
                  </a:lnTo>
                  <a:lnTo>
                    <a:pt x="44151" y="2264"/>
                  </a:lnTo>
                  <a:lnTo>
                    <a:pt x="44164" y="2383"/>
                  </a:lnTo>
                  <a:lnTo>
                    <a:pt x="44151" y="2501"/>
                  </a:lnTo>
                  <a:lnTo>
                    <a:pt x="44138" y="2620"/>
                  </a:lnTo>
                  <a:lnTo>
                    <a:pt x="44111" y="2738"/>
                  </a:lnTo>
                  <a:lnTo>
                    <a:pt x="44072" y="2857"/>
                  </a:lnTo>
                  <a:lnTo>
                    <a:pt x="44019" y="2962"/>
                  </a:lnTo>
                  <a:lnTo>
                    <a:pt x="43954" y="3054"/>
                  </a:lnTo>
                  <a:lnTo>
                    <a:pt x="43888" y="3146"/>
                  </a:lnTo>
                  <a:lnTo>
                    <a:pt x="43809" y="3225"/>
                  </a:lnTo>
                  <a:lnTo>
                    <a:pt x="43730" y="3304"/>
                  </a:lnTo>
                  <a:lnTo>
                    <a:pt x="43638" y="3383"/>
                  </a:lnTo>
                  <a:lnTo>
                    <a:pt x="43532" y="3436"/>
                  </a:lnTo>
                  <a:lnTo>
                    <a:pt x="43427" y="3489"/>
                  </a:lnTo>
                  <a:lnTo>
                    <a:pt x="43322" y="3528"/>
                  </a:lnTo>
                  <a:lnTo>
                    <a:pt x="43203" y="3554"/>
                  </a:lnTo>
                  <a:lnTo>
                    <a:pt x="43085" y="3581"/>
                  </a:lnTo>
                  <a:lnTo>
                    <a:pt x="42848" y="3581"/>
                  </a:lnTo>
                  <a:lnTo>
                    <a:pt x="42729" y="3554"/>
                  </a:lnTo>
                  <a:lnTo>
                    <a:pt x="42611" y="3528"/>
                  </a:lnTo>
                  <a:lnTo>
                    <a:pt x="42506" y="3489"/>
                  </a:lnTo>
                  <a:lnTo>
                    <a:pt x="42400" y="3436"/>
                  </a:lnTo>
                  <a:lnTo>
                    <a:pt x="42295" y="3383"/>
                  </a:lnTo>
                  <a:lnTo>
                    <a:pt x="42203" y="3304"/>
                  </a:lnTo>
                  <a:lnTo>
                    <a:pt x="42124" y="3225"/>
                  </a:lnTo>
                  <a:lnTo>
                    <a:pt x="42045" y="3146"/>
                  </a:lnTo>
                  <a:lnTo>
                    <a:pt x="41979" y="3054"/>
                  </a:lnTo>
                  <a:lnTo>
                    <a:pt x="41913" y="2962"/>
                  </a:lnTo>
                  <a:lnTo>
                    <a:pt x="41861" y="2857"/>
                  </a:lnTo>
                  <a:lnTo>
                    <a:pt x="41821" y="2738"/>
                  </a:lnTo>
                  <a:lnTo>
                    <a:pt x="41795" y="2620"/>
                  </a:lnTo>
                  <a:lnTo>
                    <a:pt x="41768" y="2501"/>
                  </a:lnTo>
                  <a:lnTo>
                    <a:pt x="41768" y="2383"/>
                  </a:lnTo>
                  <a:lnTo>
                    <a:pt x="41768" y="2264"/>
                  </a:lnTo>
                  <a:lnTo>
                    <a:pt x="41795" y="2146"/>
                  </a:lnTo>
                  <a:lnTo>
                    <a:pt x="41821" y="2027"/>
                  </a:lnTo>
                  <a:lnTo>
                    <a:pt x="41861" y="1922"/>
                  </a:lnTo>
                  <a:lnTo>
                    <a:pt x="41913" y="1817"/>
                  </a:lnTo>
                  <a:lnTo>
                    <a:pt x="41979" y="1712"/>
                  </a:lnTo>
                  <a:lnTo>
                    <a:pt x="42045" y="1619"/>
                  </a:lnTo>
                  <a:lnTo>
                    <a:pt x="42124" y="1540"/>
                  </a:lnTo>
                  <a:lnTo>
                    <a:pt x="42203" y="1461"/>
                  </a:lnTo>
                  <a:lnTo>
                    <a:pt x="42295" y="1396"/>
                  </a:lnTo>
                  <a:lnTo>
                    <a:pt x="42400" y="1330"/>
                  </a:lnTo>
                  <a:lnTo>
                    <a:pt x="42506" y="1277"/>
                  </a:lnTo>
                  <a:lnTo>
                    <a:pt x="42611" y="1238"/>
                  </a:lnTo>
                  <a:lnTo>
                    <a:pt x="42729" y="1211"/>
                  </a:lnTo>
                  <a:lnTo>
                    <a:pt x="42848" y="1198"/>
                  </a:lnTo>
                  <a:lnTo>
                    <a:pt x="42966" y="1185"/>
                  </a:lnTo>
                  <a:close/>
                  <a:moveTo>
                    <a:pt x="42966" y="0"/>
                  </a:moveTo>
                  <a:lnTo>
                    <a:pt x="42756" y="13"/>
                  </a:lnTo>
                  <a:lnTo>
                    <a:pt x="42558" y="40"/>
                  </a:lnTo>
                  <a:lnTo>
                    <a:pt x="42361" y="79"/>
                  </a:lnTo>
                  <a:lnTo>
                    <a:pt x="42176" y="145"/>
                  </a:lnTo>
                  <a:lnTo>
                    <a:pt x="41992" y="211"/>
                  </a:lnTo>
                  <a:lnTo>
                    <a:pt x="41821" y="303"/>
                  </a:lnTo>
                  <a:lnTo>
                    <a:pt x="41650" y="408"/>
                  </a:lnTo>
                  <a:lnTo>
                    <a:pt x="41492" y="514"/>
                  </a:lnTo>
                  <a:lnTo>
                    <a:pt x="41347" y="645"/>
                  </a:lnTo>
                  <a:lnTo>
                    <a:pt x="41216" y="777"/>
                  </a:lnTo>
                  <a:lnTo>
                    <a:pt x="41084" y="922"/>
                  </a:lnTo>
                  <a:lnTo>
                    <a:pt x="40979" y="1080"/>
                  </a:lnTo>
                  <a:lnTo>
                    <a:pt x="40873" y="1251"/>
                  </a:lnTo>
                  <a:lnTo>
                    <a:pt x="40794" y="1422"/>
                  </a:lnTo>
                  <a:lnTo>
                    <a:pt x="40715" y="1606"/>
                  </a:lnTo>
                  <a:lnTo>
                    <a:pt x="40663" y="1791"/>
                  </a:lnTo>
                  <a:lnTo>
                    <a:pt x="1" y="1791"/>
                  </a:lnTo>
                  <a:lnTo>
                    <a:pt x="1" y="17666"/>
                  </a:lnTo>
                  <a:lnTo>
                    <a:pt x="1185" y="17666"/>
                  </a:lnTo>
                  <a:lnTo>
                    <a:pt x="1185" y="2975"/>
                  </a:lnTo>
                  <a:lnTo>
                    <a:pt x="40663" y="2975"/>
                  </a:lnTo>
                  <a:lnTo>
                    <a:pt x="40715" y="3160"/>
                  </a:lnTo>
                  <a:lnTo>
                    <a:pt x="40794" y="3344"/>
                  </a:lnTo>
                  <a:lnTo>
                    <a:pt x="40873" y="3528"/>
                  </a:lnTo>
                  <a:lnTo>
                    <a:pt x="40979" y="3686"/>
                  </a:lnTo>
                  <a:lnTo>
                    <a:pt x="41084" y="3844"/>
                  </a:lnTo>
                  <a:lnTo>
                    <a:pt x="41216" y="3989"/>
                  </a:lnTo>
                  <a:lnTo>
                    <a:pt x="41347" y="4134"/>
                  </a:lnTo>
                  <a:lnTo>
                    <a:pt x="41492" y="4252"/>
                  </a:lnTo>
                  <a:lnTo>
                    <a:pt x="41650" y="4371"/>
                  </a:lnTo>
                  <a:lnTo>
                    <a:pt x="41821" y="4463"/>
                  </a:lnTo>
                  <a:lnTo>
                    <a:pt x="41992" y="4555"/>
                  </a:lnTo>
                  <a:lnTo>
                    <a:pt x="42176" y="4634"/>
                  </a:lnTo>
                  <a:lnTo>
                    <a:pt x="42361" y="4686"/>
                  </a:lnTo>
                  <a:lnTo>
                    <a:pt x="42558" y="4726"/>
                  </a:lnTo>
                  <a:lnTo>
                    <a:pt x="42756" y="4752"/>
                  </a:lnTo>
                  <a:lnTo>
                    <a:pt x="42966" y="4765"/>
                  </a:lnTo>
                  <a:lnTo>
                    <a:pt x="43203" y="4752"/>
                  </a:lnTo>
                  <a:lnTo>
                    <a:pt x="43440" y="4713"/>
                  </a:lnTo>
                  <a:lnTo>
                    <a:pt x="43677" y="4660"/>
                  </a:lnTo>
                  <a:lnTo>
                    <a:pt x="43888" y="4581"/>
                  </a:lnTo>
                  <a:lnTo>
                    <a:pt x="44098" y="4476"/>
                  </a:lnTo>
                  <a:lnTo>
                    <a:pt x="44296" y="4357"/>
                  </a:lnTo>
                  <a:lnTo>
                    <a:pt x="44480" y="4226"/>
                  </a:lnTo>
                  <a:lnTo>
                    <a:pt x="44651" y="4068"/>
                  </a:lnTo>
                  <a:lnTo>
                    <a:pt x="44796" y="3897"/>
                  </a:lnTo>
                  <a:lnTo>
                    <a:pt x="44941" y="3712"/>
                  </a:lnTo>
                  <a:lnTo>
                    <a:pt x="45059" y="3515"/>
                  </a:lnTo>
                  <a:lnTo>
                    <a:pt x="45151" y="3304"/>
                  </a:lnTo>
                  <a:lnTo>
                    <a:pt x="45230" y="3094"/>
                  </a:lnTo>
                  <a:lnTo>
                    <a:pt x="45296" y="2870"/>
                  </a:lnTo>
                  <a:lnTo>
                    <a:pt x="45336" y="2633"/>
                  </a:lnTo>
                  <a:lnTo>
                    <a:pt x="45349" y="2383"/>
                  </a:lnTo>
                  <a:lnTo>
                    <a:pt x="45336" y="2146"/>
                  </a:lnTo>
                  <a:lnTo>
                    <a:pt x="45296" y="1909"/>
                  </a:lnTo>
                  <a:lnTo>
                    <a:pt x="45230" y="1685"/>
                  </a:lnTo>
                  <a:lnTo>
                    <a:pt x="45151" y="1461"/>
                  </a:lnTo>
                  <a:lnTo>
                    <a:pt x="45059" y="1251"/>
                  </a:lnTo>
                  <a:lnTo>
                    <a:pt x="44941" y="1053"/>
                  </a:lnTo>
                  <a:lnTo>
                    <a:pt x="44796" y="869"/>
                  </a:lnTo>
                  <a:lnTo>
                    <a:pt x="44651" y="698"/>
                  </a:lnTo>
                  <a:lnTo>
                    <a:pt x="44480" y="553"/>
                  </a:lnTo>
                  <a:lnTo>
                    <a:pt x="44296" y="408"/>
                  </a:lnTo>
                  <a:lnTo>
                    <a:pt x="44098" y="290"/>
                  </a:lnTo>
                  <a:lnTo>
                    <a:pt x="43888" y="198"/>
                  </a:lnTo>
                  <a:lnTo>
                    <a:pt x="43677" y="119"/>
                  </a:lnTo>
                  <a:lnTo>
                    <a:pt x="43440" y="53"/>
                  </a:lnTo>
                  <a:lnTo>
                    <a:pt x="43203" y="13"/>
                  </a:lnTo>
                  <a:lnTo>
                    <a:pt x="4296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5057875" y="1888150"/>
              <a:ext cx="1240025" cy="393300"/>
            </a:xfrm>
            <a:custGeom>
              <a:rect b="b" l="l" r="r" t="t"/>
              <a:pathLst>
                <a:path extrusionOk="0" h="15732" w="49601">
                  <a:moveTo>
                    <a:pt x="47350" y="12151"/>
                  </a:moveTo>
                  <a:lnTo>
                    <a:pt x="47468" y="12177"/>
                  </a:lnTo>
                  <a:lnTo>
                    <a:pt x="47574" y="12203"/>
                  </a:lnTo>
                  <a:lnTo>
                    <a:pt x="47692" y="12243"/>
                  </a:lnTo>
                  <a:lnTo>
                    <a:pt x="47798" y="12296"/>
                  </a:lnTo>
                  <a:lnTo>
                    <a:pt x="47890" y="12361"/>
                  </a:lnTo>
                  <a:lnTo>
                    <a:pt x="47982" y="12427"/>
                  </a:lnTo>
                  <a:lnTo>
                    <a:pt x="48074" y="12506"/>
                  </a:lnTo>
                  <a:lnTo>
                    <a:pt x="48140" y="12585"/>
                  </a:lnTo>
                  <a:lnTo>
                    <a:pt x="48219" y="12677"/>
                  </a:lnTo>
                  <a:lnTo>
                    <a:pt x="48271" y="12783"/>
                  </a:lnTo>
                  <a:lnTo>
                    <a:pt x="48324" y="12888"/>
                  </a:lnTo>
                  <a:lnTo>
                    <a:pt x="48364" y="12993"/>
                  </a:lnTo>
                  <a:lnTo>
                    <a:pt x="48390" y="13112"/>
                  </a:lnTo>
                  <a:lnTo>
                    <a:pt x="48416" y="13230"/>
                  </a:lnTo>
                  <a:lnTo>
                    <a:pt x="48416" y="13349"/>
                  </a:lnTo>
                  <a:lnTo>
                    <a:pt x="48416" y="13467"/>
                  </a:lnTo>
                  <a:lnTo>
                    <a:pt x="48390" y="13586"/>
                  </a:lnTo>
                  <a:lnTo>
                    <a:pt x="48364" y="13704"/>
                  </a:lnTo>
                  <a:lnTo>
                    <a:pt x="48324" y="13809"/>
                  </a:lnTo>
                  <a:lnTo>
                    <a:pt x="48271" y="13915"/>
                  </a:lnTo>
                  <a:lnTo>
                    <a:pt x="48219" y="14020"/>
                  </a:lnTo>
                  <a:lnTo>
                    <a:pt x="48140" y="14112"/>
                  </a:lnTo>
                  <a:lnTo>
                    <a:pt x="48074" y="14191"/>
                  </a:lnTo>
                  <a:lnTo>
                    <a:pt x="47982" y="14270"/>
                  </a:lnTo>
                  <a:lnTo>
                    <a:pt x="47890" y="14336"/>
                  </a:lnTo>
                  <a:lnTo>
                    <a:pt x="47798" y="14402"/>
                  </a:lnTo>
                  <a:lnTo>
                    <a:pt x="47692" y="14454"/>
                  </a:lnTo>
                  <a:lnTo>
                    <a:pt x="47574" y="14494"/>
                  </a:lnTo>
                  <a:lnTo>
                    <a:pt x="47468" y="14520"/>
                  </a:lnTo>
                  <a:lnTo>
                    <a:pt x="47350" y="14533"/>
                  </a:lnTo>
                  <a:lnTo>
                    <a:pt x="47218" y="14547"/>
                  </a:lnTo>
                  <a:lnTo>
                    <a:pt x="47100" y="14533"/>
                  </a:lnTo>
                  <a:lnTo>
                    <a:pt x="46981" y="14520"/>
                  </a:lnTo>
                  <a:lnTo>
                    <a:pt x="46863" y="14494"/>
                  </a:lnTo>
                  <a:lnTo>
                    <a:pt x="46758" y="14454"/>
                  </a:lnTo>
                  <a:lnTo>
                    <a:pt x="46652" y="14402"/>
                  </a:lnTo>
                  <a:lnTo>
                    <a:pt x="46547" y="14336"/>
                  </a:lnTo>
                  <a:lnTo>
                    <a:pt x="46455" y="14270"/>
                  </a:lnTo>
                  <a:lnTo>
                    <a:pt x="46376" y="14191"/>
                  </a:lnTo>
                  <a:lnTo>
                    <a:pt x="46297" y="14112"/>
                  </a:lnTo>
                  <a:lnTo>
                    <a:pt x="46231" y="14020"/>
                  </a:lnTo>
                  <a:lnTo>
                    <a:pt x="46165" y="13915"/>
                  </a:lnTo>
                  <a:lnTo>
                    <a:pt x="46113" y="13809"/>
                  </a:lnTo>
                  <a:lnTo>
                    <a:pt x="46073" y="13704"/>
                  </a:lnTo>
                  <a:lnTo>
                    <a:pt x="46047" y="13586"/>
                  </a:lnTo>
                  <a:lnTo>
                    <a:pt x="46034" y="13467"/>
                  </a:lnTo>
                  <a:lnTo>
                    <a:pt x="46020" y="13349"/>
                  </a:lnTo>
                  <a:lnTo>
                    <a:pt x="46034" y="13230"/>
                  </a:lnTo>
                  <a:lnTo>
                    <a:pt x="46047" y="13112"/>
                  </a:lnTo>
                  <a:lnTo>
                    <a:pt x="46073" y="12993"/>
                  </a:lnTo>
                  <a:lnTo>
                    <a:pt x="46113" y="12888"/>
                  </a:lnTo>
                  <a:lnTo>
                    <a:pt x="46165" y="12783"/>
                  </a:lnTo>
                  <a:lnTo>
                    <a:pt x="46231" y="12677"/>
                  </a:lnTo>
                  <a:lnTo>
                    <a:pt x="46297" y="12585"/>
                  </a:lnTo>
                  <a:lnTo>
                    <a:pt x="46376" y="12506"/>
                  </a:lnTo>
                  <a:lnTo>
                    <a:pt x="46455" y="12427"/>
                  </a:lnTo>
                  <a:lnTo>
                    <a:pt x="46547" y="12361"/>
                  </a:lnTo>
                  <a:lnTo>
                    <a:pt x="46652" y="12296"/>
                  </a:lnTo>
                  <a:lnTo>
                    <a:pt x="46758" y="12243"/>
                  </a:lnTo>
                  <a:lnTo>
                    <a:pt x="46863" y="12203"/>
                  </a:lnTo>
                  <a:lnTo>
                    <a:pt x="46981" y="12177"/>
                  </a:lnTo>
                  <a:lnTo>
                    <a:pt x="47100" y="12151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2506" y="1186"/>
                  </a:lnTo>
                  <a:lnTo>
                    <a:pt x="12506" y="14678"/>
                  </a:lnTo>
                  <a:lnTo>
                    <a:pt x="45244" y="14678"/>
                  </a:lnTo>
                  <a:lnTo>
                    <a:pt x="45336" y="14797"/>
                  </a:lnTo>
                  <a:lnTo>
                    <a:pt x="45428" y="14902"/>
                  </a:lnTo>
                  <a:lnTo>
                    <a:pt x="45520" y="15007"/>
                  </a:lnTo>
                  <a:lnTo>
                    <a:pt x="45626" y="15113"/>
                  </a:lnTo>
                  <a:lnTo>
                    <a:pt x="45731" y="15205"/>
                  </a:lnTo>
                  <a:lnTo>
                    <a:pt x="45849" y="15284"/>
                  </a:lnTo>
                  <a:lnTo>
                    <a:pt x="45968" y="15363"/>
                  </a:lnTo>
                  <a:lnTo>
                    <a:pt x="46086" y="15442"/>
                  </a:lnTo>
                  <a:lnTo>
                    <a:pt x="46218" y="15507"/>
                  </a:lnTo>
                  <a:lnTo>
                    <a:pt x="46350" y="15560"/>
                  </a:lnTo>
                  <a:lnTo>
                    <a:pt x="46481" y="15613"/>
                  </a:lnTo>
                  <a:lnTo>
                    <a:pt x="46626" y="15652"/>
                  </a:lnTo>
                  <a:lnTo>
                    <a:pt x="46771" y="15679"/>
                  </a:lnTo>
                  <a:lnTo>
                    <a:pt x="46916" y="15705"/>
                  </a:lnTo>
                  <a:lnTo>
                    <a:pt x="47074" y="15718"/>
                  </a:lnTo>
                  <a:lnTo>
                    <a:pt x="47218" y="15731"/>
                  </a:lnTo>
                  <a:lnTo>
                    <a:pt x="47468" y="15718"/>
                  </a:lnTo>
                  <a:lnTo>
                    <a:pt x="47705" y="15679"/>
                  </a:lnTo>
                  <a:lnTo>
                    <a:pt x="47929" y="15613"/>
                  </a:lnTo>
                  <a:lnTo>
                    <a:pt x="48153" y="15534"/>
                  </a:lnTo>
                  <a:lnTo>
                    <a:pt x="48350" y="15442"/>
                  </a:lnTo>
                  <a:lnTo>
                    <a:pt x="48548" y="15323"/>
                  </a:lnTo>
                  <a:lnTo>
                    <a:pt x="48732" y="15178"/>
                  </a:lnTo>
                  <a:lnTo>
                    <a:pt x="48903" y="15034"/>
                  </a:lnTo>
                  <a:lnTo>
                    <a:pt x="49061" y="14862"/>
                  </a:lnTo>
                  <a:lnTo>
                    <a:pt x="49193" y="14678"/>
                  </a:lnTo>
                  <a:lnTo>
                    <a:pt x="49311" y="14481"/>
                  </a:lnTo>
                  <a:lnTo>
                    <a:pt x="49417" y="14270"/>
                  </a:lnTo>
                  <a:lnTo>
                    <a:pt x="49496" y="14060"/>
                  </a:lnTo>
                  <a:lnTo>
                    <a:pt x="49548" y="13823"/>
                  </a:lnTo>
                  <a:lnTo>
                    <a:pt x="49588" y="13586"/>
                  </a:lnTo>
                  <a:lnTo>
                    <a:pt x="49601" y="13349"/>
                  </a:lnTo>
                  <a:lnTo>
                    <a:pt x="49588" y="13099"/>
                  </a:lnTo>
                  <a:lnTo>
                    <a:pt x="49548" y="12875"/>
                  </a:lnTo>
                  <a:lnTo>
                    <a:pt x="49496" y="12638"/>
                  </a:lnTo>
                  <a:lnTo>
                    <a:pt x="49417" y="12427"/>
                  </a:lnTo>
                  <a:lnTo>
                    <a:pt x="49311" y="12217"/>
                  </a:lnTo>
                  <a:lnTo>
                    <a:pt x="49193" y="12019"/>
                  </a:lnTo>
                  <a:lnTo>
                    <a:pt x="49061" y="11835"/>
                  </a:lnTo>
                  <a:lnTo>
                    <a:pt x="48903" y="11664"/>
                  </a:lnTo>
                  <a:lnTo>
                    <a:pt x="48732" y="11519"/>
                  </a:lnTo>
                  <a:lnTo>
                    <a:pt x="48548" y="11374"/>
                  </a:lnTo>
                  <a:lnTo>
                    <a:pt x="48350" y="11256"/>
                  </a:lnTo>
                  <a:lnTo>
                    <a:pt x="48153" y="11150"/>
                  </a:lnTo>
                  <a:lnTo>
                    <a:pt x="47929" y="11071"/>
                  </a:lnTo>
                  <a:lnTo>
                    <a:pt x="47705" y="11019"/>
                  </a:lnTo>
                  <a:lnTo>
                    <a:pt x="47468" y="10979"/>
                  </a:lnTo>
                  <a:lnTo>
                    <a:pt x="47218" y="10966"/>
                  </a:lnTo>
                  <a:lnTo>
                    <a:pt x="46981" y="10979"/>
                  </a:lnTo>
                  <a:lnTo>
                    <a:pt x="46744" y="11019"/>
                  </a:lnTo>
                  <a:lnTo>
                    <a:pt x="46521" y="11071"/>
                  </a:lnTo>
                  <a:lnTo>
                    <a:pt x="46297" y="11150"/>
                  </a:lnTo>
                  <a:lnTo>
                    <a:pt x="46086" y="11256"/>
                  </a:lnTo>
                  <a:lnTo>
                    <a:pt x="45889" y="11374"/>
                  </a:lnTo>
                  <a:lnTo>
                    <a:pt x="45705" y="11519"/>
                  </a:lnTo>
                  <a:lnTo>
                    <a:pt x="45547" y="11664"/>
                  </a:lnTo>
                  <a:lnTo>
                    <a:pt x="45389" y="11835"/>
                  </a:lnTo>
                  <a:lnTo>
                    <a:pt x="45244" y="12019"/>
                  </a:lnTo>
                  <a:lnTo>
                    <a:pt x="45125" y="12217"/>
                  </a:lnTo>
                  <a:lnTo>
                    <a:pt x="45033" y="12427"/>
                  </a:lnTo>
                  <a:lnTo>
                    <a:pt x="44954" y="12638"/>
                  </a:lnTo>
                  <a:lnTo>
                    <a:pt x="44888" y="12875"/>
                  </a:lnTo>
                  <a:lnTo>
                    <a:pt x="44862" y="13099"/>
                  </a:lnTo>
                  <a:lnTo>
                    <a:pt x="44849" y="13349"/>
                  </a:lnTo>
                  <a:lnTo>
                    <a:pt x="44849" y="13493"/>
                  </a:lnTo>
                  <a:lnTo>
                    <a:pt x="13691" y="13493"/>
                  </a:lnTo>
                  <a:lnTo>
                    <a:pt x="136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061550" y="2207050"/>
              <a:ext cx="909950" cy="477200"/>
            </a:xfrm>
            <a:custGeom>
              <a:rect b="b" l="l" r="r" t="t"/>
              <a:pathLst>
                <a:path extrusionOk="0" h="19088" w="36398">
                  <a:moveTo>
                    <a:pt x="34607" y="15665"/>
                  </a:moveTo>
                  <a:lnTo>
                    <a:pt x="34739" y="15744"/>
                  </a:lnTo>
                  <a:lnTo>
                    <a:pt x="34857" y="15849"/>
                  </a:lnTo>
                  <a:lnTo>
                    <a:pt x="34963" y="15968"/>
                  </a:lnTo>
                  <a:lnTo>
                    <a:pt x="35055" y="16099"/>
                  </a:lnTo>
                  <a:lnTo>
                    <a:pt x="35121" y="16231"/>
                  </a:lnTo>
                  <a:lnTo>
                    <a:pt x="35173" y="16376"/>
                  </a:lnTo>
                  <a:lnTo>
                    <a:pt x="35213" y="16534"/>
                  </a:lnTo>
                  <a:lnTo>
                    <a:pt x="35213" y="16705"/>
                  </a:lnTo>
                  <a:lnTo>
                    <a:pt x="35213" y="16823"/>
                  </a:lnTo>
                  <a:lnTo>
                    <a:pt x="35200" y="16942"/>
                  </a:lnTo>
                  <a:lnTo>
                    <a:pt x="35160" y="17060"/>
                  </a:lnTo>
                  <a:lnTo>
                    <a:pt x="35121" y="17166"/>
                  </a:lnTo>
                  <a:lnTo>
                    <a:pt x="35068" y="17271"/>
                  </a:lnTo>
                  <a:lnTo>
                    <a:pt x="35015" y="17376"/>
                  </a:lnTo>
                  <a:lnTo>
                    <a:pt x="34949" y="17468"/>
                  </a:lnTo>
                  <a:lnTo>
                    <a:pt x="34870" y="17547"/>
                  </a:lnTo>
                  <a:lnTo>
                    <a:pt x="34778" y="17626"/>
                  </a:lnTo>
                  <a:lnTo>
                    <a:pt x="34686" y="17692"/>
                  </a:lnTo>
                  <a:lnTo>
                    <a:pt x="34594" y="17758"/>
                  </a:lnTo>
                  <a:lnTo>
                    <a:pt x="34489" y="17811"/>
                  </a:lnTo>
                  <a:lnTo>
                    <a:pt x="34383" y="17850"/>
                  </a:lnTo>
                  <a:lnTo>
                    <a:pt x="34265" y="17876"/>
                  </a:lnTo>
                  <a:lnTo>
                    <a:pt x="34146" y="17890"/>
                  </a:lnTo>
                  <a:lnTo>
                    <a:pt x="34028" y="17903"/>
                  </a:lnTo>
                  <a:lnTo>
                    <a:pt x="33896" y="17890"/>
                  </a:lnTo>
                  <a:lnTo>
                    <a:pt x="33778" y="17876"/>
                  </a:lnTo>
                  <a:lnTo>
                    <a:pt x="33659" y="17850"/>
                  </a:lnTo>
                  <a:lnTo>
                    <a:pt x="33554" y="17811"/>
                  </a:lnTo>
                  <a:lnTo>
                    <a:pt x="33449" y="17758"/>
                  </a:lnTo>
                  <a:lnTo>
                    <a:pt x="33357" y="17692"/>
                  </a:lnTo>
                  <a:lnTo>
                    <a:pt x="33265" y="17626"/>
                  </a:lnTo>
                  <a:lnTo>
                    <a:pt x="33172" y="17547"/>
                  </a:lnTo>
                  <a:lnTo>
                    <a:pt x="33093" y="17468"/>
                  </a:lnTo>
                  <a:lnTo>
                    <a:pt x="33028" y="17376"/>
                  </a:lnTo>
                  <a:lnTo>
                    <a:pt x="32975" y="17271"/>
                  </a:lnTo>
                  <a:lnTo>
                    <a:pt x="32922" y="17166"/>
                  </a:lnTo>
                  <a:lnTo>
                    <a:pt x="32883" y="17060"/>
                  </a:lnTo>
                  <a:lnTo>
                    <a:pt x="32843" y="16942"/>
                  </a:lnTo>
                  <a:lnTo>
                    <a:pt x="32830" y="16823"/>
                  </a:lnTo>
                  <a:lnTo>
                    <a:pt x="32830" y="16705"/>
                  </a:lnTo>
                  <a:lnTo>
                    <a:pt x="32830" y="16534"/>
                  </a:lnTo>
                  <a:lnTo>
                    <a:pt x="32870" y="16376"/>
                  </a:lnTo>
                  <a:lnTo>
                    <a:pt x="32922" y="16231"/>
                  </a:lnTo>
                  <a:lnTo>
                    <a:pt x="32988" y="16099"/>
                  </a:lnTo>
                  <a:lnTo>
                    <a:pt x="33080" y="15968"/>
                  </a:lnTo>
                  <a:lnTo>
                    <a:pt x="33186" y="15849"/>
                  </a:lnTo>
                  <a:lnTo>
                    <a:pt x="33304" y="15744"/>
                  </a:lnTo>
                  <a:lnTo>
                    <a:pt x="33436" y="15665"/>
                  </a:lnTo>
                  <a:lnTo>
                    <a:pt x="33436" y="15836"/>
                  </a:lnTo>
                  <a:lnTo>
                    <a:pt x="34607" y="15836"/>
                  </a:lnTo>
                  <a:lnTo>
                    <a:pt x="34607" y="15665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3436" y="1185"/>
                  </a:lnTo>
                  <a:lnTo>
                    <a:pt x="33436" y="14401"/>
                  </a:lnTo>
                  <a:lnTo>
                    <a:pt x="33238" y="14454"/>
                  </a:lnTo>
                  <a:lnTo>
                    <a:pt x="33054" y="14533"/>
                  </a:lnTo>
                  <a:lnTo>
                    <a:pt x="32883" y="14612"/>
                  </a:lnTo>
                  <a:lnTo>
                    <a:pt x="32725" y="14717"/>
                  </a:lnTo>
                  <a:lnTo>
                    <a:pt x="32567" y="14822"/>
                  </a:lnTo>
                  <a:lnTo>
                    <a:pt x="32409" y="14954"/>
                  </a:lnTo>
                  <a:lnTo>
                    <a:pt x="32277" y="15086"/>
                  </a:lnTo>
                  <a:lnTo>
                    <a:pt x="32146" y="15231"/>
                  </a:lnTo>
                  <a:lnTo>
                    <a:pt x="32040" y="15388"/>
                  </a:lnTo>
                  <a:lnTo>
                    <a:pt x="31935" y="15560"/>
                  </a:lnTo>
                  <a:lnTo>
                    <a:pt x="31856" y="15731"/>
                  </a:lnTo>
                  <a:lnTo>
                    <a:pt x="31777" y="15915"/>
                  </a:lnTo>
                  <a:lnTo>
                    <a:pt x="31724" y="16099"/>
                  </a:lnTo>
                  <a:lnTo>
                    <a:pt x="31672" y="16297"/>
                  </a:lnTo>
                  <a:lnTo>
                    <a:pt x="31645" y="16494"/>
                  </a:lnTo>
                  <a:lnTo>
                    <a:pt x="31645" y="16705"/>
                  </a:lnTo>
                  <a:lnTo>
                    <a:pt x="31659" y="16942"/>
                  </a:lnTo>
                  <a:lnTo>
                    <a:pt x="31685" y="17179"/>
                  </a:lnTo>
                  <a:lnTo>
                    <a:pt x="31751" y="17416"/>
                  </a:lnTo>
                  <a:lnTo>
                    <a:pt x="31830" y="17626"/>
                  </a:lnTo>
                  <a:lnTo>
                    <a:pt x="31935" y="17837"/>
                  </a:lnTo>
                  <a:lnTo>
                    <a:pt x="32053" y="18034"/>
                  </a:lnTo>
                  <a:lnTo>
                    <a:pt x="32185" y="18219"/>
                  </a:lnTo>
                  <a:lnTo>
                    <a:pt x="32343" y="18390"/>
                  </a:lnTo>
                  <a:lnTo>
                    <a:pt x="32514" y="18535"/>
                  </a:lnTo>
                  <a:lnTo>
                    <a:pt x="32699" y="18679"/>
                  </a:lnTo>
                  <a:lnTo>
                    <a:pt x="32883" y="18798"/>
                  </a:lnTo>
                  <a:lnTo>
                    <a:pt x="33093" y="18890"/>
                  </a:lnTo>
                  <a:lnTo>
                    <a:pt x="33317" y="18969"/>
                  </a:lnTo>
                  <a:lnTo>
                    <a:pt x="33541" y="19035"/>
                  </a:lnTo>
                  <a:lnTo>
                    <a:pt x="33778" y="19074"/>
                  </a:lnTo>
                  <a:lnTo>
                    <a:pt x="34028" y="19087"/>
                  </a:lnTo>
                  <a:lnTo>
                    <a:pt x="34265" y="19074"/>
                  </a:lnTo>
                  <a:lnTo>
                    <a:pt x="34502" y="19035"/>
                  </a:lnTo>
                  <a:lnTo>
                    <a:pt x="34726" y="18969"/>
                  </a:lnTo>
                  <a:lnTo>
                    <a:pt x="34949" y="18890"/>
                  </a:lnTo>
                  <a:lnTo>
                    <a:pt x="35160" y="18798"/>
                  </a:lnTo>
                  <a:lnTo>
                    <a:pt x="35344" y="18679"/>
                  </a:lnTo>
                  <a:lnTo>
                    <a:pt x="35529" y="18535"/>
                  </a:lnTo>
                  <a:lnTo>
                    <a:pt x="35700" y="18390"/>
                  </a:lnTo>
                  <a:lnTo>
                    <a:pt x="35858" y="18219"/>
                  </a:lnTo>
                  <a:lnTo>
                    <a:pt x="35989" y="18034"/>
                  </a:lnTo>
                  <a:lnTo>
                    <a:pt x="36108" y="17837"/>
                  </a:lnTo>
                  <a:lnTo>
                    <a:pt x="36213" y="17626"/>
                  </a:lnTo>
                  <a:lnTo>
                    <a:pt x="36292" y="17416"/>
                  </a:lnTo>
                  <a:lnTo>
                    <a:pt x="36358" y="17179"/>
                  </a:lnTo>
                  <a:lnTo>
                    <a:pt x="36384" y="16942"/>
                  </a:lnTo>
                  <a:lnTo>
                    <a:pt x="36397" y="16705"/>
                  </a:lnTo>
                  <a:lnTo>
                    <a:pt x="36397" y="16494"/>
                  </a:lnTo>
                  <a:lnTo>
                    <a:pt x="36371" y="16297"/>
                  </a:lnTo>
                  <a:lnTo>
                    <a:pt x="36318" y="16099"/>
                  </a:lnTo>
                  <a:lnTo>
                    <a:pt x="36266" y="15915"/>
                  </a:lnTo>
                  <a:lnTo>
                    <a:pt x="36187" y="15731"/>
                  </a:lnTo>
                  <a:lnTo>
                    <a:pt x="36108" y="15560"/>
                  </a:lnTo>
                  <a:lnTo>
                    <a:pt x="36003" y="15388"/>
                  </a:lnTo>
                  <a:lnTo>
                    <a:pt x="35897" y="15231"/>
                  </a:lnTo>
                  <a:lnTo>
                    <a:pt x="35766" y="15086"/>
                  </a:lnTo>
                  <a:lnTo>
                    <a:pt x="35634" y="14954"/>
                  </a:lnTo>
                  <a:lnTo>
                    <a:pt x="35476" y="14822"/>
                  </a:lnTo>
                  <a:lnTo>
                    <a:pt x="35331" y="14717"/>
                  </a:lnTo>
                  <a:lnTo>
                    <a:pt x="35160" y="14612"/>
                  </a:lnTo>
                  <a:lnTo>
                    <a:pt x="34989" y="14533"/>
                  </a:lnTo>
                  <a:lnTo>
                    <a:pt x="34805" y="14454"/>
                  </a:lnTo>
                  <a:lnTo>
                    <a:pt x="34607" y="14401"/>
                  </a:lnTo>
                  <a:lnTo>
                    <a:pt x="3460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2015475" y="2312675"/>
              <a:ext cx="804325" cy="371575"/>
            </a:xfrm>
            <a:custGeom>
              <a:rect b="b" l="l" r="r" t="t"/>
              <a:pathLst>
                <a:path extrusionOk="0" h="14863" w="32173">
                  <a:moveTo>
                    <a:pt x="29381" y="11348"/>
                  </a:moveTo>
                  <a:lnTo>
                    <a:pt x="29381" y="11664"/>
                  </a:lnTo>
                  <a:lnTo>
                    <a:pt x="30566" y="11664"/>
                  </a:lnTo>
                  <a:lnTo>
                    <a:pt x="30566" y="11572"/>
                  </a:lnTo>
                  <a:lnTo>
                    <a:pt x="30658" y="11651"/>
                  </a:lnTo>
                  <a:lnTo>
                    <a:pt x="30737" y="11756"/>
                  </a:lnTo>
                  <a:lnTo>
                    <a:pt x="30816" y="11861"/>
                  </a:lnTo>
                  <a:lnTo>
                    <a:pt x="30869" y="11966"/>
                  </a:lnTo>
                  <a:lnTo>
                    <a:pt x="30922" y="12085"/>
                  </a:lnTo>
                  <a:lnTo>
                    <a:pt x="30961" y="12217"/>
                  </a:lnTo>
                  <a:lnTo>
                    <a:pt x="30974" y="12348"/>
                  </a:lnTo>
                  <a:lnTo>
                    <a:pt x="30987" y="12480"/>
                  </a:lnTo>
                  <a:lnTo>
                    <a:pt x="30987" y="12598"/>
                  </a:lnTo>
                  <a:lnTo>
                    <a:pt x="30961" y="12717"/>
                  </a:lnTo>
                  <a:lnTo>
                    <a:pt x="30935" y="12835"/>
                  </a:lnTo>
                  <a:lnTo>
                    <a:pt x="30895" y="12941"/>
                  </a:lnTo>
                  <a:lnTo>
                    <a:pt x="30843" y="13046"/>
                  </a:lnTo>
                  <a:lnTo>
                    <a:pt x="30777" y="13151"/>
                  </a:lnTo>
                  <a:lnTo>
                    <a:pt x="30711" y="13243"/>
                  </a:lnTo>
                  <a:lnTo>
                    <a:pt x="30632" y="13322"/>
                  </a:lnTo>
                  <a:lnTo>
                    <a:pt x="30553" y="13401"/>
                  </a:lnTo>
                  <a:lnTo>
                    <a:pt x="30461" y="13467"/>
                  </a:lnTo>
                  <a:lnTo>
                    <a:pt x="30356" y="13533"/>
                  </a:lnTo>
                  <a:lnTo>
                    <a:pt x="30250" y="13586"/>
                  </a:lnTo>
                  <a:lnTo>
                    <a:pt x="30145" y="13625"/>
                  </a:lnTo>
                  <a:lnTo>
                    <a:pt x="30026" y="13651"/>
                  </a:lnTo>
                  <a:lnTo>
                    <a:pt x="29908" y="13665"/>
                  </a:lnTo>
                  <a:lnTo>
                    <a:pt x="29789" y="13678"/>
                  </a:lnTo>
                  <a:lnTo>
                    <a:pt x="29671" y="13665"/>
                  </a:lnTo>
                  <a:lnTo>
                    <a:pt x="29553" y="13651"/>
                  </a:lnTo>
                  <a:lnTo>
                    <a:pt x="29434" y="13625"/>
                  </a:lnTo>
                  <a:lnTo>
                    <a:pt x="29329" y="13586"/>
                  </a:lnTo>
                  <a:lnTo>
                    <a:pt x="29223" y="13533"/>
                  </a:lnTo>
                  <a:lnTo>
                    <a:pt x="29118" y="13467"/>
                  </a:lnTo>
                  <a:lnTo>
                    <a:pt x="29026" y="13401"/>
                  </a:lnTo>
                  <a:lnTo>
                    <a:pt x="28947" y="13322"/>
                  </a:lnTo>
                  <a:lnTo>
                    <a:pt x="28868" y="13243"/>
                  </a:lnTo>
                  <a:lnTo>
                    <a:pt x="28802" y="13151"/>
                  </a:lnTo>
                  <a:lnTo>
                    <a:pt x="28736" y="13046"/>
                  </a:lnTo>
                  <a:lnTo>
                    <a:pt x="28684" y="12941"/>
                  </a:lnTo>
                  <a:lnTo>
                    <a:pt x="28644" y="12835"/>
                  </a:lnTo>
                  <a:lnTo>
                    <a:pt x="28618" y="12717"/>
                  </a:lnTo>
                  <a:lnTo>
                    <a:pt x="28605" y="12598"/>
                  </a:lnTo>
                  <a:lnTo>
                    <a:pt x="28592" y="12480"/>
                  </a:lnTo>
                  <a:lnTo>
                    <a:pt x="28605" y="12282"/>
                  </a:lnTo>
                  <a:lnTo>
                    <a:pt x="28657" y="12111"/>
                  </a:lnTo>
                  <a:lnTo>
                    <a:pt x="28723" y="11940"/>
                  </a:lnTo>
                  <a:lnTo>
                    <a:pt x="28815" y="11782"/>
                  </a:lnTo>
                  <a:lnTo>
                    <a:pt x="28934" y="11637"/>
                  </a:lnTo>
                  <a:lnTo>
                    <a:pt x="29066" y="11519"/>
                  </a:lnTo>
                  <a:lnTo>
                    <a:pt x="29223" y="11427"/>
                  </a:lnTo>
                  <a:lnTo>
                    <a:pt x="29381" y="11348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29381" y="1186"/>
                  </a:lnTo>
                  <a:lnTo>
                    <a:pt x="29381" y="10137"/>
                  </a:lnTo>
                  <a:lnTo>
                    <a:pt x="29184" y="10176"/>
                  </a:lnTo>
                  <a:lnTo>
                    <a:pt x="28987" y="10242"/>
                  </a:lnTo>
                  <a:lnTo>
                    <a:pt x="28789" y="10321"/>
                  </a:lnTo>
                  <a:lnTo>
                    <a:pt x="28605" y="10413"/>
                  </a:lnTo>
                  <a:lnTo>
                    <a:pt x="28434" y="10532"/>
                  </a:lnTo>
                  <a:lnTo>
                    <a:pt x="28276" y="10650"/>
                  </a:lnTo>
                  <a:lnTo>
                    <a:pt x="28118" y="10782"/>
                  </a:lnTo>
                  <a:lnTo>
                    <a:pt x="27973" y="10940"/>
                  </a:lnTo>
                  <a:lnTo>
                    <a:pt x="27854" y="11098"/>
                  </a:lnTo>
                  <a:lnTo>
                    <a:pt x="27736" y="11269"/>
                  </a:lnTo>
                  <a:lnTo>
                    <a:pt x="27644" y="11453"/>
                  </a:lnTo>
                  <a:lnTo>
                    <a:pt x="27565" y="11637"/>
                  </a:lnTo>
                  <a:lnTo>
                    <a:pt x="27499" y="11848"/>
                  </a:lnTo>
                  <a:lnTo>
                    <a:pt x="27446" y="12045"/>
                  </a:lnTo>
                  <a:lnTo>
                    <a:pt x="27420" y="12256"/>
                  </a:lnTo>
                  <a:lnTo>
                    <a:pt x="27407" y="12480"/>
                  </a:lnTo>
                  <a:lnTo>
                    <a:pt x="27420" y="12717"/>
                  </a:lnTo>
                  <a:lnTo>
                    <a:pt x="27460" y="12954"/>
                  </a:lnTo>
                  <a:lnTo>
                    <a:pt x="27512" y="13191"/>
                  </a:lnTo>
                  <a:lnTo>
                    <a:pt x="27604" y="13401"/>
                  </a:lnTo>
                  <a:lnTo>
                    <a:pt x="27696" y="13612"/>
                  </a:lnTo>
                  <a:lnTo>
                    <a:pt x="27815" y="13809"/>
                  </a:lnTo>
                  <a:lnTo>
                    <a:pt x="27960" y="13994"/>
                  </a:lnTo>
                  <a:lnTo>
                    <a:pt x="28105" y="14165"/>
                  </a:lnTo>
                  <a:lnTo>
                    <a:pt x="28276" y="14310"/>
                  </a:lnTo>
                  <a:lnTo>
                    <a:pt x="28460" y="14454"/>
                  </a:lnTo>
                  <a:lnTo>
                    <a:pt x="28657" y="14573"/>
                  </a:lnTo>
                  <a:lnTo>
                    <a:pt x="28868" y="14665"/>
                  </a:lnTo>
                  <a:lnTo>
                    <a:pt x="29079" y="14744"/>
                  </a:lnTo>
                  <a:lnTo>
                    <a:pt x="29316" y="14810"/>
                  </a:lnTo>
                  <a:lnTo>
                    <a:pt x="29553" y="14849"/>
                  </a:lnTo>
                  <a:lnTo>
                    <a:pt x="29789" y="14862"/>
                  </a:lnTo>
                  <a:lnTo>
                    <a:pt x="30026" y="14849"/>
                  </a:lnTo>
                  <a:lnTo>
                    <a:pt x="30263" y="14810"/>
                  </a:lnTo>
                  <a:lnTo>
                    <a:pt x="30500" y="14744"/>
                  </a:lnTo>
                  <a:lnTo>
                    <a:pt x="30711" y="14665"/>
                  </a:lnTo>
                  <a:lnTo>
                    <a:pt x="30922" y="14573"/>
                  </a:lnTo>
                  <a:lnTo>
                    <a:pt x="31119" y="14454"/>
                  </a:lnTo>
                  <a:lnTo>
                    <a:pt x="31303" y="14310"/>
                  </a:lnTo>
                  <a:lnTo>
                    <a:pt x="31474" y="14165"/>
                  </a:lnTo>
                  <a:lnTo>
                    <a:pt x="31619" y="13994"/>
                  </a:lnTo>
                  <a:lnTo>
                    <a:pt x="31764" y="13809"/>
                  </a:lnTo>
                  <a:lnTo>
                    <a:pt x="31882" y="13612"/>
                  </a:lnTo>
                  <a:lnTo>
                    <a:pt x="31988" y="13401"/>
                  </a:lnTo>
                  <a:lnTo>
                    <a:pt x="32067" y="13191"/>
                  </a:lnTo>
                  <a:lnTo>
                    <a:pt x="32119" y="12954"/>
                  </a:lnTo>
                  <a:lnTo>
                    <a:pt x="32159" y="12717"/>
                  </a:lnTo>
                  <a:lnTo>
                    <a:pt x="32172" y="12480"/>
                  </a:lnTo>
                  <a:lnTo>
                    <a:pt x="32159" y="12282"/>
                  </a:lnTo>
                  <a:lnTo>
                    <a:pt x="32133" y="12098"/>
                  </a:lnTo>
                  <a:lnTo>
                    <a:pt x="32106" y="11914"/>
                  </a:lnTo>
                  <a:lnTo>
                    <a:pt x="32054" y="11729"/>
                  </a:lnTo>
                  <a:lnTo>
                    <a:pt x="31988" y="11558"/>
                  </a:lnTo>
                  <a:lnTo>
                    <a:pt x="31909" y="11400"/>
                  </a:lnTo>
                  <a:lnTo>
                    <a:pt x="31817" y="11242"/>
                  </a:lnTo>
                  <a:lnTo>
                    <a:pt x="31711" y="11084"/>
                  </a:lnTo>
                  <a:lnTo>
                    <a:pt x="31606" y="10940"/>
                  </a:lnTo>
                  <a:lnTo>
                    <a:pt x="31488" y="10808"/>
                  </a:lnTo>
                  <a:lnTo>
                    <a:pt x="31356" y="10690"/>
                  </a:lnTo>
                  <a:lnTo>
                    <a:pt x="31211" y="10571"/>
                  </a:lnTo>
                  <a:lnTo>
                    <a:pt x="31066" y="10466"/>
                  </a:lnTo>
                  <a:lnTo>
                    <a:pt x="30908" y="10374"/>
                  </a:lnTo>
                  <a:lnTo>
                    <a:pt x="30737" y="10295"/>
                  </a:lnTo>
                  <a:lnTo>
                    <a:pt x="30566" y="10229"/>
                  </a:lnTo>
                  <a:lnTo>
                    <a:pt x="3056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2061550" y="2526250"/>
              <a:ext cx="216900" cy="675650"/>
            </a:xfrm>
            <a:custGeom>
              <a:rect b="b" l="l" r="r" t="t"/>
              <a:pathLst>
                <a:path extrusionOk="0" h="27026" w="8676">
                  <a:moveTo>
                    <a:pt x="6424" y="1186"/>
                  </a:moveTo>
                  <a:lnTo>
                    <a:pt x="6543" y="1212"/>
                  </a:lnTo>
                  <a:lnTo>
                    <a:pt x="6661" y="1238"/>
                  </a:lnTo>
                  <a:lnTo>
                    <a:pt x="6766" y="1278"/>
                  </a:lnTo>
                  <a:lnTo>
                    <a:pt x="6872" y="1330"/>
                  </a:lnTo>
                  <a:lnTo>
                    <a:pt x="6964" y="1383"/>
                  </a:lnTo>
                  <a:lnTo>
                    <a:pt x="7056" y="1449"/>
                  </a:lnTo>
                  <a:lnTo>
                    <a:pt x="7148" y="1528"/>
                  </a:lnTo>
                  <a:lnTo>
                    <a:pt x="7227" y="1620"/>
                  </a:lnTo>
                  <a:lnTo>
                    <a:pt x="7293" y="1712"/>
                  </a:lnTo>
                  <a:lnTo>
                    <a:pt x="7359" y="1804"/>
                  </a:lnTo>
                  <a:lnTo>
                    <a:pt x="7398" y="1910"/>
                  </a:lnTo>
                  <a:lnTo>
                    <a:pt x="7438" y="2028"/>
                  </a:lnTo>
                  <a:lnTo>
                    <a:pt x="7477" y="2133"/>
                  </a:lnTo>
                  <a:lnTo>
                    <a:pt x="7490" y="2252"/>
                  </a:lnTo>
                  <a:lnTo>
                    <a:pt x="7504" y="2384"/>
                  </a:lnTo>
                  <a:lnTo>
                    <a:pt x="7490" y="2502"/>
                  </a:lnTo>
                  <a:lnTo>
                    <a:pt x="7477" y="2620"/>
                  </a:lnTo>
                  <a:lnTo>
                    <a:pt x="7438" y="2739"/>
                  </a:lnTo>
                  <a:lnTo>
                    <a:pt x="7398" y="2844"/>
                  </a:lnTo>
                  <a:lnTo>
                    <a:pt x="7359" y="2950"/>
                  </a:lnTo>
                  <a:lnTo>
                    <a:pt x="7293" y="3042"/>
                  </a:lnTo>
                  <a:lnTo>
                    <a:pt x="7227" y="3134"/>
                  </a:lnTo>
                  <a:lnTo>
                    <a:pt x="7148" y="3226"/>
                  </a:lnTo>
                  <a:lnTo>
                    <a:pt x="7056" y="3305"/>
                  </a:lnTo>
                  <a:lnTo>
                    <a:pt x="6964" y="3371"/>
                  </a:lnTo>
                  <a:lnTo>
                    <a:pt x="6872" y="3437"/>
                  </a:lnTo>
                  <a:lnTo>
                    <a:pt x="6766" y="3476"/>
                  </a:lnTo>
                  <a:lnTo>
                    <a:pt x="6661" y="3516"/>
                  </a:lnTo>
                  <a:lnTo>
                    <a:pt x="6543" y="3555"/>
                  </a:lnTo>
                  <a:lnTo>
                    <a:pt x="6424" y="3568"/>
                  </a:lnTo>
                  <a:lnTo>
                    <a:pt x="6306" y="3581"/>
                  </a:lnTo>
                  <a:lnTo>
                    <a:pt x="6174" y="3568"/>
                  </a:lnTo>
                  <a:lnTo>
                    <a:pt x="6056" y="3555"/>
                  </a:lnTo>
                  <a:lnTo>
                    <a:pt x="5950" y="3516"/>
                  </a:lnTo>
                  <a:lnTo>
                    <a:pt x="5832" y="3476"/>
                  </a:lnTo>
                  <a:lnTo>
                    <a:pt x="5727" y="3437"/>
                  </a:lnTo>
                  <a:lnTo>
                    <a:pt x="5634" y="3371"/>
                  </a:lnTo>
                  <a:lnTo>
                    <a:pt x="5542" y="3305"/>
                  </a:lnTo>
                  <a:lnTo>
                    <a:pt x="5450" y="3226"/>
                  </a:lnTo>
                  <a:lnTo>
                    <a:pt x="5371" y="3134"/>
                  </a:lnTo>
                  <a:lnTo>
                    <a:pt x="5305" y="3042"/>
                  </a:lnTo>
                  <a:lnTo>
                    <a:pt x="5253" y="2950"/>
                  </a:lnTo>
                  <a:lnTo>
                    <a:pt x="5200" y="2844"/>
                  </a:lnTo>
                  <a:lnTo>
                    <a:pt x="5161" y="2739"/>
                  </a:lnTo>
                  <a:lnTo>
                    <a:pt x="5121" y="2620"/>
                  </a:lnTo>
                  <a:lnTo>
                    <a:pt x="5108" y="2502"/>
                  </a:lnTo>
                  <a:lnTo>
                    <a:pt x="5108" y="2384"/>
                  </a:lnTo>
                  <a:lnTo>
                    <a:pt x="5108" y="2252"/>
                  </a:lnTo>
                  <a:lnTo>
                    <a:pt x="5121" y="2133"/>
                  </a:lnTo>
                  <a:lnTo>
                    <a:pt x="5161" y="2028"/>
                  </a:lnTo>
                  <a:lnTo>
                    <a:pt x="5200" y="1910"/>
                  </a:lnTo>
                  <a:lnTo>
                    <a:pt x="5253" y="1804"/>
                  </a:lnTo>
                  <a:lnTo>
                    <a:pt x="5305" y="1712"/>
                  </a:lnTo>
                  <a:lnTo>
                    <a:pt x="5371" y="1620"/>
                  </a:lnTo>
                  <a:lnTo>
                    <a:pt x="5450" y="1528"/>
                  </a:lnTo>
                  <a:lnTo>
                    <a:pt x="5542" y="1449"/>
                  </a:lnTo>
                  <a:lnTo>
                    <a:pt x="5634" y="1383"/>
                  </a:lnTo>
                  <a:lnTo>
                    <a:pt x="5727" y="1330"/>
                  </a:lnTo>
                  <a:lnTo>
                    <a:pt x="5832" y="1278"/>
                  </a:lnTo>
                  <a:lnTo>
                    <a:pt x="5950" y="1238"/>
                  </a:lnTo>
                  <a:lnTo>
                    <a:pt x="6056" y="1212"/>
                  </a:lnTo>
                  <a:lnTo>
                    <a:pt x="6174" y="1186"/>
                  </a:lnTo>
                  <a:close/>
                  <a:moveTo>
                    <a:pt x="6306" y="1"/>
                  </a:moveTo>
                  <a:lnTo>
                    <a:pt x="6056" y="14"/>
                  </a:lnTo>
                  <a:lnTo>
                    <a:pt x="5819" y="54"/>
                  </a:lnTo>
                  <a:lnTo>
                    <a:pt x="5595" y="106"/>
                  </a:lnTo>
                  <a:lnTo>
                    <a:pt x="5371" y="185"/>
                  </a:lnTo>
                  <a:lnTo>
                    <a:pt x="5174" y="291"/>
                  </a:lnTo>
                  <a:lnTo>
                    <a:pt x="4976" y="409"/>
                  </a:lnTo>
                  <a:lnTo>
                    <a:pt x="4792" y="541"/>
                  </a:lnTo>
                  <a:lnTo>
                    <a:pt x="4621" y="699"/>
                  </a:lnTo>
                  <a:lnTo>
                    <a:pt x="4463" y="870"/>
                  </a:lnTo>
                  <a:lnTo>
                    <a:pt x="4331" y="1054"/>
                  </a:lnTo>
                  <a:lnTo>
                    <a:pt x="4213" y="1251"/>
                  </a:lnTo>
                  <a:lnTo>
                    <a:pt x="4107" y="1449"/>
                  </a:lnTo>
                  <a:lnTo>
                    <a:pt x="4028" y="1673"/>
                  </a:lnTo>
                  <a:lnTo>
                    <a:pt x="3976" y="1896"/>
                  </a:lnTo>
                  <a:lnTo>
                    <a:pt x="3936" y="2133"/>
                  </a:lnTo>
                  <a:lnTo>
                    <a:pt x="3923" y="2384"/>
                  </a:lnTo>
                  <a:lnTo>
                    <a:pt x="3936" y="2581"/>
                  </a:lnTo>
                  <a:lnTo>
                    <a:pt x="3963" y="2778"/>
                  </a:lnTo>
                  <a:lnTo>
                    <a:pt x="4002" y="2976"/>
                  </a:lnTo>
                  <a:lnTo>
                    <a:pt x="4055" y="3173"/>
                  </a:lnTo>
                  <a:lnTo>
                    <a:pt x="4134" y="3344"/>
                  </a:lnTo>
                  <a:lnTo>
                    <a:pt x="4213" y="3529"/>
                  </a:lnTo>
                  <a:lnTo>
                    <a:pt x="4318" y="3687"/>
                  </a:lnTo>
                  <a:lnTo>
                    <a:pt x="4437" y="3845"/>
                  </a:lnTo>
                  <a:lnTo>
                    <a:pt x="4555" y="3989"/>
                  </a:lnTo>
                  <a:lnTo>
                    <a:pt x="4687" y="4134"/>
                  </a:lnTo>
                  <a:lnTo>
                    <a:pt x="4845" y="4253"/>
                  </a:lnTo>
                  <a:lnTo>
                    <a:pt x="5003" y="4371"/>
                  </a:lnTo>
                  <a:lnTo>
                    <a:pt x="5161" y="4463"/>
                  </a:lnTo>
                  <a:lnTo>
                    <a:pt x="5332" y="4556"/>
                  </a:lnTo>
                  <a:lnTo>
                    <a:pt x="5516" y="4621"/>
                  </a:lnTo>
                  <a:lnTo>
                    <a:pt x="5713" y="4687"/>
                  </a:lnTo>
                  <a:lnTo>
                    <a:pt x="5713" y="25841"/>
                  </a:lnTo>
                  <a:lnTo>
                    <a:pt x="0" y="25841"/>
                  </a:lnTo>
                  <a:lnTo>
                    <a:pt x="0" y="27026"/>
                  </a:lnTo>
                  <a:lnTo>
                    <a:pt x="6885" y="27026"/>
                  </a:lnTo>
                  <a:lnTo>
                    <a:pt x="6885" y="4687"/>
                  </a:lnTo>
                  <a:lnTo>
                    <a:pt x="7082" y="4621"/>
                  </a:lnTo>
                  <a:lnTo>
                    <a:pt x="7267" y="4556"/>
                  </a:lnTo>
                  <a:lnTo>
                    <a:pt x="7438" y="4463"/>
                  </a:lnTo>
                  <a:lnTo>
                    <a:pt x="7609" y="4371"/>
                  </a:lnTo>
                  <a:lnTo>
                    <a:pt x="7767" y="4253"/>
                  </a:lnTo>
                  <a:lnTo>
                    <a:pt x="7912" y="4134"/>
                  </a:lnTo>
                  <a:lnTo>
                    <a:pt x="8043" y="3989"/>
                  </a:lnTo>
                  <a:lnTo>
                    <a:pt x="8175" y="3845"/>
                  </a:lnTo>
                  <a:lnTo>
                    <a:pt x="8280" y="3687"/>
                  </a:lnTo>
                  <a:lnTo>
                    <a:pt x="8386" y="3529"/>
                  </a:lnTo>
                  <a:lnTo>
                    <a:pt x="8465" y="3344"/>
                  </a:lnTo>
                  <a:lnTo>
                    <a:pt x="8544" y="3173"/>
                  </a:lnTo>
                  <a:lnTo>
                    <a:pt x="8596" y="2976"/>
                  </a:lnTo>
                  <a:lnTo>
                    <a:pt x="8649" y="2778"/>
                  </a:lnTo>
                  <a:lnTo>
                    <a:pt x="8675" y="2581"/>
                  </a:lnTo>
                  <a:lnTo>
                    <a:pt x="8675" y="2384"/>
                  </a:lnTo>
                  <a:lnTo>
                    <a:pt x="8662" y="2133"/>
                  </a:lnTo>
                  <a:lnTo>
                    <a:pt x="8636" y="1896"/>
                  </a:lnTo>
                  <a:lnTo>
                    <a:pt x="8570" y="1673"/>
                  </a:lnTo>
                  <a:lnTo>
                    <a:pt x="8491" y="1449"/>
                  </a:lnTo>
                  <a:lnTo>
                    <a:pt x="8386" y="1251"/>
                  </a:lnTo>
                  <a:lnTo>
                    <a:pt x="8267" y="1054"/>
                  </a:lnTo>
                  <a:lnTo>
                    <a:pt x="8135" y="870"/>
                  </a:lnTo>
                  <a:lnTo>
                    <a:pt x="7977" y="699"/>
                  </a:lnTo>
                  <a:lnTo>
                    <a:pt x="7806" y="541"/>
                  </a:lnTo>
                  <a:lnTo>
                    <a:pt x="7635" y="409"/>
                  </a:lnTo>
                  <a:lnTo>
                    <a:pt x="7438" y="291"/>
                  </a:lnTo>
                  <a:lnTo>
                    <a:pt x="7227" y="185"/>
                  </a:lnTo>
                  <a:lnTo>
                    <a:pt x="7003" y="106"/>
                  </a:lnTo>
                  <a:lnTo>
                    <a:pt x="6780" y="54"/>
                  </a:lnTo>
                  <a:lnTo>
                    <a:pt x="6543" y="14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2061550" y="2682575"/>
              <a:ext cx="331750" cy="621350"/>
            </a:xfrm>
            <a:custGeom>
              <a:rect b="b" l="l" r="r" t="t"/>
              <a:pathLst>
                <a:path extrusionOk="0" h="24854" w="13270">
                  <a:moveTo>
                    <a:pt x="10887" y="1172"/>
                  </a:moveTo>
                  <a:lnTo>
                    <a:pt x="11005" y="1185"/>
                  </a:lnTo>
                  <a:lnTo>
                    <a:pt x="11124" y="1198"/>
                  </a:lnTo>
                  <a:lnTo>
                    <a:pt x="11242" y="1225"/>
                  </a:lnTo>
                  <a:lnTo>
                    <a:pt x="11347" y="1277"/>
                  </a:lnTo>
                  <a:lnTo>
                    <a:pt x="11453" y="1317"/>
                  </a:lnTo>
                  <a:lnTo>
                    <a:pt x="11558" y="1383"/>
                  </a:lnTo>
                  <a:lnTo>
                    <a:pt x="11650" y="1449"/>
                  </a:lnTo>
                  <a:lnTo>
                    <a:pt x="11729" y="1528"/>
                  </a:lnTo>
                  <a:lnTo>
                    <a:pt x="11808" y="1620"/>
                  </a:lnTo>
                  <a:lnTo>
                    <a:pt x="11874" y="1712"/>
                  </a:lnTo>
                  <a:lnTo>
                    <a:pt x="11940" y="1804"/>
                  </a:lnTo>
                  <a:lnTo>
                    <a:pt x="11992" y="1909"/>
                  </a:lnTo>
                  <a:lnTo>
                    <a:pt x="12032" y="2015"/>
                  </a:lnTo>
                  <a:lnTo>
                    <a:pt x="12058" y="2133"/>
                  </a:lnTo>
                  <a:lnTo>
                    <a:pt x="12071" y="2252"/>
                  </a:lnTo>
                  <a:lnTo>
                    <a:pt x="12084" y="2370"/>
                  </a:lnTo>
                  <a:lnTo>
                    <a:pt x="12084" y="2475"/>
                  </a:lnTo>
                  <a:lnTo>
                    <a:pt x="12071" y="2581"/>
                  </a:lnTo>
                  <a:lnTo>
                    <a:pt x="12045" y="2673"/>
                  </a:lnTo>
                  <a:lnTo>
                    <a:pt x="12019" y="2765"/>
                  </a:lnTo>
                  <a:lnTo>
                    <a:pt x="11979" y="2857"/>
                  </a:lnTo>
                  <a:lnTo>
                    <a:pt x="11940" y="2949"/>
                  </a:lnTo>
                  <a:lnTo>
                    <a:pt x="11834" y="3107"/>
                  </a:lnTo>
                  <a:lnTo>
                    <a:pt x="11703" y="3252"/>
                  </a:lnTo>
                  <a:lnTo>
                    <a:pt x="11545" y="3370"/>
                  </a:lnTo>
                  <a:lnTo>
                    <a:pt x="11466" y="3423"/>
                  </a:lnTo>
                  <a:lnTo>
                    <a:pt x="11374" y="3463"/>
                  </a:lnTo>
                  <a:lnTo>
                    <a:pt x="11282" y="3502"/>
                  </a:lnTo>
                  <a:lnTo>
                    <a:pt x="11189" y="3528"/>
                  </a:lnTo>
                  <a:lnTo>
                    <a:pt x="10584" y="3528"/>
                  </a:lnTo>
                  <a:lnTo>
                    <a:pt x="10492" y="3502"/>
                  </a:lnTo>
                  <a:lnTo>
                    <a:pt x="10400" y="3463"/>
                  </a:lnTo>
                  <a:lnTo>
                    <a:pt x="10307" y="3423"/>
                  </a:lnTo>
                  <a:lnTo>
                    <a:pt x="10228" y="3370"/>
                  </a:lnTo>
                  <a:lnTo>
                    <a:pt x="10070" y="3252"/>
                  </a:lnTo>
                  <a:lnTo>
                    <a:pt x="9939" y="3107"/>
                  </a:lnTo>
                  <a:lnTo>
                    <a:pt x="9834" y="2949"/>
                  </a:lnTo>
                  <a:lnTo>
                    <a:pt x="9794" y="2857"/>
                  </a:lnTo>
                  <a:lnTo>
                    <a:pt x="9755" y="2765"/>
                  </a:lnTo>
                  <a:lnTo>
                    <a:pt x="9728" y="2673"/>
                  </a:lnTo>
                  <a:lnTo>
                    <a:pt x="9702" y="2581"/>
                  </a:lnTo>
                  <a:lnTo>
                    <a:pt x="9689" y="2475"/>
                  </a:lnTo>
                  <a:lnTo>
                    <a:pt x="9689" y="2370"/>
                  </a:lnTo>
                  <a:lnTo>
                    <a:pt x="9702" y="2252"/>
                  </a:lnTo>
                  <a:lnTo>
                    <a:pt x="9715" y="2133"/>
                  </a:lnTo>
                  <a:lnTo>
                    <a:pt x="9741" y="2015"/>
                  </a:lnTo>
                  <a:lnTo>
                    <a:pt x="9781" y="1909"/>
                  </a:lnTo>
                  <a:lnTo>
                    <a:pt x="9834" y="1804"/>
                  </a:lnTo>
                  <a:lnTo>
                    <a:pt x="9899" y="1712"/>
                  </a:lnTo>
                  <a:lnTo>
                    <a:pt x="9965" y="1620"/>
                  </a:lnTo>
                  <a:lnTo>
                    <a:pt x="10044" y="1528"/>
                  </a:lnTo>
                  <a:lnTo>
                    <a:pt x="10123" y="1449"/>
                  </a:lnTo>
                  <a:lnTo>
                    <a:pt x="10215" y="1383"/>
                  </a:lnTo>
                  <a:lnTo>
                    <a:pt x="10321" y="1317"/>
                  </a:lnTo>
                  <a:lnTo>
                    <a:pt x="10426" y="1277"/>
                  </a:lnTo>
                  <a:lnTo>
                    <a:pt x="10531" y="1225"/>
                  </a:lnTo>
                  <a:lnTo>
                    <a:pt x="10650" y="1198"/>
                  </a:lnTo>
                  <a:lnTo>
                    <a:pt x="10768" y="1185"/>
                  </a:lnTo>
                  <a:lnTo>
                    <a:pt x="10887" y="1172"/>
                  </a:lnTo>
                  <a:close/>
                  <a:moveTo>
                    <a:pt x="10887" y="1"/>
                  </a:moveTo>
                  <a:lnTo>
                    <a:pt x="10650" y="14"/>
                  </a:lnTo>
                  <a:lnTo>
                    <a:pt x="10413" y="40"/>
                  </a:lnTo>
                  <a:lnTo>
                    <a:pt x="10176" y="106"/>
                  </a:lnTo>
                  <a:lnTo>
                    <a:pt x="9965" y="185"/>
                  </a:lnTo>
                  <a:lnTo>
                    <a:pt x="9755" y="277"/>
                  </a:lnTo>
                  <a:lnTo>
                    <a:pt x="9557" y="409"/>
                  </a:lnTo>
                  <a:lnTo>
                    <a:pt x="9373" y="540"/>
                  </a:lnTo>
                  <a:lnTo>
                    <a:pt x="9202" y="698"/>
                  </a:lnTo>
                  <a:lnTo>
                    <a:pt x="9057" y="856"/>
                  </a:lnTo>
                  <a:lnTo>
                    <a:pt x="8912" y="1041"/>
                  </a:lnTo>
                  <a:lnTo>
                    <a:pt x="8794" y="1238"/>
                  </a:lnTo>
                  <a:lnTo>
                    <a:pt x="8701" y="1449"/>
                  </a:lnTo>
                  <a:lnTo>
                    <a:pt x="8609" y="1672"/>
                  </a:lnTo>
                  <a:lnTo>
                    <a:pt x="8557" y="1896"/>
                  </a:lnTo>
                  <a:lnTo>
                    <a:pt x="8517" y="2133"/>
                  </a:lnTo>
                  <a:lnTo>
                    <a:pt x="8504" y="2370"/>
                  </a:lnTo>
                  <a:lnTo>
                    <a:pt x="8517" y="2581"/>
                  </a:lnTo>
                  <a:lnTo>
                    <a:pt x="8544" y="2778"/>
                  </a:lnTo>
                  <a:lnTo>
                    <a:pt x="8583" y="2976"/>
                  </a:lnTo>
                  <a:lnTo>
                    <a:pt x="8649" y="3160"/>
                  </a:lnTo>
                  <a:lnTo>
                    <a:pt x="8715" y="3344"/>
                  </a:lnTo>
                  <a:lnTo>
                    <a:pt x="8807" y="3515"/>
                  </a:lnTo>
                  <a:lnTo>
                    <a:pt x="8899" y="3686"/>
                  </a:lnTo>
                  <a:lnTo>
                    <a:pt x="9017" y="3844"/>
                  </a:lnTo>
                  <a:lnTo>
                    <a:pt x="9136" y="3989"/>
                  </a:lnTo>
                  <a:lnTo>
                    <a:pt x="9281" y="4121"/>
                  </a:lnTo>
                  <a:lnTo>
                    <a:pt x="9425" y="4252"/>
                  </a:lnTo>
                  <a:lnTo>
                    <a:pt x="9583" y="4358"/>
                  </a:lnTo>
                  <a:lnTo>
                    <a:pt x="9755" y="4463"/>
                  </a:lnTo>
                  <a:lnTo>
                    <a:pt x="9926" y="4555"/>
                  </a:lnTo>
                  <a:lnTo>
                    <a:pt x="10110" y="4621"/>
                  </a:lnTo>
                  <a:lnTo>
                    <a:pt x="10294" y="4674"/>
                  </a:lnTo>
                  <a:lnTo>
                    <a:pt x="10294" y="23682"/>
                  </a:lnTo>
                  <a:lnTo>
                    <a:pt x="0" y="23682"/>
                  </a:lnTo>
                  <a:lnTo>
                    <a:pt x="0" y="24853"/>
                  </a:lnTo>
                  <a:lnTo>
                    <a:pt x="11479" y="24853"/>
                  </a:lnTo>
                  <a:lnTo>
                    <a:pt x="11479" y="4674"/>
                  </a:lnTo>
                  <a:lnTo>
                    <a:pt x="11663" y="4621"/>
                  </a:lnTo>
                  <a:lnTo>
                    <a:pt x="11848" y="4555"/>
                  </a:lnTo>
                  <a:lnTo>
                    <a:pt x="12019" y="4463"/>
                  </a:lnTo>
                  <a:lnTo>
                    <a:pt x="12190" y="4358"/>
                  </a:lnTo>
                  <a:lnTo>
                    <a:pt x="12348" y="4252"/>
                  </a:lnTo>
                  <a:lnTo>
                    <a:pt x="12493" y="4121"/>
                  </a:lnTo>
                  <a:lnTo>
                    <a:pt x="12637" y="3989"/>
                  </a:lnTo>
                  <a:lnTo>
                    <a:pt x="12756" y="3844"/>
                  </a:lnTo>
                  <a:lnTo>
                    <a:pt x="12874" y="3686"/>
                  </a:lnTo>
                  <a:lnTo>
                    <a:pt x="12966" y="3515"/>
                  </a:lnTo>
                  <a:lnTo>
                    <a:pt x="13059" y="3344"/>
                  </a:lnTo>
                  <a:lnTo>
                    <a:pt x="13124" y="3160"/>
                  </a:lnTo>
                  <a:lnTo>
                    <a:pt x="13190" y="2976"/>
                  </a:lnTo>
                  <a:lnTo>
                    <a:pt x="13230" y="2778"/>
                  </a:lnTo>
                  <a:lnTo>
                    <a:pt x="13256" y="2581"/>
                  </a:lnTo>
                  <a:lnTo>
                    <a:pt x="13269" y="2370"/>
                  </a:lnTo>
                  <a:lnTo>
                    <a:pt x="13256" y="2133"/>
                  </a:lnTo>
                  <a:lnTo>
                    <a:pt x="13217" y="1896"/>
                  </a:lnTo>
                  <a:lnTo>
                    <a:pt x="13164" y="1672"/>
                  </a:lnTo>
                  <a:lnTo>
                    <a:pt x="13072" y="1449"/>
                  </a:lnTo>
                  <a:lnTo>
                    <a:pt x="12980" y="1238"/>
                  </a:lnTo>
                  <a:lnTo>
                    <a:pt x="12861" y="1041"/>
                  </a:lnTo>
                  <a:lnTo>
                    <a:pt x="12716" y="856"/>
                  </a:lnTo>
                  <a:lnTo>
                    <a:pt x="12572" y="698"/>
                  </a:lnTo>
                  <a:lnTo>
                    <a:pt x="12400" y="540"/>
                  </a:lnTo>
                  <a:lnTo>
                    <a:pt x="12216" y="409"/>
                  </a:lnTo>
                  <a:lnTo>
                    <a:pt x="12019" y="277"/>
                  </a:lnTo>
                  <a:lnTo>
                    <a:pt x="11808" y="185"/>
                  </a:lnTo>
                  <a:lnTo>
                    <a:pt x="11597" y="106"/>
                  </a:lnTo>
                  <a:lnTo>
                    <a:pt x="11361" y="40"/>
                  </a:lnTo>
                  <a:lnTo>
                    <a:pt x="11124" y="14"/>
                  </a:lnTo>
                  <a:lnTo>
                    <a:pt x="1088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061550" y="2426550"/>
              <a:ext cx="561775" cy="257700"/>
            </a:xfrm>
            <a:custGeom>
              <a:rect b="b" l="l" r="r" t="t"/>
              <a:pathLst>
                <a:path extrusionOk="0" h="10308" w="22471">
                  <a:moveTo>
                    <a:pt x="20220" y="6727"/>
                  </a:moveTo>
                  <a:lnTo>
                    <a:pt x="20338" y="6753"/>
                  </a:lnTo>
                  <a:lnTo>
                    <a:pt x="20443" y="6780"/>
                  </a:lnTo>
                  <a:lnTo>
                    <a:pt x="20562" y="6819"/>
                  </a:lnTo>
                  <a:lnTo>
                    <a:pt x="20667" y="6872"/>
                  </a:lnTo>
                  <a:lnTo>
                    <a:pt x="20759" y="6924"/>
                  </a:lnTo>
                  <a:lnTo>
                    <a:pt x="20851" y="7003"/>
                  </a:lnTo>
                  <a:lnTo>
                    <a:pt x="20944" y="7082"/>
                  </a:lnTo>
                  <a:lnTo>
                    <a:pt x="21023" y="7161"/>
                  </a:lnTo>
                  <a:lnTo>
                    <a:pt x="21088" y="7253"/>
                  </a:lnTo>
                  <a:lnTo>
                    <a:pt x="21141" y="7359"/>
                  </a:lnTo>
                  <a:lnTo>
                    <a:pt x="21194" y="7464"/>
                  </a:lnTo>
                  <a:lnTo>
                    <a:pt x="21233" y="7569"/>
                  </a:lnTo>
                  <a:lnTo>
                    <a:pt x="21259" y="7688"/>
                  </a:lnTo>
                  <a:lnTo>
                    <a:pt x="21286" y="7806"/>
                  </a:lnTo>
                  <a:lnTo>
                    <a:pt x="21286" y="7925"/>
                  </a:lnTo>
                  <a:lnTo>
                    <a:pt x="21286" y="8043"/>
                  </a:lnTo>
                  <a:lnTo>
                    <a:pt x="21259" y="8162"/>
                  </a:lnTo>
                  <a:lnTo>
                    <a:pt x="21233" y="8280"/>
                  </a:lnTo>
                  <a:lnTo>
                    <a:pt x="21194" y="8386"/>
                  </a:lnTo>
                  <a:lnTo>
                    <a:pt x="21141" y="8491"/>
                  </a:lnTo>
                  <a:lnTo>
                    <a:pt x="21088" y="8596"/>
                  </a:lnTo>
                  <a:lnTo>
                    <a:pt x="21023" y="8688"/>
                  </a:lnTo>
                  <a:lnTo>
                    <a:pt x="20944" y="8767"/>
                  </a:lnTo>
                  <a:lnTo>
                    <a:pt x="20851" y="8846"/>
                  </a:lnTo>
                  <a:lnTo>
                    <a:pt x="20759" y="8912"/>
                  </a:lnTo>
                  <a:lnTo>
                    <a:pt x="20667" y="8978"/>
                  </a:lnTo>
                  <a:lnTo>
                    <a:pt x="20562" y="9031"/>
                  </a:lnTo>
                  <a:lnTo>
                    <a:pt x="20443" y="9070"/>
                  </a:lnTo>
                  <a:lnTo>
                    <a:pt x="20338" y="9096"/>
                  </a:lnTo>
                  <a:lnTo>
                    <a:pt x="20220" y="9110"/>
                  </a:lnTo>
                  <a:lnTo>
                    <a:pt x="20088" y="9123"/>
                  </a:lnTo>
                  <a:lnTo>
                    <a:pt x="19969" y="9110"/>
                  </a:lnTo>
                  <a:lnTo>
                    <a:pt x="19851" y="9096"/>
                  </a:lnTo>
                  <a:lnTo>
                    <a:pt x="19732" y="9070"/>
                  </a:lnTo>
                  <a:lnTo>
                    <a:pt x="19627" y="9031"/>
                  </a:lnTo>
                  <a:lnTo>
                    <a:pt x="19522" y="8978"/>
                  </a:lnTo>
                  <a:lnTo>
                    <a:pt x="19430" y="8912"/>
                  </a:lnTo>
                  <a:lnTo>
                    <a:pt x="19338" y="8846"/>
                  </a:lnTo>
                  <a:lnTo>
                    <a:pt x="19245" y="8767"/>
                  </a:lnTo>
                  <a:lnTo>
                    <a:pt x="19166" y="8688"/>
                  </a:lnTo>
                  <a:lnTo>
                    <a:pt x="19101" y="8596"/>
                  </a:lnTo>
                  <a:lnTo>
                    <a:pt x="19035" y="8491"/>
                  </a:lnTo>
                  <a:lnTo>
                    <a:pt x="18995" y="8386"/>
                  </a:lnTo>
                  <a:lnTo>
                    <a:pt x="18943" y="8280"/>
                  </a:lnTo>
                  <a:lnTo>
                    <a:pt x="18916" y="8162"/>
                  </a:lnTo>
                  <a:lnTo>
                    <a:pt x="18903" y="8043"/>
                  </a:lnTo>
                  <a:lnTo>
                    <a:pt x="18890" y="7925"/>
                  </a:lnTo>
                  <a:lnTo>
                    <a:pt x="18903" y="7806"/>
                  </a:lnTo>
                  <a:lnTo>
                    <a:pt x="18916" y="7688"/>
                  </a:lnTo>
                  <a:lnTo>
                    <a:pt x="18943" y="7569"/>
                  </a:lnTo>
                  <a:lnTo>
                    <a:pt x="18995" y="7464"/>
                  </a:lnTo>
                  <a:lnTo>
                    <a:pt x="19035" y="7359"/>
                  </a:lnTo>
                  <a:lnTo>
                    <a:pt x="19101" y="7253"/>
                  </a:lnTo>
                  <a:lnTo>
                    <a:pt x="19166" y="7161"/>
                  </a:lnTo>
                  <a:lnTo>
                    <a:pt x="19245" y="7082"/>
                  </a:lnTo>
                  <a:lnTo>
                    <a:pt x="19338" y="7003"/>
                  </a:lnTo>
                  <a:lnTo>
                    <a:pt x="19430" y="6924"/>
                  </a:lnTo>
                  <a:lnTo>
                    <a:pt x="19522" y="6872"/>
                  </a:lnTo>
                  <a:lnTo>
                    <a:pt x="19627" y="6819"/>
                  </a:lnTo>
                  <a:lnTo>
                    <a:pt x="19732" y="6780"/>
                  </a:lnTo>
                  <a:lnTo>
                    <a:pt x="19851" y="6753"/>
                  </a:lnTo>
                  <a:lnTo>
                    <a:pt x="19969" y="6727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19496" y="1185"/>
                  </a:lnTo>
                  <a:lnTo>
                    <a:pt x="19496" y="5621"/>
                  </a:lnTo>
                  <a:lnTo>
                    <a:pt x="19311" y="5674"/>
                  </a:lnTo>
                  <a:lnTo>
                    <a:pt x="19127" y="5753"/>
                  </a:lnTo>
                  <a:lnTo>
                    <a:pt x="18956" y="5832"/>
                  </a:lnTo>
                  <a:lnTo>
                    <a:pt x="18785" y="5937"/>
                  </a:lnTo>
                  <a:lnTo>
                    <a:pt x="18627" y="6042"/>
                  </a:lnTo>
                  <a:lnTo>
                    <a:pt x="18482" y="6174"/>
                  </a:lnTo>
                  <a:lnTo>
                    <a:pt x="18350" y="6306"/>
                  </a:lnTo>
                  <a:lnTo>
                    <a:pt x="18219" y="6451"/>
                  </a:lnTo>
                  <a:lnTo>
                    <a:pt x="18113" y="6608"/>
                  </a:lnTo>
                  <a:lnTo>
                    <a:pt x="18008" y="6780"/>
                  </a:lnTo>
                  <a:lnTo>
                    <a:pt x="17916" y="6951"/>
                  </a:lnTo>
                  <a:lnTo>
                    <a:pt x="17850" y="7135"/>
                  </a:lnTo>
                  <a:lnTo>
                    <a:pt x="17784" y="7319"/>
                  </a:lnTo>
                  <a:lnTo>
                    <a:pt x="17745" y="7517"/>
                  </a:lnTo>
                  <a:lnTo>
                    <a:pt x="17718" y="7714"/>
                  </a:lnTo>
                  <a:lnTo>
                    <a:pt x="17718" y="7925"/>
                  </a:lnTo>
                  <a:lnTo>
                    <a:pt x="17732" y="8162"/>
                  </a:lnTo>
                  <a:lnTo>
                    <a:pt x="17758" y="8399"/>
                  </a:lnTo>
                  <a:lnTo>
                    <a:pt x="17824" y="8636"/>
                  </a:lnTo>
                  <a:lnTo>
                    <a:pt x="17903" y="8846"/>
                  </a:lnTo>
                  <a:lnTo>
                    <a:pt x="17995" y="9057"/>
                  </a:lnTo>
                  <a:lnTo>
                    <a:pt x="18127" y="9254"/>
                  </a:lnTo>
                  <a:lnTo>
                    <a:pt x="18258" y="9439"/>
                  </a:lnTo>
                  <a:lnTo>
                    <a:pt x="18416" y="9610"/>
                  </a:lnTo>
                  <a:lnTo>
                    <a:pt x="18574" y="9755"/>
                  </a:lnTo>
                  <a:lnTo>
                    <a:pt x="18758" y="9899"/>
                  </a:lnTo>
                  <a:lnTo>
                    <a:pt x="18956" y="10018"/>
                  </a:lnTo>
                  <a:lnTo>
                    <a:pt x="19166" y="10110"/>
                  </a:lnTo>
                  <a:lnTo>
                    <a:pt x="19390" y="10189"/>
                  </a:lnTo>
                  <a:lnTo>
                    <a:pt x="19614" y="10255"/>
                  </a:lnTo>
                  <a:lnTo>
                    <a:pt x="19851" y="10294"/>
                  </a:lnTo>
                  <a:lnTo>
                    <a:pt x="20088" y="10307"/>
                  </a:lnTo>
                  <a:lnTo>
                    <a:pt x="20338" y="10294"/>
                  </a:lnTo>
                  <a:lnTo>
                    <a:pt x="20575" y="10255"/>
                  </a:lnTo>
                  <a:lnTo>
                    <a:pt x="20799" y="10189"/>
                  </a:lnTo>
                  <a:lnTo>
                    <a:pt x="21023" y="10110"/>
                  </a:lnTo>
                  <a:lnTo>
                    <a:pt x="21220" y="10018"/>
                  </a:lnTo>
                  <a:lnTo>
                    <a:pt x="21417" y="9899"/>
                  </a:lnTo>
                  <a:lnTo>
                    <a:pt x="21602" y="9755"/>
                  </a:lnTo>
                  <a:lnTo>
                    <a:pt x="21773" y="9610"/>
                  </a:lnTo>
                  <a:lnTo>
                    <a:pt x="21931" y="9439"/>
                  </a:lnTo>
                  <a:lnTo>
                    <a:pt x="22062" y="9254"/>
                  </a:lnTo>
                  <a:lnTo>
                    <a:pt x="22181" y="9057"/>
                  </a:lnTo>
                  <a:lnTo>
                    <a:pt x="22286" y="8846"/>
                  </a:lnTo>
                  <a:lnTo>
                    <a:pt x="22365" y="8636"/>
                  </a:lnTo>
                  <a:lnTo>
                    <a:pt x="22418" y="8399"/>
                  </a:lnTo>
                  <a:lnTo>
                    <a:pt x="22457" y="8162"/>
                  </a:lnTo>
                  <a:lnTo>
                    <a:pt x="22470" y="7925"/>
                  </a:lnTo>
                  <a:lnTo>
                    <a:pt x="22457" y="7714"/>
                  </a:lnTo>
                  <a:lnTo>
                    <a:pt x="22431" y="7517"/>
                  </a:lnTo>
                  <a:lnTo>
                    <a:pt x="22392" y="7319"/>
                  </a:lnTo>
                  <a:lnTo>
                    <a:pt x="22339" y="7135"/>
                  </a:lnTo>
                  <a:lnTo>
                    <a:pt x="22260" y="6951"/>
                  </a:lnTo>
                  <a:lnTo>
                    <a:pt x="22181" y="6780"/>
                  </a:lnTo>
                  <a:lnTo>
                    <a:pt x="22076" y="6608"/>
                  </a:lnTo>
                  <a:lnTo>
                    <a:pt x="21957" y="6451"/>
                  </a:lnTo>
                  <a:lnTo>
                    <a:pt x="21839" y="6306"/>
                  </a:lnTo>
                  <a:lnTo>
                    <a:pt x="21694" y="6174"/>
                  </a:lnTo>
                  <a:lnTo>
                    <a:pt x="21549" y="6042"/>
                  </a:lnTo>
                  <a:lnTo>
                    <a:pt x="21391" y="5937"/>
                  </a:lnTo>
                  <a:lnTo>
                    <a:pt x="21233" y="5832"/>
                  </a:lnTo>
                  <a:lnTo>
                    <a:pt x="21049" y="5753"/>
                  </a:lnTo>
                  <a:lnTo>
                    <a:pt x="20878" y="5674"/>
                  </a:lnTo>
                  <a:lnTo>
                    <a:pt x="20680" y="5621"/>
                  </a:lnTo>
                  <a:lnTo>
                    <a:pt x="2068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645575" y="1140475"/>
              <a:ext cx="250800" cy="1716875"/>
            </a:xfrm>
            <a:custGeom>
              <a:rect b="b" l="l" r="r" t="t"/>
              <a:pathLst>
                <a:path extrusionOk="0" h="68675" w="10032">
                  <a:moveTo>
                    <a:pt x="7649" y="1172"/>
                  </a:moveTo>
                  <a:lnTo>
                    <a:pt x="7767" y="1185"/>
                  </a:lnTo>
                  <a:lnTo>
                    <a:pt x="7886" y="1198"/>
                  </a:lnTo>
                  <a:lnTo>
                    <a:pt x="8004" y="1225"/>
                  </a:lnTo>
                  <a:lnTo>
                    <a:pt x="8109" y="1277"/>
                  </a:lnTo>
                  <a:lnTo>
                    <a:pt x="8215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491" y="1527"/>
                  </a:lnTo>
                  <a:lnTo>
                    <a:pt x="8570" y="1606"/>
                  </a:lnTo>
                  <a:lnTo>
                    <a:pt x="8636" y="1698"/>
                  </a:lnTo>
                  <a:lnTo>
                    <a:pt x="8702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20" y="2133"/>
                  </a:lnTo>
                  <a:lnTo>
                    <a:pt x="8833" y="2251"/>
                  </a:lnTo>
                  <a:lnTo>
                    <a:pt x="8847" y="2370"/>
                  </a:lnTo>
                  <a:lnTo>
                    <a:pt x="8833" y="2501"/>
                  </a:lnTo>
                  <a:lnTo>
                    <a:pt x="8820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2" y="2949"/>
                  </a:lnTo>
                  <a:lnTo>
                    <a:pt x="8636" y="3041"/>
                  </a:lnTo>
                  <a:lnTo>
                    <a:pt x="8570" y="3133"/>
                  </a:lnTo>
                  <a:lnTo>
                    <a:pt x="8491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15" y="3423"/>
                  </a:lnTo>
                  <a:lnTo>
                    <a:pt x="8109" y="3476"/>
                  </a:lnTo>
                  <a:lnTo>
                    <a:pt x="8004" y="3515"/>
                  </a:lnTo>
                  <a:lnTo>
                    <a:pt x="7886" y="3541"/>
                  </a:lnTo>
                  <a:lnTo>
                    <a:pt x="7767" y="3568"/>
                  </a:lnTo>
                  <a:lnTo>
                    <a:pt x="7530" y="3568"/>
                  </a:lnTo>
                  <a:lnTo>
                    <a:pt x="7412" y="3541"/>
                  </a:lnTo>
                  <a:lnTo>
                    <a:pt x="7293" y="3515"/>
                  </a:lnTo>
                  <a:lnTo>
                    <a:pt x="7175" y="3476"/>
                  </a:lnTo>
                  <a:lnTo>
                    <a:pt x="7083" y="3423"/>
                  </a:lnTo>
                  <a:lnTo>
                    <a:pt x="6977" y="3370"/>
                  </a:lnTo>
                  <a:lnTo>
                    <a:pt x="6885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48" y="3041"/>
                  </a:lnTo>
                  <a:lnTo>
                    <a:pt x="6596" y="2949"/>
                  </a:lnTo>
                  <a:lnTo>
                    <a:pt x="6543" y="2844"/>
                  </a:lnTo>
                  <a:lnTo>
                    <a:pt x="6504" y="2725"/>
                  </a:lnTo>
                  <a:lnTo>
                    <a:pt x="6477" y="2620"/>
                  </a:lnTo>
                  <a:lnTo>
                    <a:pt x="6451" y="2501"/>
                  </a:lnTo>
                  <a:lnTo>
                    <a:pt x="6451" y="2370"/>
                  </a:lnTo>
                  <a:lnTo>
                    <a:pt x="6451" y="2251"/>
                  </a:lnTo>
                  <a:lnTo>
                    <a:pt x="6477" y="2133"/>
                  </a:lnTo>
                  <a:lnTo>
                    <a:pt x="6504" y="2014"/>
                  </a:lnTo>
                  <a:lnTo>
                    <a:pt x="6543" y="1909"/>
                  </a:lnTo>
                  <a:lnTo>
                    <a:pt x="6596" y="1804"/>
                  </a:lnTo>
                  <a:lnTo>
                    <a:pt x="6648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85" y="1448"/>
                  </a:lnTo>
                  <a:lnTo>
                    <a:pt x="6977" y="1383"/>
                  </a:lnTo>
                  <a:lnTo>
                    <a:pt x="7083" y="1317"/>
                  </a:lnTo>
                  <a:lnTo>
                    <a:pt x="7175" y="1277"/>
                  </a:lnTo>
                  <a:lnTo>
                    <a:pt x="7293" y="1225"/>
                  </a:lnTo>
                  <a:lnTo>
                    <a:pt x="7412" y="1198"/>
                  </a:lnTo>
                  <a:lnTo>
                    <a:pt x="7530" y="1185"/>
                  </a:lnTo>
                  <a:lnTo>
                    <a:pt x="7649" y="1172"/>
                  </a:lnTo>
                  <a:close/>
                  <a:moveTo>
                    <a:pt x="7649" y="0"/>
                  </a:moveTo>
                  <a:lnTo>
                    <a:pt x="7399" y="14"/>
                  </a:lnTo>
                  <a:lnTo>
                    <a:pt x="7162" y="40"/>
                  </a:lnTo>
                  <a:lnTo>
                    <a:pt x="6938" y="106"/>
                  </a:lnTo>
                  <a:lnTo>
                    <a:pt x="6727" y="185"/>
                  </a:lnTo>
                  <a:lnTo>
                    <a:pt x="6517" y="277"/>
                  </a:lnTo>
                  <a:lnTo>
                    <a:pt x="6319" y="408"/>
                  </a:lnTo>
                  <a:lnTo>
                    <a:pt x="6135" y="540"/>
                  </a:lnTo>
                  <a:lnTo>
                    <a:pt x="5964" y="698"/>
                  </a:lnTo>
                  <a:lnTo>
                    <a:pt x="5806" y="856"/>
                  </a:lnTo>
                  <a:lnTo>
                    <a:pt x="5674" y="1040"/>
                  </a:lnTo>
                  <a:lnTo>
                    <a:pt x="5556" y="1238"/>
                  </a:lnTo>
                  <a:lnTo>
                    <a:pt x="5450" y="1448"/>
                  </a:lnTo>
                  <a:lnTo>
                    <a:pt x="5371" y="1672"/>
                  </a:lnTo>
                  <a:lnTo>
                    <a:pt x="5319" y="1896"/>
                  </a:lnTo>
                  <a:lnTo>
                    <a:pt x="5279" y="2133"/>
                  </a:lnTo>
                  <a:lnTo>
                    <a:pt x="5266" y="2370"/>
                  </a:lnTo>
                  <a:lnTo>
                    <a:pt x="5279" y="2580"/>
                  </a:lnTo>
                  <a:lnTo>
                    <a:pt x="5306" y="2778"/>
                  </a:lnTo>
                  <a:lnTo>
                    <a:pt x="5345" y="2975"/>
                  </a:lnTo>
                  <a:lnTo>
                    <a:pt x="5398" y="3160"/>
                  </a:lnTo>
                  <a:lnTo>
                    <a:pt x="5477" y="3344"/>
                  </a:lnTo>
                  <a:lnTo>
                    <a:pt x="5569" y="3515"/>
                  </a:lnTo>
                  <a:lnTo>
                    <a:pt x="5661" y="3686"/>
                  </a:lnTo>
                  <a:lnTo>
                    <a:pt x="5780" y="3844"/>
                  </a:lnTo>
                  <a:lnTo>
                    <a:pt x="5898" y="3989"/>
                  </a:lnTo>
                  <a:lnTo>
                    <a:pt x="6043" y="4121"/>
                  </a:lnTo>
                  <a:lnTo>
                    <a:pt x="6188" y="4252"/>
                  </a:lnTo>
                  <a:lnTo>
                    <a:pt x="6346" y="4357"/>
                  </a:lnTo>
                  <a:lnTo>
                    <a:pt x="6504" y="4463"/>
                  </a:lnTo>
                  <a:lnTo>
                    <a:pt x="6688" y="4555"/>
                  </a:lnTo>
                  <a:lnTo>
                    <a:pt x="6872" y="4621"/>
                  </a:lnTo>
                  <a:lnTo>
                    <a:pt x="7056" y="4673"/>
                  </a:lnTo>
                  <a:lnTo>
                    <a:pt x="7056" y="26156"/>
                  </a:lnTo>
                  <a:lnTo>
                    <a:pt x="1" y="33212"/>
                  </a:lnTo>
                  <a:lnTo>
                    <a:pt x="1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25" y="4621"/>
                  </a:lnTo>
                  <a:lnTo>
                    <a:pt x="8610" y="4555"/>
                  </a:lnTo>
                  <a:lnTo>
                    <a:pt x="8781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55" y="4121"/>
                  </a:lnTo>
                  <a:lnTo>
                    <a:pt x="9386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29" y="3515"/>
                  </a:lnTo>
                  <a:lnTo>
                    <a:pt x="9821" y="3344"/>
                  </a:lnTo>
                  <a:lnTo>
                    <a:pt x="9887" y="3160"/>
                  </a:lnTo>
                  <a:lnTo>
                    <a:pt x="9952" y="2975"/>
                  </a:lnTo>
                  <a:lnTo>
                    <a:pt x="9992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9" y="1896"/>
                  </a:lnTo>
                  <a:lnTo>
                    <a:pt x="9913" y="1672"/>
                  </a:lnTo>
                  <a:lnTo>
                    <a:pt x="9834" y="1448"/>
                  </a:lnTo>
                  <a:lnTo>
                    <a:pt x="9742" y="1238"/>
                  </a:lnTo>
                  <a:lnTo>
                    <a:pt x="9623" y="1040"/>
                  </a:lnTo>
                  <a:lnTo>
                    <a:pt x="9478" y="856"/>
                  </a:lnTo>
                  <a:lnTo>
                    <a:pt x="9334" y="698"/>
                  </a:lnTo>
                  <a:lnTo>
                    <a:pt x="9163" y="540"/>
                  </a:lnTo>
                  <a:lnTo>
                    <a:pt x="8978" y="408"/>
                  </a:lnTo>
                  <a:lnTo>
                    <a:pt x="8781" y="277"/>
                  </a:lnTo>
                  <a:lnTo>
                    <a:pt x="8570" y="185"/>
                  </a:lnTo>
                  <a:lnTo>
                    <a:pt x="8360" y="106"/>
                  </a:lnTo>
                  <a:lnTo>
                    <a:pt x="8123" y="40"/>
                  </a:lnTo>
                  <a:lnTo>
                    <a:pt x="7886" y="14"/>
                  </a:lnTo>
                  <a:lnTo>
                    <a:pt x="7649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091500" y="3667875"/>
              <a:ext cx="257025" cy="849400"/>
            </a:xfrm>
            <a:custGeom>
              <a:rect b="b" l="l" r="r" t="t"/>
              <a:pathLst>
                <a:path extrusionOk="0" h="33976" w="10281">
                  <a:moveTo>
                    <a:pt x="2383" y="30395"/>
                  </a:moveTo>
                  <a:lnTo>
                    <a:pt x="2501" y="30408"/>
                  </a:lnTo>
                  <a:lnTo>
                    <a:pt x="2620" y="30421"/>
                  </a:lnTo>
                  <a:lnTo>
                    <a:pt x="2738" y="30447"/>
                  </a:lnTo>
                  <a:lnTo>
                    <a:pt x="2844" y="30500"/>
                  </a:lnTo>
                  <a:lnTo>
                    <a:pt x="2949" y="30540"/>
                  </a:lnTo>
                  <a:lnTo>
                    <a:pt x="3041" y="30605"/>
                  </a:lnTo>
                  <a:lnTo>
                    <a:pt x="3133" y="30671"/>
                  </a:lnTo>
                  <a:lnTo>
                    <a:pt x="3225" y="30750"/>
                  </a:lnTo>
                  <a:lnTo>
                    <a:pt x="3304" y="30842"/>
                  </a:lnTo>
                  <a:lnTo>
                    <a:pt x="3370" y="30934"/>
                  </a:lnTo>
                  <a:lnTo>
                    <a:pt x="3436" y="31027"/>
                  </a:lnTo>
                  <a:lnTo>
                    <a:pt x="3475" y="31132"/>
                  </a:lnTo>
                  <a:lnTo>
                    <a:pt x="3515" y="31237"/>
                  </a:lnTo>
                  <a:lnTo>
                    <a:pt x="3554" y="31356"/>
                  </a:lnTo>
                  <a:lnTo>
                    <a:pt x="3568" y="31474"/>
                  </a:lnTo>
                  <a:lnTo>
                    <a:pt x="3581" y="31593"/>
                  </a:lnTo>
                  <a:lnTo>
                    <a:pt x="3568" y="31724"/>
                  </a:lnTo>
                  <a:lnTo>
                    <a:pt x="3554" y="31843"/>
                  </a:lnTo>
                  <a:lnTo>
                    <a:pt x="3515" y="31948"/>
                  </a:lnTo>
                  <a:lnTo>
                    <a:pt x="3475" y="32066"/>
                  </a:lnTo>
                  <a:lnTo>
                    <a:pt x="3436" y="32172"/>
                  </a:lnTo>
                  <a:lnTo>
                    <a:pt x="3370" y="32264"/>
                  </a:lnTo>
                  <a:lnTo>
                    <a:pt x="3304" y="32356"/>
                  </a:lnTo>
                  <a:lnTo>
                    <a:pt x="3225" y="32448"/>
                  </a:lnTo>
                  <a:lnTo>
                    <a:pt x="3133" y="32527"/>
                  </a:lnTo>
                  <a:lnTo>
                    <a:pt x="3041" y="32593"/>
                  </a:lnTo>
                  <a:lnTo>
                    <a:pt x="2949" y="32646"/>
                  </a:lnTo>
                  <a:lnTo>
                    <a:pt x="2844" y="32698"/>
                  </a:lnTo>
                  <a:lnTo>
                    <a:pt x="2738" y="32738"/>
                  </a:lnTo>
                  <a:lnTo>
                    <a:pt x="2620" y="32764"/>
                  </a:lnTo>
                  <a:lnTo>
                    <a:pt x="2501" y="32790"/>
                  </a:lnTo>
                  <a:lnTo>
                    <a:pt x="2251" y="32790"/>
                  </a:lnTo>
                  <a:lnTo>
                    <a:pt x="2133" y="32764"/>
                  </a:lnTo>
                  <a:lnTo>
                    <a:pt x="2027" y="32738"/>
                  </a:lnTo>
                  <a:lnTo>
                    <a:pt x="1909" y="32698"/>
                  </a:lnTo>
                  <a:lnTo>
                    <a:pt x="1804" y="32646"/>
                  </a:lnTo>
                  <a:lnTo>
                    <a:pt x="1712" y="32593"/>
                  </a:lnTo>
                  <a:lnTo>
                    <a:pt x="1619" y="32527"/>
                  </a:lnTo>
                  <a:lnTo>
                    <a:pt x="1527" y="32448"/>
                  </a:lnTo>
                  <a:lnTo>
                    <a:pt x="1448" y="32356"/>
                  </a:lnTo>
                  <a:lnTo>
                    <a:pt x="1382" y="32264"/>
                  </a:lnTo>
                  <a:lnTo>
                    <a:pt x="1330" y="32172"/>
                  </a:lnTo>
                  <a:lnTo>
                    <a:pt x="1277" y="32066"/>
                  </a:lnTo>
                  <a:lnTo>
                    <a:pt x="1238" y="31948"/>
                  </a:lnTo>
                  <a:lnTo>
                    <a:pt x="1198" y="31843"/>
                  </a:lnTo>
                  <a:lnTo>
                    <a:pt x="1185" y="31724"/>
                  </a:lnTo>
                  <a:lnTo>
                    <a:pt x="1185" y="31593"/>
                  </a:lnTo>
                  <a:lnTo>
                    <a:pt x="1185" y="31474"/>
                  </a:lnTo>
                  <a:lnTo>
                    <a:pt x="1198" y="31356"/>
                  </a:lnTo>
                  <a:lnTo>
                    <a:pt x="1238" y="31237"/>
                  </a:lnTo>
                  <a:lnTo>
                    <a:pt x="1277" y="31132"/>
                  </a:lnTo>
                  <a:lnTo>
                    <a:pt x="1330" y="31027"/>
                  </a:lnTo>
                  <a:lnTo>
                    <a:pt x="1382" y="30934"/>
                  </a:lnTo>
                  <a:lnTo>
                    <a:pt x="1448" y="30842"/>
                  </a:lnTo>
                  <a:lnTo>
                    <a:pt x="1527" y="30750"/>
                  </a:lnTo>
                  <a:lnTo>
                    <a:pt x="1619" y="30671"/>
                  </a:lnTo>
                  <a:lnTo>
                    <a:pt x="1712" y="30605"/>
                  </a:lnTo>
                  <a:lnTo>
                    <a:pt x="1804" y="30540"/>
                  </a:lnTo>
                  <a:lnTo>
                    <a:pt x="1909" y="30500"/>
                  </a:lnTo>
                  <a:lnTo>
                    <a:pt x="2027" y="30447"/>
                  </a:lnTo>
                  <a:lnTo>
                    <a:pt x="2133" y="30421"/>
                  </a:lnTo>
                  <a:lnTo>
                    <a:pt x="2251" y="30408"/>
                  </a:lnTo>
                  <a:lnTo>
                    <a:pt x="2383" y="30395"/>
                  </a:lnTo>
                  <a:close/>
                  <a:moveTo>
                    <a:pt x="9096" y="0"/>
                  </a:moveTo>
                  <a:lnTo>
                    <a:pt x="9096" y="23773"/>
                  </a:lnTo>
                  <a:lnTo>
                    <a:pt x="3410" y="29460"/>
                  </a:lnTo>
                  <a:lnTo>
                    <a:pt x="3173" y="29355"/>
                  </a:lnTo>
                  <a:lnTo>
                    <a:pt x="2923" y="29276"/>
                  </a:lnTo>
                  <a:lnTo>
                    <a:pt x="2646" y="29236"/>
                  </a:lnTo>
                  <a:lnTo>
                    <a:pt x="2515" y="29223"/>
                  </a:lnTo>
                  <a:lnTo>
                    <a:pt x="2383" y="29223"/>
                  </a:lnTo>
                  <a:lnTo>
                    <a:pt x="2133" y="29236"/>
                  </a:lnTo>
                  <a:lnTo>
                    <a:pt x="1896" y="29263"/>
                  </a:lnTo>
                  <a:lnTo>
                    <a:pt x="1672" y="29328"/>
                  </a:lnTo>
                  <a:lnTo>
                    <a:pt x="1448" y="29407"/>
                  </a:lnTo>
                  <a:lnTo>
                    <a:pt x="1251" y="29500"/>
                  </a:lnTo>
                  <a:lnTo>
                    <a:pt x="1053" y="29631"/>
                  </a:lnTo>
                  <a:lnTo>
                    <a:pt x="869" y="29763"/>
                  </a:lnTo>
                  <a:lnTo>
                    <a:pt x="698" y="29921"/>
                  </a:lnTo>
                  <a:lnTo>
                    <a:pt x="540" y="30079"/>
                  </a:lnTo>
                  <a:lnTo>
                    <a:pt x="408" y="30263"/>
                  </a:lnTo>
                  <a:lnTo>
                    <a:pt x="290" y="30461"/>
                  </a:lnTo>
                  <a:lnTo>
                    <a:pt x="185" y="30671"/>
                  </a:lnTo>
                  <a:lnTo>
                    <a:pt x="106" y="30895"/>
                  </a:lnTo>
                  <a:lnTo>
                    <a:pt x="53" y="31119"/>
                  </a:lnTo>
                  <a:lnTo>
                    <a:pt x="13" y="31356"/>
                  </a:lnTo>
                  <a:lnTo>
                    <a:pt x="0" y="31593"/>
                  </a:lnTo>
                  <a:lnTo>
                    <a:pt x="13" y="31843"/>
                  </a:lnTo>
                  <a:lnTo>
                    <a:pt x="53" y="32080"/>
                  </a:lnTo>
                  <a:lnTo>
                    <a:pt x="106" y="32303"/>
                  </a:lnTo>
                  <a:lnTo>
                    <a:pt x="185" y="32527"/>
                  </a:lnTo>
                  <a:lnTo>
                    <a:pt x="290" y="32725"/>
                  </a:lnTo>
                  <a:lnTo>
                    <a:pt x="408" y="32922"/>
                  </a:lnTo>
                  <a:lnTo>
                    <a:pt x="540" y="33106"/>
                  </a:lnTo>
                  <a:lnTo>
                    <a:pt x="698" y="33278"/>
                  </a:lnTo>
                  <a:lnTo>
                    <a:pt x="869" y="33435"/>
                  </a:lnTo>
                  <a:lnTo>
                    <a:pt x="1053" y="33567"/>
                  </a:lnTo>
                  <a:lnTo>
                    <a:pt x="1251" y="33686"/>
                  </a:lnTo>
                  <a:lnTo>
                    <a:pt x="1448" y="33791"/>
                  </a:lnTo>
                  <a:lnTo>
                    <a:pt x="1672" y="33870"/>
                  </a:lnTo>
                  <a:lnTo>
                    <a:pt x="1896" y="33923"/>
                  </a:lnTo>
                  <a:lnTo>
                    <a:pt x="2133" y="33962"/>
                  </a:lnTo>
                  <a:lnTo>
                    <a:pt x="2383" y="33975"/>
                  </a:lnTo>
                  <a:lnTo>
                    <a:pt x="2620" y="33962"/>
                  </a:lnTo>
                  <a:lnTo>
                    <a:pt x="2857" y="33923"/>
                  </a:lnTo>
                  <a:lnTo>
                    <a:pt x="3081" y="33870"/>
                  </a:lnTo>
                  <a:lnTo>
                    <a:pt x="3304" y="33791"/>
                  </a:lnTo>
                  <a:lnTo>
                    <a:pt x="3515" y="33686"/>
                  </a:lnTo>
                  <a:lnTo>
                    <a:pt x="3712" y="33567"/>
                  </a:lnTo>
                  <a:lnTo>
                    <a:pt x="3884" y="33435"/>
                  </a:lnTo>
                  <a:lnTo>
                    <a:pt x="4055" y="33278"/>
                  </a:lnTo>
                  <a:lnTo>
                    <a:pt x="4213" y="33106"/>
                  </a:lnTo>
                  <a:lnTo>
                    <a:pt x="4344" y="32922"/>
                  </a:lnTo>
                  <a:lnTo>
                    <a:pt x="4463" y="32725"/>
                  </a:lnTo>
                  <a:lnTo>
                    <a:pt x="4568" y="32527"/>
                  </a:lnTo>
                  <a:lnTo>
                    <a:pt x="4647" y="32303"/>
                  </a:lnTo>
                  <a:lnTo>
                    <a:pt x="4713" y="32080"/>
                  </a:lnTo>
                  <a:lnTo>
                    <a:pt x="4739" y="31843"/>
                  </a:lnTo>
                  <a:lnTo>
                    <a:pt x="4752" y="31593"/>
                  </a:lnTo>
                  <a:lnTo>
                    <a:pt x="4752" y="31408"/>
                  </a:lnTo>
                  <a:lnTo>
                    <a:pt x="4726" y="31224"/>
                  </a:lnTo>
                  <a:lnTo>
                    <a:pt x="4686" y="31040"/>
                  </a:lnTo>
                  <a:lnTo>
                    <a:pt x="4634" y="30869"/>
                  </a:lnTo>
                  <a:lnTo>
                    <a:pt x="4581" y="30697"/>
                  </a:lnTo>
                  <a:lnTo>
                    <a:pt x="4502" y="30526"/>
                  </a:lnTo>
                  <a:lnTo>
                    <a:pt x="4410" y="30368"/>
                  </a:lnTo>
                  <a:lnTo>
                    <a:pt x="4318" y="30224"/>
                  </a:lnTo>
                  <a:lnTo>
                    <a:pt x="10281" y="24261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2061550" y="3414800"/>
              <a:ext cx="865200" cy="1064950"/>
            </a:xfrm>
            <a:custGeom>
              <a:rect b="b" l="l" r="r" t="t"/>
              <a:pathLst>
                <a:path extrusionOk="0" h="42598" w="34608">
                  <a:moveTo>
                    <a:pt x="32356" y="39030"/>
                  </a:moveTo>
                  <a:lnTo>
                    <a:pt x="32475" y="39057"/>
                  </a:lnTo>
                  <a:lnTo>
                    <a:pt x="32593" y="39083"/>
                  </a:lnTo>
                  <a:lnTo>
                    <a:pt x="32699" y="39122"/>
                  </a:lnTo>
                  <a:lnTo>
                    <a:pt x="32804" y="39175"/>
                  </a:lnTo>
                  <a:lnTo>
                    <a:pt x="32909" y="39228"/>
                  </a:lnTo>
                  <a:lnTo>
                    <a:pt x="33001" y="39307"/>
                  </a:lnTo>
                  <a:lnTo>
                    <a:pt x="33080" y="39372"/>
                  </a:lnTo>
                  <a:lnTo>
                    <a:pt x="33159" y="39465"/>
                  </a:lnTo>
                  <a:lnTo>
                    <a:pt x="33225" y="39557"/>
                  </a:lnTo>
                  <a:lnTo>
                    <a:pt x="33291" y="39649"/>
                  </a:lnTo>
                  <a:lnTo>
                    <a:pt x="33330" y="39754"/>
                  </a:lnTo>
                  <a:lnTo>
                    <a:pt x="33383" y="39873"/>
                  </a:lnTo>
                  <a:lnTo>
                    <a:pt x="33409" y="39978"/>
                  </a:lnTo>
                  <a:lnTo>
                    <a:pt x="33423" y="40096"/>
                  </a:lnTo>
                  <a:lnTo>
                    <a:pt x="33436" y="40228"/>
                  </a:lnTo>
                  <a:lnTo>
                    <a:pt x="33423" y="40347"/>
                  </a:lnTo>
                  <a:lnTo>
                    <a:pt x="33409" y="40465"/>
                  </a:lnTo>
                  <a:lnTo>
                    <a:pt x="33383" y="40584"/>
                  </a:lnTo>
                  <a:lnTo>
                    <a:pt x="33330" y="40689"/>
                  </a:lnTo>
                  <a:lnTo>
                    <a:pt x="33291" y="40794"/>
                  </a:lnTo>
                  <a:lnTo>
                    <a:pt x="33225" y="40899"/>
                  </a:lnTo>
                  <a:lnTo>
                    <a:pt x="33159" y="40992"/>
                  </a:lnTo>
                  <a:lnTo>
                    <a:pt x="33080" y="41071"/>
                  </a:lnTo>
                  <a:lnTo>
                    <a:pt x="33001" y="41150"/>
                  </a:lnTo>
                  <a:lnTo>
                    <a:pt x="32909" y="41215"/>
                  </a:lnTo>
                  <a:lnTo>
                    <a:pt x="32804" y="41281"/>
                  </a:lnTo>
                  <a:lnTo>
                    <a:pt x="32699" y="41321"/>
                  </a:lnTo>
                  <a:lnTo>
                    <a:pt x="32593" y="41373"/>
                  </a:lnTo>
                  <a:lnTo>
                    <a:pt x="32475" y="41400"/>
                  </a:lnTo>
                  <a:lnTo>
                    <a:pt x="32356" y="41413"/>
                  </a:lnTo>
                  <a:lnTo>
                    <a:pt x="32238" y="41426"/>
                  </a:lnTo>
                  <a:lnTo>
                    <a:pt x="32106" y="41413"/>
                  </a:lnTo>
                  <a:lnTo>
                    <a:pt x="31988" y="41400"/>
                  </a:lnTo>
                  <a:lnTo>
                    <a:pt x="31882" y="41373"/>
                  </a:lnTo>
                  <a:lnTo>
                    <a:pt x="31764" y="41321"/>
                  </a:lnTo>
                  <a:lnTo>
                    <a:pt x="31659" y="41281"/>
                  </a:lnTo>
                  <a:lnTo>
                    <a:pt x="31566" y="41215"/>
                  </a:lnTo>
                  <a:lnTo>
                    <a:pt x="31474" y="41150"/>
                  </a:lnTo>
                  <a:lnTo>
                    <a:pt x="31382" y="41071"/>
                  </a:lnTo>
                  <a:lnTo>
                    <a:pt x="31316" y="40992"/>
                  </a:lnTo>
                  <a:lnTo>
                    <a:pt x="31237" y="40899"/>
                  </a:lnTo>
                  <a:lnTo>
                    <a:pt x="31185" y="40794"/>
                  </a:lnTo>
                  <a:lnTo>
                    <a:pt x="31132" y="40689"/>
                  </a:lnTo>
                  <a:lnTo>
                    <a:pt x="31093" y="40584"/>
                  </a:lnTo>
                  <a:lnTo>
                    <a:pt x="31066" y="40465"/>
                  </a:lnTo>
                  <a:lnTo>
                    <a:pt x="31040" y="40347"/>
                  </a:lnTo>
                  <a:lnTo>
                    <a:pt x="31040" y="40228"/>
                  </a:lnTo>
                  <a:lnTo>
                    <a:pt x="31040" y="40096"/>
                  </a:lnTo>
                  <a:lnTo>
                    <a:pt x="31066" y="39978"/>
                  </a:lnTo>
                  <a:lnTo>
                    <a:pt x="31093" y="39873"/>
                  </a:lnTo>
                  <a:lnTo>
                    <a:pt x="31132" y="39754"/>
                  </a:lnTo>
                  <a:lnTo>
                    <a:pt x="31185" y="39649"/>
                  </a:lnTo>
                  <a:lnTo>
                    <a:pt x="31237" y="39557"/>
                  </a:lnTo>
                  <a:lnTo>
                    <a:pt x="31316" y="39465"/>
                  </a:lnTo>
                  <a:lnTo>
                    <a:pt x="31382" y="39372"/>
                  </a:lnTo>
                  <a:lnTo>
                    <a:pt x="31474" y="39307"/>
                  </a:lnTo>
                  <a:lnTo>
                    <a:pt x="31566" y="39228"/>
                  </a:lnTo>
                  <a:lnTo>
                    <a:pt x="31659" y="39175"/>
                  </a:lnTo>
                  <a:lnTo>
                    <a:pt x="31764" y="39122"/>
                  </a:lnTo>
                  <a:lnTo>
                    <a:pt x="31882" y="39083"/>
                  </a:lnTo>
                  <a:lnTo>
                    <a:pt x="31988" y="39057"/>
                  </a:lnTo>
                  <a:lnTo>
                    <a:pt x="32106" y="39030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1645" y="1185"/>
                  </a:lnTo>
                  <a:lnTo>
                    <a:pt x="31645" y="37925"/>
                  </a:lnTo>
                  <a:lnTo>
                    <a:pt x="31448" y="37977"/>
                  </a:lnTo>
                  <a:lnTo>
                    <a:pt x="31277" y="38043"/>
                  </a:lnTo>
                  <a:lnTo>
                    <a:pt x="31093" y="38135"/>
                  </a:lnTo>
                  <a:lnTo>
                    <a:pt x="30935" y="38240"/>
                  </a:lnTo>
                  <a:lnTo>
                    <a:pt x="30777" y="38346"/>
                  </a:lnTo>
                  <a:lnTo>
                    <a:pt x="30632" y="38477"/>
                  </a:lnTo>
                  <a:lnTo>
                    <a:pt x="30487" y="38609"/>
                  </a:lnTo>
                  <a:lnTo>
                    <a:pt x="30369" y="38754"/>
                  </a:lnTo>
                  <a:lnTo>
                    <a:pt x="30250" y="38912"/>
                  </a:lnTo>
                  <a:lnTo>
                    <a:pt x="30145" y="39083"/>
                  </a:lnTo>
                  <a:lnTo>
                    <a:pt x="30066" y="39254"/>
                  </a:lnTo>
                  <a:lnTo>
                    <a:pt x="29987" y="39438"/>
                  </a:lnTo>
                  <a:lnTo>
                    <a:pt x="29934" y="39623"/>
                  </a:lnTo>
                  <a:lnTo>
                    <a:pt x="29895" y="39820"/>
                  </a:lnTo>
                  <a:lnTo>
                    <a:pt x="29868" y="40018"/>
                  </a:lnTo>
                  <a:lnTo>
                    <a:pt x="29855" y="40228"/>
                  </a:lnTo>
                  <a:lnTo>
                    <a:pt x="29868" y="40465"/>
                  </a:lnTo>
                  <a:lnTo>
                    <a:pt x="29908" y="40702"/>
                  </a:lnTo>
                  <a:lnTo>
                    <a:pt x="29961" y="40926"/>
                  </a:lnTo>
                  <a:lnTo>
                    <a:pt x="30039" y="41150"/>
                  </a:lnTo>
                  <a:lnTo>
                    <a:pt x="30145" y="41360"/>
                  </a:lnTo>
                  <a:lnTo>
                    <a:pt x="30263" y="41558"/>
                  </a:lnTo>
                  <a:lnTo>
                    <a:pt x="30395" y="41742"/>
                  </a:lnTo>
                  <a:lnTo>
                    <a:pt x="30553" y="41900"/>
                  </a:lnTo>
                  <a:lnTo>
                    <a:pt x="30724" y="42058"/>
                  </a:lnTo>
                  <a:lnTo>
                    <a:pt x="30908" y="42189"/>
                  </a:lnTo>
                  <a:lnTo>
                    <a:pt x="31106" y="42321"/>
                  </a:lnTo>
                  <a:lnTo>
                    <a:pt x="31303" y="42413"/>
                  </a:lnTo>
                  <a:lnTo>
                    <a:pt x="31527" y="42492"/>
                  </a:lnTo>
                  <a:lnTo>
                    <a:pt x="31751" y="42558"/>
                  </a:lnTo>
                  <a:lnTo>
                    <a:pt x="31988" y="42584"/>
                  </a:lnTo>
                  <a:lnTo>
                    <a:pt x="32238" y="42598"/>
                  </a:lnTo>
                  <a:lnTo>
                    <a:pt x="32475" y="42584"/>
                  </a:lnTo>
                  <a:lnTo>
                    <a:pt x="32712" y="42558"/>
                  </a:lnTo>
                  <a:lnTo>
                    <a:pt x="32935" y="42492"/>
                  </a:lnTo>
                  <a:lnTo>
                    <a:pt x="33159" y="42413"/>
                  </a:lnTo>
                  <a:lnTo>
                    <a:pt x="33370" y="42321"/>
                  </a:lnTo>
                  <a:lnTo>
                    <a:pt x="33567" y="42189"/>
                  </a:lnTo>
                  <a:lnTo>
                    <a:pt x="33752" y="42058"/>
                  </a:lnTo>
                  <a:lnTo>
                    <a:pt x="33910" y="41900"/>
                  </a:lnTo>
                  <a:lnTo>
                    <a:pt x="34068" y="41742"/>
                  </a:lnTo>
                  <a:lnTo>
                    <a:pt x="34199" y="41558"/>
                  </a:lnTo>
                  <a:lnTo>
                    <a:pt x="34331" y="41360"/>
                  </a:lnTo>
                  <a:lnTo>
                    <a:pt x="34423" y="41150"/>
                  </a:lnTo>
                  <a:lnTo>
                    <a:pt x="34502" y="40926"/>
                  </a:lnTo>
                  <a:lnTo>
                    <a:pt x="34568" y="40702"/>
                  </a:lnTo>
                  <a:lnTo>
                    <a:pt x="34594" y="40465"/>
                  </a:lnTo>
                  <a:lnTo>
                    <a:pt x="34607" y="40228"/>
                  </a:lnTo>
                  <a:lnTo>
                    <a:pt x="34607" y="40018"/>
                  </a:lnTo>
                  <a:lnTo>
                    <a:pt x="34581" y="39820"/>
                  </a:lnTo>
                  <a:lnTo>
                    <a:pt x="34541" y="39623"/>
                  </a:lnTo>
                  <a:lnTo>
                    <a:pt x="34476" y="39438"/>
                  </a:lnTo>
                  <a:lnTo>
                    <a:pt x="34410" y="39254"/>
                  </a:lnTo>
                  <a:lnTo>
                    <a:pt x="34318" y="39083"/>
                  </a:lnTo>
                  <a:lnTo>
                    <a:pt x="34212" y="38912"/>
                  </a:lnTo>
                  <a:lnTo>
                    <a:pt x="34107" y="38754"/>
                  </a:lnTo>
                  <a:lnTo>
                    <a:pt x="33975" y="38609"/>
                  </a:lnTo>
                  <a:lnTo>
                    <a:pt x="33844" y="38477"/>
                  </a:lnTo>
                  <a:lnTo>
                    <a:pt x="33699" y="38346"/>
                  </a:lnTo>
                  <a:lnTo>
                    <a:pt x="33541" y="38240"/>
                  </a:lnTo>
                  <a:lnTo>
                    <a:pt x="33370" y="38135"/>
                  </a:lnTo>
                  <a:lnTo>
                    <a:pt x="33199" y="38043"/>
                  </a:lnTo>
                  <a:lnTo>
                    <a:pt x="33014" y="37977"/>
                  </a:lnTo>
                  <a:lnTo>
                    <a:pt x="32830" y="37925"/>
                  </a:lnTo>
                  <a:lnTo>
                    <a:pt x="3283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1319125" y="1581450"/>
              <a:ext cx="375525" cy="375525"/>
            </a:xfrm>
            <a:custGeom>
              <a:rect b="b" l="l" r="r" t="t"/>
              <a:pathLst>
                <a:path extrusionOk="0" h="15021" w="15021">
                  <a:moveTo>
                    <a:pt x="12756" y="1185"/>
                  </a:moveTo>
                  <a:lnTo>
                    <a:pt x="12874" y="1212"/>
                  </a:lnTo>
                  <a:lnTo>
                    <a:pt x="12993" y="1238"/>
                  </a:lnTo>
                  <a:lnTo>
                    <a:pt x="13098" y="1277"/>
                  </a:lnTo>
                  <a:lnTo>
                    <a:pt x="13204" y="1330"/>
                  </a:lnTo>
                  <a:lnTo>
                    <a:pt x="13309" y="1383"/>
                  </a:lnTo>
                  <a:lnTo>
                    <a:pt x="13401" y="1462"/>
                  </a:lnTo>
                  <a:lnTo>
                    <a:pt x="13493" y="1541"/>
                  </a:lnTo>
                  <a:lnTo>
                    <a:pt x="13572" y="1633"/>
                  </a:lnTo>
                  <a:lnTo>
                    <a:pt x="13638" y="1725"/>
                  </a:lnTo>
                  <a:lnTo>
                    <a:pt x="13704" y="1830"/>
                  </a:lnTo>
                  <a:lnTo>
                    <a:pt x="13756" y="1936"/>
                  </a:lnTo>
                  <a:lnTo>
                    <a:pt x="13796" y="2041"/>
                  </a:lnTo>
                  <a:lnTo>
                    <a:pt x="13822" y="2159"/>
                  </a:lnTo>
                  <a:lnTo>
                    <a:pt x="13835" y="2265"/>
                  </a:lnTo>
                  <a:lnTo>
                    <a:pt x="13835" y="2383"/>
                  </a:lnTo>
                  <a:lnTo>
                    <a:pt x="13835" y="2502"/>
                  </a:lnTo>
                  <a:lnTo>
                    <a:pt x="13822" y="2607"/>
                  </a:lnTo>
                  <a:lnTo>
                    <a:pt x="13796" y="2725"/>
                  </a:lnTo>
                  <a:lnTo>
                    <a:pt x="13756" y="2831"/>
                  </a:lnTo>
                  <a:lnTo>
                    <a:pt x="13704" y="2936"/>
                  </a:lnTo>
                  <a:lnTo>
                    <a:pt x="13638" y="3041"/>
                  </a:lnTo>
                  <a:lnTo>
                    <a:pt x="13572" y="3133"/>
                  </a:lnTo>
                  <a:lnTo>
                    <a:pt x="13493" y="3226"/>
                  </a:lnTo>
                  <a:lnTo>
                    <a:pt x="13401" y="3305"/>
                  </a:lnTo>
                  <a:lnTo>
                    <a:pt x="13309" y="3383"/>
                  </a:lnTo>
                  <a:lnTo>
                    <a:pt x="13204" y="3436"/>
                  </a:lnTo>
                  <a:lnTo>
                    <a:pt x="13098" y="3489"/>
                  </a:lnTo>
                  <a:lnTo>
                    <a:pt x="12993" y="3515"/>
                  </a:lnTo>
                  <a:lnTo>
                    <a:pt x="12874" y="3541"/>
                  </a:lnTo>
                  <a:lnTo>
                    <a:pt x="12756" y="3568"/>
                  </a:lnTo>
                  <a:lnTo>
                    <a:pt x="12532" y="3568"/>
                  </a:lnTo>
                  <a:lnTo>
                    <a:pt x="12414" y="3541"/>
                  </a:lnTo>
                  <a:lnTo>
                    <a:pt x="12295" y="3515"/>
                  </a:lnTo>
                  <a:lnTo>
                    <a:pt x="12190" y="3489"/>
                  </a:lnTo>
                  <a:lnTo>
                    <a:pt x="12085" y="3436"/>
                  </a:lnTo>
                  <a:lnTo>
                    <a:pt x="11979" y="3383"/>
                  </a:lnTo>
                  <a:lnTo>
                    <a:pt x="11887" y="3305"/>
                  </a:lnTo>
                  <a:lnTo>
                    <a:pt x="11795" y="3226"/>
                  </a:lnTo>
                  <a:lnTo>
                    <a:pt x="11716" y="3147"/>
                  </a:lnTo>
                  <a:lnTo>
                    <a:pt x="11650" y="3041"/>
                  </a:lnTo>
                  <a:lnTo>
                    <a:pt x="11584" y="2949"/>
                  </a:lnTo>
                  <a:lnTo>
                    <a:pt x="11532" y="2844"/>
                  </a:lnTo>
                  <a:lnTo>
                    <a:pt x="11492" y="2725"/>
                  </a:lnTo>
                  <a:lnTo>
                    <a:pt x="11466" y="2620"/>
                  </a:lnTo>
                  <a:lnTo>
                    <a:pt x="11453" y="2502"/>
                  </a:lnTo>
                  <a:lnTo>
                    <a:pt x="11440" y="2383"/>
                  </a:lnTo>
                  <a:lnTo>
                    <a:pt x="11453" y="2265"/>
                  </a:lnTo>
                  <a:lnTo>
                    <a:pt x="11466" y="2146"/>
                  </a:lnTo>
                  <a:lnTo>
                    <a:pt x="11492" y="2028"/>
                  </a:lnTo>
                  <a:lnTo>
                    <a:pt x="11532" y="1922"/>
                  </a:lnTo>
                  <a:lnTo>
                    <a:pt x="11584" y="1817"/>
                  </a:lnTo>
                  <a:lnTo>
                    <a:pt x="11650" y="1725"/>
                  </a:lnTo>
                  <a:lnTo>
                    <a:pt x="11716" y="1620"/>
                  </a:lnTo>
                  <a:lnTo>
                    <a:pt x="11795" y="1541"/>
                  </a:lnTo>
                  <a:lnTo>
                    <a:pt x="11887" y="1462"/>
                  </a:lnTo>
                  <a:lnTo>
                    <a:pt x="11979" y="1383"/>
                  </a:lnTo>
                  <a:lnTo>
                    <a:pt x="12085" y="1330"/>
                  </a:lnTo>
                  <a:lnTo>
                    <a:pt x="12190" y="1277"/>
                  </a:lnTo>
                  <a:lnTo>
                    <a:pt x="12295" y="1238"/>
                  </a:lnTo>
                  <a:lnTo>
                    <a:pt x="12414" y="1212"/>
                  </a:lnTo>
                  <a:lnTo>
                    <a:pt x="12519" y="1185"/>
                  </a:lnTo>
                  <a:close/>
                  <a:moveTo>
                    <a:pt x="2383" y="11440"/>
                  </a:moveTo>
                  <a:lnTo>
                    <a:pt x="2502" y="11453"/>
                  </a:lnTo>
                  <a:lnTo>
                    <a:pt x="2620" y="11466"/>
                  </a:lnTo>
                  <a:lnTo>
                    <a:pt x="2739" y="11492"/>
                  </a:lnTo>
                  <a:lnTo>
                    <a:pt x="2844" y="11532"/>
                  </a:lnTo>
                  <a:lnTo>
                    <a:pt x="2949" y="11584"/>
                  </a:lnTo>
                  <a:lnTo>
                    <a:pt x="3055" y="11650"/>
                  </a:lnTo>
                  <a:lnTo>
                    <a:pt x="3147" y="11716"/>
                  </a:lnTo>
                  <a:lnTo>
                    <a:pt x="3226" y="11795"/>
                  </a:lnTo>
                  <a:lnTo>
                    <a:pt x="3305" y="11887"/>
                  </a:lnTo>
                  <a:lnTo>
                    <a:pt x="3384" y="11979"/>
                  </a:lnTo>
                  <a:lnTo>
                    <a:pt x="3436" y="12071"/>
                  </a:lnTo>
                  <a:lnTo>
                    <a:pt x="3489" y="12177"/>
                  </a:lnTo>
                  <a:lnTo>
                    <a:pt x="3528" y="12295"/>
                  </a:lnTo>
                  <a:lnTo>
                    <a:pt x="3555" y="12401"/>
                  </a:lnTo>
                  <a:lnTo>
                    <a:pt x="3581" y="12519"/>
                  </a:lnTo>
                  <a:lnTo>
                    <a:pt x="3581" y="12637"/>
                  </a:lnTo>
                  <a:lnTo>
                    <a:pt x="3581" y="12756"/>
                  </a:lnTo>
                  <a:lnTo>
                    <a:pt x="3555" y="12874"/>
                  </a:lnTo>
                  <a:lnTo>
                    <a:pt x="3528" y="12993"/>
                  </a:lnTo>
                  <a:lnTo>
                    <a:pt x="3489" y="13098"/>
                  </a:lnTo>
                  <a:lnTo>
                    <a:pt x="3436" y="13203"/>
                  </a:lnTo>
                  <a:lnTo>
                    <a:pt x="3384" y="13309"/>
                  </a:lnTo>
                  <a:lnTo>
                    <a:pt x="3305" y="13401"/>
                  </a:lnTo>
                  <a:lnTo>
                    <a:pt x="3226" y="13493"/>
                  </a:lnTo>
                  <a:lnTo>
                    <a:pt x="3147" y="13572"/>
                  </a:lnTo>
                  <a:lnTo>
                    <a:pt x="3041" y="13638"/>
                  </a:lnTo>
                  <a:lnTo>
                    <a:pt x="2949" y="13691"/>
                  </a:lnTo>
                  <a:lnTo>
                    <a:pt x="2844" y="13743"/>
                  </a:lnTo>
                  <a:lnTo>
                    <a:pt x="2725" y="13783"/>
                  </a:lnTo>
                  <a:lnTo>
                    <a:pt x="2620" y="13809"/>
                  </a:lnTo>
                  <a:lnTo>
                    <a:pt x="2502" y="13822"/>
                  </a:lnTo>
                  <a:lnTo>
                    <a:pt x="2265" y="13822"/>
                  </a:lnTo>
                  <a:lnTo>
                    <a:pt x="2146" y="13809"/>
                  </a:lnTo>
                  <a:lnTo>
                    <a:pt x="2041" y="13783"/>
                  </a:lnTo>
                  <a:lnTo>
                    <a:pt x="1936" y="13743"/>
                  </a:lnTo>
                  <a:lnTo>
                    <a:pt x="1817" y="13691"/>
                  </a:lnTo>
                  <a:lnTo>
                    <a:pt x="1725" y="13638"/>
                  </a:lnTo>
                  <a:lnTo>
                    <a:pt x="1620" y="13572"/>
                  </a:lnTo>
                  <a:lnTo>
                    <a:pt x="1541" y="13493"/>
                  </a:lnTo>
                  <a:lnTo>
                    <a:pt x="1462" y="13401"/>
                  </a:lnTo>
                  <a:lnTo>
                    <a:pt x="1383" y="13309"/>
                  </a:lnTo>
                  <a:lnTo>
                    <a:pt x="1330" y="13203"/>
                  </a:lnTo>
                  <a:lnTo>
                    <a:pt x="1277" y="13098"/>
                  </a:lnTo>
                  <a:lnTo>
                    <a:pt x="1238" y="12993"/>
                  </a:lnTo>
                  <a:lnTo>
                    <a:pt x="1212" y="12874"/>
                  </a:lnTo>
                  <a:lnTo>
                    <a:pt x="1198" y="12756"/>
                  </a:lnTo>
                  <a:lnTo>
                    <a:pt x="1185" y="12637"/>
                  </a:lnTo>
                  <a:lnTo>
                    <a:pt x="1198" y="12519"/>
                  </a:lnTo>
                  <a:lnTo>
                    <a:pt x="1212" y="12401"/>
                  </a:lnTo>
                  <a:lnTo>
                    <a:pt x="1238" y="12295"/>
                  </a:lnTo>
                  <a:lnTo>
                    <a:pt x="1277" y="12177"/>
                  </a:lnTo>
                  <a:lnTo>
                    <a:pt x="1330" y="12071"/>
                  </a:lnTo>
                  <a:lnTo>
                    <a:pt x="1383" y="11979"/>
                  </a:lnTo>
                  <a:lnTo>
                    <a:pt x="1462" y="11887"/>
                  </a:lnTo>
                  <a:lnTo>
                    <a:pt x="1541" y="11795"/>
                  </a:lnTo>
                  <a:lnTo>
                    <a:pt x="1620" y="11716"/>
                  </a:lnTo>
                  <a:lnTo>
                    <a:pt x="1725" y="11650"/>
                  </a:lnTo>
                  <a:lnTo>
                    <a:pt x="1817" y="11584"/>
                  </a:lnTo>
                  <a:lnTo>
                    <a:pt x="1922" y="11532"/>
                  </a:lnTo>
                  <a:lnTo>
                    <a:pt x="2041" y="11492"/>
                  </a:lnTo>
                  <a:lnTo>
                    <a:pt x="2146" y="11466"/>
                  </a:lnTo>
                  <a:lnTo>
                    <a:pt x="2265" y="11453"/>
                  </a:lnTo>
                  <a:lnTo>
                    <a:pt x="2383" y="11440"/>
                  </a:lnTo>
                  <a:close/>
                  <a:moveTo>
                    <a:pt x="12638" y="0"/>
                  </a:moveTo>
                  <a:lnTo>
                    <a:pt x="12401" y="14"/>
                  </a:lnTo>
                  <a:lnTo>
                    <a:pt x="12177" y="53"/>
                  </a:lnTo>
                  <a:lnTo>
                    <a:pt x="11953" y="106"/>
                  </a:lnTo>
                  <a:lnTo>
                    <a:pt x="11729" y="185"/>
                  </a:lnTo>
                  <a:lnTo>
                    <a:pt x="11519" y="277"/>
                  </a:lnTo>
                  <a:lnTo>
                    <a:pt x="11321" y="409"/>
                  </a:lnTo>
                  <a:lnTo>
                    <a:pt x="11137" y="540"/>
                  </a:lnTo>
                  <a:lnTo>
                    <a:pt x="10966" y="698"/>
                  </a:lnTo>
                  <a:lnTo>
                    <a:pt x="10808" y="882"/>
                  </a:lnTo>
                  <a:lnTo>
                    <a:pt x="10663" y="1067"/>
                  </a:lnTo>
                  <a:lnTo>
                    <a:pt x="10545" y="1264"/>
                  </a:lnTo>
                  <a:lnTo>
                    <a:pt x="10439" y="1475"/>
                  </a:lnTo>
                  <a:lnTo>
                    <a:pt x="10360" y="1685"/>
                  </a:lnTo>
                  <a:lnTo>
                    <a:pt x="10308" y="1909"/>
                  </a:lnTo>
                  <a:lnTo>
                    <a:pt x="10281" y="2146"/>
                  </a:lnTo>
                  <a:lnTo>
                    <a:pt x="10268" y="2383"/>
                  </a:lnTo>
                  <a:lnTo>
                    <a:pt x="10268" y="2541"/>
                  </a:lnTo>
                  <a:lnTo>
                    <a:pt x="10281" y="2699"/>
                  </a:lnTo>
                  <a:lnTo>
                    <a:pt x="10308" y="2857"/>
                  </a:lnTo>
                  <a:lnTo>
                    <a:pt x="10347" y="3015"/>
                  </a:lnTo>
                  <a:lnTo>
                    <a:pt x="10400" y="3160"/>
                  </a:lnTo>
                  <a:lnTo>
                    <a:pt x="10452" y="3318"/>
                  </a:lnTo>
                  <a:lnTo>
                    <a:pt x="10518" y="3462"/>
                  </a:lnTo>
                  <a:lnTo>
                    <a:pt x="10597" y="3594"/>
                  </a:lnTo>
                  <a:lnTo>
                    <a:pt x="3594" y="10597"/>
                  </a:lnTo>
                  <a:lnTo>
                    <a:pt x="3463" y="10518"/>
                  </a:lnTo>
                  <a:lnTo>
                    <a:pt x="3318" y="10452"/>
                  </a:lnTo>
                  <a:lnTo>
                    <a:pt x="3173" y="10400"/>
                  </a:lnTo>
                  <a:lnTo>
                    <a:pt x="3015" y="10347"/>
                  </a:lnTo>
                  <a:lnTo>
                    <a:pt x="2857" y="10308"/>
                  </a:lnTo>
                  <a:lnTo>
                    <a:pt x="2699" y="10281"/>
                  </a:lnTo>
                  <a:lnTo>
                    <a:pt x="2541" y="10268"/>
                  </a:lnTo>
                  <a:lnTo>
                    <a:pt x="2146" y="10268"/>
                  </a:lnTo>
                  <a:lnTo>
                    <a:pt x="1922" y="10308"/>
                  </a:lnTo>
                  <a:lnTo>
                    <a:pt x="1686" y="10360"/>
                  </a:lnTo>
                  <a:lnTo>
                    <a:pt x="1475" y="10439"/>
                  </a:lnTo>
                  <a:lnTo>
                    <a:pt x="1264" y="10544"/>
                  </a:lnTo>
                  <a:lnTo>
                    <a:pt x="1067" y="10663"/>
                  </a:lnTo>
                  <a:lnTo>
                    <a:pt x="883" y="10795"/>
                  </a:lnTo>
                  <a:lnTo>
                    <a:pt x="698" y="10966"/>
                  </a:lnTo>
                  <a:lnTo>
                    <a:pt x="540" y="11137"/>
                  </a:lnTo>
                  <a:lnTo>
                    <a:pt x="409" y="11321"/>
                  </a:lnTo>
                  <a:lnTo>
                    <a:pt x="290" y="11519"/>
                  </a:lnTo>
                  <a:lnTo>
                    <a:pt x="185" y="11729"/>
                  </a:lnTo>
                  <a:lnTo>
                    <a:pt x="106" y="11953"/>
                  </a:lnTo>
                  <a:lnTo>
                    <a:pt x="53" y="12177"/>
                  </a:lnTo>
                  <a:lnTo>
                    <a:pt x="14" y="12401"/>
                  </a:lnTo>
                  <a:lnTo>
                    <a:pt x="1" y="12637"/>
                  </a:lnTo>
                  <a:lnTo>
                    <a:pt x="14" y="12874"/>
                  </a:lnTo>
                  <a:lnTo>
                    <a:pt x="53" y="13111"/>
                  </a:lnTo>
                  <a:lnTo>
                    <a:pt x="106" y="13335"/>
                  </a:lnTo>
                  <a:lnTo>
                    <a:pt x="185" y="13559"/>
                  </a:lnTo>
                  <a:lnTo>
                    <a:pt x="290" y="13756"/>
                  </a:lnTo>
                  <a:lnTo>
                    <a:pt x="409" y="13967"/>
                  </a:lnTo>
                  <a:lnTo>
                    <a:pt x="540" y="14151"/>
                  </a:lnTo>
                  <a:lnTo>
                    <a:pt x="698" y="14322"/>
                  </a:lnTo>
                  <a:lnTo>
                    <a:pt x="883" y="14480"/>
                  </a:lnTo>
                  <a:lnTo>
                    <a:pt x="1067" y="14625"/>
                  </a:lnTo>
                  <a:lnTo>
                    <a:pt x="1264" y="14744"/>
                  </a:lnTo>
                  <a:lnTo>
                    <a:pt x="1475" y="14836"/>
                  </a:lnTo>
                  <a:lnTo>
                    <a:pt x="1686" y="14915"/>
                  </a:lnTo>
                  <a:lnTo>
                    <a:pt x="1922" y="14981"/>
                  </a:lnTo>
                  <a:lnTo>
                    <a:pt x="2146" y="15007"/>
                  </a:lnTo>
                  <a:lnTo>
                    <a:pt x="2383" y="15020"/>
                  </a:lnTo>
                  <a:lnTo>
                    <a:pt x="2620" y="15007"/>
                  </a:lnTo>
                  <a:lnTo>
                    <a:pt x="2857" y="14981"/>
                  </a:lnTo>
                  <a:lnTo>
                    <a:pt x="3081" y="14915"/>
                  </a:lnTo>
                  <a:lnTo>
                    <a:pt x="3291" y="14836"/>
                  </a:lnTo>
                  <a:lnTo>
                    <a:pt x="3502" y="14744"/>
                  </a:lnTo>
                  <a:lnTo>
                    <a:pt x="3700" y="14625"/>
                  </a:lnTo>
                  <a:lnTo>
                    <a:pt x="3897" y="14480"/>
                  </a:lnTo>
                  <a:lnTo>
                    <a:pt x="4068" y="14322"/>
                  </a:lnTo>
                  <a:lnTo>
                    <a:pt x="4200" y="14178"/>
                  </a:lnTo>
                  <a:lnTo>
                    <a:pt x="4331" y="14006"/>
                  </a:lnTo>
                  <a:lnTo>
                    <a:pt x="4437" y="13848"/>
                  </a:lnTo>
                  <a:lnTo>
                    <a:pt x="4529" y="13664"/>
                  </a:lnTo>
                  <a:lnTo>
                    <a:pt x="4608" y="13493"/>
                  </a:lnTo>
                  <a:lnTo>
                    <a:pt x="4674" y="13309"/>
                  </a:lnTo>
                  <a:lnTo>
                    <a:pt x="4713" y="13111"/>
                  </a:lnTo>
                  <a:lnTo>
                    <a:pt x="4739" y="12927"/>
                  </a:lnTo>
                  <a:lnTo>
                    <a:pt x="4766" y="12730"/>
                  </a:lnTo>
                  <a:lnTo>
                    <a:pt x="4766" y="12545"/>
                  </a:lnTo>
                  <a:lnTo>
                    <a:pt x="4739" y="12348"/>
                  </a:lnTo>
                  <a:lnTo>
                    <a:pt x="4713" y="12150"/>
                  </a:lnTo>
                  <a:lnTo>
                    <a:pt x="4660" y="11966"/>
                  </a:lnTo>
                  <a:lnTo>
                    <a:pt x="4608" y="11782"/>
                  </a:lnTo>
                  <a:lnTo>
                    <a:pt x="4529" y="11598"/>
                  </a:lnTo>
                  <a:lnTo>
                    <a:pt x="4437" y="11426"/>
                  </a:lnTo>
                  <a:lnTo>
                    <a:pt x="11427" y="4437"/>
                  </a:lnTo>
                  <a:lnTo>
                    <a:pt x="11571" y="4502"/>
                  </a:lnTo>
                  <a:lnTo>
                    <a:pt x="11716" y="4568"/>
                  </a:lnTo>
                  <a:lnTo>
                    <a:pt x="11861" y="4634"/>
                  </a:lnTo>
                  <a:lnTo>
                    <a:pt x="12006" y="4674"/>
                  </a:lnTo>
                  <a:lnTo>
                    <a:pt x="12164" y="4713"/>
                  </a:lnTo>
                  <a:lnTo>
                    <a:pt x="12322" y="4739"/>
                  </a:lnTo>
                  <a:lnTo>
                    <a:pt x="12480" y="4753"/>
                  </a:lnTo>
                  <a:lnTo>
                    <a:pt x="12638" y="4766"/>
                  </a:lnTo>
                  <a:lnTo>
                    <a:pt x="12874" y="4753"/>
                  </a:lnTo>
                  <a:lnTo>
                    <a:pt x="13111" y="4713"/>
                  </a:lnTo>
                  <a:lnTo>
                    <a:pt x="13335" y="4660"/>
                  </a:lnTo>
                  <a:lnTo>
                    <a:pt x="13559" y="4581"/>
                  </a:lnTo>
                  <a:lnTo>
                    <a:pt x="13756" y="4476"/>
                  </a:lnTo>
                  <a:lnTo>
                    <a:pt x="13967" y="4358"/>
                  </a:lnTo>
                  <a:lnTo>
                    <a:pt x="14151" y="4226"/>
                  </a:lnTo>
                  <a:lnTo>
                    <a:pt x="14322" y="4068"/>
                  </a:lnTo>
                  <a:lnTo>
                    <a:pt x="14494" y="3884"/>
                  </a:lnTo>
                  <a:lnTo>
                    <a:pt x="14625" y="3686"/>
                  </a:lnTo>
                  <a:lnTo>
                    <a:pt x="14744" y="3489"/>
                  </a:lnTo>
                  <a:lnTo>
                    <a:pt x="14849" y="3278"/>
                  </a:lnTo>
                  <a:lnTo>
                    <a:pt x="14928" y="3054"/>
                  </a:lnTo>
                  <a:lnTo>
                    <a:pt x="14981" y="2844"/>
                  </a:lnTo>
                  <a:lnTo>
                    <a:pt x="15007" y="2607"/>
                  </a:lnTo>
                  <a:lnTo>
                    <a:pt x="15020" y="2383"/>
                  </a:lnTo>
                  <a:lnTo>
                    <a:pt x="15007" y="2159"/>
                  </a:lnTo>
                  <a:lnTo>
                    <a:pt x="14981" y="1922"/>
                  </a:lnTo>
                  <a:lnTo>
                    <a:pt x="14928" y="1712"/>
                  </a:lnTo>
                  <a:lnTo>
                    <a:pt x="14849" y="1488"/>
                  </a:lnTo>
                  <a:lnTo>
                    <a:pt x="14744" y="1277"/>
                  </a:lnTo>
                  <a:lnTo>
                    <a:pt x="14625" y="1080"/>
                  </a:lnTo>
                  <a:lnTo>
                    <a:pt x="14494" y="882"/>
                  </a:lnTo>
                  <a:lnTo>
                    <a:pt x="14322" y="698"/>
                  </a:lnTo>
                  <a:lnTo>
                    <a:pt x="14151" y="540"/>
                  </a:lnTo>
                  <a:lnTo>
                    <a:pt x="13967" y="409"/>
                  </a:lnTo>
                  <a:lnTo>
                    <a:pt x="13756" y="277"/>
                  </a:lnTo>
                  <a:lnTo>
                    <a:pt x="13559" y="185"/>
                  </a:lnTo>
                  <a:lnTo>
                    <a:pt x="13335" y="106"/>
                  </a:lnTo>
                  <a:lnTo>
                    <a:pt x="13111" y="53"/>
                  </a:lnTo>
                  <a:lnTo>
                    <a:pt x="12874" y="14"/>
                  </a:lnTo>
                  <a:lnTo>
                    <a:pt x="1263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4040350" y="3435525"/>
              <a:ext cx="375500" cy="375525"/>
            </a:xfrm>
            <a:custGeom>
              <a:rect b="b" l="l" r="r" t="t"/>
              <a:pathLst>
                <a:path extrusionOk="0" h="15021" w="15020">
                  <a:moveTo>
                    <a:pt x="2502" y="1185"/>
                  </a:moveTo>
                  <a:lnTo>
                    <a:pt x="2620" y="1199"/>
                  </a:lnTo>
                  <a:lnTo>
                    <a:pt x="2725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1" y="1383"/>
                  </a:lnTo>
                  <a:lnTo>
                    <a:pt x="3147" y="1449"/>
                  </a:lnTo>
                  <a:lnTo>
                    <a:pt x="3225" y="1528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5" y="2146"/>
                  </a:lnTo>
                  <a:lnTo>
                    <a:pt x="3568" y="2265"/>
                  </a:lnTo>
                  <a:lnTo>
                    <a:pt x="3581" y="2383"/>
                  </a:lnTo>
                  <a:lnTo>
                    <a:pt x="3568" y="2502"/>
                  </a:lnTo>
                  <a:lnTo>
                    <a:pt x="3555" y="2620"/>
                  </a:lnTo>
                  <a:lnTo>
                    <a:pt x="3528" y="2726"/>
                  </a:lnTo>
                  <a:lnTo>
                    <a:pt x="3489" y="2831"/>
                  </a:lnTo>
                  <a:lnTo>
                    <a:pt x="3436" y="2936"/>
                  </a:lnTo>
                  <a:lnTo>
                    <a:pt x="3383" y="3041"/>
                  </a:lnTo>
                  <a:lnTo>
                    <a:pt x="3304" y="3134"/>
                  </a:lnTo>
                  <a:lnTo>
                    <a:pt x="3225" y="3226"/>
                  </a:lnTo>
                  <a:lnTo>
                    <a:pt x="3147" y="3305"/>
                  </a:lnTo>
                  <a:lnTo>
                    <a:pt x="3041" y="3371"/>
                  </a:lnTo>
                  <a:lnTo>
                    <a:pt x="2949" y="3436"/>
                  </a:lnTo>
                  <a:lnTo>
                    <a:pt x="2831" y="3476"/>
                  </a:lnTo>
                  <a:lnTo>
                    <a:pt x="2725" y="3515"/>
                  </a:lnTo>
                  <a:lnTo>
                    <a:pt x="2620" y="3542"/>
                  </a:lnTo>
                  <a:lnTo>
                    <a:pt x="2502" y="3555"/>
                  </a:lnTo>
                  <a:lnTo>
                    <a:pt x="2383" y="3568"/>
                  </a:lnTo>
                  <a:lnTo>
                    <a:pt x="2265" y="3555"/>
                  </a:lnTo>
                  <a:lnTo>
                    <a:pt x="2146" y="3542"/>
                  </a:lnTo>
                  <a:lnTo>
                    <a:pt x="2041" y="3515"/>
                  </a:lnTo>
                  <a:lnTo>
                    <a:pt x="1922" y="3476"/>
                  </a:lnTo>
                  <a:lnTo>
                    <a:pt x="1817" y="3436"/>
                  </a:lnTo>
                  <a:lnTo>
                    <a:pt x="1725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83" y="3041"/>
                  </a:lnTo>
                  <a:lnTo>
                    <a:pt x="1330" y="2936"/>
                  </a:lnTo>
                  <a:lnTo>
                    <a:pt x="1277" y="2831"/>
                  </a:lnTo>
                  <a:lnTo>
                    <a:pt x="1238" y="2726"/>
                  </a:lnTo>
                  <a:lnTo>
                    <a:pt x="1211" y="2620"/>
                  </a:lnTo>
                  <a:lnTo>
                    <a:pt x="1185" y="2502"/>
                  </a:lnTo>
                  <a:lnTo>
                    <a:pt x="1185" y="2383"/>
                  </a:lnTo>
                  <a:lnTo>
                    <a:pt x="1185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83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25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close/>
                  <a:moveTo>
                    <a:pt x="12756" y="11440"/>
                  </a:moveTo>
                  <a:lnTo>
                    <a:pt x="12874" y="11466"/>
                  </a:lnTo>
                  <a:lnTo>
                    <a:pt x="12993" y="11492"/>
                  </a:lnTo>
                  <a:lnTo>
                    <a:pt x="13098" y="11532"/>
                  </a:lnTo>
                  <a:lnTo>
                    <a:pt x="13203" y="11585"/>
                  </a:lnTo>
                  <a:lnTo>
                    <a:pt x="13309" y="11637"/>
                  </a:lnTo>
                  <a:lnTo>
                    <a:pt x="13401" y="11716"/>
                  </a:lnTo>
                  <a:lnTo>
                    <a:pt x="13493" y="11795"/>
                  </a:lnTo>
                  <a:lnTo>
                    <a:pt x="13572" y="11874"/>
                  </a:lnTo>
                  <a:lnTo>
                    <a:pt x="13638" y="11980"/>
                  </a:lnTo>
                  <a:lnTo>
                    <a:pt x="13704" y="12072"/>
                  </a:lnTo>
                  <a:lnTo>
                    <a:pt x="13743" y="12177"/>
                  </a:lnTo>
                  <a:lnTo>
                    <a:pt x="13783" y="12282"/>
                  </a:lnTo>
                  <a:lnTo>
                    <a:pt x="13809" y="12401"/>
                  </a:lnTo>
                  <a:lnTo>
                    <a:pt x="13835" y="12519"/>
                  </a:lnTo>
                  <a:lnTo>
                    <a:pt x="13835" y="12638"/>
                  </a:lnTo>
                  <a:lnTo>
                    <a:pt x="13835" y="12756"/>
                  </a:lnTo>
                  <a:lnTo>
                    <a:pt x="13809" y="12875"/>
                  </a:lnTo>
                  <a:lnTo>
                    <a:pt x="13783" y="12980"/>
                  </a:lnTo>
                  <a:lnTo>
                    <a:pt x="13743" y="13098"/>
                  </a:lnTo>
                  <a:lnTo>
                    <a:pt x="13704" y="13204"/>
                  </a:lnTo>
                  <a:lnTo>
                    <a:pt x="13638" y="13296"/>
                  </a:lnTo>
                  <a:lnTo>
                    <a:pt x="13572" y="13401"/>
                  </a:lnTo>
                  <a:lnTo>
                    <a:pt x="13493" y="13480"/>
                  </a:lnTo>
                  <a:lnTo>
                    <a:pt x="13401" y="13559"/>
                  </a:lnTo>
                  <a:lnTo>
                    <a:pt x="13309" y="13638"/>
                  </a:lnTo>
                  <a:lnTo>
                    <a:pt x="13203" y="13691"/>
                  </a:lnTo>
                  <a:lnTo>
                    <a:pt x="13098" y="13743"/>
                  </a:lnTo>
                  <a:lnTo>
                    <a:pt x="12980" y="13770"/>
                  </a:lnTo>
                  <a:lnTo>
                    <a:pt x="12874" y="13796"/>
                  </a:lnTo>
                  <a:lnTo>
                    <a:pt x="12756" y="13822"/>
                  </a:lnTo>
                  <a:lnTo>
                    <a:pt x="12519" y="13822"/>
                  </a:lnTo>
                  <a:lnTo>
                    <a:pt x="12414" y="13796"/>
                  </a:lnTo>
                  <a:lnTo>
                    <a:pt x="12295" y="13770"/>
                  </a:lnTo>
                  <a:lnTo>
                    <a:pt x="12190" y="13743"/>
                  </a:lnTo>
                  <a:lnTo>
                    <a:pt x="12085" y="13691"/>
                  </a:lnTo>
                  <a:lnTo>
                    <a:pt x="11979" y="13638"/>
                  </a:lnTo>
                  <a:lnTo>
                    <a:pt x="11887" y="13559"/>
                  </a:lnTo>
                  <a:lnTo>
                    <a:pt x="11795" y="13480"/>
                  </a:lnTo>
                  <a:lnTo>
                    <a:pt x="11716" y="13401"/>
                  </a:lnTo>
                  <a:lnTo>
                    <a:pt x="11650" y="13296"/>
                  </a:lnTo>
                  <a:lnTo>
                    <a:pt x="11584" y="13204"/>
                  </a:lnTo>
                  <a:lnTo>
                    <a:pt x="11532" y="13098"/>
                  </a:lnTo>
                  <a:lnTo>
                    <a:pt x="11492" y="12980"/>
                  </a:lnTo>
                  <a:lnTo>
                    <a:pt x="11466" y="12875"/>
                  </a:lnTo>
                  <a:lnTo>
                    <a:pt x="11453" y="12756"/>
                  </a:lnTo>
                  <a:lnTo>
                    <a:pt x="11440" y="12638"/>
                  </a:lnTo>
                  <a:lnTo>
                    <a:pt x="11453" y="12519"/>
                  </a:lnTo>
                  <a:lnTo>
                    <a:pt x="11466" y="12401"/>
                  </a:lnTo>
                  <a:lnTo>
                    <a:pt x="11492" y="12282"/>
                  </a:lnTo>
                  <a:lnTo>
                    <a:pt x="11532" y="12177"/>
                  </a:lnTo>
                  <a:lnTo>
                    <a:pt x="11584" y="12072"/>
                  </a:lnTo>
                  <a:lnTo>
                    <a:pt x="11650" y="11980"/>
                  </a:lnTo>
                  <a:lnTo>
                    <a:pt x="11716" y="11874"/>
                  </a:lnTo>
                  <a:lnTo>
                    <a:pt x="11795" y="11795"/>
                  </a:lnTo>
                  <a:lnTo>
                    <a:pt x="11887" y="11716"/>
                  </a:lnTo>
                  <a:lnTo>
                    <a:pt x="11979" y="11637"/>
                  </a:lnTo>
                  <a:lnTo>
                    <a:pt x="12071" y="11585"/>
                  </a:lnTo>
                  <a:lnTo>
                    <a:pt x="12177" y="11532"/>
                  </a:lnTo>
                  <a:lnTo>
                    <a:pt x="12295" y="11492"/>
                  </a:lnTo>
                  <a:lnTo>
                    <a:pt x="12400" y="11466"/>
                  </a:lnTo>
                  <a:lnTo>
                    <a:pt x="12519" y="11440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6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70"/>
                  </a:lnTo>
                  <a:lnTo>
                    <a:pt x="409" y="1054"/>
                  </a:lnTo>
                  <a:lnTo>
                    <a:pt x="277" y="1264"/>
                  </a:lnTo>
                  <a:lnTo>
                    <a:pt x="185" y="1462"/>
                  </a:lnTo>
                  <a:lnTo>
                    <a:pt x="106" y="1686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0" y="2383"/>
                  </a:lnTo>
                  <a:lnTo>
                    <a:pt x="14" y="2620"/>
                  </a:lnTo>
                  <a:lnTo>
                    <a:pt x="53" y="2844"/>
                  </a:lnTo>
                  <a:lnTo>
                    <a:pt x="106" y="3068"/>
                  </a:lnTo>
                  <a:lnTo>
                    <a:pt x="185" y="3292"/>
                  </a:lnTo>
                  <a:lnTo>
                    <a:pt x="277" y="3502"/>
                  </a:lnTo>
                  <a:lnTo>
                    <a:pt x="395" y="3700"/>
                  </a:lnTo>
                  <a:lnTo>
                    <a:pt x="540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67" y="4358"/>
                  </a:lnTo>
                  <a:lnTo>
                    <a:pt x="1264" y="4476"/>
                  </a:lnTo>
                  <a:lnTo>
                    <a:pt x="1475" y="4582"/>
                  </a:lnTo>
                  <a:lnTo>
                    <a:pt x="1685" y="4661"/>
                  </a:lnTo>
                  <a:lnTo>
                    <a:pt x="1909" y="4713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41" y="4753"/>
                  </a:lnTo>
                  <a:lnTo>
                    <a:pt x="2699" y="4740"/>
                  </a:lnTo>
                  <a:lnTo>
                    <a:pt x="2857" y="4713"/>
                  </a:lnTo>
                  <a:lnTo>
                    <a:pt x="3015" y="4674"/>
                  </a:lnTo>
                  <a:lnTo>
                    <a:pt x="3160" y="4621"/>
                  </a:lnTo>
                  <a:lnTo>
                    <a:pt x="3318" y="4568"/>
                  </a:lnTo>
                  <a:lnTo>
                    <a:pt x="3449" y="4503"/>
                  </a:lnTo>
                  <a:lnTo>
                    <a:pt x="3594" y="4424"/>
                  </a:lnTo>
                  <a:lnTo>
                    <a:pt x="10597" y="11427"/>
                  </a:lnTo>
                  <a:lnTo>
                    <a:pt x="10518" y="11558"/>
                  </a:lnTo>
                  <a:lnTo>
                    <a:pt x="10452" y="11703"/>
                  </a:lnTo>
                  <a:lnTo>
                    <a:pt x="10400" y="11848"/>
                  </a:lnTo>
                  <a:lnTo>
                    <a:pt x="10347" y="12006"/>
                  </a:lnTo>
                  <a:lnTo>
                    <a:pt x="10307" y="12164"/>
                  </a:lnTo>
                  <a:lnTo>
                    <a:pt x="10281" y="12322"/>
                  </a:lnTo>
                  <a:lnTo>
                    <a:pt x="10268" y="12480"/>
                  </a:lnTo>
                  <a:lnTo>
                    <a:pt x="10268" y="12638"/>
                  </a:lnTo>
                  <a:lnTo>
                    <a:pt x="10268" y="12875"/>
                  </a:lnTo>
                  <a:lnTo>
                    <a:pt x="10307" y="13112"/>
                  </a:lnTo>
                  <a:lnTo>
                    <a:pt x="10360" y="13335"/>
                  </a:lnTo>
                  <a:lnTo>
                    <a:pt x="10439" y="13546"/>
                  </a:lnTo>
                  <a:lnTo>
                    <a:pt x="10544" y="13757"/>
                  </a:lnTo>
                  <a:lnTo>
                    <a:pt x="10663" y="13954"/>
                  </a:lnTo>
                  <a:lnTo>
                    <a:pt x="10795" y="14138"/>
                  </a:lnTo>
                  <a:lnTo>
                    <a:pt x="10952" y="14323"/>
                  </a:lnTo>
                  <a:lnTo>
                    <a:pt x="11137" y="14481"/>
                  </a:lnTo>
                  <a:lnTo>
                    <a:pt x="11321" y="14612"/>
                  </a:lnTo>
                  <a:lnTo>
                    <a:pt x="11518" y="14731"/>
                  </a:lnTo>
                  <a:lnTo>
                    <a:pt x="11729" y="14836"/>
                  </a:lnTo>
                  <a:lnTo>
                    <a:pt x="11953" y="14915"/>
                  </a:lnTo>
                  <a:lnTo>
                    <a:pt x="12177" y="14968"/>
                  </a:lnTo>
                  <a:lnTo>
                    <a:pt x="12400" y="15007"/>
                  </a:lnTo>
                  <a:lnTo>
                    <a:pt x="12637" y="15020"/>
                  </a:lnTo>
                  <a:lnTo>
                    <a:pt x="12874" y="15007"/>
                  </a:lnTo>
                  <a:lnTo>
                    <a:pt x="13111" y="14968"/>
                  </a:lnTo>
                  <a:lnTo>
                    <a:pt x="13335" y="14915"/>
                  </a:lnTo>
                  <a:lnTo>
                    <a:pt x="13546" y="14836"/>
                  </a:lnTo>
                  <a:lnTo>
                    <a:pt x="13756" y="14731"/>
                  </a:lnTo>
                  <a:lnTo>
                    <a:pt x="13954" y="14612"/>
                  </a:lnTo>
                  <a:lnTo>
                    <a:pt x="14151" y="14481"/>
                  </a:lnTo>
                  <a:lnTo>
                    <a:pt x="14322" y="14323"/>
                  </a:lnTo>
                  <a:lnTo>
                    <a:pt x="14480" y="14138"/>
                  </a:lnTo>
                  <a:lnTo>
                    <a:pt x="14625" y="13954"/>
                  </a:lnTo>
                  <a:lnTo>
                    <a:pt x="14744" y="13757"/>
                  </a:lnTo>
                  <a:lnTo>
                    <a:pt x="14836" y="13546"/>
                  </a:lnTo>
                  <a:lnTo>
                    <a:pt x="14915" y="13335"/>
                  </a:lnTo>
                  <a:lnTo>
                    <a:pt x="14980" y="13112"/>
                  </a:lnTo>
                  <a:lnTo>
                    <a:pt x="15007" y="12875"/>
                  </a:lnTo>
                  <a:lnTo>
                    <a:pt x="15020" y="12638"/>
                  </a:lnTo>
                  <a:lnTo>
                    <a:pt x="15007" y="12401"/>
                  </a:lnTo>
                  <a:lnTo>
                    <a:pt x="14980" y="12164"/>
                  </a:lnTo>
                  <a:lnTo>
                    <a:pt x="14915" y="11940"/>
                  </a:lnTo>
                  <a:lnTo>
                    <a:pt x="14836" y="11729"/>
                  </a:lnTo>
                  <a:lnTo>
                    <a:pt x="14744" y="11519"/>
                  </a:lnTo>
                  <a:lnTo>
                    <a:pt x="14625" y="11321"/>
                  </a:lnTo>
                  <a:lnTo>
                    <a:pt x="14480" y="11137"/>
                  </a:lnTo>
                  <a:lnTo>
                    <a:pt x="14322" y="10953"/>
                  </a:lnTo>
                  <a:lnTo>
                    <a:pt x="14151" y="10795"/>
                  </a:lnTo>
                  <a:lnTo>
                    <a:pt x="13954" y="10663"/>
                  </a:lnTo>
                  <a:lnTo>
                    <a:pt x="13756" y="10532"/>
                  </a:lnTo>
                  <a:lnTo>
                    <a:pt x="13546" y="10439"/>
                  </a:lnTo>
                  <a:lnTo>
                    <a:pt x="13335" y="10360"/>
                  </a:lnTo>
                  <a:lnTo>
                    <a:pt x="13111" y="10308"/>
                  </a:lnTo>
                  <a:lnTo>
                    <a:pt x="12874" y="10268"/>
                  </a:lnTo>
                  <a:lnTo>
                    <a:pt x="12637" y="10255"/>
                  </a:lnTo>
                  <a:lnTo>
                    <a:pt x="12479" y="10268"/>
                  </a:lnTo>
                  <a:lnTo>
                    <a:pt x="12321" y="10281"/>
                  </a:lnTo>
                  <a:lnTo>
                    <a:pt x="12164" y="10308"/>
                  </a:lnTo>
                  <a:lnTo>
                    <a:pt x="12006" y="10347"/>
                  </a:lnTo>
                  <a:lnTo>
                    <a:pt x="11861" y="10387"/>
                  </a:lnTo>
                  <a:lnTo>
                    <a:pt x="11716" y="10453"/>
                  </a:lnTo>
                  <a:lnTo>
                    <a:pt x="11571" y="10518"/>
                  </a:lnTo>
                  <a:lnTo>
                    <a:pt x="11426" y="10584"/>
                  </a:lnTo>
                  <a:lnTo>
                    <a:pt x="4423" y="3594"/>
                  </a:lnTo>
                  <a:lnTo>
                    <a:pt x="4502" y="3450"/>
                  </a:lnTo>
                  <a:lnTo>
                    <a:pt x="4568" y="3305"/>
                  </a:lnTo>
                  <a:lnTo>
                    <a:pt x="4634" y="3160"/>
                  </a:lnTo>
                  <a:lnTo>
                    <a:pt x="4673" y="3015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6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86"/>
                  </a:lnTo>
                  <a:lnTo>
                    <a:pt x="4581" y="1462"/>
                  </a:lnTo>
                  <a:lnTo>
                    <a:pt x="4476" y="1264"/>
                  </a:lnTo>
                  <a:lnTo>
                    <a:pt x="4358" y="1054"/>
                  </a:lnTo>
                  <a:lnTo>
                    <a:pt x="4226" y="870"/>
                  </a:lnTo>
                  <a:lnTo>
                    <a:pt x="4068" y="698"/>
                  </a:lnTo>
                  <a:lnTo>
                    <a:pt x="3884" y="540"/>
                  </a:lnTo>
                  <a:lnTo>
                    <a:pt x="3699" y="396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81" y="106"/>
                  </a:lnTo>
                  <a:lnTo>
                    <a:pt x="2844" y="40"/>
                  </a:lnTo>
                  <a:lnTo>
                    <a:pt x="2620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6204425" y="2754325"/>
              <a:ext cx="380450" cy="380450"/>
            </a:xfrm>
            <a:custGeom>
              <a:rect b="b" l="l" r="r" t="t"/>
              <a:pathLst>
                <a:path extrusionOk="0" h="15218" w="15218">
                  <a:moveTo>
                    <a:pt x="2502" y="1185"/>
                  </a:move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82"/>
                  </a:lnTo>
                  <a:lnTo>
                    <a:pt x="3133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25"/>
                  </a:lnTo>
                  <a:lnTo>
                    <a:pt x="3436" y="1830"/>
                  </a:lnTo>
                  <a:lnTo>
                    <a:pt x="3489" y="1935"/>
                  </a:lnTo>
                  <a:lnTo>
                    <a:pt x="3528" y="2041"/>
                  </a:lnTo>
                  <a:lnTo>
                    <a:pt x="3555" y="2159"/>
                  </a:lnTo>
                  <a:lnTo>
                    <a:pt x="3568" y="2264"/>
                  </a:lnTo>
                  <a:lnTo>
                    <a:pt x="3581" y="2383"/>
                  </a:lnTo>
                  <a:lnTo>
                    <a:pt x="3568" y="2501"/>
                  </a:lnTo>
                  <a:lnTo>
                    <a:pt x="3555" y="2607"/>
                  </a:lnTo>
                  <a:lnTo>
                    <a:pt x="3528" y="2725"/>
                  </a:lnTo>
                  <a:lnTo>
                    <a:pt x="3489" y="2830"/>
                  </a:lnTo>
                  <a:lnTo>
                    <a:pt x="3436" y="2936"/>
                  </a:lnTo>
                  <a:lnTo>
                    <a:pt x="3384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36" y="3436"/>
                  </a:lnTo>
                  <a:lnTo>
                    <a:pt x="2831" y="3489"/>
                  </a:lnTo>
                  <a:lnTo>
                    <a:pt x="2725" y="3515"/>
                  </a:lnTo>
                  <a:lnTo>
                    <a:pt x="2607" y="3541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1"/>
                  </a:lnTo>
                  <a:lnTo>
                    <a:pt x="2041" y="3515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27" y="3225"/>
                  </a:lnTo>
                  <a:lnTo>
                    <a:pt x="1448" y="3133"/>
                  </a:lnTo>
                  <a:lnTo>
                    <a:pt x="1383" y="3041"/>
                  </a:lnTo>
                  <a:lnTo>
                    <a:pt x="1317" y="2936"/>
                  </a:lnTo>
                  <a:lnTo>
                    <a:pt x="1264" y="2830"/>
                  </a:lnTo>
                  <a:lnTo>
                    <a:pt x="1238" y="2725"/>
                  </a:lnTo>
                  <a:lnTo>
                    <a:pt x="1198" y="2607"/>
                  </a:lnTo>
                  <a:lnTo>
                    <a:pt x="1185" y="2501"/>
                  </a:lnTo>
                  <a:lnTo>
                    <a:pt x="1185" y="2383"/>
                  </a:lnTo>
                  <a:lnTo>
                    <a:pt x="1185" y="2264"/>
                  </a:lnTo>
                  <a:lnTo>
                    <a:pt x="1198" y="2159"/>
                  </a:lnTo>
                  <a:lnTo>
                    <a:pt x="1238" y="2041"/>
                  </a:lnTo>
                  <a:lnTo>
                    <a:pt x="1264" y="1935"/>
                  </a:lnTo>
                  <a:lnTo>
                    <a:pt x="1317" y="1830"/>
                  </a:lnTo>
                  <a:lnTo>
                    <a:pt x="1383" y="1725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20" y="1461"/>
                  </a:lnTo>
                  <a:lnTo>
                    <a:pt x="1712" y="1382"/>
                  </a:lnTo>
                  <a:lnTo>
                    <a:pt x="1817" y="1330"/>
                  </a:lnTo>
                  <a:lnTo>
                    <a:pt x="1922" y="1277"/>
                  </a:lnTo>
                  <a:lnTo>
                    <a:pt x="2028" y="1238"/>
                  </a:lnTo>
                  <a:lnTo>
                    <a:pt x="2146" y="1211"/>
                  </a:lnTo>
                  <a:lnTo>
                    <a:pt x="2265" y="1185"/>
                  </a:lnTo>
                  <a:close/>
                  <a:moveTo>
                    <a:pt x="12967" y="11650"/>
                  </a:moveTo>
                  <a:lnTo>
                    <a:pt x="13072" y="11663"/>
                  </a:lnTo>
                  <a:lnTo>
                    <a:pt x="13190" y="11703"/>
                  </a:lnTo>
                  <a:lnTo>
                    <a:pt x="13296" y="11742"/>
                  </a:lnTo>
                  <a:lnTo>
                    <a:pt x="13401" y="11782"/>
                  </a:lnTo>
                  <a:lnTo>
                    <a:pt x="13506" y="11847"/>
                  </a:lnTo>
                  <a:lnTo>
                    <a:pt x="13598" y="11913"/>
                  </a:lnTo>
                  <a:lnTo>
                    <a:pt x="13691" y="11992"/>
                  </a:lnTo>
                  <a:lnTo>
                    <a:pt x="13770" y="12084"/>
                  </a:lnTo>
                  <a:lnTo>
                    <a:pt x="13835" y="12176"/>
                  </a:lnTo>
                  <a:lnTo>
                    <a:pt x="13901" y="12282"/>
                  </a:lnTo>
                  <a:lnTo>
                    <a:pt x="13954" y="12387"/>
                  </a:lnTo>
                  <a:lnTo>
                    <a:pt x="13993" y="12492"/>
                  </a:lnTo>
                  <a:lnTo>
                    <a:pt x="14020" y="12611"/>
                  </a:lnTo>
                  <a:lnTo>
                    <a:pt x="14033" y="12729"/>
                  </a:lnTo>
                  <a:lnTo>
                    <a:pt x="14033" y="12848"/>
                  </a:lnTo>
                  <a:lnTo>
                    <a:pt x="14033" y="12966"/>
                  </a:lnTo>
                  <a:lnTo>
                    <a:pt x="14020" y="13085"/>
                  </a:lnTo>
                  <a:lnTo>
                    <a:pt x="13993" y="13190"/>
                  </a:lnTo>
                  <a:lnTo>
                    <a:pt x="13954" y="13309"/>
                  </a:lnTo>
                  <a:lnTo>
                    <a:pt x="13901" y="13414"/>
                  </a:lnTo>
                  <a:lnTo>
                    <a:pt x="13835" y="13506"/>
                  </a:lnTo>
                  <a:lnTo>
                    <a:pt x="13770" y="13598"/>
                  </a:lnTo>
                  <a:lnTo>
                    <a:pt x="13691" y="13690"/>
                  </a:lnTo>
                  <a:lnTo>
                    <a:pt x="13598" y="13769"/>
                  </a:lnTo>
                  <a:lnTo>
                    <a:pt x="13506" y="13835"/>
                  </a:lnTo>
                  <a:lnTo>
                    <a:pt x="13401" y="13901"/>
                  </a:lnTo>
                  <a:lnTo>
                    <a:pt x="13296" y="13940"/>
                  </a:lnTo>
                  <a:lnTo>
                    <a:pt x="13190" y="13980"/>
                  </a:lnTo>
                  <a:lnTo>
                    <a:pt x="13072" y="14006"/>
                  </a:lnTo>
                  <a:lnTo>
                    <a:pt x="12953" y="14019"/>
                  </a:lnTo>
                  <a:lnTo>
                    <a:pt x="12835" y="14033"/>
                  </a:lnTo>
                  <a:lnTo>
                    <a:pt x="12730" y="14019"/>
                  </a:lnTo>
                  <a:lnTo>
                    <a:pt x="12611" y="14006"/>
                  </a:lnTo>
                  <a:lnTo>
                    <a:pt x="12493" y="13980"/>
                  </a:lnTo>
                  <a:lnTo>
                    <a:pt x="12387" y="13940"/>
                  </a:lnTo>
                  <a:lnTo>
                    <a:pt x="12282" y="13901"/>
                  </a:lnTo>
                  <a:lnTo>
                    <a:pt x="12177" y="13835"/>
                  </a:lnTo>
                  <a:lnTo>
                    <a:pt x="12085" y="13769"/>
                  </a:lnTo>
                  <a:lnTo>
                    <a:pt x="11992" y="13690"/>
                  </a:lnTo>
                  <a:lnTo>
                    <a:pt x="11913" y="13598"/>
                  </a:lnTo>
                  <a:lnTo>
                    <a:pt x="11848" y="13506"/>
                  </a:lnTo>
                  <a:lnTo>
                    <a:pt x="11782" y="13414"/>
                  </a:lnTo>
                  <a:lnTo>
                    <a:pt x="11729" y="13309"/>
                  </a:lnTo>
                  <a:lnTo>
                    <a:pt x="11690" y="13190"/>
                  </a:lnTo>
                  <a:lnTo>
                    <a:pt x="11663" y="13085"/>
                  </a:lnTo>
                  <a:lnTo>
                    <a:pt x="11650" y="12966"/>
                  </a:lnTo>
                  <a:lnTo>
                    <a:pt x="11650" y="12848"/>
                  </a:lnTo>
                  <a:lnTo>
                    <a:pt x="11650" y="12729"/>
                  </a:lnTo>
                  <a:lnTo>
                    <a:pt x="11663" y="12611"/>
                  </a:lnTo>
                  <a:lnTo>
                    <a:pt x="11690" y="12492"/>
                  </a:lnTo>
                  <a:lnTo>
                    <a:pt x="11729" y="12387"/>
                  </a:lnTo>
                  <a:lnTo>
                    <a:pt x="11782" y="12282"/>
                  </a:lnTo>
                  <a:lnTo>
                    <a:pt x="11848" y="12176"/>
                  </a:lnTo>
                  <a:lnTo>
                    <a:pt x="11913" y="12084"/>
                  </a:lnTo>
                  <a:lnTo>
                    <a:pt x="11992" y="11992"/>
                  </a:lnTo>
                  <a:lnTo>
                    <a:pt x="12085" y="11913"/>
                  </a:lnTo>
                  <a:lnTo>
                    <a:pt x="12177" y="11847"/>
                  </a:lnTo>
                  <a:lnTo>
                    <a:pt x="12282" y="11782"/>
                  </a:lnTo>
                  <a:lnTo>
                    <a:pt x="12387" y="11742"/>
                  </a:lnTo>
                  <a:lnTo>
                    <a:pt x="12493" y="11703"/>
                  </a:lnTo>
                  <a:lnTo>
                    <a:pt x="12611" y="11663"/>
                  </a:lnTo>
                  <a:lnTo>
                    <a:pt x="12716" y="11650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5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82"/>
                  </a:lnTo>
                  <a:lnTo>
                    <a:pt x="395" y="1066"/>
                  </a:lnTo>
                  <a:lnTo>
                    <a:pt x="277" y="1277"/>
                  </a:lnTo>
                  <a:lnTo>
                    <a:pt x="172" y="1488"/>
                  </a:lnTo>
                  <a:lnTo>
                    <a:pt x="106" y="1698"/>
                  </a:lnTo>
                  <a:lnTo>
                    <a:pt x="40" y="1922"/>
                  </a:lnTo>
                  <a:lnTo>
                    <a:pt x="14" y="2159"/>
                  </a:lnTo>
                  <a:lnTo>
                    <a:pt x="1" y="2383"/>
                  </a:lnTo>
                  <a:lnTo>
                    <a:pt x="14" y="2607"/>
                  </a:lnTo>
                  <a:lnTo>
                    <a:pt x="40" y="2830"/>
                  </a:lnTo>
                  <a:lnTo>
                    <a:pt x="106" y="3054"/>
                  </a:lnTo>
                  <a:lnTo>
                    <a:pt x="172" y="3278"/>
                  </a:lnTo>
                  <a:lnTo>
                    <a:pt x="277" y="3489"/>
                  </a:lnTo>
                  <a:lnTo>
                    <a:pt x="395" y="3686"/>
                  </a:lnTo>
                  <a:lnTo>
                    <a:pt x="540" y="3883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67" y="4357"/>
                  </a:lnTo>
                  <a:lnTo>
                    <a:pt x="1264" y="4476"/>
                  </a:lnTo>
                  <a:lnTo>
                    <a:pt x="1475" y="4581"/>
                  </a:lnTo>
                  <a:lnTo>
                    <a:pt x="1685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60" y="4634"/>
                  </a:lnTo>
                  <a:lnTo>
                    <a:pt x="3305" y="4568"/>
                  </a:lnTo>
                  <a:lnTo>
                    <a:pt x="3449" y="4502"/>
                  </a:lnTo>
                  <a:lnTo>
                    <a:pt x="3594" y="4423"/>
                  </a:lnTo>
                  <a:lnTo>
                    <a:pt x="10795" y="11637"/>
                  </a:lnTo>
                  <a:lnTo>
                    <a:pt x="10716" y="11768"/>
                  </a:lnTo>
                  <a:lnTo>
                    <a:pt x="10650" y="11913"/>
                  </a:lnTo>
                  <a:lnTo>
                    <a:pt x="10597" y="12058"/>
                  </a:lnTo>
                  <a:lnTo>
                    <a:pt x="10544" y="12216"/>
                  </a:lnTo>
                  <a:lnTo>
                    <a:pt x="10505" y="12361"/>
                  </a:lnTo>
                  <a:lnTo>
                    <a:pt x="10479" y="12519"/>
                  </a:lnTo>
                  <a:lnTo>
                    <a:pt x="10465" y="12677"/>
                  </a:lnTo>
                  <a:lnTo>
                    <a:pt x="10465" y="12848"/>
                  </a:lnTo>
                  <a:lnTo>
                    <a:pt x="10479" y="13085"/>
                  </a:lnTo>
                  <a:lnTo>
                    <a:pt x="10505" y="13309"/>
                  </a:lnTo>
                  <a:lnTo>
                    <a:pt x="10571" y="13532"/>
                  </a:lnTo>
                  <a:lnTo>
                    <a:pt x="10637" y="13756"/>
                  </a:lnTo>
                  <a:lnTo>
                    <a:pt x="10742" y="13967"/>
                  </a:lnTo>
                  <a:lnTo>
                    <a:pt x="10860" y="14164"/>
                  </a:lnTo>
                  <a:lnTo>
                    <a:pt x="11005" y="14348"/>
                  </a:lnTo>
                  <a:lnTo>
                    <a:pt x="11163" y="14520"/>
                  </a:lnTo>
                  <a:lnTo>
                    <a:pt x="11334" y="14691"/>
                  </a:lnTo>
                  <a:lnTo>
                    <a:pt x="11519" y="14822"/>
                  </a:lnTo>
                  <a:lnTo>
                    <a:pt x="11716" y="14941"/>
                  </a:lnTo>
                  <a:lnTo>
                    <a:pt x="11927" y="15046"/>
                  </a:lnTo>
                  <a:lnTo>
                    <a:pt x="12150" y="15125"/>
                  </a:lnTo>
                  <a:lnTo>
                    <a:pt x="12374" y="15178"/>
                  </a:lnTo>
                  <a:lnTo>
                    <a:pt x="12611" y="15217"/>
                  </a:lnTo>
                  <a:lnTo>
                    <a:pt x="13072" y="15217"/>
                  </a:lnTo>
                  <a:lnTo>
                    <a:pt x="13309" y="15178"/>
                  </a:lnTo>
                  <a:lnTo>
                    <a:pt x="13533" y="15125"/>
                  </a:lnTo>
                  <a:lnTo>
                    <a:pt x="13756" y="15046"/>
                  </a:lnTo>
                  <a:lnTo>
                    <a:pt x="13967" y="14941"/>
                  </a:lnTo>
                  <a:lnTo>
                    <a:pt x="14164" y="14822"/>
                  </a:lnTo>
                  <a:lnTo>
                    <a:pt x="14349" y="14691"/>
                  </a:lnTo>
                  <a:lnTo>
                    <a:pt x="14520" y="14520"/>
                  </a:lnTo>
                  <a:lnTo>
                    <a:pt x="14678" y="14348"/>
                  </a:lnTo>
                  <a:lnTo>
                    <a:pt x="14823" y="14164"/>
                  </a:lnTo>
                  <a:lnTo>
                    <a:pt x="14941" y="13967"/>
                  </a:lnTo>
                  <a:lnTo>
                    <a:pt x="15046" y="13756"/>
                  </a:lnTo>
                  <a:lnTo>
                    <a:pt x="15112" y="13532"/>
                  </a:lnTo>
                  <a:lnTo>
                    <a:pt x="15178" y="13309"/>
                  </a:lnTo>
                  <a:lnTo>
                    <a:pt x="15204" y="13085"/>
                  </a:lnTo>
                  <a:lnTo>
                    <a:pt x="15218" y="12848"/>
                  </a:lnTo>
                  <a:lnTo>
                    <a:pt x="15204" y="12611"/>
                  </a:lnTo>
                  <a:lnTo>
                    <a:pt x="15178" y="12374"/>
                  </a:lnTo>
                  <a:lnTo>
                    <a:pt x="15112" y="12150"/>
                  </a:lnTo>
                  <a:lnTo>
                    <a:pt x="15046" y="11940"/>
                  </a:lnTo>
                  <a:lnTo>
                    <a:pt x="14941" y="11729"/>
                  </a:lnTo>
                  <a:lnTo>
                    <a:pt x="14823" y="11518"/>
                  </a:lnTo>
                  <a:lnTo>
                    <a:pt x="14678" y="11334"/>
                  </a:lnTo>
                  <a:lnTo>
                    <a:pt x="14520" y="11163"/>
                  </a:lnTo>
                  <a:lnTo>
                    <a:pt x="14349" y="11005"/>
                  </a:lnTo>
                  <a:lnTo>
                    <a:pt x="14164" y="10860"/>
                  </a:lnTo>
                  <a:lnTo>
                    <a:pt x="13967" y="10742"/>
                  </a:lnTo>
                  <a:lnTo>
                    <a:pt x="13756" y="10650"/>
                  </a:lnTo>
                  <a:lnTo>
                    <a:pt x="13533" y="10571"/>
                  </a:lnTo>
                  <a:lnTo>
                    <a:pt x="13309" y="10505"/>
                  </a:lnTo>
                  <a:lnTo>
                    <a:pt x="13072" y="10478"/>
                  </a:lnTo>
                  <a:lnTo>
                    <a:pt x="12848" y="10465"/>
                  </a:lnTo>
                  <a:lnTo>
                    <a:pt x="12677" y="10465"/>
                  </a:lnTo>
                  <a:lnTo>
                    <a:pt x="12519" y="10492"/>
                  </a:lnTo>
                  <a:lnTo>
                    <a:pt x="12361" y="10518"/>
                  </a:lnTo>
                  <a:lnTo>
                    <a:pt x="12203" y="10544"/>
                  </a:lnTo>
                  <a:lnTo>
                    <a:pt x="12058" y="10597"/>
                  </a:lnTo>
                  <a:lnTo>
                    <a:pt x="11913" y="10650"/>
                  </a:lnTo>
                  <a:lnTo>
                    <a:pt x="11769" y="10715"/>
                  </a:lnTo>
                  <a:lnTo>
                    <a:pt x="11624" y="10794"/>
                  </a:lnTo>
                  <a:lnTo>
                    <a:pt x="4423" y="3594"/>
                  </a:lnTo>
                  <a:lnTo>
                    <a:pt x="4516" y="3423"/>
                  </a:lnTo>
                  <a:lnTo>
                    <a:pt x="4595" y="3238"/>
                  </a:lnTo>
                  <a:lnTo>
                    <a:pt x="4660" y="3054"/>
                  </a:lnTo>
                  <a:lnTo>
                    <a:pt x="4713" y="2870"/>
                  </a:lnTo>
                  <a:lnTo>
                    <a:pt x="4739" y="2672"/>
                  </a:lnTo>
                  <a:lnTo>
                    <a:pt x="4753" y="2488"/>
                  </a:lnTo>
                  <a:lnTo>
                    <a:pt x="4753" y="2291"/>
                  </a:lnTo>
                  <a:lnTo>
                    <a:pt x="4739" y="2093"/>
                  </a:lnTo>
                  <a:lnTo>
                    <a:pt x="4713" y="1909"/>
                  </a:lnTo>
                  <a:lnTo>
                    <a:pt x="4660" y="1725"/>
                  </a:lnTo>
                  <a:lnTo>
                    <a:pt x="4608" y="1540"/>
                  </a:lnTo>
                  <a:lnTo>
                    <a:pt x="4529" y="1356"/>
                  </a:lnTo>
                  <a:lnTo>
                    <a:pt x="4437" y="1185"/>
                  </a:lnTo>
                  <a:lnTo>
                    <a:pt x="4318" y="1014"/>
                  </a:lnTo>
                  <a:lnTo>
                    <a:pt x="4200" y="856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699" y="395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68" y="106"/>
                  </a:lnTo>
                  <a:lnTo>
                    <a:pt x="2844" y="53"/>
                  </a:lnTo>
                  <a:lnTo>
                    <a:pt x="2620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745050" y="784075"/>
              <a:ext cx="481500" cy="119150"/>
            </a:xfrm>
            <a:custGeom>
              <a:rect b="b" l="l" r="r" t="t"/>
              <a:pathLst>
                <a:path extrusionOk="0" h="4766" w="19260">
                  <a:moveTo>
                    <a:pt x="2370" y="1185"/>
                  </a:moveTo>
                  <a:lnTo>
                    <a:pt x="2502" y="1198"/>
                  </a:lnTo>
                  <a:lnTo>
                    <a:pt x="2621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42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50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1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3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96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16877" y="1185"/>
                  </a:moveTo>
                  <a:lnTo>
                    <a:pt x="17008" y="1198"/>
                  </a:lnTo>
                  <a:lnTo>
                    <a:pt x="17127" y="1211"/>
                  </a:lnTo>
                  <a:lnTo>
                    <a:pt x="17232" y="1238"/>
                  </a:lnTo>
                  <a:lnTo>
                    <a:pt x="17350" y="1277"/>
                  </a:lnTo>
                  <a:lnTo>
                    <a:pt x="17456" y="1330"/>
                  </a:lnTo>
                  <a:lnTo>
                    <a:pt x="17548" y="1396"/>
                  </a:lnTo>
                  <a:lnTo>
                    <a:pt x="17640" y="1461"/>
                  </a:lnTo>
                  <a:lnTo>
                    <a:pt x="17732" y="1540"/>
                  </a:lnTo>
                  <a:lnTo>
                    <a:pt x="17811" y="1619"/>
                  </a:lnTo>
                  <a:lnTo>
                    <a:pt x="17877" y="1712"/>
                  </a:lnTo>
                  <a:lnTo>
                    <a:pt x="17930" y="1817"/>
                  </a:lnTo>
                  <a:lnTo>
                    <a:pt x="17982" y="1922"/>
                  </a:lnTo>
                  <a:lnTo>
                    <a:pt x="18022" y="2027"/>
                  </a:lnTo>
                  <a:lnTo>
                    <a:pt x="18048" y="2146"/>
                  </a:lnTo>
                  <a:lnTo>
                    <a:pt x="18074" y="2264"/>
                  </a:lnTo>
                  <a:lnTo>
                    <a:pt x="18074" y="2383"/>
                  </a:lnTo>
                  <a:lnTo>
                    <a:pt x="18074" y="2501"/>
                  </a:lnTo>
                  <a:lnTo>
                    <a:pt x="18048" y="2620"/>
                  </a:lnTo>
                  <a:lnTo>
                    <a:pt x="18022" y="2738"/>
                  </a:lnTo>
                  <a:lnTo>
                    <a:pt x="17982" y="2844"/>
                  </a:lnTo>
                  <a:lnTo>
                    <a:pt x="17930" y="2949"/>
                  </a:lnTo>
                  <a:lnTo>
                    <a:pt x="17877" y="3054"/>
                  </a:lnTo>
                  <a:lnTo>
                    <a:pt x="17811" y="3146"/>
                  </a:lnTo>
                  <a:lnTo>
                    <a:pt x="17732" y="3225"/>
                  </a:lnTo>
                  <a:lnTo>
                    <a:pt x="17640" y="3304"/>
                  </a:lnTo>
                  <a:lnTo>
                    <a:pt x="17548" y="3370"/>
                  </a:lnTo>
                  <a:lnTo>
                    <a:pt x="17456" y="3436"/>
                  </a:lnTo>
                  <a:lnTo>
                    <a:pt x="17350" y="3489"/>
                  </a:lnTo>
                  <a:lnTo>
                    <a:pt x="17232" y="3528"/>
                  </a:lnTo>
                  <a:lnTo>
                    <a:pt x="17127" y="3554"/>
                  </a:lnTo>
                  <a:lnTo>
                    <a:pt x="17008" y="3581"/>
                  </a:lnTo>
                  <a:lnTo>
                    <a:pt x="16758" y="3581"/>
                  </a:lnTo>
                  <a:lnTo>
                    <a:pt x="16640" y="3554"/>
                  </a:lnTo>
                  <a:lnTo>
                    <a:pt x="16521" y="3528"/>
                  </a:lnTo>
                  <a:lnTo>
                    <a:pt x="16416" y="3489"/>
                  </a:lnTo>
                  <a:lnTo>
                    <a:pt x="16311" y="3436"/>
                  </a:lnTo>
                  <a:lnTo>
                    <a:pt x="16218" y="3370"/>
                  </a:lnTo>
                  <a:lnTo>
                    <a:pt x="16126" y="3304"/>
                  </a:lnTo>
                  <a:lnTo>
                    <a:pt x="16034" y="3225"/>
                  </a:lnTo>
                  <a:lnTo>
                    <a:pt x="15955" y="3146"/>
                  </a:lnTo>
                  <a:lnTo>
                    <a:pt x="15889" y="3054"/>
                  </a:lnTo>
                  <a:lnTo>
                    <a:pt x="15823" y="2949"/>
                  </a:lnTo>
                  <a:lnTo>
                    <a:pt x="15784" y="2844"/>
                  </a:lnTo>
                  <a:lnTo>
                    <a:pt x="15744" y="2738"/>
                  </a:lnTo>
                  <a:lnTo>
                    <a:pt x="15705" y="2620"/>
                  </a:lnTo>
                  <a:lnTo>
                    <a:pt x="15692" y="2501"/>
                  </a:lnTo>
                  <a:lnTo>
                    <a:pt x="15679" y="2383"/>
                  </a:lnTo>
                  <a:lnTo>
                    <a:pt x="15692" y="2264"/>
                  </a:lnTo>
                  <a:lnTo>
                    <a:pt x="15705" y="2146"/>
                  </a:lnTo>
                  <a:lnTo>
                    <a:pt x="15744" y="2027"/>
                  </a:lnTo>
                  <a:lnTo>
                    <a:pt x="15784" y="1922"/>
                  </a:lnTo>
                  <a:lnTo>
                    <a:pt x="15823" y="1817"/>
                  </a:lnTo>
                  <a:lnTo>
                    <a:pt x="15889" y="1712"/>
                  </a:lnTo>
                  <a:lnTo>
                    <a:pt x="15955" y="1619"/>
                  </a:lnTo>
                  <a:lnTo>
                    <a:pt x="16034" y="1540"/>
                  </a:lnTo>
                  <a:lnTo>
                    <a:pt x="16126" y="1461"/>
                  </a:lnTo>
                  <a:lnTo>
                    <a:pt x="16218" y="1396"/>
                  </a:lnTo>
                  <a:lnTo>
                    <a:pt x="16311" y="1330"/>
                  </a:lnTo>
                  <a:lnTo>
                    <a:pt x="16416" y="1277"/>
                  </a:lnTo>
                  <a:lnTo>
                    <a:pt x="16521" y="1238"/>
                  </a:lnTo>
                  <a:lnTo>
                    <a:pt x="16640" y="1211"/>
                  </a:lnTo>
                  <a:lnTo>
                    <a:pt x="16758" y="1198"/>
                  </a:lnTo>
                  <a:lnTo>
                    <a:pt x="16877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7" y="53"/>
                  </a:lnTo>
                  <a:lnTo>
                    <a:pt x="1673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7" y="553"/>
                  </a:lnTo>
                  <a:lnTo>
                    <a:pt x="699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46"/>
                  </a:lnTo>
                  <a:lnTo>
                    <a:pt x="1" y="2383"/>
                  </a:lnTo>
                  <a:lnTo>
                    <a:pt x="1" y="2633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99" y="4068"/>
                  </a:lnTo>
                  <a:lnTo>
                    <a:pt x="857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81"/>
                  </a:lnTo>
                  <a:lnTo>
                    <a:pt x="1673" y="4660"/>
                  </a:lnTo>
                  <a:lnTo>
                    <a:pt x="1897" y="4713"/>
                  </a:lnTo>
                  <a:lnTo>
                    <a:pt x="2133" y="4752"/>
                  </a:lnTo>
                  <a:lnTo>
                    <a:pt x="2370" y="4765"/>
                  </a:lnTo>
                  <a:lnTo>
                    <a:pt x="2581" y="4752"/>
                  </a:lnTo>
                  <a:lnTo>
                    <a:pt x="2778" y="4726"/>
                  </a:lnTo>
                  <a:lnTo>
                    <a:pt x="2976" y="4686"/>
                  </a:lnTo>
                  <a:lnTo>
                    <a:pt x="3160" y="4621"/>
                  </a:lnTo>
                  <a:lnTo>
                    <a:pt x="3344" y="4555"/>
                  </a:lnTo>
                  <a:lnTo>
                    <a:pt x="3516" y="4463"/>
                  </a:lnTo>
                  <a:lnTo>
                    <a:pt x="3687" y="4371"/>
                  </a:lnTo>
                  <a:lnTo>
                    <a:pt x="3845" y="4252"/>
                  </a:lnTo>
                  <a:lnTo>
                    <a:pt x="3990" y="4134"/>
                  </a:lnTo>
                  <a:lnTo>
                    <a:pt x="4121" y="3989"/>
                  </a:lnTo>
                  <a:lnTo>
                    <a:pt x="4253" y="3844"/>
                  </a:lnTo>
                  <a:lnTo>
                    <a:pt x="4358" y="3686"/>
                  </a:lnTo>
                  <a:lnTo>
                    <a:pt x="4463" y="3515"/>
                  </a:lnTo>
                  <a:lnTo>
                    <a:pt x="4542" y="3344"/>
                  </a:lnTo>
                  <a:lnTo>
                    <a:pt x="4621" y="3160"/>
                  </a:lnTo>
                  <a:lnTo>
                    <a:pt x="4674" y="2975"/>
                  </a:lnTo>
                  <a:lnTo>
                    <a:pt x="14573" y="2975"/>
                  </a:lnTo>
                  <a:lnTo>
                    <a:pt x="14639" y="3160"/>
                  </a:lnTo>
                  <a:lnTo>
                    <a:pt x="14705" y="3344"/>
                  </a:lnTo>
                  <a:lnTo>
                    <a:pt x="14797" y="3515"/>
                  </a:lnTo>
                  <a:lnTo>
                    <a:pt x="14889" y="3686"/>
                  </a:lnTo>
                  <a:lnTo>
                    <a:pt x="15007" y="3844"/>
                  </a:lnTo>
                  <a:lnTo>
                    <a:pt x="15126" y="3989"/>
                  </a:lnTo>
                  <a:lnTo>
                    <a:pt x="15271" y="4134"/>
                  </a:lnTo>
                  <a:lnTo>
                    <a:pt x="15415" y="4252"/>
                  </a:lnTo>
                  <a:lnTo>
                    <a:pt x="15573" y="4371"/>
                  </a:lnTo>
                  <a:lnTo>
                    <a:pt x="15731" y="4463"/>
                  </a:lnTo>
                  <a:lnTo>
                    <a:pt x="15916" y="4555"/>
                  </a:lnTo>
                  <a:lnTo>
                    <a:pt x="16087" y="4621"/>
                  </a:lnTo>
                  <a:lnTo>
                    <a:pt x="16284" y="4686"/>
                  </a:lnTo>
                  <a:lnTo>
                    <a:pt x="16482" y="4726"/>
                  </a:lnTo>
                  <a:lnTo>
                    <a:pt x="16679" y="4752"/>
                  </a:lnTo>
                  <a:lnTo>
                    <a:pt x="16877" y="4765"/>
                  </a:lnTo>
                  <a:lnTo>
                    <a:pt x="17127" y="4752"/>
                  </a:lnTo>
                  <a:lnTo>
                    <a:pt x="17364" y="4713"/>
                  </a:lnTo>
                  <a:lnTo>
                    <a:pt x="17587" y="4660"/>
                  </a:lnTo>
                  <a:lnTo>
                    <a:pt x="17811" y="4581"/>
                  </a:lnTo>
                  <a:lnTo>
                    <a:pt x="18009" y="4476"/>
                  </a:lnTo>
                  <a:lnTo>
                    <a:pt x="18206" y="4357"/>
                  </a:lnTo>
                  <a:lnTo>
                    <a:pt x="18390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1" y="3712"/>
                  </a:lnTo>
                  <a:lnTo>
                    <a:pt x="18970" y="3515"/>
                  </a:lnTo>
                  <a:lnTo>
                    <a:pt x="19075" y="3304"/>
                  </a:lnTo>
                  <a:lnTo>
                    <a:pt x="19154" y="3094"/>
                  </a:lnTo>
                  <a:lnTo>
                    <a:pt x="19206" y="2857"/>
                  </a:lnTo>
                  <a:lnTo>
                    <a:pt x="19246" y="2633"/>
                  </a:lnTo>
                  <a:lnTo>
                    <a:pt x="19259" y="2383"/>
                  </a:lnTo>
                  <a:lnTo>
                    <a:pt x="19246" y="2146"/>
                  </a:lnTo>
                  <a:lnTo>
                    <a:pt x="19206" y="1909"/>
                  </a:lnTo>
                  <a:lnTo>
                    <a:pt x="19154" y="1672"/>
                  </a:lnTo>
                  <a:lnTo>
                    <a:pt x="19075" y="1461"/>
                  </a:lnTo>
                  <a:lnTo>
                    <a:pt x="18970" y="1251"/>
                  </a:lnTo>
                  <a:lnTo>
                    <a:pt x="18851" y="1053"/>
                  </a:lnTo>
                  <a:lnTo>
                    <a:pt x="18719" y="869"/>
                  </a:lnTo>
                  <a:lnTo>
                    <a:pt x="18561" y="698"/>
                  </a:lnTo>
                  <a:lnTo>
                    <a:pt x="18390" y="553"/>
                  </a:lnTo>
                  <a:lnTo>
                    <a:pt x="18206" y="408"/>
                  </a:lnTo>
                  <a:lnTo>
                    <a:pt x="18009" y="290"/>
                  </a:lnTo>
                  <a:lnTo>
                    <a:pt x="17811" y="198"/>
                  </a:lnTo>
                  <a:lnTo>
                    <a:pt x="17587" y="106"/>
                  </a:lnTo>
                  <a:lnTo>
                    <a:pt x="17364" y="53"/>
                  </a:lnTo>
                  <a:lnTo>
                    <a:pt x="17127" y="13"/>
                  </a:lnTo>
                  <a:lnTo>
                    <a:pt x="16877" y="0"/>
                  </a:lnTo>
                  <a:lnTo>
                    <a:pt x="16679" y="13"/>
                  </a:lnTo>
                  <a:lnTo>
                    <a:pt x="16482" y="40"/>
                  </a:lnTo>
                  <a:lnTo>
                    <a:pt x="16284" y="79"/>
                  </a:lnTo>
                  <a:lnTo>
                    <a:pt x="16087" y="145"/>
                  </a:lnTo>
                  <a:lnTo>
                    <a:pt x="15916" y="211"/>
                  </a:lnTo>
                  <a:lnTo>
                    <a:pt x="15731" y="303"/>
                  </a:lnTo>
                  <a:lnTo>
                    <a:pt x="15573" y="395"/>
                  </a:lnTo>
                  <a:lnTo>
                    <a:pt x="15415" y="514"/>
                  </a:lnTo>
                  <a:lnTo>
                    <a:pt x="15271" y="645"/>
                  </a:lnTo>
                  <a:lnTo>
                    <a:pt x="15126" y="777"/>
                  </a:lnTo>
                  <a:lnTo>
                    <a:pt x="15007" y="922"/>
                  </a:lnTo>
                  <a:lnTo>
                    <a:pt x="14889" y="1080"/>
                  </a:lnTo>
                  <a:lnTo>
                    <a:pt x="14797" y="1251"/>
                  </a:lnTo>
                  <a:lnTo>
                    <a:pt x="14705" y="1422"/>
                  </a:lnTo>
                  <a:lnTo>
                    <a:pt x="14639" y="1606"/>
                  </a:lnTo>
                  <a:lnTo>
                    <a:pt x="14573" y="1791"/>
                  </a:lnTo>
                  <a:lnTo>
                    <a:pt x="4674" y="1791"/>
                  </a:lnTo>
                  <a:lnTo>
                    <a:pt x="4621" y="1606"/>
                  </a:lnTo>
                  <a:lnTo>
                    <a:pt x="4542" y="1422"/>
                  </a:lnTo>
                  <a:lnTo>
                    <a:pt x="4463" y="1251"/>
                  </a:lnTo>
                  <a:lnTo>
                    <a:pt x="4358" y="1080"/>
                  </a:lnTo>
                  <a:lnTo>
                    <a:pt x="4253" y="922"/>
                  </a:lnTo>
                  <a:lnTo>
                    <a:pt x="4121" y="777"/>
                  </a:lnTo>
                  <a:lnTo>
                    <a:pt x="3990" y="645"/>
                  </a:lnTo>
                  <a:lnTo>
                    <a:pt x="3845" y="514"/>
                  </a:lnTo>
                  <a:lnTo>
                    <a:pt x="3687" y="395"/>
                  </a:lnTo>
                  <a:lnTo>
                    <a:pt x="3516" y="303"/>
                  </a:lnTo>
                  <a:lnTo>
                    <a:pt x="3344" y="211"/>
                  </a:lnTo>
                  <a:lnTo>
                    <a:pt x="3160" y="145"/>
                  </a:lnTo>
                  <a:lnTo>
                    <a:pt x="2976" y="79"/>
                  </a:lnTo>
                  <a:lnTo>
                    <a:pt x="2778" y="40"/>
                  </a:lnTo>
                  <a:lnTo>
                    <a:pt x="2581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1265475" y="1018700"/>
              <a:ext cx="4767200" cy="4229150"/>
            </a:xfrm>
            <a:custGeom>
              <a:rect b="b" l="l" r="r" t="t"/>
              <a:pathLst>
                <a:path extrusionOk="0" h="169166" w="190688">
                  <a:moveTo>
                    <a:pt x="71610" y="3542"/>
                  </a:moveTo>
                  <a:lnTo>
                    <a:pt x="71795" y="3555"/>
                  </a:lnTo>
                  <a:lnTo>
                    <a:pt x="71966" y="3581"/>
                  </a:lnTo>
                  <a:lnTo>
                    <a:pt x="72124" y="3608"/>
                  </a:lnTo>
                  <a:lnTo>
                    <a:pt x="72295" y="3647"/>
                  </a:lnTo>
                  <a:lnTo>
                    <a:pt x="72453" y="3700"/>
                  </a:lnTo>
                  <a:lnTo>
                    <a:pt x="72611" y="3752"/>
                  </a:lnTo>
                  <a:lnTo>
                    <a:pt x="72769" y="3805"/>
                  </a:lnTo>
                  <a:lnTo>
                    <a:pt x="72927" y="3871"/>
                  </a:lnTo>
                  <a:lnTo>
                    <a:pt x="73071" y="3950"/>
                  </a:lnTo>
                  <a:lnTo>
                    <a:pt x="73216" y="4042"/>
                  </a:lnTo>
                  <a:lnTo>
                    <a:pt x="73348" y="4121"/>
                  </a:lnTo>
                  <a:lnTo>
                    <a:pt x="73611" y="4318"/>
                  </a:lnTo>
                  <a:lnTo>
                    <a:pt x="73861" y="4542"/>
                  </a:lnTo>
                  <a:lnTo>
                    <a:pt x="74072" y="4779"/>
                  </a:lnTo>
                  <a:lnTo>
                    <a:pt x="74269" y="5042"/>
                  </a:lnTo>
                  <a:lnTo>
                    <a:pt x="74361" y="5187"/>
                  </a:lnTo>
                  <a:lnTo>
                    <a:pt x="74440" y="5332"/>
                  </a:lnTo>
                  <a:lnTo>
                    <a:pt x="74519" y="5477"/>
                  </a:lnTo>
                  <a:lnTo>
                    <a:pt x="74585" y="5635"/>
                  </a:lnTo>
                  <a:lnTo>
                    <a:pt x="74651" y="5780"/>
                  </a:lnTo>
                  <a:lnTo>
                    <a:pt x="74704" y="5938"/>
                  </a:lnTo>
                  <a:lnTo>
                    <a:pt x="74756" y="6109"/>
                  </a:lnTo>
                  <a:lnTo>
                    <a:pt x="74796" y="6267"/>
                  </a:lnTo>
                  <a:lnTo>
                    <a:pt x="74822" y="6438"/>
                  </a:lnTo>
                  <a:lnTo>
                    <a:pt x="74849" y="6609"/>
                  </a:lnTo>
                  <a:lnTo>
                    <a:pt x="74862" y="6780"/>
                  </a:lnTo>
                  <a:lnTo>
                    <a:pt x="74862" y="6964"/>
                  </a:lnTo>
                  <a:lnTo>
                    <a:pt x="74862" y="7135"/>
                  </a:lnTo>
                  <a:lnTo>
                    <a:pt x="74849" y="7307"/>
                  </a:lnTo>
                  <a:lnTo>
                    <a:pt x="74822" y="7478"/>
                  </a:lnTo>
                  <a:lnTo>
                    <a:pt x="74796" y="7649"/>
                  </a:lnTo>
                  <a:lnTo>
                    <a:pt x="74756" y="7807"/>
                  </a:lnTo>
                  <a:lnTo>
                    <a:pt x="74704" y="7978"/>
                  </a:lnTo>
                  <a:lnTo>
                    <a:pt x="74651" y="8136"/>
                  </a:lnTo>
                  <a:lnTo>
                    <a:pt x="74585" y="8294"/>
                  </a:lnTo>
                  <a:lnTo>
                    <a:pt x="74519" y="8439"/>
                  </a:lnTo>
                  <a:lnTo>
                    <a:pt x="74440" y="8583"/>
                  </a:lnTo>
                  <a:lnTo>
                    <a:pt x="74361" y="8728"/>
                  </a:lnTo>
                  <a:lnTo>
                    <a:pt x="74269" y="8873"/>
                  </a:lnTo>
                  <a:lnTo>
                    <a:pt x="74072" y="9136"/>
                  </a:lnTo>
                  <a:lnTo>
                    <a:pt x="73861" y="9373"/>
                  </a:lnTo>
                  <a:lnTo>
                    <a:pt x="73611" y="9597"/>
                  </a:lnTo>
                  <a:lnTo>
                    <a:pt x="73348" y="9795"/>
                  </a:lnTo>
                  <a:lnTo>
                    <a:pt x="73216" y="9887"/>
                  </a:lnTo>
                  <a:lnTo>
                    <a:pt x="73071" y="9966"/>
                  </a:lnTo>
                  <a:lnTo>
                    <a:pt x="72927" y="10045"/>
                  </a:lnTo>
                  <a:lnTo>
                    <a:pt x="72769" y="10110"/>
                  </a:lnTo>
                  <a:lnTo>
                    <a:pt x="72611" y="10176"/>
                  </a:lnTo>
                  <a:lnTo>
                    <a:pt x="72453" y="10229"/>
                  </a:lnTo>
                  <a:lnTo>
                    <a:pt x="72295" y="10268"/>
                  </a:lnTo>
                  <a:lnTo>
                    <a:pt x="72124" y="10308"/>
                  </a:lnTo>
                  <a:lnTo>
                    <a:pt x="71966" y="10334"/>
                  </a:lnTo>
                  <a:lnTo>
                    <a:pt x="71795" y="10361"/>
                  </a:lnTo>
                  <a:lnTo>
                    <a:pt x="71610" y="10374"/>
                  </a:lnTo>
                  <a:lnTo>
                    <a:pt x="71268" y="10374"/>
                  </a:lnTo>
                  <a:lnTo>
                    <a:pt x="71097" y="10361"/>
                  </a:lnTo>
                  <a:lnTo>
                    <a:pt x="70926" y="10334"/>
                  </a:lnTo>
                  <a:lnTo>
                    <a:pt x="70755" y="10308"/>
                  </a:lnTo>
                  <a:lnTo>
                    <a:pt x="70584" y="10268"/>
                  </a:lnTo>
                  <a:lnTo>
                    <a:pt x="70426" y="10229"/>
                  </a:lnTo>
                  <a:lnTo>
                    <a:pt x="70268" y="10176"/>
                  </a:lnTo>
                  <a:lnTo>
                    <a:pt x="70110" y="10110"/>
                  </a:lnTo>
                  <a:lnTo>
                    <a:pt x="69965" y="10045"/>
                  </a:lnTo>
                  <a:lnTo>
                    <a:pt x="69807" y="9966"/>
                  </a:lnTo>
                  <a:lnTo>
                    <a:pt x="69662" y="9887"/>
                  </a:lnTo>
                  <a:lnTo>
                    <a:pt x="69530" y="9795"/>
                  </a:lnTo>
                  <a:lnTo>
                    <a:pt x="69267" y="9597"/>
                  </a:lnTo>
                  <a:lnTo>
                    <a:pt x="69017" y="9373"/>
                  </a:lnTo>
                  <a:lnTo>
                    <a:pt x="68806" y="9136"/>
                  </a:lnTo>
                  <a:lnTo>
                    <a:pt x="68609" y="8873"/>
                  </a:lnTo>
                  <a:lnTo>
                    <a:pt x="68517" y="8728"/>
                  </a:lnTo>
                  <a:lnTo>
                    <a:pt x="68438" y="8583"/>
                  </a:lnTo>
                  <a:lnTo>
                    <a:pt x="68359" y="8439"/>
                  </a:lnTo>
                  <a:lnTo>
                    <a:pt x="68293" y="8294"/>
                  </a:lnTo>
                  <a:lnTo>
                    <a:pt x="68227" y="8136"/>
                  </a:lnTo>
                  <a:lnTo>
                    <a:pt x="68175" y="7978"/>
                  </a:lnTo>
                  <a:lnTo>
                    <a:pt x="68122" y="7807"/>
                  </a:lnTo>
                  <a:lnTo>
                    <a:pt x="68096" y="7649"/>
                  </a:lnTo>
                  <a:lnTo>
                    <a:pt x="68056" y="7478"/>
                  </a:lnTo>
                  <a:lnTo>
                    <a:pt x="68043" y="7307"/>
                  </a:lnTo>
                  <a:lnTo>
                    <a:pt x="68030" y="7135"/>
                  </a:lnTo>
                  <a:lnTo>
                    <a:pt x="68017" y="6964"/>
                  </a:lnTo>
                  <a:lnTo>
                    <a:pt x="68030" y="6780"/>
                  </a:lnTo>
                  <a:lnTo>
                    <a:pt x="68043" y="6609"/>
                  </a:lnTo>
                  <a:lnTo>
                    <a:pt x="68056" y="6438"/>
                  </a:lnTo>
                  <a:lnTo>
                    <a:pt x="68096" y="6267"/>
                  </a:lnTo>
                  <a:lnTo>
                    <a:pt x="68122" y="6109"/>
                  </a:lnTo>
                  <a:lnTo>
                    <a:pt x="68175" y="5938"/>
                  </a:lnTo>
                  <a:lnTo>
                    <a:pt x="68227" y="5780"/>
                  </a:lnTo>
                  <a:lnTo>
                    <a:pt x="68293" y="5635"/>
                  </a:lnTo>
                  <a:lnTo>
                    <a:pt x="68359" y="5477"/>
                  </a:lnTo>
                  <a:lnTo>
                    <a:pt x="68438" y="5332"/>
                  </a:lnTo>
                  <a:lnTo>
                    <a:pt x="68517" y="5187"/>
                  </a:lnTo>
                  <a:lnTo>
                    <a:pt x="68609" y="5042"/>
                  </a:lnTo>
                  <a:lnTo>
                    <a:pt x="68806" y="4779"/>
                  </a:lnTo>
                  <a:lnTo>
                    <a:pt x="69017" y="4542"/>
                  </a:lnTo>
                  <a:lnTo>
                    <a:pt x="69267" y="4318"/>
                  </a:lnTo>
                  <a:lnTo>
                    <a:pt x="69530" y="4121"/>
                  </a:lnTo>
                  <a:lnTo>
                    <a:pt x="69662" y="4042"/>
                  </a:lnTo>
                  <a:lnTo>
                    <a:pt x="69807" y="3950"/>
                  </a:lnTo>
                  <a:lnTo>
                    <a:pt x="69965" y="3871"/>
                  </a:lnTo>
                  <a:lnTo>
                    <a:pt x="70110" y="3805"/>
                  </a:lnTo>
                  <a:lnTo>
                    <a:pt x="70268" y="3752"/>
                  </a:lnTo>
                  <a:lnTo>
                    <a:pt x="70426" y="3700"/>
                  </a:lnTo>
                  <a:lnTo>
                    <a:pt x="70584" y="3647"/>
                  </a:lnTo>
                  <a:lnTo>
                    <a:pt x="70755" y="3608"/>
                  </a:lnTo>
                  <a:lnTo>
                    <a:pt x="70926" y="3581"/>
                  </a:lnTo>
                  <a:lnTo>
                    <a:pt x="71097" y="3555"/>
                  </a:lnTo>
                  <a:lnTo>
                    <a:pt x="71268" y="3542"/>
                  </a:lnTo>
                  <a:close/>
                  <a:moveTo>
                    <a:pt x="163847" y="5609"/>
                  </a:moveTo>
                  <a:lnTo>
                    <a:pt x="164018" y="5622"/>
                  </a:lnTo>
                  <a:lnTo>
                    <a:pt x="164189" y="5635"/>
                  </a:lnTo>
                  <a:lnTo>
                    <a:pt x="164360" y="5648"/>
                  </a:lnTo>
                  <a:lnTo>
                    <a:pt x="164531" y="5687"/>
                  </a:lnTo>
                  <a:lnTo>
                    <a:pt x="164702" y="5727"/>
                  </a:lnTo>
                  <a:lnTo>
                    <a:pt x="164860" y="5766"/>
                  </a:lnTo>
                  <a:lnTo>
                    <a:pt x="165018" y="5819"/>
                  </a:lnTo>
                  <a:lnTo>
                    <a:pt x="165176" y="5885"/>
                  </a:lnTo>
                  <a:lnTo>
                    <a:pt x="165321" y="5951"/>
                  </a:lnTo>
                  <a:lnTo>
                    <a:pt x="165479" y="6030"/>
                  </a:lnTo>
                  <a:lnTo>
                    <a:pt x="165611" y="6109"/>
                  </a:lnTo>
                  <a:lnTo>
                    <a:pt x="165756" y="6201"/>
                  </a:lnTo>
                  <a:lnTo>
                    <a:pt x="166019" y="6398"/>
                  </a:lnTo>
                  <a:lnTo>
                    <a:pt x="166256" y="6622"/>
                  </a:lnTo>
                  <a:lnTo>
                    <a:pt x="166480" y="6859"/>
                  </a:lnTo>
                  <a:lnTo>
                    <a:pt x="166677" y="7122"/>
                  </a:lnTo>
                  <a:lnTo>
                    <a:pt x="166769" y="7267"/>
                  </a:lnTo>
                  <a:lnTo>
                    <a:pt x="166848" y="7399"/>
                  </a:lnTo>
                  <a:lnTo>
                    <a:pt x="166927" y="7557"/>
                  </a:lnTo>
                  <a:lnTo>
                    <a:pt x="166993" y="7702"/>
                  </a:lnTo>
                  <a:lnTo>
                    <a:pt x="167059" y="7859"/>
                  </a:lnTo>
                  <a:lnTo>
                    <a:pt x="167111" y="8017"/>
                  </a:lnTo>
                  <a:lnTo>
                    <a:pt x="167151" y="8175"/>
                  </a:lnTo>
                  <a:lnTo>
                    <a:pt x="167190" y="8347"/>
                  </a:lnTo>
                  <a:lnTo>
                    <a:pt x="167230" y="8518"/>
                  </a:lnTo>
                  <a:lnTo>
                    <a:pt x="167243" y="8689"/>
                  </a:lnTo>
                  <a:lnTo>
                    <a:pt x="167256" y="8860"/>
                  </a:lnTo>
                  <a:lnTo>
                    <a:pt x="167269" y="9031"/>
                  </a:lnTo>
                  <a:lnTo>
                    <a:pt x="167256" y="9202"/>
                  </a:lnTo>
                  <a:lnTo>
                    <a:pt x="167243" y="9386"/>
                  </a:lnTo>
                  <a:lnTo>
                    <a:pt x="167230" y="9558"/>
                  </a:lnTo>
                  <a:lnTo>
                    <a:pt x="167190" y="9716"/>
                  </a:lnTo>
                  <a:lnTo>
                    <a:pt x="167151" y="9887"/>
                  </a:lnTo>
                  <a:lnTo>
                    <a:pt x="167111" y="10045"/>
                  </a:lnTo>
                  <a:lnTo>
                    <a:pt x="167059" y="10203"/>
                  </a:lnTo>
                  <a:lnTo>
                    <a:pt x="166993" y="10361"/>
                  </a:lnTo>
                  <a:lnTo>
                    <a:pt x="166927" y="10519"/>
                  </a:lnTo>
                  <a:lnTo>
                    <a:pt x="166848" y="10663"/>
                  </a:lnTo>
                  <a:lnTo>
                    <a:pt x="166769" y="10808"/>
                  </a:lnTo>
                  <a:lnTo>
                    <a:pt x="166677" y="10940"/>
                  </a:lnTo>
                  <a:lnTo>
                    <a:pt x="166480" y="11203"/>
                  </a:lnTo>
                  <a:lnTo>
                    <a:pt x="166256" y="11453"/>
                  </a:lnTo>
                  <a:lnTo>
                    <a:pt x="166019" y="11677"/>
                  </a:lnTo>
                  <a:lnTo>
                    <a:pt x="165756" y="11861"/>
                  </a:lnTo>
                  <a:lnTo>
                    <a:pt x="165611" y="11953"/>
                  </a:lnTo>
                  <a:lnTo>
                    <a:pt x="165479" y="12045"/>
                  </a:lnTo>
                  <a:lnTo>
                    <a:pt x="165321" y="12111"/>
                  </a:lnTo>
                  <a:lnTo>
                    <a:pt x="165176" y="12177"/>
                  </a:lnTo>
                  <a:lnTo>
                    <a:pt x="165018" y="12243"/>
                  </a:lnTo>
                  <a:lnTo>
                    <a:pt x="164860" y="12296"/>
                  </a:lnTo>
                  <a:lnTo>
                    <a:pt x="164702" y="12348"/>
                  </a:lnTo>
                  <a:lnTo>
                    <a:pt x="164531" y="12388"/>
                  </a:lnTo>
                  <a:lnTo>
                    <a:pt x="164360" y="12414"/>
                  </a:lnTo>
                  <a:lnTo>
                    <a:pt x="164189" y="12440"/>
                  </a:lnTo>
                  <a:lnTo>
                    <a:pt x="164018" y="12454"/>
                  </a:lnTo>
                  <a:lnTo>
                    <a:pt x="163663" y="12454"/>
                  </a:lnTo>
                  <a:lnTo>
                    <a:pt x="163491" y="12440"/>
                  </a:lnTo>
                  <a:lnTo>
                    <a:pt x="163320" y="12414"/>
                  </a:lnTo>
                  <a:lnTo>
                    <a:pt x="163162" y="12388"/>
                  </a:lnTo>
                  <a:lnTo>
                    <a:pt x="162991" y="12348"/>
                  </a:lnTo>
                  <a:lnTo>
                    <a:pt x="162833" y="12296"/>
                  </a:lnTo>
                  <a:lnTo>
                    <a:pt x="162675" y="12243"/>
                  </a:lnTo>
                  <a:lnTo>
                    <a:pt x="162517" y="12177"/>
                  </a:lnTo>
                  <a:lnTo>
                    <a:pt x="162359" y="12111"/>
                  </a:lnTo>
                  <a:lnTo>
                    <a:pt x="162215" y="12045"/>
                  </a:lnTo>
                  <a:lnTo>
                    <a:pt x="162070" y="11953"/>
                  </a:lnTo>
                  <a:lnTo>
                    <a:pt x="161938" y="11861"/>
                  </a:lnTo>
                  <a:lnTo>
                    <a:pt x="161675" y="11677"/>
                  </a:lnTo>
                  <a:lnTo>
                    <a:pt x="161425" y="11453"/>
                  </a:lnTo>
                  <a:lnTo>
                    <a:pt x="161201" y="11203"/>
                  </a:lnTo>
                  <a:lnTo>
                    <a:pt x="161004" y="10940"/>
                  </a:lnTo>
                  <a:lnTo>
                    <a:pt x="160925" y="10808"/>
                  </a:lnTo>
                  <a:lnTo>
                    <a:pt x="160832" y="10663"/>
                  </a:lnTo>
                  <a:lnTo>
                    <a:pt x="160767" y="10519"/>
                  </a:lnTo>
                  <a:lnTo>
                    <a:pt x="160688" y="10361"/>
                  </a:lnTo>
                  <a:lnTo>
                    <a:pt x="160635" y="10203"/>
                  </a:lnTo>
                  <a:lnTo>
                    <a:pt x="160582" y="10045"/>
                  </a:lnTo>
                  <a:lnTo>
                    <a:pt x="160530" y="9887"/>
                  </a:lnTo>
                  <a:lnTo>
                    <a:pt x="160490" y="9716"/>
                  </a:lnTo>
                  <a:lnTo>
                    <a:pt x="160464" y="9558"/>
                  </a:lnTo>
                  <a:lnTo>
                    <a:pt x="160437" y="9386"/>
                  </a:lnTo>
                  <a:lnTo>
                    <a:pt x="160424" y="9202"/>
                  </a:lnTo>
                  <a:lnTo>
                    <a:pt x="160424" y="9031"/>
                  </a:lnTo>
                  <a:lnTo>
                    <a:pt x="160424" y="8860"/>
                  </a:lnTo>
                  <a:lnTo>
                    <a:pt x="160437" y="8689"/>
                  </a:lnTo>
                  <a:lnTo>
                    <a:pt x="160464" y="8518"/>
                  </a:lnTo>
                  <a:lnTo>
                    <a:pt x="160490" y="8347"/>
                  </a:lnTo>
                  <a:lnTo>
                    <a:pt x="160530" y="8175"/>
                  </a:lnTo>
                  <a:lnTo>
                    <a:pt x="160582" y="8017"/>
                  </a:lnTo>
                  <a:lnTo>
                    <a:pt x="160635" y="7859"/>
                  </a:lnTo>
                  <a:lnTo>
                    <a:pt x="160688" y="7702"/>
                  </a:lnTo>
                  <a:lnTo>
                    <a:pt x="160767" y="7557"/>
                  </a:lnTo>
                  <a:lnTo>
                    <a:pt x="160832" y="7399"/>
                  </a:lnTo>
                  <a:lnTo>
                    <a:pt x="160925" y="7267"/>
                  </a:lnTo>
                  <a:lnTo>
                    <a:pt x="161004" y="7122"/>
                  </a:lnTo>
                  <a:lnTo>
                    <a:pt x="161201" y="6859"/>
                  </a:lnTo>
                  <a:lnTo>
                    <a:pt x="161425" y="6622"/>
                  </a:lnTo>
                  <a:lnTo>
                    <a:pt x="161675" y="6398"/>
                  </a:lnTo>
                  <a:lnTo>
                    <a:pt x="161938" y="6201"/>
                  </a:lnTo>
                  <a:lnTo>
                    <a:pt x="162070" y="6109"/>
                  </a:lnTo>
                  <a:lnTo>
                    <a:pt x="162215" y="6030"/>
                  </a:lnTo>
                  <a:lnTo>
                    <a:pt x="162359" y="5951"/>
                  </a:lnTo>
                  <a:lnTo>
                    <a:pt x="162517" y="5885"/>
                  </a:lnTo>
                  <a:lnTo>
                    <a:pt x="162675" y="5819"/>
                  </a:lnTo>
                  <a:lnTo>
                    <a:pt x="162833" y="5766"/>
                  </a:lnTo>
                  <a:lnTo>
                    <a:pt x="162991" y="5727"/>
                  </a:lnTo>
                  <a:lnTo>
                    <a:pt x="163162" y="5687"/>
                  </a:lnTo>
                  <a:lnTo>
                    <a:pt x="163320" y="5648"/>
                  </a:lnTo>
                  <a:lnTo>
                    <a:pt x="163491" y="5635"/>
                  </a:lnTo>
                  <a:lnTo>
                    <a:pt x="163663" y="5622"/>
                  </a:lnTo>
                  <a:lnTo>
                    <a:pt x="163847" y="5609"/>
                  </a:lnTo>
                  <a:close/>
                  <a:moveTo>
                    <a:pt x="155054" y="48298"/>
                  </a:moveTo>
                  <a:lnTo>
                    <a:pt x="155225" y="48311"/>
                  </a:lnTo>
                  <a:lnTo>
                    <a:pt x="155396" y="48337"/>
                  </a:lnTo>
                  <a:lnTo>
                    <a:pt x="155567" y="48364"/>
                  </a:lnTo>
                  <a:lnTo>
                    <a:pt x="155738" y="48403"/>
                  </a:lnTo>
                  <a:lnTo>
                    <a:pt x="155896" y="48443"/>
                  </a:lnTo>
                  <a:lnTo>
                    <a:pt x="156054" y="48508"/>
                  </a:lnTo>
                  <a:lnTo>
                    <a:pt x="156212" y="48561"/>
                  </a:lnTo>
                  <a:lnTo>
                    <a:pt x="156357" y="48627"/>
                  </a:lnTo>
                  <a:lnTo>
                    <a:pt x="156515" y="48706"/>
                  </a:lnTo>
                  <a:lnTo>
                    <a:pt x="156646" y="48785"/>
                  </a:lnTo>
                  <a:lnTo>
                    <a:pt x="156791" y="48877"/>
                  </a:lnTo>
                  <a:lnTo>
                    <a:pt x="157054" y="49074"/>
                  </a:lnTo>
                  <a:lnTo>
                    <a:pt x="157291" y="49298"/>
                  </a:lnTo>
                  <a:lnTo>
                    <a:pt x="157515" y="49535"/>
                  </a:lnTo>
                  <a:lnTo>
                    <a:pt x="157713" y="49798"/>
                  </a:lnTo>
                  <a:lnTo>
                    <a:pt x="157805" y="49943"/>
                  </a:lnTo>
                  <a:lnTo>
                    <a:pt x="157884" y="50088"/>
                  </a:lnTo>
                  <a:lnTo>
                    <a:pt x="157963" y="50233"/>
                  </a:lnTo>
                  <a:lnTo>
                    <a:pt x="158029" y="50391"/>
                  </a:lnTo>
                  <a:lnTo>
                    <a:pt x="158094" y="50536"/>
                  </a:lnTo>
                  <a:lnTo>
                    <a:pt x="158147" y="50694"/>
                  </a:lnTo>
                  <a:lnTo>
                    <a:pt x="158187" y="50865"/>
                  </a:lnTo>
                  <a:lnTo>
                    <a:pt x="158226" y="51023"/>
                  </a:lnTo>
                  <a:lnTo>
                    <a:pt x="158266" y="51194"/>
                  </a:lnTo>
                  <a:lnTo>
                    <a:pt x="158279" y="51365"/>
                  </a:lnTo>
                  <a:lnTo>
                    <a:pt x="158292" y="51536"/>
                  </a:lnTo>
                  <a:lnTo>
                    <a:pt x="158305" y="51720"/>
                  </a:lnTo>
                  <a:lnTo>
                    <a:pt x="158292" y="51891"/>
                  </a:lnTo>
                  <a:lnTo>
                    <a:pt x="158279" y="52063"/>
                  </a:lnTo>
                  <a:lnTo>
                    <a:pt x="158266" y="52234"/>
                  </a:lnTo>
                  <a:lnTo>
                    <a:pt x="158226" y="52405"/>
                  </a:lnTo>
                  <a:lnTo>
                    <a:pt x="158187" y="52563"/>
                  </a:lnTo>
                  <a:lnTo>
                    <a:pt x="158147" y="52734"/>
                  </a:lnTo>
                  <a:lnTo>
                    <a:pt x="158094" y="52892"/>
                  </a:lnTo>
                  <a:lnTo>
                    <a:pt x="158029" y="53050"/>
                  </a:lnTo>
                  <a:lnTo>
                    <a:pt x="157963" y="53195"/>
                  </a:lnTo>
                  <a:lnTo>
                    <a:pt x="157884" y="53339"/>
                  </a:lnTo>
                  <a:lnTo>
                    <a:pt x="157805" y="53484"/>
                  </a:lnTo>
                  <a:lnTo>
                    <a:pt x="157713" y="53629"/>
                  </a:lnTo>
                  <a:lnTo>
                    <a:pt x="157515" y="53892"/>
                  </a:lnTo>
                  <a:lnTo>
                    <a:pt x="157291" y="54129"/>
                  </a:lnTo>
                  <a:lnTo>
                    <a:pt x="157054" y="54353"/>
                  </a:lnTo>
                  <a:lnTo>
                    <a:pt x="156791" y="54550"/>
                  </a:lnTo>
                  <a:lnTo>
                    <a:pt x="156646" y="54643"/>
                  </a:lnTo>
                  <a:lnTo>
                    <a:pt x="156515" y="54722"/>
                  </a:lnTo>
                  <a:lnTo>
                    <a:pt x="156357" y="54801"/>
                  </a:lnTo>
                  <a:lnTo>
                    <a:pt x="156212" y="54866"/>
                  </a:lnTo>
                  <a:lnTo>
                    <a:pt x="156054" y="54932"/>
                  </a:lnTo>
                  <a:lnTo>
                    <a:pt x="155896" y="54985"/>
                  </a:lnTo>
                  <a:lnTo>
                    <a:pt x="155738" y="55024"/>
                  </a:lnTo>
                  <a:lnTo>
                    <a:pt x="155567" y="55064"/>
                  </a:lnTo>
                  <a:lnTo>
                    <a:pt x="155396" y="55090"/>
                  </a:lnTo>
                  <a:lnTo>
                    <a:pt x="155225" y="55117"/>
                  </a:lnTo>
                  <a:lnTo>
                    <a:pt x="155054" y="55130"/>
                  </a:lnTo>
                  <a:lnTo>
                    <a:pt x="154698" y="55130"/>
                  </a:lnTo>
                  <a:lnTo>
                    <a:pt x="154527" y="55117"/>
                  </a:lnTo>
                  <a:lnTo>
                    <a:pt x="154356" y="55090"/>
                  </a:lnTo>
                  <a:lnTo>
                    <a:pt x="154198" y="55064"/>
                  </a:lnTo>
                  <a:lnTo>
                    <a:pt x="154027" y="55024"/>
                  </a:lnTo>
                  <a:lnTo>
                    <a:pt x="153869" y="54985"/>
                  </a:lnTo>
                  <a:lnTo>
                    <a:pt x="153711" y="54932"/>
                  </a:lnTo>
                  <a:lnTo>
                    <a:pt x="153553" y="54866"/>
                  </a:lnTo>
                  <a:lnTo>
                    <a:pt x="153395" y="54801"/>
                  </a:lnTo>
                  <a:lnTo>
                    <a:pt x="153250" y="54722"/>
                  </a:lnTo>
                  <a:lnTo>
                    <a:pt x="153105" y="54643"/>
                  </a:lnTo>
                  <a:lnTo>
                    <a:pt x="152974" y="54550"/>
                  </a:lnTo>
                  <a:lnTo>
                    <a:pt x="152711" y="54353"/>
                  </a:lnTo>
                  <a:lnTo>
                    <a:pt x="152460" y="54129"/>
                  </a:lnTo>
                  <a:lnTo>
                    <a:pt x="152237" y="53892"/>
                  </a:lnTo>
                  <a:lnTo>
                    <a:pt x="152039" y="53629"/>
                  </a:lnTo>
                  <a:lnTo>
                    <a:pt x="151960" y="53484"/>
                  </a:lnTo>
                  <a:lnTo>
                    <a:pt x="151868" y="53339"/>
                  </a:lnTo>
                  <a:lnTo>
                    <a:pt x="151802" y="53195"/>
                  </a:lnTo>
                  <a:lnTo>
                    <a:pt x="151723" y="53050"/>
                  </a:lnTo>
                  <a:lnTo>
                    <a:pt x="151671" y="52892"/>
                  </a:lnTo>
                  <a:lnTo>
                    <a:pt x="151618" y="52734"/>
                  </a:lnTo>
                  <a:lnTo>
                    <a:pt x="151565" y="52563"/>
                  </a:lnTo>
                  <a:lnTo>
                    <a:pt x="151526" y="52405"/>
                  </a:lnTo>
                  <a:lnTo>
                    <a:pt x="151499" y="52234"/>
                  </a:lnTo>
                  <a:lnTo>
                    <a:pt x="151473" y="52063"/>
                  </a:lnTo>
                  <a:lnTo>
                    <a:pt x="151460" y="51891"/>
                  </a:lnTo>
                  <a:lnTo>
                    <a:pt x="151460" y="51720"/>
                  </a:lnTo>
                  <a:lnTo>
                    <a:pt x="151460" y="51536"/>
                  </a:lnTo>
                  <a:lnTo>
                    <a:pt x="151473" y="51365"/>
                  </a:lnTo>
                  <a:lnTo>
                    <a:pt x="151499" y="51194"/>
                  </a:lnTo>
                  <a:lnTo>
                    <a:pt x="151526" y="51023"/>
                  </a:lnTo>
                  <a:lnTo>
                    <a:pt x="151565" y="50865"/>
                  </a:lnTo>
                  <a:lnTo>
                    <a:pt x="151618" y="50694"/>
                  </a:lnTo>
                  <a:lnTo>
                    <a:pt x="151671" y="50536"/>
                  </a:lnTo>
                  <a:lnTo>
                    <a:pt x="151723" y="50391"/>
                  </a:lnTo>
                  <a:lnTo>
                    <a:pt x="151802" y="50233"/>
                  </a:lnTo>
                  <a:lnTo>
                    <a:pt x="151868" y="50088"/>
                  </a:lnTo>
                  <a:lnTo>
                    <a:pt x="151960" y="49943"/>
                  </a:lnTo>
                  <a:lnTo>
                    <a:pt x="152039" y="49798"/>
                  </a:lnTo>
                  <a:lnTo>
                    <a:pt x="152237" y="49535"/>
                  </a:lnTo>
                  <a:lnTo>
                    <a:pt x="152460" y="49298"/>
                  </a:lnTo>
                  <a:lnTo>
                    <a:pt x="152711" y="49074"/>
                  </a:lnTo>
                  <a:lnTo>
                    <a:pt x="152974" y="48877"/>
                  </a:lnTo>
                  <a:lnTo>
                    <a:pt x="153105" y="48785"/>
                  </a:lnTo>
                  <a:lnTo>
                    <a:pt x="153250" y="48706"/>
                  </a:lnTo>
                  <a:lnTo>
                    <a:pt x="153395" y="48627"/>
                  </a:lnTo>
                  <a:lnTo>
                    <a:pt x="153553" y="48561"/>
                  </a:lnTo>
                  <a:lnTo>
                    <a:pt x="153711" y="48508"/>
                  </a:lnTo>
                  <a:lnTo>
                    <a:pt x="153869" y="48443"/>
                  </a:lnTo>
                  <a:lnTo>
                    <a:pt x="154027" y="48403"/>
                  </a:lnTo>
                  <a:lnTo>
                    <a:pt x="154198" y="48364"/>
                  </a:lnTo>
                  <a:lnTo>
                    <a:pt x="154356" y="48337"/>
                  </a:lnTo>
                  <a:lnTo>
                    <a:pt x="154527" y="48311"/>
                  </a:lnTo>
                  <a:lnTo>
                    <a:pt x="154698" y="48298"/>
                  </a:lnTo>
                  <a:close/>
                  <a:moveTo>
                    <a:pt x="7136" y="50641"/>
                  </a:moveTo>
                  <a:lnTo>
                    <a:pt x="7307" y="50654"/>
                  </a:lnTo>
                  <a:lnTo>
                    <a:pt x="7478" y="50680"/>
                  </a:lnTo>
                  <a:lnTo>
                    <a:pt x="7649" y="50707"/>
                  </a:lnTo>
                  <a:lnTo>
                    <a:pt x="7820" y="50746"/>
                  </a:lnTo>
                  <a:lnTo>
                    <a:pt x="7978" y="50786"/>
                  </a:lnTo>
                  <a:lnTo>
                    <a:pt x="8136" y="50838"/>
                  </a:lnTo>
                  <a:lnTo>
                    <a:pt x="8294" y="50904"/>
                  </a:lnTo>
                  <a:lnTo>
                    <a:pt x="8439" y="50970"/>
                  </a:lnTo>
                  <a:lnTo>
                    <a:pt x="8584" y="51049"/>
                  </a:lnTo>
                  <a:lnTo>
                    <a:pt x="8728" y="51128"/>
                  </a:lnTo>
                  <a:lnTo>
                    <a:pt x="8873" y="51220"/>
                  </a:lnTo>
                  <a:lnTo>
                    <a:pt x="9136" y="51418"/>
                  </a:lnTo>
                  <a:lnTo>
                    <a:pt x="9373" y="51641"/>
                  </a:lnTo>
                  <a:lnTo>
                    <a:pt x="9597" y="51878"/>
                  </a:lnTo>
                  <a:lnTo>
                    <a:pt x="9795" y="52142"/>
                  </a:lnTo>
                  <a:lnTo>
                    <a:pt x="9887" y="52286"/>
                  </a:lnTo>
                  <a:lnTo>
                    <a:pt x="9966" y="52431"/>
                  </a:lnTo>
                  <a:lnTo>
                    <a:pt x="10045" y="52576"/>
                  </a:lnTo>
                  <a:lnTo>
                    <a:pt x="10111" y="52721"/>
                  </a:lnTo>
                  <a:lnTo>
                    <a:pt x="10176" y="52879"/>
                  </a:lnTo>
                  <a:lnTo>
                    <a:pt x="10229" y="53037"/>
                  </a:lnTo>
                  <a:lnTo>
                    <a:pt x="10268" y="53208"/>
                  </a:lnTo>
                  <a:lnTo>
                    <a:pt x="10308" y="53366"/>
                  </a:lnTo>
                  <a:lnTo>
                    <a:pt x="10334" y="53537"/>
                  </a:lnTo>
                  <a:lnTo>
                    <a:pt x="10361" y="53708"/>
                  </a:lnTo>
                  <a:lnTo>
                    <a:pt x="10374" y="53879"/>
                  </a:lnTo>
                  <a:lnTo>
                    <a:pt x="10374" y="54050"/>
                  </a:lnTo>
                  <a:lnTo>
                    <a:pt x="10374" y="54235"/>
                  </a:lnTo>
                  <a:lnTo>
                    <a:pt x="10361" y="54406"/>
                  </a:lnTo>
                  <a:lnTo>
                    <a:pt x="10334" y="54577"/>
                  </a:lnTo>
                  <a:lnTo>
                    <a:pt x="10308" y="54748"/>
                  </a:lnTo>
                  <a:lnTo>
                    <a:pt x="10268" y="54906"/>
                  </a:lnTo>
                  <a:lnTo>
                    <a:pt x="10229" y="55077"/>
                  </a:lnTo>
                  <a:lnTo>
                    <a:pt x="10176" y="55235"/>
                  </a:lnTo>
                  <a:lnTo>
                    <a:pt x="10111" y="55380"/>
                  </a:lnTo>
                  <a:lnTo>
                    <a:pt x="10045" y="55538"/>
                  </a:lnTo>
                  <a:lnTo>
                    <a:pt x="9966" y="55683"/>
                  </a:lnTo>
                  <a:lnTo>
                    <a:pt x="9887" y="55827"/>
                  </a:lnTo>
                  <a:lnTo>
                    <a:pt x="9795" y="55972"/>
                  </a:lnTo>
                  <a:lnTo>
                    <a:pt x="9597" y="56235"/>
                  </a:lnTo>
                  <a:lnTo>
                    <a:pt x="9373" y="56472"/>
                  </a:lnTo>
                  <a:lnTo>
                    <a:pt x="9136" y="56696"/>
                  </a:lnTo>
                  <a:lnTo>
                    <a:pt x="8873" y="56894"/>
                  </a:lnTo>
                  <a:lnTo>
                    <a:pt x="8728" y="56986"/>
                  </a:lnTo>
                  <a:lnTo>
                    <a:pt x="8584" y="57065"/>
                  </a:lnTo>
                  <a:lnTo>
                    <a:pt x="8439" y="57144"/>
                  </a:lnTo>
                  <a:lnTo>
                    <a:pt x="8294" y="57209"/>
                  </a:lnTo>
                  <a:lnTo>
                    <a:pt x="8136" y="57262"/>
                  </a:lnTo>
                  <a:lnTo>
                    <a:pt x="7978" y="57328"/>
                  </a:lnTo>
                  <a:lnTo>
                    <a:pt x="7820" y="57367"/>
                  </a:lnTo>
                  <a:lnTo>
                    <a:pt x="7649" y="57407"/>
                  </a:lnTo>
                  <a:lnTo>
                    <a:pt x="7478" y="57433"/>
                  </a:lnTo>
                  <a:lnTo>
                    <a:pt x="7307" y="57460"/>
                  </a:lnTo>
                  <a:lnTo>
                    <a:pt x="7136" y="57473"/>
                  </a:lnTo>
                  <a:lnTo>
                    <a:pt x="6780" y="57473"/>
                  </a:lnTo>
                  <a:lnTo>
                    <a:pt x="6609" y="57460"/>
                  </a:lnTo>
                  <a:lnTo>
                    <a:pt x="6438" y="57433"/>
                  </a:lnTo>
                  <a:lnTo>
                    <a:pt x="6267" y="57407"/>
                  </a:lnTo>
                  <a:lnTo>
                    <a:pt x="6109" y="57367"/>
                  </a:lnTo>
                  <a:lnTo>
                    <a:pt x="5938" y="57328"/>
                  </a:lnTo>
                  <a:lnTo>
                    <a:pt x="5780" y="57262"/>
                  </a:lnTo>
                  <a:lnTo>
                    <a:pt x="5635" y="57209"/>
                  </a:lnTo>
                  <a:lnTo>
                    <a:pt x="5477" y="57144"/>
                  </a:lnTo>
                  <a:lnTo>
                    <a:pt x="5332" y="57065"/>
                  </a:lnTo>
                  <a:lnTo>
                    <a:pt x="5187" y="56986"/>
                  </a:lnTo>
                  <a:lnTo>
                    <a:pt x="5043" y="56894"/>
                  </a:lnTo>
                  <a:lnTo>
                    <a:pt x="4779" y="56696"/>
                  </a:lnTo>
                  <a:lnTo>
                    <a:pt x="4542" y="56472"/>
                  </a:lnTo>
                  <a:lnTo>
                    <a:pt x="4319" y="56235"/>
                  </a:lnTo>
                  <a:lnTo>
                    <a:pt x="4121" y="55972"/>
                  </a:lnTo>
                  <a:lnTo>
                    <a:pt x="4042" y="55827"/>
                  </a:lnTo>
                  <a:lnTo>
                    <a:pt x="3950" y="55683"/>
                  </a:lnTo>
                  <a:lnTo>
                    <a:pt x="3884" y="55538"/>
                  </a:lnTo>
                  <a:lnTo>
                    <a:pt x="3805" y="55380"/>
                  </a:lnTo>
                  <a:lnTo>
                    <a:pt x="3753" y="55235"/>
                  </a:lnTo>
                  <a:lnTo>
                    <a:pt x="3700" y="55077"/>
                  </a:lnTo>
                  <a:lnTo>
                    <a:pt x="3647" y="54906"/>
                  </a:lnTo>
                  <a:lnTo>
                    <a:pt x="3608" y="54748"/>
                  </a:lnTo>
                  <a:lnTo>
                    <a:pt x="3581" y="54577"/>
                  </a:lnTo>
                  <a:lnTo>
                    <a:pt x="3555" y="54406"/>
                  </a:lnTo>
                  <a:lnTo>
                    <a:pt x="3542" y="54235"/>
                  </a:lnTo>
                  <a:lnTo>
                    <a:pt x="3542" y="54050"/>
                  </a:lnTo>
                  <a:lnTo>
                    <a:pt x="3542" y="53879"/>
                  </a:lnTo>
                  <a:lnTo>
                    <a:pt x="3555" y="53708"/>
                  </a:lnTo>
                  <a:lnTo>
                    <a:pt x="3581" y="53537"/>
                  </a:lnTo>
                  <a:lnTo>
                    <a:pt x="3608" y="53366"/>
                  </a:lnTo>
                  <a:lnTo>
                    <a:pt x="3647" y="53208"/>
                  </a:lnTo>
                  <a:lnTo>
                    <a:pt x="3700" y="53037"/>
                  </a:lnTo>
                  <a:lnTo>
                    <a:pt x="3753" y="52879"/>
                  </a:lnTo>
                  <a:lnTo>
                    <a:pt x="3805" y="52721"/>
                  </a:lnTo>
                  <a:lnTo>
                    <a:pt x="3884" y="52576"/>
                  </a:lnTo>
                  <a:lnTo>
                    <a:pt x="3950" y="52431"/>
                  </a:lnTo>
                  <a:lnTo>
                    <a:pt x="4042" y="52286"/>
                  </a:lnTo>
                  <a:lnTo>
                    <a:pt x="4121" y="52142"/>
                  </a:lnTo>
                  <a:lnTo>
                    <a:pt x="4319" y="51878"/>
                  </a:lnTo>
                  <a:lnTo>
                    <a:pt x="4542" y="51641"/>
                  </a:lnTo>
                  <a:lnTo>
                    <a:pt x="4779" y="51418"/>
                  </a:lnTo>
                  <a:lnTo>
                    <a:pt x="5043" y="51220"/>
                  </a:lnTo>
                  <a:lnTo>
                    <a:pt x="5187" y="51128"/>
                  </a:lnTo>
                  <a:lnTo>
                    <a:pt x="5332" y="51049"/>
                  </a:lnTo>
                  <a:lnTo>
                    <a:pt x="5477" y="50970"/>
                  </a:lnTo>
                  <a:lnTo>
                    <a:pt x="5635" y="50904"/>
                  </a:lnTo>
                  <a:lnTo>
                    <a:pt x="5780" y="50838"/>
                  </a:lnTo>
                  <a:lnTo>
                    <a:pt x="5938" y="50786"/>
                  </a:lnTo>
                  <a:lnTo>
                    <a:pt x="6109" y="50746"/>
                  </a:lnTo>
                  <a:lnTo>
                    <a:pt x="6267" y="50707"/>
                  </a:lnTo>
                  <a:lnTo>
                    <a:pt x="6438" y="50680"/>
                  </a:lnTo>
                  <a:lnTo>
                    <a:pt x="6609" y="50654"/>
                  </a:lnTo>
                  <a:lnTo>
                    <a:pt x="6780" y="50641"/>
                  </a:lnTo>
                  <a:close/>
                  <a:moveTo>
                    <a:pt x="183724" y="65595"/>
                  </a:moveTo>
                  <a:lnTo>
                    <a:pt x="183895" y="65608"/>
                  </a:lnTo>
                  <a:lnTo>
                    <a:pt x="184066" y="65621"/>
                  </a:lnTo>
                  <a:lnTo>
                    <a:pt x="184237" y="65634"/>
                  </a:lnTo>
                  <a:lnTo>
                    <a:pt x="184408" y="65660"/>
                  </a:lnTo>
                  <a:lnTo>
                    <a:pt x="184579" y="65700"/>
                  </a:lnTo>
                  <a:lnTo>
                    <a:pt x="184737" y="65753"/>
                  </a:lnTo>
                  <a:lnTo>
                    <a:pt x="184895" y="65805"/>
                  </a:lnTo>
                  <a:lnTo>
                    <a:pt x="185053" y="65871"/>
                  </a:lnTo>
                  <a:lnTo>
                    <a:pt x="185198" y="65937"/>
                  </a:lnTo>
                  <a:lnTo>
                    <a:pt x="185356" y="66016"/>
                  </a:lnTo>
                  <a:lnTo>
                    <a:pt x="185488" y="66095"/>
                  </a:lnTo>
                  <a:lnTo>
                    <a:pt x="185632" y="66187"/>
                  </a:lnTo>
                  <a:lnTo>
                    <a:pt x="185896" y="66384"/>
                  </a:lnTo>
                  <a:lnTo>
                    <a:pt x="186133" y="66595"/>
                  </a:lnTo>
                  <a:lnTo>
                    <a:pt x="186356" y="66845"/>
                  </a:lnTo>
                  <a:lnTo>
                    <a:pt x="186554" y="67108"/>
                  </a:lnTo>
                  <a:lnTo>
                    <a:pt x="186646" y="67240"/>
                  </a:lnTo>
                  <a:lnTo>
                    <a:pt x="186725" y="67385"/>
                  </a:lnTo>
                  <a:lnTo>
                    <a:pt x="186804" y="67530"/>
                  </a:lnTo>
                  <a:lnTo>
                    <a:pt x="186870" y="67688"/>
                  </a:lnTo>
                  <a:lnTo>
                    <a:pt x="186936" y="67846"/>
                  </a:lnTo>
                  <a:lnTo>
                    <a:pt x="186988" y="68004"/>
                  </a:lnTo>
                  <a:lnTo>
                    <a:pt x="187028" y="68162"/>
                  </a:lnTo>
                  <a:lnTo>
                    <a:pt x="187067" y="68333"/>
                  </a:lnTo>
                  <a:lnTo>
                    <a:pt x="187107" y="68491"/>
                  </a:lnTo>
                  <a:lnTo>
                    <a:pt x="187120" y="68662"/>
                  </a:lnTo>
                  <a:lnTo>
                    <a:pt x="187133" y="68846"/>
                  </a:lnTo>
                  <a:lnTo>
                    <a:pt x="187146" y="69017"/>
                  </a:lnTo>
                  <a:lnTo>
                    <a:pt x="187133" y="69188"/>
                  </a:lnTo>
                  <a:lnTo>
                    <a:pt x="187120" y="69373"/>
                  </a:lnTo>
                  <a:lnTo>
                    <a:pt x="187107" y="69544"/>
                  </a:lnTo>
                  <a:lnTo>
                    <a:pt x="187067" y="69702"/>
                  </a:lnTo>
                  <a:lnTo>
                    <a:pt x="187028" y="69873"/>
                  </a:lnTo>
                  <a:lnTo>
                    <a:pt x="186988" y="70031"/>
                  </a:lnTo>
                  <a:lnTo>
                    <a:pt x="186936" y="70189"/>
                  </a:lnTo>
                  <a:lnTo>
                    <a:pt x="186870" y="70347"/>
                  </a:lnTo>
                  <a:lnTo>
                    <a:pt x="186804" y="70505"/>
                  </a:lnTo>
                  <a:lnTo>
                    <a:pt x="186725" y="70649"/>
                  </a:lnTo>
                  <a:lnTo>
                    <a:pt x="186646" y="70794"/>
                  </a:lnTo>
                  <a:lnTo>
                    <a:pt x="186554" y="70926"/>
                  </a:lnTo>
                  <a:lnTo>
                    <a:pt x="186356" y="71189"/>
                  </a:lnTo>
                  <a:lnTo>
                    <a:pt x="186133" y="71439"/>
                  </a:lnTo>
                  <a:lnTo>
                    <a:pt x="185896" y="71650"/>
                  </a:lnTo>
                  <a:lnTo>
                    <a:pt x="185632" y="71847"/>
                  </a:lnTo>
                  <a:lnTo>
                    <a:pt x="185488" y="71939"/>
                  </a:lnTo>
                  <a:lnTo>
                    <a:pt x="185356" y="72018"/>
                  </a:lnTo>
                  <a:lnTo>
                    <a:pt x="185198" y="72097"/>
                  </a:lnTo>
                  <a:lnTo>
                    <a:pt x="185053" y="72163"/>
                  </a:lnTo>
                  <a:lnTo>
                    <a:pt x="184895" y="72229"/>
                  </a:lnTo>
                  <a:lnTo>
                    <a:pt x="184737" y="72282"/>
                  </a:lnTo>
                  <a:lnTo>
                    <a:pt x="184579" y="72334"/>
                  </a:lnTo>
                  <a:lnTo>
                    <a:pt x="184408" y="72374"/>
                  </a:lnTo>
                  <a:lnTo>
                    <a:pt x="184237" y="72400"/>
                  </a:lnTo>
                  <a:lnTo>
                    <a:pt x="184066" y="72413"/>
                  </a:lnTo>
                  <a:lnTo>
                    <a:pt x="183895" y="72427"/>
                  </a:lnTo>
                  <a:lnTo>
                    <a:pt x="183724" y="72440"/>
                  </a:lnTo>
                  <a:lnTo>
                    <a:pt x="183539" y="72427"/>
                  </a:lnTo>
                  <a:lnTo>
                    <a:pt x="183368" y="72413"/>
                  </a:lnTo>
                  <a:lnTo>
                    <a:pt x="183197" y="72400"/>
                  </a:lnTo>
                  <a:lnTo>
                    <a:pt x="183026" y="72374"/>
                  </a:lnTo>
                  <a:lnTo>
                    <a:pt x="182868" y="72334"/>
                  </a:lnTo>
                  <a:lnTo>
                    <a:pt x="182710" y="72282"/>
                  </a:lnTo>
                  <a:lnTo>
                    <a:pt x="182552" y="72229"/>
                  </a:lnTo>
                  <a:lnTo>
                    <a:pt x="182394" y="72163"/>
                  </a:lnTo>
                  <a:lnTo>
                    <a:pt x="182236" y="72097"/>
                  </a:lnTo>
                  <a:lnTo>
                    <a:pt x="182091" y="72018"/>
                  </a:lnTo>
                  <a:lnTo>
                    <a:pt x="181947" y="71939"/>
                  </a:lnTo>
                  <a:lnTo>
                    <a:pt x="181815" y="71847"/>
                  </a:lnTo>
                  <a:lnTo>
                    <a:pt x="181552" y="71650"/>
                  </a:lnTo>
                  <a:lnTo>
                    <a:pt x="181302" y="71439"/>
                  </a:lnTo>
                  <a:lnTo>
                    <a:pt x="181078" y="71189"/>
                  </a:lnTo>
                  <a:lnTo>
                    <a:pt x="180880" y="70926"/>
                  </a:lnTo>
                  <a:lnTo>
                    <a:pt x="180801" y="70794"/>
                  </a:lnTo>
                  <a:lnTo>
                    <a:pt x="180709" y="70649"/>
                  </a:lnTo>
                  <a:lnTo>
                    <a:pt x="180643" y="70505"/>
                  </a:lnTo>
                  <a:lnTo>
                    <a:pt x="180564" y="70347"/>
                  </a:lnTo>
                  <a:lnTo>
                    <a:pt x="180512" y="70189"/>
                  </a:lnTo>
                  <a:lnTo>
                    <a:pt x="180459" y="70031"/>
                  </a:lnTo>
                  <a:lnTo>
                    <a:pt x="180406" y="69873"/>
                  </a:lnTo>
                  <a:lnTo>
                    <a:pt x="180367" y="69702"/>
                  </a:lnTo>
                  <a:lnTo>
                    <a:pt x="180341" y="69544"/>
                  </a:lnTo>
                  <a:lnTo>
                    <a:pt x="180314" y="69373"/>
                  </a:lnTo>
                  <a:lnTo>
                    <a:pt x="180301" y="69188"/>
                  </a:lnTo>
                  <a:lnTo>
                    <a:pt x="180301" y="69017"/>
                  </a:lnTo>
                  <a:lnTo>
                    <a:pt x="180301" y="68846"/>
                  </a:lnTo>
                  <a:lnTo>
                    <a:pt x="180314" y="68662"/>
                  </a:lnTo>
                  <a:lnTo>
                    <a:pt x="180341" y="68491"/>
                  </a:lnTo>
                  <a:lnTo>
                    <a:pt x="180367" y="68333"/>
                  </a:lnTo>
                  <a:lnTo>
                    <a:pt x="180406" y="68162"/>
                  </a:lnTo>
                  <a:lnTo>
                    <a:pt x="180459" y="68004"/>
                  </a:lnTo>
                  <a:lnTo>
                    <a:pt x="180512" y="67846"/>
                  </a:lnTo>
                  <a:lnTo>
                    <a:pt x="180564" y="67688"/>
                  </a:lnTo>
                  <a:lnTo>
                    <a:pt x="180643" y="67530"/>
                  </a:lnTo>
                  <a:lnTo>
                    <a:pt x="180709" y="67385"/>
                  </a:lnTo>
                  <a:lnTo>
                    <a:pt x="180801" y="67240"/>
                  </a:lnTo>
                  <a:lnTo>
                    <a:pt x="180880" y="67108"/>
                  </a:lnTo>
                  <a:lnTo>
                    <a:pt x="181078" y="66845"/>
                  </a:lnTo>
                  <a:lnTo>
                    <a:pt x="181302" y="66595"/>
                  </a:lnTo>
                  <a:lnTo>
                    <a:pt x="181552" y="66384"/>
                  </a:lnTo>
                  <a:lnTo>
                    <a:pt x="181815" y="66187"/>
                  </a:lnTo>
                  <a:lnTo>
                    <a:pt x="181947" y="66095"/>
                  </a:lnTo>
                  <a:lnTo>
                    <a:pt x="182091" y="66016"/>
                  </a:lnTo>
                  <a:lnTo>
                    <a:pt x="182236" y="65937"/>
                  </a:lnTo>
                  <a:lnTo>
                    <a:pt x="182394" y="65871"/>
                  </a:lnTo>
                  <a:lnTo>
                    <a:pt x="182552" y="65805"/>
                  </a:lnTo>
                  <a:lnTo>
                    <a:pt x="182710" y="65753"/>
                  </a:lnTo>
                  <a:lnTo>
                    <a:pt x="182868" y="65700"/>
                  </a:lnTo>
                  <a:lnTo>
                    <a:pt x="183026" y="65660"/>
                  </a:lnTo>
                  <a:lnTo>
                    <a:pt x="183197" y="65634"/>
                  </a:lnTo>
                  <a:lnTo>
                    <a:pt x="183368" y="65621"/>
                  </a:lnTo>
                  <a:lnTo>
                    <a:pt x="183539" y="65608"/>
                  </a:lnTo>
                  <a:lnTo>
                    <a:pt x="183724" y="65595"/>
                  </a:lnTo>
                  <a:close/>
                  <a:moveTo>
                    <a:pt x="54774" y="71860"/>
                  </a:moveTo>
                  <a:lnTo>
                    <a:pt x="54945" y="71874"/>
                  </a:lnTo>
                  <a:lnTo>
                    <a:pt x="55116" y="71900"/>
                  </a:lnTo>
                  <a:lnTo>
                    <a:pt x="55288" y="71926"/>
                  </a:lnTo>
                  <a:lnTo>
                    <a:pt x="55446" y="71966"/>
                  </a:lnTo>
                  <a:lnTo>
                    <a:pt x="55617" y="72018"/>
                  </a:lnTo>
                  <a:lnTo>
                    <a:pt x="55775" y="72071"/>
                  </a:lnTo>
                  <a:lnTo>
                    <a:pt x="55933" y="72124"/>
                  </a:lnTo>
                  <a:lnTo>
                    <a:pt x="56077" y="72203"/>
                  </a:lnTo>
                  <a:lnTo>
                    <a:pt x="56222" y="72269"/>
                  </a:lnTo>
                  <a:lnTo>
                    <a:pt x="56367" y="72361"/>
                  </a:lnTo>
                  <a:lnTo>
                    <a:pt x="56512" y="72440"/>
                  </a:lnTo>
                  <a:lnTo>
                    <a:pt x="56775" y="72637"/>
                  </a:lnTo>
                  <a:lnTo>
                    <a:pt x="57012" y="72861"/>
                  </a:lnTo>
                  <a:lnTo>
                    <a:pt x="57236" y="73111"/>
                  </a:lnTo>
                  <a:lnTo>
                    <a:pt x="57433" y="73374"/>
                  </a:lnTo>
                  <a:lnTo>
                    <a:pt x="57525" y="73506"/>
                  </a:lnTo>
                  <a:lnTo>
                    <a:pt x="57604" y="73651"/>
                  </a:lnTo>
                  <a:lnTo>
                    <a:pt x="57683" y="73796"/>
                  </a:lnTo>
                  <a:lnTo>
                    <a:pt x="57749" y="73953"/>
                  </a:lnTo>
                  <a:lnTo>
                    <a:pt x="57815" y="74111"/>
                  </a:lnTo>
                  <a:lnTo>
                    <a:pt x="57868" y="74269"/>
                  </a:lnTo>
                  <a:lnTo>
                    <a:pt x="57907" y="74427"/>
                  </a:lnTo>
                  <a:lnTo>
                    <a:pt x="57947" y="74585"/>
                  </a:lnTo>
                  <a:lnTo>
                    <a:pt x="57973" y="74756"/>
                  </a:lnTo>
                  <a:lnTo>
                    <a:pt x="57999" y="74928"/>
                  </a:lnTo>
                  <a:lnTo>
                    <a:pt x="58012" y="75099"/>
                  </a:lnTo>
                  <a:lnTo>
                    <a:pt x="58012" y="75283"/>
                  </a:lnTo>
                  <a:lnTo>
                    <a:pt x="58012" y="75454"/>
                  </a:lnTo>
                  <a:lnTo>
                    <a:pt x="57999" y="75625"/>
                  </a:lnTo>
                  <a:lnTo>
                    <a:pt x="57973" y="75796"/>
                  </a:lnTo>
                  <a:lnTo>
                    <a:pt x="57947" y="75968"/>
                  </a:lnTo>
                  <a:lnTo>
                    <a:pt x="57907" y="76139"/>
                  </a:lnTo>
                  <a:lnTo>
                    <a:pt x="57868" y="76297"/>
                  </a:lnTo>
                  <a:lnTo>
                    <a:pt x="57815" y="76455"/>
                  </a:lnTo>
                  <a:lnTo>
                    <a:pt x="57749" y="76613"/>
                  </a:lnTo>
                  <a:lnTo>
                    <a:pt x="57683" y="76757"/>
                  </a:lnTo>
                  <a:lnTo>
                    <a:pt x="57604" y="76902"/>
                  </a:lnTo>
                  <a:lnTo>
                    <a:pt x="57525" y="77047"/>
                  </a:lnTo>
                  <a:lnTo>
                    <a:pt x="57433" y="77192"/>
                  </a:lnTo>
                  <a:lnTo>
                    <a:pt x="57236" y="77455"/>
                  </a:lnTo>
                  <a:lnTo>
                    <a:pt x="57012" y="77692"/>
                  </a:lnTo>
                  <a:lnTo>
                    <a:pt x="56775" y="77916"/>
                  </a:lnTo>
                  <a:lnTo>
                    <a:pt x="56512" y="78113"/>
                  </a:lnTo>
                  <a:lnTo>
                    <a:pt x="56367" y="78205"/>
                  </a:lnTo>
                  <a:lnTo>
                    <a:pt x="56222" y="78284"/>
                  </a:lnTo>
                  <a:lnTo>
                    <a:pt x="56077" y="78363"/>
                  </a:lnTo>
                  <a:lnTo>
                    <a:pt x="55933" y="78429"/>
                  </a:lnTo>
                  <a:lnTo>
                    <a:pt x="55775" y="78495"/>
                  </a:lnTo>
                  <a:lnTo>
                    <a:pt x="55617" y="78548"/>
                  </a:lnTo>
                  <a:lnTo>
                    <a:pt x="55446" y="78587"/>
                  </a:lnTo>
                  <a:lnTo>
                    <a:pt x="55288" y="78627"/>
                  </a:lnTo>
                  <a:lnTo>
                    <a:pt x="55116" y="78666"/>
                  </a:lnTo>
                  <a:lnTo>
                    <a:pt x="54945" y="78679"/>
                  </a:lnTo>
                  <a:lnTo>
                    <a:pt x="54774" y="78692"/>
                  </a:lnTo>
                  <a:lnTo>
                    <a:pt x="54603" y="78706"/>
                  </a:lnTo>
                  <a:lnTo>
                    <a:pt x="54419" y="78692"/>
                  </a:lnTo>
                  <a:lnTo>
                    <a:pt x="54248" y="78679"/>
                  </a:lnTo>
                  <a:lnTo>
                    <a:pt x="54077" y="78666"/>
                  </a:lnTo>
                  <a:lnTo>
                    <a:pt x="53905" y="78627"/>
                  </a:lnTo>
                  <a:lnTo>
                    <a:pt x="53747" y="78587"/>
                  </a:lnTo>
                  <a:lnTo>
                    <a:pt x="53576" y="78548"/>
                  </a:lnTo>
                  <a:lnTo>
                    <a:pt x="53418" y="78495"/>
                  </a:lnTo>
                  <a:lnTo>
                    <a:pt x="53274" y="78429"/>
                  </a:lnTo>
                  <a:lnTo>
                    <a:pt x="53116" y="78363"/>
                  </a:lnTo>
                  <a:lnTo>
                    <a:pt x="52971" y="78284"/>
                  </a:lnTo>
                  <a:lnTo>
                    <a:pt x="52826" y="78205"/>
                  </a:lnTo>
                  <a:lnTo>
                    <a:pt x="52681" y="78113"/>
                  </a:lnTo>
                  <a:lnTo>
                    <a:pt x="52418" y="77916"/>
                  </a:lnTo>
                  <a:lnTo>
                    <a:pt x="52181" y="77692"/>
                  </a:lnTo>
                  <a:lnTo>
                    <a:pt x="51957" y="77455"/>
                  </a:lnTo>
                  <a:lnTo>
                    <a:pt x="51760" y="77192"/>
                  </a:lnTo>
                  <a:lnTo>
                    <a:pt x="51668" y="77047"/>
                  </a:lnTo>
                  <a:lnTo>
                    <a:pt x="51589" y="76902"/>
                  </a:lnTo>
                  <a:lnTo>
                    <a:pt x="51510" y="76757"/>
                  </a:lnTo>
                  <a:lnTo>
                    <a:pt x="51444" y="76613"/>
                  </a:lnTo>
                  <a:lnTo>
                    <a:pt x="51391" y="76455"/>
                  </a:lnTo>
                  <a:lnTo>
                    <a:pt x="51339" y="76297"/>
                  </a:lnTo>
                  <a:lnTo>
                    <a:pt x="51286" y="76139"/>
                  </a:lnTo>
                  <a:lnTo>
                    <a:pt x="51246" y="75968"/>
                  </a:lnTo>
                  <a:lnTo>
                    <a:pt x="51220" y="75796"/>
                  </a:lnTo>
                  <a:lnTo>
                    <a:pt x="51194" y="75625"/>
                  </a:lnTo>
                  <a:lnTo>
                    <a:pt x="51181" y="75454"/>
                  </a:lnTo>
                  <a:lnTo>
                    <a:pt x="51181" y="75283"/>
                  </a:lnTo>
                  <a:lnTo>
                    <a:pt x="51181" y="75099"/>
                  </a:lnTo>
                  <a:lnTo>
                    <a:pt x="51194" y="74928"/>
                  </a:lnTo>
                  <a:lnTo>
                    <a:pt x="51220" y="74756"/>
                  </a:lnTo>
                  <a:lnTo>
                    <a:pt x="51246" y="74585"/>
                  </a:lnTo>
                  <a:lnTo>
                    <a:pt x="51286" y="74427"/>
                  </a:lnTo>
                  <a:lnTo>
                    <a:pt x="51339" y="74269"/>
                  </a:lnTo>
                  <a:lnTo>
                    <a:pt x="51391" y="74111"/>
                  </a:lnTo>
                  <a:lnTo>
                    <a:pt x="51444" y="73953"/>
                  </a:lnTo>
                  <a:lnTo>
                    <a:pt x="51510" y="73796"/>
                  </a:lnTo>
                  <a:lnTo>
                    <a:pt x="51589" y="73651"/>
                  </a:lnTo>
                  <a:lnTo>
                    <a:pt x="51668" y="73506"/>
                  </a:lnTo>
                  <a:lnTo>
                    <a:pt x="51760" y="73374"/>
                  </a:lnTo>
                  <a:lnTo>
                    <a:pt x="51957" y="73111"/>
                  </a:lnTo>
                  <a:lnTo>
                    <a:pt x="52181" y="72861"/>
                  </a:lnTo>
                  <a:lnTo>
                    <a:pt x="52418" y="72637"/>
                  </a:lnTo>
                  <a:lnTo>
                    <a:pt x="52681" y="72440"/>
                  </a:lnTo>
                  <a:lnTo>
                    <a:pt x="52826" y="72361"/>
                  </a:lnTo>
                  <a:lnTo>
                    <a:pt x="52971" y="72269"/>
                  </a:lnTo>
                  <a:lnTo>
                    <a:pt x="53116" y="72203"/>
                  </a:lnTo>
                  <a:lnTo>
                    <a:pt x="53274" y="72124"/>
                  </a:lnTo>
                  <a:lnTo>
                    <a:pt x="53418" y="72071"/>
                  </a:lnTo>
                  <a:lnTo>
                    <a:pt x="53576" y="72018"/>
                  </a:lnTo>
                  <a:lnTo>
                    <a:pt x="53747" y="71966"/>
                  </a:lnTo>
                  <a:lnTo>
                    <a:pt x="53905" y="71926"/>
                  </a:lnTo>
                  <a:lnTo>
                    <a:pt x="54077" y="71900"/>
                  </a:lnTo>
                  <a:lnTo>
                    <a:pt x="54248" y="71874"/>
                  </a:lnTo>
                  <a:lnTo>
                    <a:pt x="54419" y="71860"/>
                  </a:lnTo>
                  <a:close/>
                  <a:moveTo>
                    <a:pt x="125330" y="92303"/>
                  </a:moveTo>
                  <a:lnTo>
                    <a:pt x="125633" y="92317"/>
                  </a:lnTo>
                  <a:lnTo>
                    <a:pt x="125923" y="92356"/>
                  </a:lnTo>
                  <a:lnTo>
                    <a:pt x="126212" y="92422"/>
                  </a:lnTo>
                  <a:lnTo>
                    <a:pt x="126489" y="92501"/>
                  </a:lnTo>
                  <a:lnTo>
                    <a:pt x="126752" y="92619"/>
                  </a:lnTo>
                  <a:lnTo>
                    <a:pt x="127002" y="92738"/>
                  </a:lnTo>
                  <a:lnTo>
                    <a:pt x="127252" y="92896"/>
                  </a:lnTo>
                  <a:lnTo>
                    <a:pt x="127476" y="93067"/>
                  </a:lnTo>
                  <a:lnTo>
                    <a:pt x="127687" y="93251"/>
                  </a:lnTo>
                  <a:lnTo>
                    <a:pt x="127884" y="93462"/>
                  </a:lnTo>
                  <a:lnTo>
                    <a:pt x="128068" y="93672"/>
                  </a:lnTo>
                  <a:lnTo>
                    <a:pt x="128226" y="93909"/>
                  </a:lnTo>
                  <a:lnTo>
                    <a:pt x="128371" y="94159"/>
                  </a:lnTo>
                  <a:lnTo>
                    <a:pt x="128490" y="94423"/>
                  </a:lnTo>
                  <a:lnTo>
                    <a:pt x="128582" y="94686"/>
                  </a:lnTo>
                  <a:lnTo>
                    <a:pt x="128661" y="94976"/>
                  </a:lnTo>
                  <a:lnTo>
                    <a:pt x="128661" y="96476"/>
                  </a:lnTo>
                  <a:lnTo>
                    <a:pt x="128582" y="96753"/>
                  </a:lnTo>
                  <a:lnTo>
                    <a:pt x="128490" y="97029"/>
                  </a:lnTo>
                  <a:lnTo>
                    <a:pt x="128371" y="97279"/>
                  </a:lnTo>
                  <a:lnTo>
                    <a:pt x="128226" y="97529"/>
                  </a:lnTo>
                  <a:lnTo>
                    <a:pt x="128068" y="97766"/>
                  </a:lnTo>
                  <a:lnTo>
                    <a:pt x="127884" y="97990"/>
                  </a:lnTo>
                  <a:lnTo>
                    <a:pt x="127687" y="98188"/>
                  </a:lnTo>
                  <a:lnTo>
                    <a:pt x="127476" y="98372"/>
                  </a:lnTo>
                  <a:lnTo>
                    <a:pt x="127252" y="98543"/>
                  </a:lnTo>
                  <a:lnTo>
                    <a:pt x="127002" y="98701"/>
                  </a:lnTo>
                  <a:lnTo>
                    <a:pt x="126752" y="98833"/>
                  </a:lnTo>
                  <a:lnTo>
                    <a:pt x="126489" y="98938"/>
                  </a:lnTo>
                  <a:lnTo>
                    <a:pt x="126212" y="99030"/>
                  </a:lnTo>
                  <a:lnTo>
                    <a:pt x="125923" y="99083"/>
                  </a:lnTo>
                  <a:lnTo>
                    <a:pt x="125633" y="99122"/>
                  </a:lnTo>
                  <a:lnTo>
                    <a:pt x="125330" y="99135"/>
                  </a:lnTo>
                  <a:lnTo>
                    <a:pt x="125146" y="99135"/>
                  </a:lnTo>
                  <a:lnTo>
                    <a:pt x="124975" y="99122"/>
                  </a:lnTo>
                  <a:lnTo>
                    <a:pt x="124804" y="99096"/>
                  </a:lnTo>
                  <a:lnTo>
                    <a:pt x="124633" y="99069"/>
                  </a:lnTo>
                  <a:lnTo>
                    <a:pt x="124475" y="99030"/>
                  </a:lnTo>
                  <a:lnTo>
                    <a:pt x="124304" y="98991"/>
                  </a:lnTo>
                  <a:lnTo>
                    <a:pt x="124146" y="98938"/>
                  </a:lnTo>
                  <a:lnTo>
                    <a:pt x="124001" y="98872"/>
                  </a:lnTo>
                  <a:lnTo>
                    <a:pt x="123843" y="98806"/>
                  </a:lnTo>
                  <a:lnTo>
                    <a:pt x="123698" y="98727"/>
                  </a:lnTo>
                  <a:lnTo>
                    <a:pt x="123553" y="98648"/>
                  </a:lnTo>
                  <a:lnTo>
                    <a:pt x="123409" y="98556"/>
                  </a:lnTo>
                  <a:lnTo>
                    <a:pt x="123145" y="98359"/>
                  </a:lnTo>
                  <a:lnTo>
                    <a:pt x="122908" y="98135"/>
                  </a:lnTo>
                  <a:lnTo>
                    <a:pt x="122685" y="97898"/>
                  </a:lnTo>
                  <a:lnTo>
                    <a:pt x="122487" y="97635"/>
                  </a:lnTo>
                  <a:lnTo>
                    <a:pt x="122395" y="97490"/>
                  </a:lnTo>
                  <a:lnTo>
                    <a:pt x="122316" y="97345"/>
                  </a:lnTo>
                  <a:lnTo>
                    <a:pt x="122237" y="97200"/>
                  </a:lnTo>
                  <a:lnTo>
                    <a:pt x="122171" y="97055"/>
                  </a:lnTo>
                  <a:lnTo>
                    <a:pt x="122119" y="96898"/>
                  </a:lnTo>
                  <a:lnTo>
                    <a:pt x="122053" y="96740"/>
                  </a:lnTo>
                  <a:lnTo>
                    <a:pt x="122013" y="96568"/>
                  </a:lnTo>
                  <a:lnTo>
                    <a:pt x="121974" y="96410"/>
                  </a:lnTo>
                  <a:lnTo>
                    <a:pt x="121947" y="96239"/>
                  </a:lnTo>
                  <a:lnTo>
                    <a:pt x="121921" y="96068"/>
                  </a:lnTo>
                  <a:lnTo>
                    <a:pt x="121908" y="95897"/>
                  </a:lnTo>
                  <a:lnTo>
                    <a:pt x="121908" y="95726"/>
                  </a:lnTo>
                  <a:lnTo>
                    <a:pt x="121908" y="95542"/>
                  </a:lnTo>
                  <a:lnTo>
                    <a:pt x="121921" y="95371"/>
                  </a:lnTo>
                  <a:lnTo>
                    <a:pt x="121947" y="95199"/>
                  </a:lnTo>
                  <a:lnTo>
                    <a:pt x="121974" y="95028"/>
                  </a:lnTo>
                  <a:lnTo>
                    <a:pt x="122013" y="94870"/>
                  </a:lnTo>
                  <a:lnTo>
                    <a:pt x="122053" y="94699"/>
                  </a:lnTo>
                  <a:lnTo>
                    <a:pt x="122119" y="94541"/>
                  </a:lnTo>
                  <a:lnTo>
                    <a:pt x="122171" y="94396"/>
                  </a:lnTo>
                  <a:lnTo>
                    <a:pt x="122237" y="94238"/>
                  </a:lnTo>
                  <a:lnTo>
                    <a:pt x="122316" y="94094"/>
                  </a:lnTo>
                  <a:lnTo>
                    <a:pt x="122395" y="93949"/>
                  </a:lnTo>
                  <a:lnTo>
                    <a:pt x="122487" y="93804"/>
                  </a:lnTo>
                  <a:lnTo>
                    <a:pt x="122685" y="93541"/>
                  </a:lnTo>
                  <a:lnTo>
                    <a:pt x="122908" y="93304"/>
                  </a:lnTo>
                  <a:lnTo>
                    <a:pt x="123145" y="93080"/>
                  </a:lnTo>
                  <a:lnTo>
                    <a:pt x="123409" y="92883"/>
                  </a:lnTo>
                  <a:lnTo>
                    <a:pt x="123553" y="92790"/>
                  </a:lnTo>
                  <a:lnTo>
                    <a:pt x="123698" y="92712"/>
                  </a:lnTo>
                  <a:lnTo>
                    <a:pt x="123843" y="92633"/>
                  </a:lnTo>
                  <a:lnTo>
                    <a:pt x="124001" y="92567"/>
                  </a:lnTo>
                  <a:lnTo>
                    <a:pt x="124146" y="92514"/>
                  </a:lnTo>
                  <a:lnTo>
                    <a:pt x="124304" y="92461"/>
                  </a:lnTo>
                  <a:lnTo>
                    <a:pt x="124475" y="92409"/>
                  </a:lnTo>
                  <a:lnTo>
                    <a:pt x="124633" y="92369"/>
                  </a:lnTo>
                  <a:lnTo>
                    <a:pt x="124804" y="92343"/>
                  </a:lnTo>
                  <a:lnTo>
                    <a:pt x="124975" y="92317"/>
                  </a:lnTo>
                  <a:lnTo>
                    <a:pt x="125146" y="92303"/>
                  </a:lnTo>
                  <a:close/>
                  <a:moveTo>
                    <a:pt x="10742" y="117472"/>
                  </a:moveTo>
                  <a:lnTo>
                    <a:pt x="10913" y="117485"/>
                  </a:lnTo>
                  <a:lnTo>
                    <a:pt x="11085" y="117512"/>
                  </a:lnTo>
                  <a:lnTo>
                    <a:pt x="11256" y="117538"/>
                  </a:lnTo>
                  <a:lnTo>
                    <a:pt x="11427" y="117577"/>
                  </a:lnTo>
                  <a:lnTo>
                    <a:pt x="11585" y="117630"/>
                  </a:lnTo>
                  <a:lnTo>
                    <a:pt x="11743" y="117683"/>
                  </a:lnTo>
                  <a:lnTo>
                    <a:pt x="11901" y="117749"/>
                  </a:lnTo>
                  <a:lnTo>
                    <a:pt x="12046" y="117814"/>
                  </a:lnTo>
                  <a:lnTo>
                    <a:pt x="12190" y="117880"/>
                  </a:lnTo>
                  <a:lnTo>
                    <a:pt x="12335" y="117972"/>
                  </a:lnTo>
                  <a:lnTo>
                    <a:pt x="12480" y="118064"/>
                  </a:lnTo>
                  <a:lnTo>
                    <a:pt x="12743" y="118249"/>
                  </a:lnTo>
                  <a:lnTo>
                    <a:pt x="12980" y="118473"/>
                  </a:lnTo>
                  <a:lnTo>
                    <a:pt x="13204" y="118723"/>
                  </a:lnTo>
                  <a:lnTo>
                    <a:pt x="13401" y="118986"/>
                  </a:lnTo>
                  <a:lnTo>
                    <a:pt x="13494" y="119118"/>
                  </a:lnTo>
                  <a:lnTo>
                    <a:pt x="13573" y="119262"/>
                  </a:lnTo>
                  <a:lnTo>
                    <a:pt x="13651" y="119407"/>
                  </a:lnTo>
                  <a:lnTo>
                    <a:pt x="13717" y="119565"/>
                  </a:lnTo>
                  <a:lnTo>
                    <a:pt x="13783" y="119723"/>
                  </a:lnTo>
                  <a:lnTo>
                    <a:pt x="13836" y="119881"/>
                  </a:lnTo>
                  <a:lnTo>
                    <a:pt x="13875" y="120039"/>
                  </a:lnTo>
                  <a:lnTo>
                    <a:pt x="13915" y="120210"/>
                  </a:lnTo>
                  <a:lnTo>
                    <a:pt x="13941" y="120368"/>
                  </a:lnTo>
                  <a:lnTo>
                    <a:pt x="13967" y="120539"/>
                  </a:lnTo>
                  <a:lnTo>
                    <a:pt x="13981" y="120723"/>
                  </a:lnTo>
                  <a:lnTo>
                    <a:pt x="13981" y="120895"/>
                  </a:lnTo>
                  <a:lnTo>
                    <a:pt x="13981" y="121066"/>
                  </a:lnTo>
                  <a:lnTo>
                    <a:pt x="13967" y="121237"/>
                  </a:lnTo>
                  <a:lnTo>
                    <a:pt x="13941" y="121408"/>
                  </a:lnTo>
                  <a:lnTo>
                    <a:pt x="13915" y="121579"/>
                  </a:lnTo>
                  <a:lnTo>
                    <a:pt x="13875" y="121750"/>
                  </a:lnTo>
                  <a:lnTo>
                    <a:pt x="13836" y="121908"/>
                  </a:lnTo>
                  <a:lnTo>
                    <a:pt x="13783" y="122066"/>
                  </a:lnTo>
                  <a:lnTo>
                    <a:pt x="13717" y="122224"/>
                  </a:lnTo>
                  <a:lnTo>
                    <a:pt x="13651" y="122369"/>
                  </a:lnTo>
                  <a:lnTo>
                    <a:pt x="13573" y="122527"/>
                  </a:lnTo>
                  <a:lnTo>
                    <a:pt x="13494" y="122659"/>
                  </a:lnTo>
                  <a:lnTo>
                    <a:pt x="13401" y="122803"/>
                  </a:lnTo>
                  <a:lnTo>
                    <a:pt x="13204" y="123067"/>
                  </a:lnTo>
                  <a:lnTo>
                    <a:pt x="12980" y="123304"/>
                  </a:lnTo>
                  <a:lnTo>
                    <a:pt x="12743" y="123527"/>
                  </a:lnTo>
                  <a:lnTo>
                    <a:pt x="12480" y="123725"/>
                  </a:lnTo>
                  <a:lnTo>
                    <a:pt x="12335" y="123817"/>
                  </a:lnTo>
                  <a:lnTo>
                    <a:pt x="12190" y="123896"/>
                  </a:lnTo>
                  <a:lnTo>
                    <a:pt x="12046" y="123975"/>
                  </a:lnTo>
                  <a:lnTo>
                    <a:pt x="11901" y="124041"/>
                  </a:lnTo>
                  <a:lnTo>
                    <a:pt x="11743" y="124106"/>
                  </a:lnTo>
                  <a:lnTo>
                    <a:pt x="11585" y="124159"/>
                  </a:lnTo>
                  <a:lnTo>
                    <a:pt x="11427" y="124199"/>
                  </a:lnTo>
                  <a:lnTo>
                    <a:pt x="11256" y="124238"/>
                  </a:lnTo>
                  <a:lnTo>
                    <a:pt x="11085" y="124278"/>
                  </a:lnTo>
                  <a:lnTo>
                    <a:pt x="10913" y="124291"/>
                  </a:lnTo>
                  <a:lnTo>
                    <a:pt x="10742" y="124304"/>
                  </a:lnTo>
                  <a:lnTo>
                    <a:pt x="10571" y="124317"/>
                  </a:lnTo>
                  <a:lnTo>
                    <a:pt x="10387" y="124304"/>
                  </a:lnTo>
                  <a:lnTo>
                    <a:pt x="10216" y="124291"/>
                  </a:lnTo>
                  <a:lnTo>
                    <a:pt x="10045" y="124278"/>
                  </a:lnTo>
                  <a:lnTo>
                    <a:pt x="9874" y="124238"/>
                  </a:lnTo>
                  <a:lnTo>
                    <a:pt x="9716" y="124199"/>
                  </a:lnTo>
                  <a:lnTo>
                    <a:pt x="9544" y="124159"/>
                  </a:lnTo>
                  <a:lnTo>
                    <a:pt x="9387" y="124106"/>
                  </a:lnTo>
                  <a:lnTo>
                    <a:pt x="9242" y="124041"/>
                  </a:lnTo>
                  <a:lnTo>
                    <a:pt x="9084" y="123975"/>
                  </a:lnTo>
                  <a:lnTo>
                    <a:pt x="8939" y="123896"/>
                  </a:lnTo>
                  <a:lnTo>
                    <a:pt x="8794" y="123817"/>
                  </a:lnTo>
                  <a:lnTo>
                    <a:pt x="8649" y="123725"/>
                  </a:lnTo>
                  <a:lnTo>
                    <a:pt x="8386" y="123527"/>
                  </a:lnTo>
                  <a:lnTo>
                    <a:pt x="8149" y="123304"/>
                  </a:lnTo>
                  <a:lnTo>
                    <a:pt x="7925" y="123067"/>
                  </a:lnTo>
                  <a:lnTo>
                    <a:pt x="7728" y="122803"/>
                  </a:lnTo>
                  <a:lnTo>
                    <a:pt x="7649" y="122659"/>
                  </a:lnTo>
                  <a:lnTo>
                    <a:pt x="7557" y="122527"/>
                  </a:lnTo>
                  <a:lnTo>
                    <a:pt x="7491" y="122369"/>
                  </a:lnTo>
                  <a:lnTo>
                    <a:pt x="7412" y="122224"/>
                  </a:lnTo>
                  <a:lnTo>
                    <a:pt x="7359" y="122066"/>
                  </a:lnTo>
                  <a:lnTo>
                    <a:pt x="7307" y="121908"/>
                  </a:lnTo>
                  <a:lnTo>
                    <a:pt x="7254" y="121750"/>
                  </a:lnTo>
                  <a:lnTo>
                    <a:pt x="7215" y="121579"/>
                  </a:lnTo>
                  <a:lnTo>
                    <a:pt x="7188" y="121408"/>
                  </a:lnTo>
                  <a:lnTo>
                    <a:pt x="7162" y="121237"/>
                  </a:lnTo>
                  <a:lnTo>
                    <a:pt x="7149" y="121066"/>
                  </a:lnTo>
                  <a:lnTo>
                    <a:pt x="7149" y="120895"/>
                  </a:lnTo>
                  <a:lnTo>
                    <a:pt x="7149" y="120723"/>
                  </a:lnTo>
                  <a:lnTo>
                    <a:pt x="7162" y="120539"/>
                  </a:lnTo>
                  <a:lnTo>
                    <a:pt x="7188" y="120368"/>
                  </a:lnTo>
                  <a:lnTo>
                    <a:pt x="7215" y="120210"/>
                  </a:lnTo>
                  <a:lnTo>
                    <a:pt x="7254" y="120039"/>
                  </a:lnTo>
                  <a:lnTo>
                    <a:pt x="7307" y="119881"/>
                  </a:lnTo>
                  <a:lnTo>
                    <a:pt x="7359" y="119723"/>
                  </a:lnTo>
                  <a:lnTo>
                    <a:pt x="7412" y="119565"/>
                  </a:lnTo>
                  <a:lnTo>
                    <a:pt x="7491" y="119407"/>
                  </a:lnTo>
                  <a:lnTo>
                    <a:pt x="7557" y="119262"/>
                  </a:lnTo>
                  <a:lnTo>
                    <a:pt x="7649" y="119118"/>
                  </a:lnTo>
                  <a:lnTo>
                    <a:pt x="7728" y="118986"/>
                  </a:lnTo>
                  <a:lnTo>
                    <a:pt x="7925" y="118723"/>
                  </a:lnTo>
                  <a:lnTo>
                    <a:pt x="8149" y="118473"/>
                  </a:lnTo>
                  <a:lnTo>
                    <a:pt x="8386" y="118249"/>
                  </a:lnTo>
                  <a:lnTo>
                    <a:pt x="8649" y="118064"/>
                  </a:lnTo>
                  <a:lnTo>
                    <a:pt x="8794" y="117972"/>
                  </a:lnTo>
                  <a:lnTo>
                    <a:pt x="8939" y="117880"/>
                  </a:lnTo>
                  <a:lnTo>
                    <a:pt x="9084" y="117814"/>
                  </a:lnTo>
                  <a:lnTo>
                    <a:pt x="9242" y="117749"/>
                  </a:lnTo>
                  <a:lnTo>
                    <a:pt x="9387" y="117683"/>
                  </a:lnTo>
                  <a:lnTo>
                    <a:pt x="9544" y="117630"/>
                  </a:lnTo>
                  <a:lnTo>
                    <a:pt x="9716" y="117577"/>
                  </a:lnTo>
                  <a:lnTo>
                    <a:pt x="9874" y="117538"/>
                  </a:lnTo>
                  <a:lnTo>
                    <a:pt x="10045" y="117512"/>
                  </a:lnTo>
                  <a:lnTo>
                    <a:pt x="10216" y="117485"/>
                  </a:lnTo>
                  <a:lnTo>
                    <a:pt x="10387" y="117472"/>
                  </a:lnTo>
                  <a:close/>
                  <a:moveTo>
                    <a:pt x="71136" y="1"/>
                  </a:moveTo>
                  <a:lnTo>
                    <a:pt x="70847" y="27"/>
                  </a:lnTo>
                  <a:lnTo>
                    <a:pt x="70544" y="54"/>
                  </a:lnTo>
                  <a:lnTo>
                    <a:pt x="70254" y="93"/>
                  </a:lnTo>
                  <a:lnTo>
                    <a:pt x="69965" y="146"/>
                  </a:lnTo>
                  <a:lnTo>
                    <a:pt x="69688" y="225"/>
                  </a:lnTo>
                  <a:lnTo>
                    <a:pt x="69412" y="304"/>
                  </a:lnTo>
                  <a:lnTo>
                    <a:pt x="69136" y="383"/>
                  </a:lnTo>
                  <a:lnTo>
                    <a:pt x="68872" y="488"/>
                  </a:lnTo>
                  <a:lnTo>
                    <a:pt x="68609" y="593"/>
                  </a:lnTo>
                  <a:lnTo>
                    <a:pt x="68346" y="725"/>
                  </a:lnTo>
                  <a:lnTo>
                    <a:pt x="68096" y="856"/>
                  </a:lnTo>
                  <a:lnTo>
                    <a:pt x="67859" y="988"/>
                  </a:lnTo>
                  <a:lnTo>
                    <a:pt x="67609" y="1146"/>
                  </a:lnTo>
                  <a:lnTo>
                    <a:pt x="67385" y="1304"/>
                  </a:lnTo>
                  <a:lnTo>
                    <a:pt x="67161" y="1475"/>
                  </a:lnTo>
                  <a:lnTo>
                    <a:pt x="66937" y="1646"/>
                  </a:lnTo>
                  <a:lnTo>
                    <a:pt x="66727" y="1831"/>
                  </a:lnTo>
                  <a:lnTo>
                    <a:pt x="66529" y="2028"/>
                  </a:lnTo>
                  <a:lnTo>
                    <a:pt x="66332" y="2239"/>
                  </a:lnTo>
                  <a:lnTo>
                    <a:pt x="66147" y="2449"/>
                  </a:lnTo>
                  <a:lnTo>
                    <a:pt x="65963" y="2660"/>
                  </a:lnTo>
                  <a:lnTo>
                    <a:pt x="65792" y="2884"/>
                  </a:lnTo>
                  <a:lnTo>
                    <a:pt x="65634" y="3121"/>
                  </a:lnTo>
                  <a:lnTo>
                    <a:pt x="65489" y="3358"/>
                  </a:lnTo>
                  <a:lnTo>
                    <a:pt x="65344" y="3594"/>
                  </a:lnTo>
                  <a:lnTo>
                    <a:pt x="65213" y="3845"/>
                  </a:lnTo>
                  <a:lnTo>
                    <a:pt x="65081" y="4108"/>
                  </a:lnTo>
                  <a:lnTo>
                    <a:pt x="64976" y="4371"/>
                  </a:lnTo>
                  <a:lnTo>
                    <a:pt x="64871" y="4634"/>
                  </a:lnTo>
                  <a:lnTo>
                    <a:pt x="64778" y="4911"/>
                  </a:lnTo>
                  <a:lnTo>
                    <a:pt x="64699" y="5187"/>
                  </a:lnTo>
                  <a:lnTo>
                    <a:pt x="58342" y="5187"/>
                  </a:lnTo>
                  <a:lnTo>
                    <a:pt x="57920" y="5200"/>
                  </a:lnTo>
                  <a:lnTo>
                    <a:pt x="57512" y="5227"/>
                  </a:lnTo>
                  <a:lnTo>
                    <a:pt x="57104" y="5266"/>
                  </a:lnTo>
                  <a:lnTo>
                    <a:pt x="56696" y="5332"/>
                  </a:lnTo>
                  <a:lnTo>
                    <a:pt x="56301" y="5411"/>
                  </a:lnTo>
                  <a:lnTo>
                    <a:pt x="55906" y="5503"/>
                  </a:lnTo>
                  <a:lnTo>
                    <a:pt x="55538" y="5609"/>
                  </a:lnTo>
                  <a:lnTo>
                    <a:pt x="55156" y="5740"/>
                  </a:lnTo>
                  <a:lnTo>
                    <a:pt x="54801" y="5872"/>
                  </a:lnTo>
                  <a:lnTo>
                    <a:pt x="54445" y="6030"/>
                  </a:lnTo>
                  <a:lnTo>
                    <a:pt x="54103" y="6201"/>
                  </a:lnTo>
                  <a:lnTo>
                    <a:pt x="53774" y="6385"/>
                  </a:lnTo>
                  <a:lnTo>
                    <a:pt x="53458" y="6569"/>
                  </a:lnTo>
                  <a:lnTo>
                    <a:pt x="53142" y="6780"/>
                  </a:lnTo>
                  <a:lnTo>
                    <a:pt x="52839" y="7004"/>
                  </a:lnTo>
                  <a:lnTo>
                    <a:pt x="52563" y="7228"/>
                  </a:lnTo>
                  <a:lnTo>
                    <a:pt x="52286" y="7478"/>
                  </a:lnTo>
                  <a:lnTo>
                    <a:pt x="52036" y="7728"/>
                  </a:lnTo>
                  <a:lnTo>
                    <a:pt x="51786" y="7991"/>
                  </a:lnTo>
                  <a:lnTo>
                    <a:pt x="51562" y="8268"/>
                  </a:lnTo>
                  <a:lnTo>
                    <a:pt x="51352" y="8544"/>
                  </a:lnTo>
                  <a:lnTo>
                    <a:pt x="51154" y="8847"/>
                  </a:lnTo>
                  <a:lnTo>
                    <a:pt x="50970" y="9150"/>
                  </a:lnTo>
                  <a:lnTo>
                    <a:pt x="50812" y="9452"/>
                  </a:lnTo>
                  <a:lnTo>
                    <a:pt x="50654" y="9768"/>
                  </a:lnTo>
                  <a:lnTo>
                    <a:pt x="50536" y="10097"/>
                  </a:lnTo>
                  <a:lnTo>
                    <a:pt x="50417" y="10426"/>
                  </a:lnTo>
                  <a:lnTo>
                    <a:pt x="50325" y="10755"/>
                  </a:lnTo>
                  <a:lnTo>
                    <a:pt x="50259" y="11111"/>
                  </a:lnTo>
                  <a:lnTo>
                    <a:pt x="50206" y="11453"/>
                  </a:lnTo>
                  <a:lnTo>
                    <a:pt x="50180" y="11809"/>
                  </a:lnTo>
                  <a:lnTo>
                    <a:pt x="50167" y="12164"/>
                  </a:lnTo>
                  <a:lnTo>
                    <a:pt x="50167" y="39044"/>
                  </a:lnTo>
                  <a:lnTo>
                    <a:pt x="36240" y="39044"/>
                  </a:lnTo>
                  <a:lnTo>
                    <a:pt x="35871" y="39057"/>
                  </a:lnTo>
                  <a:lnTo>
                    <a:pt x="35529" y="39097"/>
                  </a:lnTo>
                  <a:lnTo>
                    <a:pt x="35174" y="39149"/>
                  </a:lnTo>
                  <a:lnTo>
                    <a:pt x="34832" y="39215"/>
                  </a:lnTo>
                  <a:lnTo>
                    <a:pt x="34489" y="39307"/>
                  </a:lnTo>
                  <a:lnTo>
                    <a:pt x="34160" y="39412"/>
                  </a:lnTo>
                  <a:lnTo>
                    <a:pt x="33844" y="39544"/>
                  </a:lnTo>
                  <a:lnTo>
                    <a:pt x="33528" y="39689"/>
                  </a:lnTo>
                  <a:lnTo>
                    <a:pt x="33212" y="39860"/>
                  </a:lnTo>
                  <a:lnTo>
                    <a:pt x="32910" y="40044"/>
                  </a:lnTo>
                  <a:lnTo>
                    <a:pt x="32620" y="40242"/>
                  </a:lnTo>
                  <a:lnTo>
                    <a:pt x="32344" y="40452"/>
                  </a:lnTo>
                  <a:lnTo>
                    <a:pt x="32067" y="40676"/>
                  </a:lnTo>
                  <a:lnTo>
                    <a:pt x="31804" y="40913"/>
                  </a:lnTo>
                  <a:lnTo>
                    <a:pt x="31541" y="41176"/>
                  </a:lnTo>
                  <a:lnTo>
                    <a:pt x="31304" y="41453"/>
                  </a:lnTo>
                  <a:lnTo>
                    <a:pt x="31067" y="41729"/>
                  </a:lnTo>
                  <a:lnTo>
                    <a:pt x="30856" y="42032"/>
                  </a:lnTo>
                  <a:lnTo>
                    <a:pt x="30646" y="42335"/>
                  </a:lnTo>
                  <a:lnTo>
                    <a:pt x="30448" y="42664"/>
                  </a:lnTo>
                  <a:lnTo>
                    <a:pt x="30264" y="42993"/>
                  </a:lnTo>
                  <a:lnTo>
                    <a:pt x="30106" y="43335"/>
                  </a:lnTo>
                  <a:lnTo>
                    <a:pt x="29948" y="43691"/>
                  </a:lnTo>
                  <a:lnTo>
                    <a:pt x="29803" y="44046"/>
                  </a:lnTo>
                  <a:lnTo>
                    <a:pt x="29685" y="44415"/>
                  </a:lnTo>
                  <a:lnTo>
                    <a:pt x="29566" y="44796"/>
                  </a:lnTo>
                  <a:lnTo>
                    <a:pt x="29474" y="45191"/>
                  </a:lnTo>
                  <a:lnTo>
                    <a:pt x="29395" y="45586"/>
                  </a:lnTo>
                  <a:lnTo>
                    <a:pt x="29342" y="45981"/>
                  </a:lnTo>
                  <a:lnTo>
                    <a:pt x="29290" y="46389"/>
                  </a:lnTo>
                  <a:lnTo>
                    <a:pt x="29263" y="46810"/>
                  </a:lnTo>
                  <a:lnTo>
                    <a:pt x="29263" y="47232"/>
                  </a:lnTo>
                  <a:lnTo>
                    <a:pt x="29263" y="51457"/>
                  </a:lnTo>
                  <a:lnTo>
                    <a:pt x="29263" y="56907"/>
                  </a:lnTo>
                  <a:lnTo>
                    <a:pt x="29263" y="66384"/>
                  </a:lnTo>
                  <a:lnTo>
                    <a:pt x="29263" y="72663"/>
                  </a:lnTo>
                  <a:lnTo>
                    <a:pt x="12164" y="72663"/>
                  </a:lnTo>
                  <a:lnTo>
                    <a:pt x="11993" y="72650"/>
                  </a:lnTo>
                  <a:lnTo>
                    <a:pt x="11822" y="72637"/>
                  </a:lnTo>
                  <a:lnTo>
                    <a:pt x="11651" y="72611"/>
                  </a:lnTo>
                  <a:lnTo>
                    <a:pt x="11480" y="72571"/>
                  </a:lnTo>
                  <a:lnTo>
                    <a:pt x="11322" y="72519"/>
                  </a:lnTo>
                  <a:lnTo>
                    <a:pt x="11164" y="72453"/>
                  </a:lnTo>
                  <a:lnTo>
                    <a:pt x="11006" y="72374"/>
                  </a:lnTo>
                  <a:lnTo>
                    <a:pt x="10848" y="72295"/>
                  </a:lnTo>
                  <a:lnTo>
                    <a:pt x="10690" y="72190"/>
                  </a:lnTo>
                  <a:lnTo>
                    <a:pt x="10545" y="72097"/>
                  </a:lnTo>
                  <a:lnTo>
                    <a:pt x="10400" y="71979"/>
                  </a:lnTo>
                  <a:lnTo>
                    <a:pt x="10255" y="71860"/>
                  </a:lnTo>
                  <a:lnTo>
                    <a:pt x="10124" y="71729"/>
                  </a:lnTo>
                  <a:lnTo>
                    <a:pt x="9992" y="71584"/>
                  </a:lnTo>
                  <a:lnTo>
                    <a:pt x="9874" y="71439"/>
                  </a:lnTo>
                  <a:lnTo>
                    <a:pt x="9755" y="71281"/>
                  </a:lnTo>
                  <a:lnTo>
                    <a:pt x="9637" y="71123"/>
                  </a:lnTo>
                  <a:lnTo>
                    <a:pt x="9531" y="70952"/>
                  </a:lnTo>
                  <a:lnTo>
                    <a:pt x="9426" y="70781"/>
                  </a:lnTo>
                  <a:lnTo>
                    <a:pt x="9334" y="70597"/>
                  </a:lnTo>
                  <a:lnTo>
                    <a:pt x="9242" y="70413"/>
                  </a:lnTo>
                  <a:lnTo>
                    <a:pt x="9150" y="70215"/>
                  </a:lnTo>
                  <a:lnTo>
                    <a:pt x="9071" y="70018"/>
                  </a:lnTo>
                  <a:lnTo>
                    <a:pt x="9005" y="69807"/>
                  </a:lnTo>
                  <a:lnTo>
                    <a:pt x="8939" y="69596"/>
                  </a:lnTo>
                  <a:lnTo>
                    <a:pt x="8886" y="69386"/>
                  </a:lnTo>
                  <a:lnTo>
                    <a:pt x="8847" y="69175"/>
                  </a:lnTo>
                  <a:lnTo>
                    <a:pt x="8807" y="68951"/>
                  </a:lnTo>
                  <a:lnTo>
                    <a:pt x="8768" y="68728"/>
                  </a:lnTo>
                  <a:lnTo>
                    <a:pt x="8755" y="68491"/>
                  </a:lnTo>
                  <a:lnTo>
                    <a:pt x="8742" y="68267"/>
                  </a:lnTo>
                  <a:lnTo>
                    <a:pt x="8728" y="68030"/>
                  </a:lnTo>
                  <a:lnTo>
                    <a:pt x="8728" y="60790"/>
                  </a:lnTo>
                  <a:lnTo>
                    <a:pt x="9005" y="60711"/>
                  </a:lnTo>
                  <a:lnTo>
                    <a:pt x="9281" y="60619"/>
                  </a:lnTo>
                  <a:lnTo>
                    <a:pt x="9544" y="60527"/>
                  </a:lnTo>
                  <a:lnTo>
                    <a:pt x="9808" y="60408"/>
                  </a:lnTo>
                  <a:lnTo>
                    <a:pt x="10071" y="60290"/>
                  </a:lnTo>
                  <a:lnTo>
                    <a:pt x="10321" y="60158"/>
                  </a:lnTo>
                  <a:lnTo>
                    <a:pt x="10558" y="60013"/>
                  </a:lnTo>
                  <a:lnTo>
                    <a:pt x="10808" y="59855"/>
                  </a:lnTo>
                  <a:lnTo>
                    <a:pt x="11032" y="59697"/>
                  </a:lnTo>
                  <a:lnTo>
                    <a:pt x="11256" y="59526"/>
                  </a:lnTo>
                  <a:lnTo>
                    <a:pt x="11480" y="59355"/>
                  </a:lnTo>
                  <a:lnTo>
                    <a:pt x="11690" y="59171"/>
                  </a:lnTo>
                  <a:lnTo>
                    <a:pt x="11888" y="58973"/>
                  </a:lnTo>
                  <a:lnTo>
                    <a:pt x="12085" y="58763"/>
                  </a:lnTo>
                  <a:lnTo>
                    <a:pt x="12269" y="58552"/>
                  </a:lnTo>
                  <a:lnTo>
                    <a:pt x="12454" y="58342"/>
                  </a:lnTo>
                  <a:lnTo>
                    <a:pt x="12612" y="58118"/>
                  </a:lnTo>
                  <a:lnTo>
                    <a:pt x="12770" y="57881"/>
                  </a:lnTo>
                  <a:lnTo>
                    <a:pt x="12927" y="57644"/>
                  </a:lnTo>
                  <a:lnTo>
                    <a:pt x="13072" y="57394"/>
                  </a:lnTo>
                  <a:lnTo>
                    <a:pt x="13204" y="57144"/>
                  </a:lnTo>
                  <a:lnTo>
                    <a:pt x="13322" y="56894"/>
                  </a:lnTo>
                  <a:lnTo>
                    <a:pt x="13428" y="56630"/>
                  </a:lnTo>
                  <a:lnTo>
                    <a:pt x="13533" y="56354"/>
                  </a:lnTo>
                  <a:lnTo>
                    <a:pt x="13625" y="56091"/>
                  </a:lnTo>
                  <a:lnTo>
                    <a:pt x="13704" y="55814"/>
                  </a:lnTo>
                  <a:lnTo>
                    <a:pt x="13770" y="55525"/>
                  </a:lnTo>
                  <a:lnTo>
                    <a:pt x="13823" y="55235"/>
                  </a:lnTo>
                  <a:lnTo>
                    <a:pt x="13862" y="54945"/>
                  </a:lnTo>
                  <a:lnTo>
                    <a:pt x="13902" y="54656"/>
                  </a:lnTo>
                  <a:lnTo>
                    <a:pt x="13915" y="54353"/>
                  </a:lnTo>
                  <a:lnTo>
                    <a:pt x="13928" y="54050"/>
                  </a:lnTo>
                  <a:lnTo>
                    <a:pt x="13915" y="53695"/>
                  </a:lnTo>
                  <a:lnTo>
                    <a:pt x="13888" y="53339"/>
                  </a:lnTo>
                  <a:lnTo>
                    <a:pt x="13849" y="52997"/>
                  </a:lnTo>
                  <a:lnTo>
                    <a:pt x="13783" y="52655"/>
                  </a:lnTo>
                  <a:lnTo>
                    <a:pt x="13704" y="52313"/>
                  </a:lnTo>
                  <a:lnTo>
                    <a:pt x="13612" y="51984"/>
                  </a:lnTo>
                  <a:lnTo>
                    <a:pt x="13507" y="51668"/>
                  </a:lnTo>
                  <a:lnTo>
                    <a:pt x="13375" y="51352"/>
                  </a:lnTo>
                  <a:lnTo>
                    <a:pt x="13230" y="51036"/>
                  </a:lnTo>
                  <a:lnTo>
                    <a:pt x="13085" y="50733"/>
                  </a:lnTo>
                  <a:lnTo>
                    <a:pt x="12914" y="50443"/>
                  </a:lnTo>
                  <a:lnTo>
                    <a:pt x="12730" y="50167"/>
                  </a:lnTo>
                  <a:lnTo>
                    <a:pt x="12533" y="49891"/>
                  </a:lnTo>
                  <a:lnTo>
                    <a:pt x="12335" y="49627"/>
                  </a:lnTo>
                  <a:lnTo>
                    <a:pt x="12111" y="49377"/>
                  </a:lnTo>
                  <a:lnTo>
                    <a:pt x="11888" y="49140"/>
                  </a:lnTo>
                  <a:lnTo>
                    <a:pt x="11637" y="48903"/>
                  </a:lnTo>
                  <a:lnTo>
                    <a:pt x="11387" y="48680"/>
                  </a:lnTo>
                  <a:lnTo>
                    <a:pt x="11124" y="48482"/>
                  </a:lnTo>
                  <a:lnTo>
                    <a:pt x="10848" y="48285"/>
                  </a:lnTo>
                  <a:lnTo>
                    <a:pt x="10571" y="48100"/>
                  </a:lnTo>
                  <a:lnTo>
                    <a:pt x="10282" y="47929"/>
                  </a:lnTo>
                  <a:lnTo>
                    <a:pt x="9979" y="47784"/>
                  </a:lnTo>
                  <a:lnTo>
                    <a:pt x="9663" y="47640"/>
                  </a:lnTo>
                  <a:lnTo>
                    <a:pt x="9347" y="47521"/>
                  </a:lnTo>
                  <a:lnTo>
                    <a:pt x="9031" y="47403"/>
                  </a:lnTo>
                  <a:lnTo>
                    <a:pt x="8702" y="47311"/>
                  </a:lnTo>
                  <a:lnTo>
                    <a:pt x="8360" y="47232"/>
                  </a:lnTo>
                  <a:lnTo>
                    <a:pt x="8018" y="47179"/>
                  </a:lnTo>
                  <a:lnTo>
                    <a:pt x="7675" y="47126"/>
                  </a:lnTo>
                  <a:lnTo>
                    <a:pt x="7320" y="47100"/>
                  </a:lnTo>
                  <a:lnTo>
                    <a:pt x="6964" y="47087"/>
                  </a:lnTo>
                  <a:lnTo>
                    <a:pt x="6596" y="47100"/>
                  </a:lnTo>
                  <a:lnTo>
                    <a:pt x="6254" y="47126"/>
                  </a:lnTo>
                  <a:lnTo>
                    <a:pt x="5898" y="47179"/>
                  </a:lnTo>
                  <a:lnTo>
                    <a:pt x="5556" y="47232"/>
                  </a:lnTo>
                  <a:lnTo>
                    <a:pt x="5227" y="47311"/>
                  </a:lnTo>
                  <a:lnTo>
                    <a:pt x="4898" y="47403"/>
                  </a:lnTo>
                  <a:lnTo>
                    <a:pt x="4569" y="47521"/>
                  </a:lnTo>
                  <a:lnTo>
                    <a:pt x="4253" y="47640"/>
                  </a:lnTo>
                  <a:lnTo>
                    <a:pt x="3950" y="47784"/>
                  </a:lnTo>
                  <a:lnTo>
                    <a:pt x="3647" y="47929"/>
                  </a:lnTo>
                  <a:lnTo>
                    <a:pt x="3358" y="48100"/>
                  </a:lnTo>
                  <a:lnTo>
                    <a:pt x="3068" y="48285"/>
                  </a:lnTo>
                  <a:lnTo>
                    <a:pt x="2792" y="48482"/>
                  </a:lnTo>
                  <a:lnTo>
                    <a:pt x="2528" y="48680"/>
                  </a:lnTo>
                  <a:lnTo>
                    <a:pt x="2278" y="48903"/>
                  </a:lnTo>
                  <a:lnTo>
                    <a:pt x="2041" y="49140"/>
                  </a:lnTo>
                  <a:lnTo>
                    <a:pt x="1804" y="49377"/>
                  </a:lnTo>
                  <a:lnTo>
                    <a:pt x="1594" y="49627"/>
                  </a:lnTo>
                  <a:lnTo>
                    <a:pt x="1383" y="49891"/>
                  </a:lnTo>
                  <a:lnTo>
                    <a:pt x="1186" y="50167"/>
                  </a:lnTo>
                  <a:lnTo>
                    <a:pt x="1001" y="50443"/>
                  </a:lnTo>
                  <a:lnTo>
                    <a:pt x="843" y="50733"/>
                  </a:lnTo>
                  <a:lnTo>
                    <a:pt x="685" y="51036"/>
                  </a:lnTo>
                  <a:lnTo>
                    <a:pt x="541" y="51352"/>
                  </a:lnTo>
                  <a:lnTo>
                    <a:pt x="422" y="51668"/>
                  </a:lnTo>
                  <a:lnTo>
                    <a:pt x="304" y="51984"/>
                  </a:lnTo>
                  <a:lnTo>
                    <a:pt x="212" y="52313"/>
                  </a:lnTo>
                  <a:lnTo>
                    <a:pt x="133" y="52655"/>
                  </a:lnTo>
                  <a:lnTo>
                    <a:pt x="80" y="52997"/>
                  </a:lnTo>
                  <a:lnTo>
                    <a:pt x="27" y="53339"/>
                  </a:lnTo>
                  <a:lnTo>
                    <a:pt x="1" y="53695"/>
                  </a:lnTo>
                  <a:lnTo>
                    <a:pt x="1" y="54050"/>
                  </a:lnTo>
                  <a:lnTo>
                    <a:pt x="1" y="54353"/>
                  </a:lnTo>
                  <a:lnTo>
                    <a:pt x="27" y="54656"/>
                  </a:lnTo>
                  <a:lnTo>
                    <a:pt x="54" y="54945"/>
                  </a:lnTo>
                  <a:lnTo>
                    <a:pt x="93" y="55235"/>
                  </a:lnTo>
                  <a:lnTo>
                    <a:pt x="146" y="55525"/>
                  </a:lnTo>
                  <a:lnTo>
                    <a:pt x="225" y="55814"/>
                  </a:lnTo>
                  <a:lnTo>
                    <a:pt x="304" y="56091"/>
                  </a:lnTo>
                  <a:lnTo>
                    <a:pt x="383" y="56354"/>
                  </a:lnTo>
                  <a:lnTo>
                    <a:pt x="488" y="56630"/>
                  </a:lnTo>
                  <a:lnTo>
                    <a:pt x="593" y="56894"/>
                  </a:lnTo>
                  <a:lnTo>
                    <a:pt x="725" y="57144"/>
                  </a:lnTo>
                  <a:lnTo>
                    <a:pt x="857" y="57394"/>
                  </a:lnTo>
                  <a:lnTo>
                    <a:pt x="988" y="57644"/>
                  </a:lnTo>
                  <a:lnTo>
                    <a:pt x="1146" y="57881"/>
                  </a:lnTo>
                  <a:lnTo>
                    <a:pt x="1304" y="58118"/>
                  </a:lnTo>
                  <a:lnTo>
                    <a:pt x="1475" y="58342"/>
                  </a:lnTo>
                  <a:lnTo>
                    <a:pt x="1646" y="58552"/>
                  </a:lnTo>
                  <a:lnTo>
                    <a:pt x="1831" y="58763"/>
                  </a:lnTo>
                  <a:lnTo>
                    <a:pt x="2028" y="58973"/>
                  </a:lnTo>
                  <a:lnTo>
                    <a:pt x="2239" y="59171"/>
                  </a:lnTo>
                  <a:lnTo>
                    <a:pt x="2449" y="59355"/>
                  </a:lnTo>
                  <a:lnTo>
                    <a:pt x="2660" y="59526"/>
                  </a:lnTo>
                  <a:lnTo>
                    <a:pt x="2884" y="59697"/>
                  </a:lnTo>
                  <a:lnTo>
                    <a:pt x="3121" y="59855"/>
                  </a:lnTo>
                  <a:lnTo>
                    <a:pt x="3358" y="60013"/>
                  </a:lnTo>
                  <a:lnTo>
                    <a:pt x="3595" y="60158"/>
                  </a:lnTo>
                  <a:lnTo>
                    <a:pt x="3845" y="60290"/>
                  </a:lnTo>
                  <a:lnTo>
                    <a:pt x="4108" y="60408"/>
                  </a:lnTo>
                  <a:lnTo>
                    <a:pt x="4371" y="60527"/>
                  </a:lnTo>
                  <a:lnTo>
                    <a:pt x="4634" y="60619"/>
                  </a:lnTo>
                  <a:lnTo>
                    <a:pt x="4911" y="60711"/>
                  </a:lnTo>
                  <a:lnTo>
                    <a:pt x="5187" y="60790"/>
                  </a:lnTo>
                  <a:lnTo>
                    <a:pt x="5187" y="68030"/>
                  </a:lnTo>
                  <a:lnTo>
                    <a:pt x="5201" y="68451"/>
                  </a:lnTo>
                  <a:lnTo>
                    <a:pt x="5227" y="68859"/>
                  </a:lnTo>
                  <a:lnTo>
                    <a:pt x="5266" y="69267"/>
                  </a:lnTo>
                  <a:lnTo>
                    <a:pt x="5332" y="69675"/>
                  </a:lnTo>
                  <a:lnTo>
                    <a:pt x="5411" y="70070"/>
                  </a:lnTo>
                  <a:lnTo>
                    <a:pt x="5503" y="70452"/>
                  </a:lnTo>
                  <a:lnTo>
                    <a:pt x="5609" y="70834"/>
                  </a:lnTo>
                  <a:lnTo>
                    <a:pt x="5740" y="71202"/>
                  </a:lnTo>
                  <a:lnTo>
                    <a:pt x="5872" y="71571"/>
                  </a:lnTo>
                  <a:lnTo>
                    <a:pt x="6030" y="71926"/>
                  </a:lnTo>
                  <a:lnTo>
                    <a:pt x="6201" y="72269"/>
                  </a:lnTo>
                  <a:lnTo>
                    <a:pt x="6385" y="72598"/>
                  </a:lnTo>
                  <a:lnTo>
                    <a:pt x="6570" y="72914"/>
                  </a:lnTo>
                  <a:lnTo>
                    <a:pt x="6780" y="73229"/>
                  </a:lnTo>
                  <a:lnTo>
                    <a:pt x="7004" y="73519"/>
                  </a:lnTo>
                  <a:lnTo>
                    <a:pt x="7228" y="73809"/>
                  </a:lnTo>
                  <a:lnTo>
                    <a:pt x="7478" y="74072"/>
                  </a:lnTo>
                  <a:lnTo>
                    <a:pt x="7728" y="74335"/>
                  </a:lnTo>
                  <a:lnTo>
                    <a:pt x="7991" y="74572"/>
                  </a:lnTo>
                  <a:lnTo>
                    <a:pt x="8268" y="74809"/>
                  </a:lnTo>
                  <a:lnTo>
                    <a:pt x="8544" y="75020"/>
                  </a:lnTo>
                  <a:lnTo>
                    <a:pt x="8847" y="75217"/>
                  </a:lnTo>
                  <a:lnTo>
                    <a:pt x="9150" y="75401"/>
                  </a:lnTo>
                  <a:lnTo>
                    <a:pt x="9452" y="75559"/>
                  </a:lnTo>
                  <a:lnTo>
                    <a:pt x="9768" y="75704"/>
                  </a:lnTo>
                  <a:lnTo>
                    <a:pt x="10097" y="75836"/>
                  </a:lnTo>
                  <a:lnTo>
                    <a:pt x="10426" y="75941"/>
                  </a:lnTo>
                  <a:lnTo>
                    <a:pt x="10756" y="76033"/>
                  </a:lnTo>
                  <a:lnTo>
                    <a:pt x="11111" y="76112"/>
                  </a:lnTo>
                  <a:lnTo>
                    <a:pt x="11453" y="76165"/>
                  </a:lnTo>
                  <a:lnTo>
                    <a:pt x="11809" y="76191"/>
                  </a:lnTo>
                  <a:lnTo>
                    <a:pt x="12164" y="76204"/>
                  </a:lnTo>
                  <a:lnTo>
                    <a:pt x="29263" y="76204"/>
                  </a:lnTo>
                  <a:lnTo>
                    <a:pt x="29263" y="100754"/>
                  </a:lnTo>
                  <a:lnTo>
                    <a:pt x="29263" y="115682"/>
                  </a:lnTo>
                  <a:lnTo>
                    <a:pt x="29250" y="115866"/>
                  </a:lnTo>
                  <a:lnTo>
                    <a:pt x="29237" y="116037"/>
                  </a:lnTo>
                  <a:lnTo>
                    <a:pt x="29198" y="116208"/>
                  </a:lnTo>
                  <a:lnTo>
                    <a:pt x="29158" y="116366"/>
                  </a:lnTo>
                  <a:lnTo>
                    <a:pt x="29105" y="116537"/>
                  </a:lnTo>
                  <a:lnTo>
                    <a:pt x="29040" y="116695"/>
                  </a:lnTo>
                  <a:lnTo>
                    <a:pt x="28974" y="116853"/>
                  </a:lnTo>
                  <a:lnTo>
                    <a:pt x="28882" y="117011"/>
                  </a:lnTo>
                  <a:lnTo>
                    <a:pt x="28789" y="117156"/>
                  </a:lnTo>
                  <a:lnTo>
                    <a:pt x="28684" y="117314"/>
                  </a:lnTo>
                  <a:lnTo>
                    <a:pt x="28579" y="117446"/>
                  </a:lnTo>
                  <a:lnTo>
                    <a:pt x="28460" y="117591"/>
                  </a:lnTo>
                  <a:lnTo>
                    <a:pt x="28329" y="117722"/>
                  </a:lnTo>
                  <a:lnTo>
                    <a:pt x="28184" y="117854"/>
                  </a:lnTo>
                  <a:lnTo>
                    <a:pt x="28039" y="117985"/>
                  </a:lnTo>
                  <a:lnTo>
                    <a:pt x="27881" y="118104"/>
                  </a:lnTo>
                  <a:lnTo>
                    <a:pt x="27723" y="118222"/>
                  </a:lnTo>
                  <a:lnTo>
                    <a:pt x="27552" y="118328"/>
                  </a:lnTo>
                  <a:lnTo>
                    <a:pt x="27381" y="118433"/>
                  </a:lnTo>
                  <a:lnTo>
                    <a:pt x="27197" y="118525"/>
                  </a:lnTo>
                  <a:lnTo>
                    <a:pt x="27012" y="118617"/>
                  </a:lnTo>
                  <a:lnTo>
                    <a:pt x="26815" y="118696"/>
                  </a:lnTo>
                  <a:lnTo>
                    <a:pt x="26618" y="118775"/>
                  </a:lnTo>
                  <a:lnTo>
                    <a:pt x="26407" y="118841"/>
                  </a:lnTo>
                  <a:lnTo>
                    <a:pt x="26196" y="118907"/>
                  </a:lnTo>
                  <a:lnTo>
                    <a:pt x="25986" y="118960"/>
                  </a:lnTo>
                  <a:lnTo>
                    <a:pt x="25762" y="119012"/>
                  </a:lnTo>
                  <a:lnTo>
                    <a:pt x="25538" y="119052"/>
                  </a:lnTo>
                  <a:lnTo>
                    <a:pt x="25314" y="119078"/>
                  </a:lnTo>
                  <a:lnTo>
                    <a:pt x="25091" y="119104"/>
                  </a:lnTo>
                  <a:lnTo>
                    <a:pt x="24854" y="119118"/>
                  </a:lnTo>
                  <a:lnTo>
                    <a:pt x="17298" y="119118"/>
                  </a:lnTo>
                  <a:lnTo>
                    <a:pt x="17219" y="118841"/>
                  </a:lnTo>
                  <a:lnTo>
                    <a:pt x="17127" y="118565"/>
                  </a:lnTo>
                  <a:lnTo>
                    <a:pt x="17034" y="118301"/>
                  </a:lnTo>
                  <a:lnTo>
                    <a:pt x="16916" y="118038"/>
                  </a:lnTo>
                  <a:lnTo>
                    <a:pt x="16798" y="117788"/>
                  </a:lnTo>
                  <a:lnTo>
                    <a:pt x="16666" y="117538"/>
                  </a:lnTo>
                  <a:lnTo>
                    <a:pt x="16521" y="117288"/>
                  </a:lnTo>
                  <a:lnTo>
                    <a:pt x="16376" y="117051"/>
                  </a:lnTo>
                  <a:lnTo>
                    <a:pt x="16205" y="116814"/>
                  </a:lnTo>
                  <a:lnTo>
                    <a:pt x="16047" y="116590"/>
                  </a:lnTo>
                  <a:lnTo>
                    <a:pt x="15863" y="116380"/>
                  </a:lnTo>
                  <a:lnTo>
                    <a:pt x="15679" y="116169"/>
                  </a:lnTo>
                  <a:lnTo>
                    <a:pt x="15481" y="115958"/>
                  </a:lnTo>
                  <a:lnTo>
                    <a:pt x="15284" y="115774"/>
                  </a:lnTo>
                  <a:lnTo>
                    <a:pt x="15073" y="115590"/>
                  </a:lnTo>
                  <a:lnTo>
                    <a:pt x="14849" y="115405"/>
                  </a:lnTo>
                  <a:lnTo>
                    <a:pt x="14626" y="115234"/>
                  </a:lnTo>
                  <a:lnTo>
                    <a:pt x="14389" y="115076"/>
                  </a:lnTo>
                  <a:lnTo>
                    <a:pt x="14152" y="114932"/>
                  </a:lnTo>
                  <a:lnTo>
                    <a:pt x="13915" y="114787"/>
                  </a:lnTo>
                  <a:lnTo>
                    <a:pt x="13651" y="114655"/>
                  </a:lnTo>
                  <a:lnTo>
                    <a:pt x="13401" y="114537"/>
                  </a:lnTo>
                  <a:lnTo>
                    <a:pt x="13138" y="114418"/>
                  </a:lnTo>
                  <a:lnTo>
                    <a:pt x="12875" y="114326"/>
                  </a:lnTo>
                  <a:lnTo>
                    <a:pt x="12598" y="114234"/>
                  </a:lnTo>
                  <a:lnTo>
                    <a:pt x="12322" y="114155"/>
                  </a:lnTo>
                  <a:lnTo>
                    <a:pt x="12032" y="114089"/>
                  </a:lnTo>
                  <a:lnTo>
                    <a:pt x="11756" y="114023"/>
                  </a:lnTo>
                  <a:lnTo>
                    <a:pt x="11466" y="113984"/>
                  </a:lnTo>
                  <a:lnTo>
                    <a:pt x="11164" y="113957"/>
                  </a:lnTo>
                  <a:lnTo>
                    <a:pt x="10874" y="113931"/>
                  </a:lnTo>
                  <a:lnTo>
                    <a:pt x="10571" y="113931"/>
                  </a:lnTo>
                  <a:lnTo>
                    <a:pt x="10203" y="113944"/>
                  </a:lnTo>
                  <a:lnTo>
                    <a:pt x="9860" y="113971"/>
                  </a:lnTo>
                  <a:lnTo>
                    <a:pt x="9505" y="114010"/>
                  </a:lnTo>
                  <a:lnTo>
                    <a:pt x="9163" y="114076"/>
                  </a:lnTo>
                  <a:lnTo>
                    <a:pt x="8834" y="114155"/>
                  </a:lnTo>
                  <a:lnTo>
                    <a:pt x="8505" y="114247"/>
                  </a:lnTo>
                  <a:lnTo>
                    <a:pt x="8175" y="114352"/>
                  </a:lnTo>
                  <a:lnTo>
                    <a:pt x="7860" y="114471"/>
                  </a:lnTo>
                  <a:lnTo>
                    <a:pt x="7557" y="114616"/>
                  </a:lnTo>
                  <a:lnTo>
                    <a:pt x="7254" y="114774"/>
                  </a:lnTo>
                  <a:lnTo>
                    <a:pt x="6964" y="114945"/>
                  </a:lnTo>
                  <a:lnTo>
                    <a:pt x="6675" y="115116"/>
                  </a:lnTo>
                  <a:lnTo>
                    <a:pt x="6398" y="115313"/>
                  </a:lnTo>
                  <a:lnTo>
                    <a:pt x="6135" y="115524"/>
                  </a:lnTo>
                  <a:lnTo>
                    <a:pt x="5885" y="115734"/>
                  </a:lnTo>
                  <a:lnTo>
                    <a:pt x="5648" y="115971"/>
                  </a:lnTo>
                  <a:lnTo>
                    <a:pt x="5411" y="116208"/>
                  </a:lnTo>
                  <a:lnTo>
                    <a:pt x="5201" y="116472"/>
                  </a:lnTo>
                  <a:lnTo>
                    <a:pt x="4990" y="116735"/>
                  </a:lnTo>
                  <a:lnTo>
                    <a:pt x="4792" y="116998"/>
                  </a:lnTo>
                  <a:lnTo>
                    <a:pt x="4608" y="117288"/>
                  </a:lnTo>
                  <a:lnTo>
                    <a:pt x="4450" y="117577"/>
                  </a:lnTo>
                  <a:lnTo>
                    <a:pt x="4292" y="117880"/>
                  </a:lnTo>
                  <a:lnTo>
                    <a:pt x="4147" y="118183"/>
                  </a:lnTo>
                  <a:lnTo>
                    <a:pt x="4029" y="118499"/>
                  </a:lnTo>
                  <a:lnTo>
                    <a:pt x="3911" y="118828"/>
                  </a:lnTo>
                  <a:lnTo>
                    <a:pt x="3818" y="119157"/>
                  </a:lnTo>
                  <a:lnTo>
                    <a:pt x="3739" y="119486"/>
                  </a:lnTo>
                  <a:lnTo>
                    <a:pt x="3687" y="119828"/>
                  </a:lnTo>
                  <a:lnTo>
                    <a:pt x="3634" y="120184"/>
                  </a:lnTo>
                  <a:lnTo>
                    <a:pt x="3608" y="120539"/>
                  </a:lnTo>
                  <a:lnTo>
                    <a:pt x="3608" y="120895"/>
                  </a:lnTo>
                  <a:lnTo>
                    <a:pt x="3608" y="121250"/>
                  </a:lnTo>
                  <a:lnTo>
                    <a:pt x="3634" y="121605"/>
                  </a:lnTo>
                  <a:lnTo>
                    <a:pt x="3687" y="121948"/>
                  </a:lnTo>
                  <a:lnTo>
                    <a:pt x="3739" y="122290"/>
                  </a:lnTo>
                  <a:lnTo>
                    <a:pt x="3818" y="122632"/>
                  </a:lnTo>
                  <a:lnTo>
                    <a:pt x="3911" y="122961"/>
                  </a:lnTo>
                  <a:lnTo>
                    <a:pt x="4029" y="123290"/>
                  </a:lnTo>
                  <a:lnTo>
                    <a:pt x="4147" y="123606"/>
                  </a:lnTo>
                  <a:lnTo>
                    <a:pt x="4292" y="123909"/>
                  </a:lnTo>
                  <a:lnTo>
                    <a:pt x="4450" y="124212"/>
                  </a:lnTo>
                  <a:lnTo>
                    <a:pt x="4608" y="124501"/>
                  </a:lnTo>
                  <a:lnTo>
                    <a:pt x="4792" y="124778"/>
                  </a:lnTo>
                  <a:lnTo>
                    <a:pt x="4990" y="125054"/>
                  </a:lnTo>
                  <a:lnTo>
                    <a:pt x="5201" y="125318"/>
                  </a:lnTo>
                  <a:lnTo>
                    <a:pt x="5411" y="125568"/>
                  </a:lnTo>
                  <a:lnTo>
                    <a:pt x="5648" y="125818"/>
                  </a:lnTo>
                  <a:lnTo>
                    <a:pt x="5885" y="126042"/>
                  </a:lnTo>
                  <a:lnTo>
                    <a:pt x="6135" y="126265"/>
                  </a:lnTo>
                  <a:lnTo>
                    <a:pt x="6398" y="126476"/>
                  </a:lnTo>
                  <a:lnTo>
                    <a:pt x="6675" y="126660"/>
                  </a:lnTo>
                  <a:lnTo>
                    <a:pt x="6964" y="126844"/>
                  </a:lnTo>
                  <a:lnTo>
                    <a:pt x="7254" y="127016"/>
                  </a:lnTo>
                  <a:lnTo>
                    <a:pt x="7557" y="127174"/>
                  </a:lnTo>
                  <a:lnTo>
                    <a:pt x="7860" y="127305"/>
                  </a:lnTo>
                  <a:lnTo>
                    <a:pt x="8175" y="127437"/>
                  </a:lnTo>
                  <a:lnTo>
                    <a:pt x="8505" y="127542"/>
                  </a:lnTo>
                  <a:lnTo>
                    <a:pt x="8834" y="127634"/>
                  </a:lnTo>
                  <a:lnTo>
                    <a:pt x="9163" y="127713"/>
                  </a:lnTo>
                  <a:lnTo>
                    <a:pt x="9505" y="127779"/>
                  </a:lnTo>
                  <a:lnTo>
                    <a:pt x="9860" y="127819"/>
                  </a:lnTo>
                  <a:lnTo>
                    <a:pt x="10203" y="127845"/>
                  </a:lnTo>
                  <a:lnTo>
                    <a:pt x="10571" y="127858"/>
                  </a:lnTo>
                  <a:lnTo>
                    <a:pt x="10874" y="127845"/>
                  </a:lnTo>
                  <a:lnTo>
                    <a:pt x="11164" y="127832"/>
                  </a:lnTo>
                  <a:lnTo>
                    <a:pt x="11466" y="127805"/>
                  </a:lnTo>
                  <a:lnTo>
                    <a:pt x="11756" y="127753"/>
                  </a:lnTo>
                  <a:lnTo>
                    <a:pt x="12032" y="127700"/>
                  </a:lnTo>
                  <a:lnTo>
                    <a:pt x="12322" y="127634"/>
                  </a:lnTo>
                  <a:lnTo>
                    <a:pt x="12598" y="127555"/>
                  </a:lnTo>
                  <a:lnTo>
                    <a:pt x="12875" y="127463"/>
                  </a:lnTo>
                  <a:lnTo>
                    <a:pt x="13138" y="127371"/>
                  </a:lnTo>
                  <a:lnTo>
                    <a:pt x="13401" y="127253"/>
                  </a:lnTo>
                  <a:lnTo>
                    <a:pt x="13651" y="127134"/>
                  </a:lnTo>
                  <a:lnTo>
                    <a:pt x="13915" y="127002"/>
                  </a:lnTo>
                  <a:lnTo>
                    <a:pt x="14152" y="126858"/>
                  </a:lnTo>
                  <a:lnTo>
                    <a:pt x="14389" y="126713"/>
                  </a:lnTo>
                  <a:lnTo>
                    <a:pt x="14626" y="126555"/>
                  </a:lnTo>
                  <a:lnTo>
                    <a:pt x="14849" y="126384"/>
                  </a:lnTo>
                  <a:lnTo>
                    <a:pt x="15073" y="126199"/>
                  </a:lnTo>
                  <a:lnTo>
                    <a:pt x="15284" y="126015"/>
                  </a:lnTo>
                  <a:lnTo>
                    <a:pt x="15481" y="125818"/>
                  </a:lnTo>
                  <a:lnTo>
                    <a:pt x="15679" y="125620"/>
                  </a:lnTo>
                  <a:lnTo>
                    <a:pt x="15863" y="125410"/>
                  </a:lnTo>
                  <a:lnTo>
                    <a:pt x="16047" y="125186"/>
                  </a:lnTo>
                  <a:lnTo>
                    <a:pt x="16205" y="124962"/>
                  </a:lnTo>
                  <a:lnTo>
                    <a:pt x="16376" y="124738"/>
                  </a:lnTo>
                  <a:lnTo>
                    <a:pt x="16521" y="124501"/>
                  </a:lnTo>
                  <a:lnTo>
                    <a:pt x="16666" y="124251"/>
                  </a:lnTo>
                  <a:lnTo>
                    <a:pt x="16798" y="124001"/>
                  </a:lnTo>
                  <a:lnTo>
                    <a:pt x="16916" y="123751"/>
                  </a:lnTo>
                  <a:lnTo>
                    <a:pt x="17034" y="123488"/>
                  </a:lnTo>
                  <a:lnTo>
                    <a:pt x="17127" y="123211"/>
                  </a:lnTo>
                  <a:lnTo>
                    <a:pt x="17219" y="122948"/>
                  </a:lnTo>
                  <a:lnTo>
                    <a:pt x="17298" y="122672"/>
                  </a:lnTo>
                  <a:lnTo>
                    <a:pt x="24630" y="122672"/>
                  </a:lnTo>
                  <a:lnTo>
                    <a:pt x="25038" y="122659"/>
                  </a:lnTo>
                  <a:lnTo>
                    <a:pt x="25459" y="122632"/>
                  </a:lnTo>
                  <a:lnTo>
                    <a:pt x="25867" y="122580"/>
                  </a:lnTo>
                  <a:lnTo>
                    <a:pt x="26275" y="122527"/>
                  </a:lnTo>
                  <a:lnTo>
                    <a:pt x="26670" y="122448"/>
                  </a:lnTo>
                  <a:lnTo>
                    <a:pt x="27052" y="122356"/>
                  </a:lnTo>
                  <a:lnTo>
                    <a:pt x="27434" y="122237"/>
                  </a:lnTo>
                  <a:lnTo>
                    <a:pt x="27802" y="122119"/>
                  </a:lnTo>
                  <a:lnTo>
                    <a:pt x="28171" y="121974"/>
                  </a:lnTo>
                  <a:lnTo>
                    <a:pt x="28513" y="121816"/>
                  </a:lnTo>
                  <a:lnTo>
                    <a:pt x="28855" y="121658"/>
                  </a:lnTo>
                  <a:lnTo>
                    <a:pt x="29198" y="121474"/>
                  </a:lnTo>
                  <a:lnTo>
                    <a:pt x="29513" y="121276"/>
                  </a:lnTo>
                  <a:lnTo>
                    <a:pt x="29829" y="121066"/>
                  </a:lnTo>
                  <a:lnTo>
                    <a:pt x="30119" y="120855"/>
                  </a:lnTo>
                  <a:lnTo>
                    <a:pt x="30409" y="120618"/>
                  </a:lnTo>
                  <a:lnTo>
                    <a:pt x="30672" y="120381"/>
                  </a:lnTo>
                  <a:lnTo>
                    <a:pt x="30935" y="120118"/>
                  </a:lnTo>
                  <a:lnTo>
                    <a:pt x="31172" y="119855"/>
                  </a:lnTo>
                  <a:lnTo>
                    <a:pt x="31409" y="119591"/>
                  </a:lnTo>
                  <a:lnTo>
                    <a:pt x="31620" y="119302"/>
                  </a:lnTo>
                  <a:lnTo>
                    <a:pt x="31817" y="119012"/>
                  </a:lnTo>
                  <a:lnTo>
                    <a:pt x="31988" y="118709"/>
                  </a:lnTo>
                  <a:lnTo>
                    <a:pt x="32159" y="118407"/>
                  </a:lnTo>
                  <a:lnTo>
                    <a:pt x="32304" y="118078"/>
                  </a:lnTo>
                  <a:lnTo>
                    <a:pt x="32436" y="117762"/>
                  </a:lnTo>
                  <a:lnTo>
                    <a:pt x="32541" y="117433"/>
                  </a:lnTo>
                  <a:lnTo>
                    <a:pt x="32633" y="117090"/>
                  </a:lnTo>
                  <a:lnTo>
                    <a:pt x="32712" y="116748"/>
                  </a:lnTo>
                  <a:lnTo>
                    <a:pt x="32765" y="116406"/>
                  </a:lnTo>
                  <a:lnTo>
                    <a:pt x="32791" y="116050"/>
                  </a:lnTo>
                  <a:lnTo>
                    <a:pt x="32804" y="115682"/>
                  </a:lnTo>
                  <a:lnTo>
                    <a:pt x="32804" y="106507"/>
                  </a:lnTo>
                  <a:lnTo>
                    <a:pt x="33054" y="106639"/>
                  </a:lnTo>
                  <a:lnTo>
                    <a:pt x="33305" y="106783"/>
                  </a:lnTo>
                  <a:lnTo>
                    <a:pt x="33568" y="106902"/>
                  </a:lnTo>
                  <a:lnTo>
                    <a:pt x="33844" y="107020"/>
                  </a:lnTo>
                  <a:lnTo>
                    <a:pt x="34121" y="107126"/>
                  </a:lnTo>
                  <a:lnTo>
                    <a:pt x="34397" y="107231"/>
                  </a:lnTo>
                  <a:lnTo>
                    <a:pt x="34674" y="107323"/>
                  </a:lnTo>
                  <a:lnTo>
                    <a:pt x="34963" y="107402"/>
                  </a:lnTo>
                  <a:lnTo>
                    <a:pt x="35266" y="107481"/>
                  </a:lnTo>
                  <a:lnTo>
                    <a:pt x="35556" y="107547"/>
                  </a:lnTo>
                  <a:lnTo>
                    <a:pt x="35871" y="107599"/>
                  </a:lnTo>
                  <a:lnTo>
                    <a:pt x="36174" y="107652"/>
                  </a:lnTo>
                  <a:lnTo>
                    <a:pt x="36477" y="107692"/>
                  </a:lnTo>
                  <a:lnTo>
                    <a:pt x="36793" y="107718"/>
                  </a:lnTo>
                  <a:lnTo>
                    <a:pt x="37109" y="107731"/>
                  </a:lnTo>
                  <a:lnTo>
                    <a:pt x="51273" y="107731"/>
                  </a:lnTo>
                  <a:lnTo>
                    <a:pt x="51510" y="107757"/>
                  </a:lnTo>
                  <a:lnTo>
                    <a:pt x="51733" y="107771"/>
                  </a:lnTo>
                  <a:lnTo>
                    <a:pt x="51957" y="107810"/>
                  </a:lnTo>
                  <a:lnTo>
                    <a:pt x="52181" y="107850"/>
                  </a:lnTo>
                  <a:lnTo>
                    <a:pt x="52405" y="107889"/>
                  </a:lnTo>
                  <a:lnTo>
                    <a:pt x="52615" y="107942"/>
                  </a:lnTo>
                  <a:lnTo>
                    <a:pt x="52826" y="108008"/>
                  </a:lnTo>
                  <a:lnTo>
                    <a:pt x="53037" y="108073"/>
                  </a:lnTo>
                  <a:lnTo>
                    <a:pt x="53234" y="108152"/>
                  </a:lnTo>
                  <a:lnTo>
                    <a:pt x="53418" y="108244"/>
                  </a:lnTo>
                  <a:lnTo>
                    <a:pt x="53616" y="108323"/>
                  </a:lnTo>
                  <a:lnTo>
                    <a:pt x="53800" y="108429"/>
                  </a:lnTo>
                  <a:lnTo>
                    <a:pt x="53971" y="108534"/>
                  </a:lnTo>
                  <a:lnTo>
                    <a:pt x="54142" y="108639"/>
                  </a:lnTo>
                  <a:lnTo>
                    <a:pt x="54300" y="108758"/>
                  </a:lnTo>
                  <a:lnTo>
                    <a:pt x="54458" y="108876"/>
                  </a:lnTo>
                  <a:lnTo>
                    <a:pt x="54603" y="108995"/>
                  </a:lnTo>
                  <a:lnTo>
                    <a:pt x="54748" y="109126"/>
                  </a:lnTo>
                  <a:lnTo>
                    <a:pt x="54866" y="109258"/>
                  </a:lnTo>
                  <a:lnTo>
                    <a:pt x="54998" y="109403"/>
                  </a:lnTo>
                  <a:lnTo>
                    <a:pt x="55103" y="109548"/>
                  </a:lnTo>
                  <a:lnTo>
                    <a:pt x="55209" y="109692"/>
                  </a:lnTo>
                  <a:lnTo>
                    <a:pt x="55301" y="109850"/>
                  </a:lnTo>
                  <a:lnTo>
                    <a:pt x="55393" y="109995"/>
                  </a:lnTo>
                  <a:lnTo>
                    <a:pt x="55459" y="110153"/>
                  </a:lnTo>
                  <a:lnTo>
                    <a:pt x="55525" y="110324"/>
                  </a:lnTo>
                  <a:lnTo>
                    <a:pt x="55577" y="110482"/>
                  </a:lnTo>
                  <a:lnTo>
                    <a:pt x="55617" y="110653"/>
                  </a:lnTo>
                  <a:lnTo>
                    <a:pt x="55656" y="110825"/>
                  </a:lnTo>
                  <a:lnTo>
                    <a:pt x="55669" y="110996"/>
                  </a:lnTo>
                  <a:lnTo>
                    <a:pt x="55682" y="111167"/>
                  </a:lnTo>
                  <a:lnTo>
                    <a:pt x="55682" y="169165"/>
                  </a:lnTo>
                  <a:lnTo>
                    <a:pt x="59223" y="169165"/>
                  </a:lnTo>
                  <a:lnTo>
                    <a:pt x="59223" y="111167"/>
                  </a:lnTo>
                  <a:lnTo>
                    <a:pt x="59210" y="110811"/>
                  </a:lnTo>
                  <a:lnTo>
                    <a:pt x="59184" y="110456"/>
                  </a:lnTo>
                  <a:lnTo>
                    <a:pt x="59131" y="110101"/>
                  </a:lnTo>
                  <a:lnTo>
                    <a:pt x="59052" y="109758"/>
                  </a:lnTo>
                  <a:lnTo>
                    <a:pt x="58960" y="109429"/>
                  </a:lnTo>
                  <a:lnTo>
                    <a:pt x="58855" y="109100"/>
                  </a:lnTo>
                  <a:lnTo>
                    <a:pt x="58723" y="108771"/>
                  </a:lnTo>
                  <a:lnTo>
                    <a:pt x="58578" y="108455"/>
                  </a:lnTo>
                  <a:lnTo>
                    <a:pt x="58407" y="108139"/>
                  </a:lnTo>
                  <a:lnTo>
                    <a:pt x="58236" y="107850"/>
                  </a:lnTo>
                  <a:lnTo>
                    <a:pt x="58039" y="107547"/>
                  </a:lnTo>
                  <a:lnTo>
                    <a:pt x="57828" y="107270"/>
                  </a:lnTo>
                  <a:lnTo>
                    <a:pt x="57591" y="106994"/>
                  </a:lnTo>
                  <a:lnTo>
                    <a:pt x="57354" y="106731"/>
                  </a:lnTo>
                  <a:lnTo>
                    <a:pt x="57091" y="106481"/>
                  </a:lnTo>
                  <a:lnTo>
                    <a:pt x="56828" y="106230"/>
                  </a:lnTo>
                  <a:lnTo>
                    <a:pt x="56538" y="106007"/>
                  </a:lnTo>
                  <a:lnTo>
                    <a:pt x="56235" y="105783"/>
                  </a:lnTo>
                  <a:lnTo>
                    <a:pt x="55933" y="105572"/>
                  </a:lnTo>
                  <a:lnTo>
                    <a:pt x="55617" y="105388"/>
                  </a:lnTo>
                  <a:lnTo>
                    <a:pt x="55274" y="105204"/>
                  </a:lnTo>
                  <a:lnTo>
                    <a:pt x="54932" y="105033"/>
                  </a:lnTo>
                  <a:lnTo>
                    <a:pt x="54590" y="104875"/>
                  </a:lnTo>
                  <a:lnTo>
                    <a:pt x="54221" y="104743"/>
                  </a:lnTo>
                  <a:lnTo>
                    <a:pt x="53853" y="104611"/>
                  </a:lnTo>
                  <a:lnTo>
                    <a:pt x="53471" y="104506"/>
                  </a:lnTo>
                  <a:lnTo>
                    <a:pt x="53089" y="104414"/>
                  </a:lnTo>
                  <a:lnTo>
                    <a:pt x="52694" y="104335"/>
                  </a:lnTo>
                  <a:lnTo>
                    <a:pt x="52286" y="104269"/>
                  </a:lnTo>
                  <a:lnTo>
                    <a:pt x="51878" y="104230"/>
                  </a:lnTo>
                  <a:lnTo>
                    <a:pt x="51457" y="104203"/>
                  </a:lnTo>
                  <a:lnTo>
                    <a:pt x="51049" y="104190"/>
                  </a:lnTo>
                  <a:lnTo>
                    <a:pt x="37201" y="104190"/>
                  </a:lnTo>
                  <a:lnTo>
                    <a:pt x="36964" y="104177"/>
                  </a:lnTo>
                  <a:lnTo>
                    <a:pt x="36740" y="104151"/>
                  </a:lnTo>
                  <a:lnTo>
                    <a:pt x="36516" y="104124"/>
                  </a:lnTo>
                  <a:lnTo>
                    <a:pt x="36293" y="104085"/>
                  </a:lnTo>
                  <a:lnTo>
                    <a:pt x="36082" y="104032"/>
                  </a:lnTo>
                  <a:lnTo>
                    <a:pt x="35858" y="103979"/>
                  </a:lnTo>
                  <a:lnTo>
                    <a:pt x="35648" y="103914"/>
                  </a:lnTo>
                  <a:lnTo>
                    <a:pt x="35450" y="103848"/>
                  </a:lnTo>
                  <a:lnTo>
                    <a:pt x="35253" y="103769"/>
                  </a:lnTo>
                  <a:lnTo>
                    <a:pt x="35055" y="103690"/>
                  </a:lnTo>
                  <a:lnTo>
                    <a:pt x="34871" y="103598"/>
                  </a:lnTo>
                  <a:lnTo>
                    <a:pt x="34687" y="103492"/>
                  </a:lnTo>
                  <a:lnTo>
                    <a:pt x="34502" y="103387"/>
                  </a:lnTo>
                  <a:lnTo>
                    <a:pt x="34344" y="103282"/>
                  </a:lnTo>
                  <a:lnTo>
                    <a:pt x="34173" y="103176"/>
                  </a:lnTo>
                  <a:lnTo>
                    <a:pt x="34029" y="103045"/>
                  </a:lnTo>
                  <a:lnTo>
                    <a:pt x="33871" y="102926"/>
                  </a:lnTo>
                  <a:lnTo>
                    <a:pt x="33739" y="102795"/>
                  </a:lnTo>
                  <a:lnTo>
                    <a:pt x="33607" y="102663"/>
                  </a:lnTo>
                  <a:lnTo>
                    <a:pt x="33489" y="102518"/>
                  </a:lnTo>
                  <a:lnTo>
                    <a:pt x="33370" y="102374"/>
                  </a:lnTo>
                  <a:lnTo>
                    <a:pt x="33265" y="102229"/>
                  </a:lnTo>
                  <a:lnTo>
                    <a:pt x="33173" y="102071"/>
                  </a:lnTo>
                  <a:lnTo>
                    <a:pt x="33094" y="101926"/>
                  </a:lnTo>
                  <a:lnTo>
                    <a:pt x="33015" y="101768"/>
                  </a:lnTo>
                  <a:lnTo>
                    <a:pt x="32949" y="101597"/>
                  </a:lnTo>
                  <a:lnTo>
                    <a:pt x="32896" y="101439"/>
                  </a:lnTo>
                  <a:lnTo>
                    <a:pt x="32857" y="101268"/>
                  </a:lnTo>
                  <a:lnTo>
                    <a:pt x="32831" y="101097"/>
                  </a:lnTo>
                  <a:lnTo>
                    <a:pt x="32804" y="100926"/>
                  </a:lnTo>
                  <a:lnTo>
                    <a:pt x="32804" y="100754"/>
                  </a:lnTo>
                  <a:lnTo>
                    <a:pt x="32804" y="66384"/>
                  </a:lnTo>
                  <a:lnTo>
                    <a:pt x="32804" y="56907"/>
                  </a:lnTo>
                  <a:lnTo>
                    <a:pt x="32804" y="51457"/>
                  </a:lnTo>
                  <a:lnTo>
                    <a:pt x="32804" y="47232"/>
                  </a:lnTo>
                  <a:lnTo>
                    <a:pt x="32804" y="46995"/>
                  </a:lnTo>
                  <a:lnTo>
                    <a:pt x="32818" y="46758"/>
                  </a:lnTo>
                  <a:lnTo>
                    <a:pt x="32844" y="46534"/>
                  </a:lnTo>
                  <a:lnTo>
                    <a:pt x="32870" y="46310"/>
                  </a:lnTo>
                  <a:lnTo>
                    <a:pt x="32910" y="46086"/>
                  </a:lnTo>
                  <a:lnTo>
                    <a:pt x="32962" y="45863"/>
                  </a:lnTo>
                  <a:lnTo>
                    <a:pt x="33015" y="45652"/>
                  </a:lnTo>
                  <a:lnTo>
                    <a:pt x="33081" y="45441"/>
                  </a:lnTo>
                  <a:lnTo>
                    <a:pt x="33147" y="45244"/>
                  </a:lnTo>
                  <a:lnTo>
                    <a:pt x="33226" y="45046"/>
                  </a:lnTo>
                  <a:lnTo>
                    <a:pt x="33305" y="44849"/>
                  </a:lnTo>
                  <a:lnTo>
                    <a:pt x="33397" y="44652"/>
                  </a:lnTo>
                  <a:lnTo>
                    <a:pt x="33489" y="44480"/>
                  </a:lnTo>
                  <a:lnTo>
                    <a:pt x="33594" y="44296"/>
                  </a:lnTo>
                  <a:lnTo>
                    <a:pt x="33713" y="44125"/>
                  </a:lnTo>
                  <a:lnTo>
                    <a:pt x="33818" y="43967"/>
                  </a:lnTo>
                  <a:lnTo>
                    <a:pt x="33936" y="43809"/>
                  </a:lnTo>
                  <a:lnTo>
                    <a:pt x="34068" y="43664"/>
                  </a:lnTo>
                  <a:lnTo>
                    <a:pt x="34200" y="43533"/>
                  </a:lnTo>
                  <a:lnTo>
                    <a:pt x="34331" y="43401"/>
                  </a:lnTo>
                  <a:lnTo>
                    <a:pt x="34476" y="43269"/>
                  </a:lnTo>
                  <a:lnTo>
                    <a:pt x="34621" y="43164"/>
                  </a:lnTo>
                  <a:lnTo>
                    <a:pt x="34766" y="43059"/>
                  </a:lnTo>
                  <a:lnTo>
                    <a:pt x="34911" y="42967"/>
                  </a:lnTo>
                  <a:lnTo>
                    <a:pt x="35068" y="42874"/>
                  </a:lnTo>
                  <a:lnTo>
                    <a:pt x="35226" y="42809"/>
                  </a:lnTo>
                  <a:lnTo>
                    <a:pt x="35384" y="42743"/>
                  </a:lnTo>
                  <a:lnTo>
                    <a:pt x="35556" y="42690"/>
                  </a:lnTo>
                  <a:lnTo>
                    <a:pt x="35727" y="42651"/>
                  </a:lnTo>
                  <a:lnTo>
                    <a:pt x="35885" y="42624"/>
                  </a:lnTo>
                  <a:lnTo>
                    <a:pt x="36069" y="42598"/>
                  </a:lnTo>
                  <a:lnTo>
                    <a:pt x="72519" y="42598"/>
                  </a:lnTo>
                  <a:lnTo>
                    <a:pt x="72519" y="70070"/>
                  </a:lnTo>
                  <a:lnTo>
                    <a:pt x="72505" y="70241"/>
                  </a:lnTo>
                  <a:lnTo>
                    <a:pt x="72492" y="70413"/>
                  </a:lnTo>
                  <a:lnTo>
                    <a:pt x="72466" y="70584"/>
                  </a:lnTo>
                  <a:lnTo>
                    <a:pt x="72426" y="70755"/>
                  </a:lnTo>
                  <a:lnTo>
                    <a:pt x="72374" y="70926"/>
                  </a:lnTo>
                  <a:lnTo>
                    <a:pt x="72308" y="71084"/>
                  </a:lnTo>
                  <a:lnTo>
                    <a:pt x="72229" y="71242"/>
                  </a:lnTo>
                  <a:lnTo>
                    <a:pt x="72150" y="71400"/>
                  </a:lnTo>
                  <a:lnTo>
                    <a:pt x="72058" y="71545"/>
                  </a:lnTo>
                  <a:lnTo>
                    <a:pt x="71953" y="71689"/>
                  </a:lnTo>
                  <a:lnTo>
                    <a:pt x="71834" y="71834"/>
                  </a:lnTo>
                  <a:lnTo>
                    <a:pt x="71716" y="71979"/>
                  </a:lnTo>
                  <a:lnTo>
                    <a:pt x="71584" y="72111"/>
                  </a:lnTo>
                  <a:lnTo>
                    <a:pt x="71439" y="72242"/>
                  </a:lnTo>
                  <a:lnTo>
                    <a:pt x="71294" y="72374"/>
                  </a:lnTo>
                  <a:lnTo>
                    <a:pt x="71150" y="72492"/>
                  </a:lnTo>
                  <a:lnTo>
                    <a:pt x="70978" y="72598"/>
                  </a:lnTo>
                  <a:lnTo>
                    <a:pt x="70807" y="72716"/>
                  </a:lnTo>
                  <a:lnTo>
                    <a:pt x="70636" y="72821"/>
                  </a:lnTo>
                  <a:lnTo>
                    <a:pt x="70452" y="72914"/>
                  </a:lnTo>
                  <a:lnTo>
                    <a:pt x="70268" y="73006"/>
                  </a:lnTo>
                  <a:lnTo>
                    <a:pt x="70070" y="73085"/>
                  </a:lnTo>
                  <a:lnTo>
                    <a:pt x="69873" y="73164"/>
                  </a:lnTo>
                  <a:lnTo>
                    <a:pt x="69662" y="73229"/>
                  </a:lnTo>
                  <a:lnTo>
                    <a:pt x="69465" y="73295"/>
                  </a:lnTo>
                  <a:lnTo>
                    <a:pt x="69241" y="73348"/>
                  </a:lnTo>
                  <a:lnTo>
                    <a:pt x="69030" y="73401"/>
                  </a:lnTo>
                  <a:lnTo>
                    <a:pt x="68806" y="73440"/>
                  </a:lnTo>
                  <a:lnTo>
                    <a:pt x="68583" y="73466"/>
                  </a:lnTo>
                  <a:lnTo>
                    <a:pt x="68346" y="73493"/>
                  </a:lnTo>
                  <a:lnTo>
                    <a:pt x="68122" y="73506"/>
                  </a:lnTo>
                  <a:lnTo>
                    <a:pt x="61330" y="73506"/>
                  </a:lnTo>
                  <a:lnTo>
                    <a:pt x="61251" y="73229"/>
                  </a:lnTo>
                  <a:lnTo>
                    <a:pt x="61158" y="72953"/>
                  </a:lnTo>
                  <a:lnTo>
                    <a:pt x="61066" y="72690"/>
                  </a:lnTo>
                  <a:lnTo>
                    <a:pt x="60948" y="72427"/>
                  </a:lnTo>
                  <a:lnTo>
                    <a:pt x="60829" y="72176"/>
                  </a:lnTo>
                  <a:lnTo>
                    <a:pt x="60698" y="71926"/>
                  </a:lnTo>
                  <a:lnTo>
                    <a:pt x="60553" y="71676"/>
                  </a:lnTo>
                  <a:lnTo>
                    <a:pt x="60408" y="71439"/>
                  </a:lnTo>
                  <a:lnTo>
                    <a:pt x="60237" y="71202"/>
                  </a:lnTo>
                  <a:lnTo>
                    <a:pt x="60079" y="70979"/>
                  </a:lnTo>
                  <a:lnTo>
                    <a:pt x="59895" y="70768"/>
                  </a:lnTo>
                  <a:lnTo>
                    <a:pt x="59711" y="70557"/>
                  </a:lnTo>
                  <a:lnTo>
                    <a:pt x="59513" y="70347"/>
                  </a:lnTo>
                  <a:lnTo>
                    <a:pt x="59316" y="70162"/>
                  </a:lnTo>
                  <a:lnTo>
                    <a:pt x="59105" y="69965"/>
                  </a:lnTo>
                  <a:lnTo>
                    <a:pt x="58881" y="69794"/>
                  </a:lnTo>
                  <a:lnTo>
                    <a:pt x="58657" y="69623"/>
                  </a:lnTo>
                  <a:lnTo>
                    <a:pt x="58420" y="69465"/>
                  </a:lnTo>
                  <a:lnTo>
                    <a:pt x="58184" y="69307"/>
                  </a:lnTo>
                  <a:lnTo>
                    <a:pt x="57947" y="69175"/>
                  </a:lnTo>
                  <a:lnTo>
                    <a:pt x="57683" y="69043"/>
                  </a:lnTo>
                  <a:lnTo>
                    <a:pt x="57433" y="68925"/>
                  </a:lnTo>
                  <a:lnTo>
                    <a:pt x="57170" y="68807"/>
                  </a:lnTo>
                  <a:lnTo>
                    <a:pt x="56907" y="68701"/>
                  </a:lnTo>
                  <a:lnTo>
                    <a:pt x="56630" y="68622"/>
                  </a:lnTo>
                  <a:lnTo>
                    <a:pt x="56354" y="68543"/>
                  </a:lnTo>
                  <a:lnTo>
                    <a:pt x="56064" y="68477"/>
                  </a:lnTo>
                  <a:lnTo>
                    <a:pt x="55788" y="68412"/>
                  </a:lnTo>
                  <a:lnTo>
                    <a:pt x="55485" y="68372"/>
                  </a:lnTo>
                  <a:lnTo>
                    <a:pt x="55195" y="68346"/>
                  </a:lnTo>
                  <a:lnTo>
                    <a:pt x="54906" y="68320"/>
                  </a:lnTo>
                  <a:lnTo>
                    <a:pt x="54235" y="68320"/>
                  </a:lnTo>
                  <a:lnTo>
                    <a:pt x="53892" y="68346"/>
                  </a:lnTo>
                  <a:lnTo>
                    <a:pt x="53537" y="68398"/>
                  </a:lnTo>
                  <a:lnTo>
                    <a:pt x="53195" y="68451"/>
                  </a:lnTo>
                  <a:lnTo>
                    <a:pt x="52866" y="68530"/>
                  </a:lnTo>
                  <a:lnTo>
                    <a:pt x="52523" y="68635"/>
                  </a:lnTo>
                  <a:lnTo>
                    <a:pt x="52207" y="68741"/>
                  </a:lnTo>
                  <a:lnTo>
                    <a:pt x="51891" y="68859"/>
                  </a:lnTo>
                  <a:lnTo>
                    <a:pt x="51575" y="69004"/>
                  </a:lnTo>
                  <a:lnTo>
                    <a:pt x="51286" y="69162"/>
                  </a:lnTo>
                  <a:lnTo>
                    <a:pt x="50996" y="69320"/>
                  </a:lnTo>
                  <a:lnTo>
                    <a:pt x="50707" y="69504"/>
                  </a:lnTo>
                  <a:lnTo>
                    <a:pt x="50430" y="69702"/>
                  </a:lnTo>
                  <a:lnTo>
                    <a:pt x="50167" y="69912"/>
                  </a:lnTo>
                  <a:lnTo>
                    <a:pt x="49917" y="70123"/>
                  </a:lnTo>
                  <a:lnTo>
                    <a:pt x="49680" y="70360"/>
                  </a:lnTo>
                  <a:lnTo>
                    <a:pt x="49443" y="70597"/>
                  </a:lnTo>
                  <a:lnTo>
                    <a:pt x="49232" y="70847"/>
                  </a:lnTo>
                  <a:lnTo>
                    <a:pt x="49022" y="71110"/>
                  </a:lnTo>
                  <a:lnTo>
                    <a:pt x="48824" y="71387"/>
                  </a:lnTo>
                  <a:lnTo>
                    <a:pt x="48640" y="71676"/>
                  </a:lnTo>
                  <a:lnTo>
                    <a:pt x="48482" y="71966"/>
                  </a:lnTo>
                  <a:lnTo>
                    <a:pt x="48324" y="72269"/>
                  </a:lnTo>
                  <a:lnTo>
                    <a:pt x="48179" y="72571"/>
                  </a:lnTo>
                  <a:lnTo>
                    <a:pt x="48061" y="72887"/>
                  </a:lnTo>
                  <a:lnTo>
                    <a:pt x="47942" y="73216"/>
                  </a:lnTo>
                  <a:lnTo>
                    <a:pt x="47850" y="73545"/>
                  </a:lnTo>
                  <a:lnTo>
                    <a:pt x="47771" y="73875"/>
                  </a:lnTo>
                  <a:lnTo>
                    <a:pt x="47719" y="74217"/>
                  </a:lnTo>
                  <a:lnTo>
                    <a:pt x="47666" y="74572"/>
                  </a:lnTo>
                  <a:lnTo>
                    <a:pt x="47640" y="74928"/>
                  </a:lnTo>
                  <a:lnTo>
                    <a:pt x="47640" y="75283"/>
                  </a:lnTo>
                  <a:lnTo>
                    <a:pt x="47640" y="75638"/>
                  </a:lnTo>
                  <a:lnTo>
                    <a:pt x="47666" y="75994"/>
                  </a:lnTo>
                  <a:lnTo>
                    <a:pt x="47719" y="76336"/>
                  </a:lnTo>
                  <a:lnTo>
                    <a:pt x="47771" y="76678"/>
                  </a:lnTo>
                  <a:lnTo>
                    <a:pt x="47850" y="77021"/>
                  </a:lnTo>
                  <a:lnTo>
                    <a:pt x="47942" y="77350"/>
                  </a:lnTo>
                  <a:lnTo>
                    <a:pt x="48061" y="77666"/>
                  </a:lnTo>
                  <a:lnTo>
                    <a:pt x="48179" y="77982"/>
                  </a:lnTo>
                  <a:lnTo>
                    <a:pt x="48324" y="78297"/>
                  </a:lnTo>
                  <a:lnTo>
                    <a:pt x="48482" y="78600"/>
                  </a:lnTo>
                  <a:lnTo>
                    <a:pt x="48640" y="78890"/>
                  </a:lnTo>
                  <a:lnTo>
                    <a:pt x="48824" y="79166"/>
                  </a:lnTo>
                  <a:lnTo>
                    <a:pt x="49022" y="79443"/>
                  </a:lnTo>
                  <a:lnTo>
                    <a:pt x="49232" y="79706"/>
                  </a:lnTo>
                  <a:lnTo>
                    <a:pt x="49443" y="79956"/>
                  </a:lnTo>
                  <a:lnTo>
                    <a:pt x="49680" y="80206"/>
                  </a:lnTo>
                  <a:lnTo>
                    <a:pt x="49917" y="80430"/>
                  </a:lnTo>
                  <a:lnTo>
                    <a:pt x="50167" y="80654"/>
                  </a:lnTo>
                  <a:lnTo>
                    <a:pt x="50430" y="80864"/>
                  </a:lnTo>
                  <a:lnTo>
                    <a:pt x="50707" y="81049"/>
                  </a:lnTo>
                  <a:lnTo>
                    <a:pt x="50996" y="81233"/>
                  </a:lnTo>
                  <a:lnTo>
                    <a:pt x="51286" y="81404"/>
                  </a:lnTo>
                  <a:lnTo>
                    <a:pt x="51575" y="81562"/>
                  </a:lnTo>
                  <a:lnTo>
                    <a:pt x="51891" y="81694"/>
                  </a:lnTo>
                  <a:lnTo>
                    <a:pt x="52207" y="81825"/>
                  </a:lnTo>
                  <a:lnTo>
                    <a:pt x="52523" y="81931"/>
                  </a:lnTo>
                  <a:lnTo>
                    <a:pt x="52866" y="82023"/>
                  </a:lnTo>
                  <a:lnTo>
                    <a:pt x="53195" y="82102"/>
                  </a:lnTo>
                  <a:lnTo>
                    <a:pt x="53537" y="82168"/>
                  </a:lnTo>
                  <a:lnTo>
                    <a:pt x="53892" y="82207"/>
                  </a:lnTo>
                  <a:lnTo>
                    <a:pt x="54235" y="82233"/>
                  </a:lnTo>
                  <a:lnTo>
                    <a:pt x="54603" y="82247"/>
                  </a:lnTo>
                  <a:lnTo>
                    <a:pt x="54906" y="82233"/>
                  </a:lnTo>
                  <a:lnTo>
                    <a:pt x="55195" y="82220"/>
                  </a:lnTo>
                  <a:lnTo>
                    <a:pt x="55485" y="82181"/>
                  </a:lnTo>
                  <a:lnTo>
                    <a:pt x="55788" y="82141"/>
                  </a:lnTo>
                  <a:lnTo>
                    <a:pt x="56064" y="82089"/>
                  </a:lnTo>
                  <a:lnTo>
                    <a:pt x="56354" y="82023"/>
                  </a:lnTo>
                  <a:lnTo>
                    <a:pt x="56630" y="81944"/>
                  </a:lnTo>
                  <a:lnTo>
                    <a:pt x="56907" y="81852"/>
                  </a:lnTo>
                  <a:lnTo>
                    <a:pt x="57170" y="81746"/>
                  </a:lnTo>
                  <a:lnTo>
                    <a:pt x="57433" y="81641"/>
                  </a:lnTo>
                  <a:lnTo>
                    <a:pt x="57683" y="81523"/>
                  </a:lnTo>
                  <a:lnTo>
                    <a:pt x="57947" y="81391"/>
                  </a:lnTo>
                  <a:lnTo>
                    <a:pt x="58184" y="81246"/>
                  </a:lnTo>
                  <a:lnTo>
                    <a:pt x="58420" y="81101"/>
                  </a:lnTo>
                  <a:lnTo>
                    <a:pt x="58657" y="80930"/>
                  </a:lnTo>
                  <a:lnTo>
                    <a:pt x="58881" y="80772"/>
                  </a:lnTo>
                  <a:lnTo>
                    <a:pt x="59105" y="80588"/>
                  </a:lnTo>
                  <a:lnTo>
                    <a:pt x="59316" y="80404"/>
                  </a:lnTo>
                  <a:lnTo>
                    <a:pt x="59513" y="80206"/>
                  </a:lnTo>
                  <a:lnTo>
                    <a:pt x="59711" y="80009"/>
                  </a:lnTo>
                  <a:lnTo>
                    <a:pt x="59895" y="79798"/>
                  </a:lnTo>
                  <a:lnTo>
                    <a:pt x="60079" y="79574"/>
                  </a:lnTo>
                  <a:lnTo>
                    <a:pt x="60237" y="79351"/>
                  </a:lnTo>
                  <a:lnTo>
                    <a:pt x="60408" y="79127"/>
                  </a:lnTo>
                  <a:lnTo>
                    <a:pt x="60553" y="78890"/>
                  </a:lnTo>
                  <a:lnTo>
                    <a:pt x="60698" y="78640"/>
                  </a:lnTo>
                  <a:lnTo>
                    <a:pt x="60829" y="78390"/>
                  </a:lnTo>
                  <a:lnTo>
                    <a:pt x="60948" y="78126"/>
                  </a:lnTo>
                  <a:lnTo>
                    <a:pt x="61066" y="77863"/>
                  </a:lnTo>
                  <a:lnTo>
                    <a:pt x="61158" y="77600"/>
                  </a:lnTo>
                  <a:lnTo>
                    <a:pt x="61251" y="77323"/>
                  </a:lnTo>
                  <a:lnTo>
                    <a:pt x="61330" y="77047"/>
                  </a:lnTo>
                  <a:lnTo>
                    <a:pt x="68306" y="77047"/>
                  </a:lnTo>
                  <a:lnTo>
                    <a:pt x="68714" y="77021"/>
                  </a:lnTo>
                  <a:lnTo>
                    <a:pt x="69122" y="76968"/>
                  </a:lnTo>
                  <a:lnTo>
                    <a:pt x="69530" y="76915"/>
                  </a:lnTo>
                  <a:lnTo>
                    <a:pt x="69925" y="76836"/>
                  </a:lnTo>
                  <a:lnTo>
                    <a:pt x="70307" y="76744"/>
                  </a:lnTo>
                  <a:lnTo>
                    <a:pt x="70689" y="76626"/>
                  </a:lnTo>
                  <a:lnTo>
                    <a:pt x="71071" y="76507"/>
                  </a:lnTo>
                  <a:lnTo>
                    <a:pt x="71426" y="76362"/>
                  </a:lnTo>
                  <a:lnTo>
                    <a:pt x="71781" y="76204"/>
                  </a:lnTo>
                  <a:lnTo>
                    <a:pt x="72124" y="76046"/>
                  </a:lnTo>
                  <a:lnTo>
                    <a:pt x="72453" y="75862"/>
                  </a:lnTo>
                  <a:lnTo>
                    <a:pt x="72769" y="75665"/>
                  </a:lnTo>
                  <a:lnTo>
                    <a:pt x="73085" y="75454"/>
                  </a:lnTo>
                  <a:lnTo>
                    <a:pt x="73374" y="75230"/>
                  </a:lnTo>
                  <a:lnTo>
                    <a:pt x="73664" y="75007"/>
                  </a:lnTo>
                  <a:lnTo>
                    <a:pt x="73940" y="74770"/>
                  </a:lnTo>
                  <a:lnTo>
                    <a:pt x="74190" y="74506"/>
                  </a:lnTo>
                  <a:lnTo>
                    <a:pt x="74440" y="74243"/>
                  </a:lnTo>
                  <a:lnTo>
                    <a:pt x="74664" y="73967"/>
                  </a:lnTo>
                  <a:lnTo>
                    <a:pt x="74875" y="73690"/>
                  </a:lnTo>
                  <a:lnTo>
                    <a:pt x="75072" y="73401"/>
                  </a:lnTo>
                  <a:lnTo>
                    <a:pt x="75257" y="73098"/>
                  </a:lnTo>
                  <a:lnTo>
                    <a:pt x="75415" y="72782"/>
                  </a:lnTo>
                  <a:lnTo>
                    <a:pt x="75559" y="72466"/>
                  </a:lnTo>
                  <a:lnTo>
                    <a:pt x="75691" y="72150"/>
                  </a:lnTo>
                  <a:lnTo>
                    <a:pt x="75809" y="71821"/>
                  </a:lnTo>
                  <a:lnTo>
                    <a:pt x="75902" y="71479"/>
                  </a:lnTo>
                  <a:lnTo>
                    <a:pt x="75967" y="71136"/>
                  </a:lnTo>
                  <a:lnTo>
                    <a:pt x="76020" y="70781"/>
                  </a:lnTo>
                  <a:lnTo>
                    <a:pt x="76046" y="70426"/>
                  </a:lnTo>
                  <a:lnTo>
                    <a:pt x="76060" y="70070"/>
                  </a:lnTo>
                  <a:lnTo>
                    <a:pt x="76060" y="42598"/>
                  </a:lnTo>
                  <a:lnTo>
                    <a:pt x="92264" y="42598"/>
                  </a:lnTo>
                  <a:lnTo>
                    <a:pt x="92685" y="42585"/>
                  </a:lnTo>
                  <a:lnTo>
                    <a:pt x="93093" y="42559"/>
                  </a:lnTo>
                  <a:lnTo>
                    <a:pt x="93501" y="42519"/>
                  </a:lnTo>
                  <a:lnTo>
                    <a:pt x="93909" y="42453"/>
                  </a:lnTo>
                  <a:lnTo>
                    <a:pt x="94304" y="42374"/>
                  </a:lnTo>
                  <a:lnTo>
                    <a:pt x="94686" y="42282"/>
                  </a:lnTo>
                  <a:lnTo>
                    <a:pt x="95068" y="42164"/>
                  </a:lnTo>
                  <a:lnTo>
                    <a:pt x="95436" y="42045"/>
                  </a:lnTo>
                  <a:lnTo>
                    <a:pt x="95805" y="41900"/>
                  </a:lnTo>
                  <a:lnTo>
                    <a:pt x="96160" y="41756"/>
                  </a:lnTo>
                  <a:lnTo>
                    <a:pt x="96502" y="41584"/>
                  </a:lnTo>
                  <a:lnTo>
                    <a:pt x="96832" y="41400"/>
                  </a:lnTo>
                  <a:lnTo>
                    <a:pt x="97147" y="41203"/>
                  </a:lnTo>
                  <a:lnTo>
                    <a:pt x="97463" y="40992"/>
                  </a:lnTo>
                  <a:lnTo>
                    <a:pt x="97753" y="40781"/>
                  </a:lnTo>
                  <a:lnTo>
                    <a:pt x="98043" y="40544"/>
                  </a:lnTo>
                  <a:lnTo>
                    <a:pt x="98319" y="40308"/>
                  </a:lnTo>
                  <a:lnTo>
                    <a:pt x="98569" y="40057"/>
                  </a:lnTo>
                  <a:lnTo>
                    <a:pt x="98819" y="39794"/>
                  </a:lnTo>
                  <a:lnTo>
                    <a:pt x="99043" y="39518"/>
                  </a:lnTo>
                  <a:lnTo>
                    <a:pt x="99254" y="39228"/>
                  </a:lnTo>
                  <a:lnTo>
                    <a:pt x="99451" y="38939"/>
                  </a:lnTo>
                  <a:lnTo>
                    <a:pt x="99635" y="38636"/>
                  </a:lnTo>
                  <a:lnTo>
                    <a:pt x="99793" y="38333"/>
                  </a:lnTo>
                  <a:lnTo>
                    <a:pt x="99938" y="38017"/>
                  </a:lnTo>
                  <a:lnTo>
                    <a:pt x="100070" y="37688"/>
                  </a:lnTo>
                  <a:lnTo>
                    <a:pt x="100188" y="37359"/>
                  </a:lnTo>
                  <a:lnTo>
                    <a:pt x="100280" y="37017"/>
                  </a:lnTo>
                  <a:lnTo>
                    <a:pt x="100346" y="36674"/>
                  </a:lnTo>
                  <a:lnTo>
                    <a:pt x="100399" y="36332"/>
                  </a:lnTo>
                  <a:lnTo>
                    <a:pt x="100425" y="35977"/>
                  </a:lnTo>
                  <a:lnTo>
                    <a:pt x="100438" y="35621"/>
                  </a:lnTo>
                  <a:lnTo>
                    <a:pt x="100438" y="28131"/>
                  </a:lnTo>
                  <a:lnTo>
                    <a:pt x="100438" y="21721"/>
                  </a:lnTo>
                  <a:lnTo>
                    <a:pt x="100438" y="14244"/>
                  </a:lnTo>
                  <a:lnTo>
                    <a:pt x="100451" y="14059"/>
                  </a:lnTo>
                  <a:lnTo>
                    <a:pt x="100465" y="13888"/>
                  </a:lnTo>
                  <a:lnTo>
                    <a:pt x="100491" y="13717"/>
                  </a:lnTo>
                  <a:lnTo>
                    <a:pt x="100530" y="13559"/>
                  </a:lnTo>
                  <a:lnTo>
                    <a:pt x="100583" y="13388"/>
                  </a:lnTo>
                  <a:lnTo>
                    <a:pt x="100649" y="13230"/>
                  </a:lnTo>
                  <a:lnTo>
                    <a:pt x="100728" y="13072"/>
                  </a:lnTo>
                  <a:lnTo>
                    <a:pt x="100807" y="12914"/>
                  </a:lnTo>
                  <a:lnTo>
                    <a:pt x="100899" y="12769"/>
                  </a:lnTo>
                  <a:lnTo>
                    <a:pt x="101004" y="12612"/>
                  </a:lnTo>
                  <a:lnTo>
                    <a:pt x="101123" y="12480"/>
                  </a:lnTo>
                  <a:lnTo>
                    <a:pt x="101241" y="12335"/>
                  </a:lnTo>
                  <a:lnTo>
                    <a:pt x="101373" y="12203"/>
                  </a:lnTo>
                  <a:lnTo>
                    <a:pt x="101518" y="12072"/>
                  </a:lnTo>
                  <a:lnTo>
                    <a:pt x="101663" y="11940"/>
                  </a:lnTo>
                  <a:lnTo>
                    <a:pt x="101820" y="11822"/>
                  </a:lnTo>
                  <a:lnTo>
                    <a:pt x="101978" y="11703"/>
                  </a:lnTo>
                  <a:lnTo>
                    <a:pt x="102150" y="11598"/>
                  </a:lnTo>
                  <a:lnTo>
                    <a:pt x="102321" y="11493"/>
                  </a:lnTo>
                  <a:lnTo>
                    <a:pt x="102505" y="11400"/>
                  </a:lnTo>
                  <a:lnTo>
                    <a:pt x="102689" y="11308"/>
                  </a:lnTo>
                  <a:lnTo>
                    <a:pt x="102887" y="11229"/>
                  </a:lnTo>
                  <a:lnTo>
                    <a:pt x="103084" y="11150"/>
                  </a:lnTo>
                  <a:lnTo>
                    <a:pt x="103295" y="11085"/>
                  </a:lnTo>
                  <a:lnTo>
                    <a:pt x="103505" y="11019"/>
                  </a:lnTo>
                  <a:lnTo>
                    <a:pt x="103716" y="10966"/>
                  </a:lnTo>
                  <a:lnTo>
                    <a:pt x="103927" y="10913"/>
                  </a:lnTo>
                  <a:lnTo>
                    <a:pt x="104150" y="10874"/>
                  </a:lnTo>
                  <a:lnTo>
                    <a:pt x="104374" y="10848"/>
                  </a:lnTo>
                  <a:lnTo>
                    <a:pt x="104611" y="10821"/>
                  </a:lnTo>
                  <a:lnTo>
                    <a:pt x="104835" y="10808"/>
                  </a:lnTo>
                  <a:lnTo>
                    <a:pt x="126884" y="10808"/>
                  </a:lnTo>
                  <a:lnTo>
                    <a:pt x="126884" y="62607"/>
                  </a:lnTo>
                  <a:lnTo>
                    <a:pt x="126897" y="63028"/>
                  </a:lnTo>
                  <a:lnTo>
                    <a:pt x="126923" y="63449"/>
                  </a:lnTo>
                  <a:lnTo>
                    <a:pt x="126976" y="63857"/>
                  </a:lnTo>
                  <a:lnTo>
                    <a:pt x="127029" y="64252"/>
                  </a:lnTo>
                  <a:lnTo>
                    <a:pt x="127108" y="64647"/>
                  </a:lnTo>
                  <a:lnTo>
                    <a:pt x="127200" y="65042"/>
                  </a:lnTo>
                  <a:lnTo>
                    <a:pt x="127318" y="65424"/>
                  </a:lnTo>
                  <a:lnTo>
                    <a:pt x="127437" y="65792"/>
                  </a:lnTo>
                  <a:lnTo>
                    <a:pt x="127581" y="66148"/>
                  </a:lnTo>
                  <a:lnTo>
                    <a:pt x="127726" y="66503"/>
                  </a:lnTo>
                  <a:lnTo>
                    <a:pt x="127897" y="66845"/>
                  </a:lnTo>
                  <a:lnTo>
                    <a:pt x="128082" y="67174"/>
                  </a:lnTo>
                  <a:lnTo>
                    <a:pt x="128279" y="67503"/>
                  </a:lnTo>
                  <a:lnTo>
                    <a:pt x="128490" y="67806"/>
                  </a:lnTo>
                  <a:lnTo>
                    <a:pt x="128700" y="68109"/>
                  </a:lnTo>
                  <a:lnTo>
                    <a:pt x="128937" y="68385"/>
                  </a:lnTo>
                  <a:lnTo>
                    <a:pt x="129174" y="68662"/>
                  </a:lnTo>
                  <a:lnTo>
                    <a:pt x="129424" y="68925"/>
                  </a:lnTo>
                  <a:lnTo>
                    <a:pt x="129701" y="69162"/>
                  </a:lnTo>
                  <a:lnTo>
                    <a:pt x="129964" y="69386"/>
                  </a:lnTo>
                  <a:lnTo>
                    <a:pt x="130254" y="69610"/>
                  </a:lnTo>
                  <a:lnTo>
                    <a:pt x="130543" y="69807"/>
                  </a:lnTo>
                  <a:lnTo>
                    <a:pt x="130846" y="69978"/>
                  </a:lnTo>
                  <a:lnTo>
                    <a:pt x="131149" y="70149"/>
                  </a:lnTo>
                  <a:lnTo>
                    <a:pt x="131465" y="70294"/>
                  </a:lnTo>
                  <a:lnTo>
                    <a:pt x="131794" y="70426"/>
                  </a:lnTo>
                  <a:lnTo>
                    <a:pt x="132123" y="70531"/>
                  </a:lnTo>
                  <a:lnTo>
                    <a:pt x="132465" y="70623"/>
                  </a:lnTo>
                  <a:lnTo>
                    <a:pt x="132807" y="70689"/>
                  </a:lnTo>
                  <a:lnTo>
                    <a:pt x="133150" y="70742"/>
                  </a:lnTo>
                  <a:lnTo>
                    <a:pt x="133505" y="70781"/>
                  </a:lnTo>
                  <a:lnTo>
                    <a:pt x="133860" y="70794"/>
                  </a:lnTo>
                  <a:lnTo>
                    <a:pt x="142970" y="70794"/>
                  </a:lnTo>
                  <a:lnTo>
                    <a:pt x="142970" y="90434"/>
                  </a:lnTo>
                  <a:lnTo>
                    <a:pt x="142970" y="90605"/>
                  </a:lnTo>
                  <a:lnTo>
                    <a:pt x="142943" y="90776"/>
                  </a:lnTo>
                  <a:lnTo>
                    <a:pt x="142917" y="90948"/>
                  </a:lnTo>
                  <a:lnTo>
                    <a:pt x="142877" y="91119"/>
                  </a:lnTo>
                  <a:lnTo>
                    <a:pt x="142825" y="91277"/>
                  </a:lnTo>
                  <a:lnTo>
                    <a:pt x="142759" y="91448"/>
                  </a:lnTo>
                  <a:lnTo>
                    <a:pt x="142693" y="91606"/>
                  </a:lnTo>
                  <a:lnTo>
                    <a:pt x="142601" y="91751"/>
                  </a:lnTo>
                  <a:lnTo>
                    <a:pt x="142509" y="91909"/>
                  </a:lnTo>
                  <a:lnTo>
                    <a:pt x="142404" y="92053"/>
                  </a:lnTo>
                  <a:lnTo>
                    <a:pt x="142285" y="92198"/>
                  </a:lnTo>
                  <a:lnTo>
                    <a:pt x="142167" y="92343"/>
                  </a:lnTo>
                  <a:lnTo>
                    <a:pt x="142035" y="92475"/>
                  </a:lnTo>
                  <a:lnTo>
                    <a:pt x="141903" y="92606"/>
                  </a:lnTo>
                  <a:lnTo>
                    <a:pt x="141759" y="92725"/>
                  </a:lnTo>
                  <a:lnTo>
                    <a:pt x="141601" y="92856"/>
                  </a:lnTo>
                  <a:lnTo>
                    <a:pt x="141443" y="92962"/>
                  </a:lnTo>
                  <a:lnTo>
                    <a:pt x="141271" y="93067"/>
                  </a:lnTo>
                  <a:lnTo>
                    <a:pt x="141087" y="93172"/>
                  </a:lnTo>
                  <a:lnTo>
                    <a:pt x="140903" y="93278"/>
                  </a:lnTo>
                  <a:lnTo>
                    <a:pt x="140719" y="93370"/>
                  </a:lnTo>
                  <a:lnTo>
                    <a:pt x="140521" y="93449"/>
                  </a:lnTo>
                  <a:lnTo>
                    <a:pt x="140324" y="93528"/>
                  </a:lnTo>
                  <a:lnTo>
                    <a:pt x="140126" y="93593"/>
                  </a:lnTo>
                  <a:lnTo>
                    <a:pt x="139916" y="93659"/>
                  </a:lnTo>
                  <a:lnTo>
                    <a:pt x="139705" y="93712"/>
                  </a:lnTo>
                  <a:lnTo>
                    <a:pt x="139481" y="93765"/>
                  </a:lnTo>
                  <a:lnTo>
                    <a:pt x="139257" y="93804"/>
                  </a:lnTo>
                  <a:lnTo>
                    <a:pt x="139034" y="93830"/>
                  </a:lnTo>
                  <a:lnTo>
                    <a:pt x="138810" y="93857"/>
                  </a:lnTo>
                  <a:lnTo>
                    <a:pt x="138573" y="93870"/>
                  </a:lnTo>
                  <a:lnTo>
                    <a:pt x="132044" y="93870"/>
                  </a:lnTo>
                  <a:lnTo>
                    <a:pt x="131952" y="93593"/>
                  </a:lnTo>
                  <a:lnTo>
                    <a:pt x="131860" y="93330"/>
                  </a:lnTo>
                  <a:lnTo>
                    <a:pt x="131767" y="93067"/>
                  </a:lnTo>
                  <a:lnTo>
                    <a:pt x="131649" y="92804"/>
                  </a:lnTo>
                  <a:lnTo>
                    <a:pt x="131530" y="92554"/>
                  </a:lnTo>
                  <a:lnTo>
                    <a:pt x="131386" y="92303"/>
                  </a:lnTo>
                  <a:lnTo>
                    <a:pt x="131254" y="92066"/>
                  </a:lnTo>
                  <a:lnTo>
                    <a:pt x="131096" y="91830"/>
                  </a:lnTo>
                  <a:lnTo>
                    <a:pt x="130938" y="91606"/>
                  </a:lnTo>
                  <a:lnTo>
                    <a:pt x="130767" y="91382"/>
                  </a:lnTo>
                  <a:lnTo>
                    <a:pt x="130583" y="91158"/>
                  </a:lnTo>
                  <a:lnTo>
                    <a:pt x="130398" y="90961"/>
                  </a:lnTo>
                  <a:lnTo>
                    <a:pt x="130201" y="90763"/>
                  </a:lnTo>
                  <a:lnTo>
                    <a:pt x="130004" y="90566"/>
                  </a:lnTo>
                  <a:lnTo>
                    <a:pt x="129793" y="90382"/>
                  </a:lnTo>
                  <a:lnTo>
                    <a:pt x="129582" y="90210"/>
                  </a:lnTo>
                  <a:lnTo>
                    <a:pt x="129359" y="90039"/>
                  </a:lnTo>
                  <a:lnTo>
                    <a:pt x="129122" y="89881"/>
                  </a:lnTo>
                  <a:lnTo>
                    <a:pt x="128885" y="89737"/>
                  </a:lnTo>
                  <a:lnTo>
                    <a:pt x="128635" y="89592"/>
                  </a:lnTo>
                  <a:lnTo>
                    <a:pt x="128384" y="89473"/>
                  </a:lnTo>
                  <a:lnTo>
                    <a:pt x="128134" y="89355"/>
                  </a:lnTo>
                  <a:lnTo>
                    <a:pt x="127871" y="89236"/>
                  </a:lnTo>
                  <a:lnTo>
                    <a:pt x="127608" y="89144"/>
                  </a:lnTo>
                  <a:lnTo>
                    <a:pt x="127344" y="89052"/>
                  </a:lnTo>
                  <a:lnTo>
                    <a:pt x="127068" y="88973"/>
                  </a:lnTo>
                  <a:lnTo>
                    <a:pt x="126778" y="88907"/>
                  </a:lnTo>
                  <a:lnTo>
                    <a:pt x="126502" y="88855"/>
                  </a:lnTo>
                  <a:lnTo>
                    <a:pt x="126212" y="88815"/>
                  </a:lnTo>
                  <a:lnTo>
                    <a:pt x="125923" y="88776"/>
                  </a:lnTo>
                  <a:lnTo>
                    <a:pt x="125620" y="88762"/>
                  </a:lnTo>
                  <a:lnTo>
                    <a:pt x="124962" y="88762"/>
                  </a:lnTo>
                  <a:lnTo>
                    <a:pt x="124620" y="88789"/>
                  </a:lnTo>
                  <a:lnTo>
                    <a:pt x="124264" y="88841"/>
                  </a:lnTo>
                  <a:lnTo>
                    <a:pt x="123922" y="88894"/>
                  </a:lnTo>
                  <a:lnTo>
                    <a:pt x="123593" y="88973"/>
                  </a:lnTo>
                  <a:lnTo>
                    <a:pt x="123251" y="89065"/>
                  </a:lnTo>
                  <a:lnTo>
                    <a:pt x="122935" y="89184"/>
                  </a:lnTo>
                  <a:lnTo>
                    <a:pt x="122619" y="89302"/>
                  </a:lnTo>
                  <a:lnTo>
                    <a:pt x="122303" y="89447"/>
                  </a:lnTo>
                  <a:lnTo>
                    <a:pt x="122013" y="89605"/>
                  </a:lnTo>
                  <a:lnTo>
                    <a:pt x="121711" y="89763"/>
                  </a:lnTo>
                  <a:lnTo>
                    <a:pt x="121434" y="89947"/>
                  </a:lnTo>
                  <a:lnTo>
                    <a:pt x="121158" y="90145"/>
                  </a:lnTo>
                  <a:lnTo>
                    <a:pt x="120894" y="90355"/>
                  </a:lnTo>
                  <a:lnTo>
                    <a:pt x="120644" y="90566"/>
                  </a:lnTo>
                  <a:lnTo>
                    <a:pt x="120407" y="90803"/>
                  </a:lnTo>
                  <a:lnTo>
                    <a:pt x="120170" y="91040"/>
                  </a:lnTo>
                  <a:lnTo>
                    <a:pt x="119947" y="91290"/>
                  </a:lnTo>
                  <a:lnTo>
                    <a:pt x="119749" y="91553"/>
                  </a:lnTo>
                  <a:lnTo>
                    <a:pt x="119552" y="91830"/>
                  </a:lnTo>
                  <a:lnTo>
                    <a:pt x="119367" y="92106"/>
                  </a:lnTo>
                  <a:lnTo>
                    <a:pt x="119196" y="92409"/>
                  </a:lnTo>
                  <a:lnTo>
                    <a:pt x="119051" y="92698"/>
                  </a:lnTo>
                  <a:lnTo>
                    <a:pt x="118907" y="93014"/>
                  </a:lnTo>
                  <a:lnTo>
                    <a:pt x="118788" y="93330"/>
                  </a:lnTo>
                  <a:lnTo>
                    <a:pt x="118670" y="93646"/>
                  </a:lnTo>
                  <a:lnTo>
                    <a:pt x="118578" y="93988"/>
                  </a:lnTo>
                  <a:lnTo>
                    <a:pt x="118499" y="94317"/>
                  </a:lnTo>
                  <a:lnTo>
                    <a:pt x="118446" y="94660"/>
                  </a:lnTo>
                  <a:lnTo>
                    <a:pt x="118393" y="95015"/>
                  </a:lnTo>
                  <a:lnTo>
                    <a:pt x="118367" y="95357"/>
                  </a:lnTo>
                  <a:lnTo>
                    <a:pt x="118367" y="95726"/>
                  </a:lnTo>
                  <a:lnTo>
                    <a:pt x="118367" y="96081"/>
                  </a:lnTo>
                  <a:lnTo>
                    <a:pt x="118393" y="96437"/>
                  </a:lnTo>
                  <a:lnTo>
                    <a:pt x="118446" y="96779"/>
                  </a:lnTo>
                  <a:lnTo>
                    <a:pt x="118499" y="97121"/>
                  </a:lnTo>
                  <a:lnTo>
                    <a:pt x="118578" y="97464"/>
                  </a:lnTo>
                  <a:lnTo>
                    <a:pt x="118670" y="97793"/>
                  </a:lnTo>
                  <a:lnTo>
                    <a:pt x="118788" y="98109"/>
                  </a:lnTo>
                  <a:lnTo>
                    <a:pt x="118907" y="98424"/>
                  </a:lnTo>
                  <a:lnTo>
                    <a:pt x="119051" y="98740"/>
                  </a:lnTo>
                  <a:lnTo>
                    <a:pt x="119196" y="99043"/>
                  </a:lnTo>
                  <a:lnTo>
                    <a:pt x="119367" y="99333"/>
                  </a:lnTo>
                  <a:lnTo>
                    <a:pt x="119552" y="99609"/>
                  </a:lnTo>
                  <a:lnTo>
                    <a:pt x="119749" y="99886"/>
                  </a:lnTo>
                  <a:lnTo>
                    <a:pt x="119947" y="100149"/>
                  </a:lnTo>
                  <a:lnTo>
                    <a:pt x="120170" y="100399"/>
                  </a:lnTo>
                  <a:lnTo>
                    <a:pt x="120407" y="100649"/>
                  </a:lnTo>
                  <a:lnTo>
                    <a:pt x="120644" y="100873"/>
                  </a:lnTo>
                  <a:lnTo>
                    <a:pt x="120894" y="101097"/>
                  </a:lnTo>
                  <a:lnTo>
                    <a:pt x="121158" y="101294"/>
                  </a:lnTo>
                  <a:lnTo>
                    <a:pt x="121434" y="101492"/>
                  </a:lnTo>
                  <a:lnTo>
                    <a:pt x="121711" y="101676"/>
                  </a:lnTo>
                  <a:lnTo>
                    <a:pt x="122013" y="101847"/>
                  </a:lnTo>
                  <a:lnTo>
                    <a:pt x="122303" y="101992"/>
                  </a:lnTo>
                  <a:lnTo>
                    <a:pt x="122619" y="102137"/>
                  </a:lnTo>
                  <a:lnTo>
                    <a:pt x="122935" y="102255"/>
                  </a:lnTo>
                  <a:lnTo>
                    <a:pt x="123251" y="102374"/>
                  </a:lnTo>
                  <a:lnTo>
                    <a:pt x="123593" y="102466"/>
                  </a:lnTo>
                  <a:lnTo>
                    <a:pt x="123922" y="102545"/>
                  </a:lnTo>
                  <a:lnTo>
                    <a:pt x="124264" y="102610"/>
                  </a:lnTo>
                  <a:lnTo>
                    <a:pt x="124620" y="102650"/>
                  </a:lnTo>
                  <a:lnTo>
                    <a:pt x="124962" y="102676"/>
                  </a:lnTo>
                  <a:lnTo>
                    <a:pt x="125330" y="102689"/>
                  </a:lnTo>
                  <a:lnTo>
                    <a:pt x="125633" y="102676"/>
                  </a:lnTo>
                  <a:lnTo>
                    <a:pt x="125923" y="102663"/>
                  </a:lnTo>
                  <a:lnTo>
                    <a:pt x="126226" y="102624"/>
                  </a:lnTo>
                  <a:lnTo>
                    <a:pt x="126515" y="102584"/>
                  </a:lnTo>
                  <a:lnTo>
                    <a:pt x="126805" y="102531"/>
                  </a:lnTo>
                  <a:lnTo>
                    <a:pt x="127094" y="102453"/>
                  </a:lnTo>
                  <a:lnTo>
                    <a:pt x="127371" y="102374"/>
                  </a:lnTo>
                  <a:lnTo>
                    <a:pt x="127647" y="102281"/>
                  </a:lnTo>
                  <a:lnTo>
                    <a:pt x="127924" y="102189"/>
                  </a:lnTo>
                  <a:lnTo>
                    <a:pt x="128187" y="102071"/>
                  </a:lnTo>
                  <a:lnTo>
                    <a:pt x="128437" y="101952"/>
                  </a:lnTo>
                  <a:lnTo>
                    <a:pt x="128687" y="101821"/>
                  </a:lnTo>
                  <a:lnTo>
                    <a:pt x="128937" y="101676"/>
                  </a:lnTo>
                  <a:lnTo>
                    <a:pt x="129174" y="101518"/>
                  </a:lnTo>
                  <a:lnTo>
                    <a:pt x="129411" y="101360"/>
                  </a:lnTo>
                  <a:lnTo>
                    <a:pt x="129635" y="101189"/>
                  </a:lnTo>
                  <a:lnTo>
                    <a:pt x="129859" y="101005"/>
                  </a:lnTo>
                  <a:lnTo>
                    <a:pt x="130069" y="100807"/>
                  </a:lnTo>
                  <a:lnTo>
                    <a:pt x="130267" y="100610"/>
                  </a:lnTo>
                  <a:lnTo>
                    <a:pt x="130464" y="100412"/>
                  </a:lnTo>
                  <a:lnTo>
                    <a:pt x="130662" y="100202"/>
                  </a:lnTo>
                  <a:lnTo>
                    <a:pt x="130833" y="99978"/>
                  </a:lnTo>
                  <a:lnTo>
                    <a:pt x="131004" y="99754"/>
                  </a:lnTo>
                  <a:lnTo>
                    <a:pt x="131162" y="99517"/>
                  </a:lnTo>
                  <a:lnTo>
                    <a:pt x="131320" y="99267"/>
                  </a:lnTo>
                  <a:lnTo>
                    <a:pt x="131451" y="99017"/>
                  </a:lnTo>
                  <a:lnTo>
                    <a:pt x="131583" y="98767"/>
                  </a:lnTo>
                  <a:lnTo>
                    <a:pt x="131702" y="98503"/>
                  </a:lnTo>
                  <a:lnTo>
                    <a:pt x="131820" y="98240"/>
                  </a:lnTo>
                  <a:lnTo>
                    <a:pt x="131912" y="97977"/>
                  </a:lnTo>
                  <a:lnTo>
                    <a:pt x="132004" y="97700"/>
                  </a:lnTo>
                  <a:lnTo>
                    <a:pt x="132083" y="97411"/>
                  </a:lnTo>
                  <a:lnTo>
                    <a:pt x="138336" y="97411"/>
                  </a:lnTo>
                  <a:lnTo>
                    <a:pt x="138757" y="97398"/>
                  </a:lnTo>
                  <a:lnTo>
                    <a:pt x="139178" y="97371"/>
                  </a:lnTo>
                  <a:lnTo>
                    <a:pt x="139587" y="97332"/>
                  </a:lnTo>
                  <a:lnTo>
                    <a:pt x="139981" y="97266"/>
                  </a:lnTo>
                  <a:lnTo>
                    <a:pt x="140376" y="97187"/>
                  </a:lnTo>
                  <a:lnTo>
                    <a:pt x="140771" y="97095"/>
                  </a:lnTo>
                  <a:lnTo>
                    <a:pt x="141153" y="96990"/>
                  </a:lnTo>
                  <a:lnTo>
                    <a:pt x="141522" y="96858"/>
                  </a:lnTo>
                  <a:lnTo>
                    <a:pt x="141877" y="96726"/>
                  </a:lnTo>
                  <a:lnTo>
                    <a:pt x="142232" y="96568"/>
                  </a:lnTo>
                  <a:lnTo>
                    <a:pt x="142575" y="96397"/>
                  </a:lnTo>
                  <a:lnTo>
                    <a:pt x="142904" y="96213"/>
                  </a:lnTo>
                  <a:lnTo>
                    <a:pt x="143233" y="96029"/>
                  </a:lnTo>
                  <a:lnTo>
                    <a:pt x="143536" y="95818"/>
                  </a:lnTo>
                  <a:lnTo>
                    <a:pt x="143838" y="95594"/>
                  </a:lnTo>
                  <a:lnTo>
                    <a:pt x="144115" y="95371"/>
                  </a:lnTo>
                  <a:lnTo>
                    <a:pt x="144391" y="95120"/>
                  </a:lnTo>
                  <a:lnTo>
                    <a:pt x="144641" y="94870"/>
                  </a:lnTo>
                  <a:lnTo>
                    <a:pt x="144891" y="94607"/>
                  </a:lnTo>
                  <a:lnTo>
                    <a:pt x="145115" y="94331"/>
                  </a:lnTo>
                  <a:lnTo>
                    <a:pt x="145326" y="94054"/>
                  </a:lnTo>
                  <a:lnTo>
                    <a:pt x="145523" y="93765"/>
                  </a:lnTo>
                  <a:lnTo>
                    <a:pt x="145708" y="93462"/>
                  </a:lnTo>
                  <a:lnTo>
                    <a:pt x="145879" y="93146"/>
                  </a:lnTo>
                  <a:lnTo>
                    <a:pt x="146023" y="92830"/>
                  </a:lnTo>
                  <a:lnTo>
                    <a:pt x="146155" y="92514"/>
                  </a:lnTo>
                  <a:lnTo>
                    <a:pt x="146260" y="92172"/>
                  </a:lnTo>
                  <a:lnTo>
                    <a:pt x="146353" y="91843"/>
                  </a:lnTo>
                  <a:lnTo>
                    <a:pt x="146418" y="91500"/>
                  </a:lnTo>
                  <a:lnTo>
                    <a:pt x="146471" y="91145"/>
                  </a:lnTo>
                  <a:lnTo>
                    <a:pt x="146511" y="90790"/>
                  </a:lnTo>
                  <a:lnTo>
                    <a:pt x="146524" y="90434"/>
                  </a:lnTo>
                  <a:lnTo>
                    <a:pt x="146524" y="70794"/>
                  </a:lnTo>
                  <a:lnTo>
                    <a:pt x="176984" y="70794"/>
                  </a:lnTo>
                  <a:lnTo>
                    <a:pt x="177063" y="71071"/>
                  </a:lnTo>
                  <a:lnTo>
                    <a:pt x="177155" y="71334"/>
                  </a:lnTo>
                  <a:lnTo>
                    <a:pt x="177260" y="71610"/>
                  </a:lnTo>
                  <a:lnTo>
                    <a:pt x="177366" y="71874"/>
                  </a:lnTo>
                  <a:lnTo>
                    <a:pt x="177484" y="72124"/>
                  </a:lnTo>
                  <a:lnTo>
                    <a:pt x="177629" y="72374"/>
                  </a:lnTo>
                  <a:lnTo>
                    <a:pt x="177761" y="72624"/>
                  </a:lnTo>
                  <a:lnTo>
                    <a:pt x="177919" y="72861"/>
                  </a:lnTo>
                  <a:lnTo>
                    <a:pt x="178077" y="73085"/>
                  </a:lnTo>
                  <a:lnTo>
                    <a:pt x="178248" y="73322"/>
                  </a:lnTo>
                  <a:lnTo>
                    <a:pt x="178419" y="73532"/>
                  </a:lnTo>
                  <a:lnTo>
                    <a:pt x="178616" y="73743"/>
                  </a:lnTo>
                  <a:lnTo>
                    <a:pt x="178801" y="73940"/>
                  </a:lnTo>
                  <a:lnTo>
                    <a:pt x="179011" y="74138"/>
                  </a:lnTo>
                  <a:lnTo>
                    <a:pt x="179222" y="74322"/>
                  </a:lnTo>
                  <a:lnTo>
                    <a:pt x="179432" y="74506"/>
                  </a:lnTo>
                  <a:lnTo>
                    <a:pt x="179669" y="74677"/>
                  </a:lnTo>
                  <a:lnTo>
                    <a:pt x="179893" y="74835"/>
                  </a:lnTo>
                  <a:lnTo>
                    <a:pt x="180130" y="74980"/>
                  </a:lnTo>
                  <a:lnTo>
                    <a:pt x="180380" y="75125"/>
                  </a:lnTo>
                  <a:lnTo>
                    <a:pt x="180630" y="75257"/>
                  </a:lnTo>
                  <a:lnTo>
                    <a:pt x="180880" y="75375"/>
                  </a:lnTo>
                  <a:lnTo>
                    <a:pt x="181144" y="75494"/>
                  </a:lnTo>
                  <a:lnTo>
                    <a:pt x="181420" y="75586"/>
                  </a:lnTo>
                  <a:lnTo>
                    <a:pt x="181697" y="75678"/>
                  </a:lnTo>
                  <a:lnTo>
                    <a:pt x="181973" y="75757"/>
                  </a:lnTo>
                  <a:lnTo>
                    <a:pt x="182249" y="75823"/>
                  </a:lnTo>
                  <a:lnTo>
                    <a:pt x="182539" y="75875"/>
                  </a:lnTo>
                  <a:lnTo>
                    <a:pt x="182829" y="75928"/>
                  </a:lnTo>
                  <a:lnTo>
                    <a:pt x="183118" y="75954"/>
                  </a:lnTo>
                  <a:lnTo>
                    <a:pt x="183421" y="75981"/>
                  </a:lnTo>
                  <a:lnTo>
                    <a:pt x="183724" y="75981"/>
                  </a:lnTo>
                  <a:lnTo>
                    <a:pt x="184079" y="75968"/>
                  </a:lnTo>
                  <a:lnTo>
                    <a:pt x="184435" y="75941"/>
                  </a:lnTo>
                  <a:lnTo>
                    <a:pt x="184777" y="75902"/>
                  </a:lnTo>
                  <a:lnTo>
                    <a:pt x="185119" y="75836"/>
                  </a:lnTo>
                  <a:lnTo>
                    <a:pt x="185461" y="75757"/>
                  </a:lnTo>
                  <a:lnTo>
                    <a:pt x="185790" y="75665"/>
                  </a:lnTo>
                  <a:lnTo>
                    <a:pt x="186106" y="75559"/>
                  </a:lnTo>
                  <a:lnTo>
                    <a:pt x="186435" y="75428"/>
                  </a:lnTo>
                  <a:lnTo>
                    <a:pt x="186738" y="75296"/>
                  </a:lnTo>
                  <a:lnTo>
                    <a:pt x="187041" y="75138"/>
                  </a:lnTo>
                  <a:lnTo>
                    <a:pt x="187330" y="74967"/>
                  </a:lnTo>
                  <a:lnTo>
                    <a:pt x="187607" y="74796"/>
                  </a:lnTo>
                  <a:lnTo>
                    <a:pt x="187883" y="74599"/>
                  </a:lnTo>
                  <a:lnTo>
                    <a:pt x="188147" y="74388"/>
                  </a:lnTo>
                  <a:lnTo>
                    <a:pt x="188397" y="74164"/>
                  </a:lnTo>
                  <a:lnTo>
                    <a:pt x="188647" y="73940"/>
                  </a:lnTo>
                  <a:lnTo>
                    <a:pt x="188871" y="73703"/>
                  </a:lnTo>
                  <a:lnTo>
                    <a:pt x="189094" y="73440"/>
                  </a:lnTo>
                  <a:lnTo>
                    <a:pt x="189305" y="73177"/>
                  </a:lnTo>
                  <a:lnTo>
                    <a:pt x="189489" y="72914"/>
                  </a:lnTo>
                  <a:lnTo>
                    <a:pt x="189674" y="72624"/>
                  </a:lnTo>
                  <a:lnTo>
                    <a:pt x="189845" y="72334"/>
                  </a:lnTo>
                  <a:lnTo>
                    <a:pt x="190003" y="72032"/>
                  </a:lnTo>
                  <a:lnTo>
                    <a:pt x="190134" y="71729"/>
                  </a:lnTo>
                  <a:lnTo>
                    <a:pt x="190266" y="71413"/>
                  </a:lnTo>
                  <a:lnTo>
                    <a:pt x="190371" y="71084"/>
                  </a:lnTo>
                  <a:lnTo>
                    <a:pt x="190463" y="70755"/>
                  </a:lnTo>
                  <a:lnTo>
                    <a:pt x="190542" y="70413"/>
                  </a:lnTo>
                  <a:lnTo>
                    <a:pt x="190608" y="70070"/>
                  </a:lnTo>
                  <a:lnTo>
                    <a:pt x="190648" y="69728"/>
                  </a:lnTo>
                  <a:lnTo>
                    <a:pt x="190674" y="69373"/>
                  </a:lnTo>
                  <a:lnTo>
                    <a:pt x="190687" y="69017"/>
                  </a:lnTo>
                  <a:lnTo>
                    <a:pt x="190674" y="68662"/>
                  </a:lnTo>
                  <a:lnTo>
                    <a:pt x="190648" y="68306"/>
                  </a:lnTo>
                  <a:lnTo>
                    <a:pt x="190608" y="67964"/>
                  </a:lnTo>
                  <a:lnTo>
                    <a:pt x="190542" y="67622"/>
                  </a:lnTo>
                  <a:lnTo>
                    <a:pt x="190463" y="67280"/>
                  </a:lnTo>
                  <a:lnTo>
                    <a:pt x="190371" y="66951"/>
                  </a:lnTo>
                  <a:lnTo>
                    <a:pt x="190266" y="66621"/>
                  </a:lnTo>
                  <a:lnTo>
                    <a:pt x="190134" y="66305"/>
                  </a:lnTo>
                  <a:lnTo>
                    <a:pt x="190003" y="66003"/>
                  </a:lnTo>
                  <a:lnTo>
                    <a:pt x="189845" y="65700"/>
                  </a:lnTo>
                  <a:lnTo>
                    <a:pt x="189674" y="65410"/>
                  </a:lnTo>
                  <a:lnTo>
                    <a:pt x="189489" y="65121"/>
                  </a:lnTo>
                  <a:lnTo>
                    <a:pt x="189305" y="64858"/>
                  </a:lnTo>
                  <a:lnTo>
                    <a:pt x="189094" y="64594"/>
                  </a:lnTo>
                  <a:lnTo>
                    <a:pt x="188871" y="64331"/>
                  </a:lnTo>
                  <a:lnTo>
                    <a:pt x="188647" y="64094"/>
                  </a:lnTo>
                  <a:lnTo>
                    <a:pt x="188397" y="63870"/>
                  </a:lnTo>
                  <a:lnTo>
                    <a:pt x="188147" y="63646"/>
                  </a:lnTo>
                  <a:lnTo>
                    <a:pt x="187883" y="63436"/>
                  </a:lnTo>
                  <a:lnTo>
                    <a:pt x="187607" y="63238"/>
                  </a:lnTo>
                  <a:lnTo>
                    <a:pt x="187330" y="63067"/>
                  </a:lnTo>
                  <a:lnTo>
                    <a:pt x="187041" y="62896"/>
                  </a:lnTo>
                  <a:lnTo>
                    <a:pt x="186738" y="62738"/>
                  </a:lnTo>
                  <a:lnTo>
                    <a:pt x="186435" y="62607"/>
                  </a:lnTo>
                  <a:lnTo>
                    <a:pt x="186106" y="62475"/>
                  </a:lnTo>
                  <a:lnTo>
                    <a:pt x="185790" y="62370"/>
                  </a:lnTo>
                  <a:lnTo>
                    <a:pt x="185461" y="62277"/>
                  </a:lnTo>
                  <a:lnTo>
                    <a:pt x="185119" y="62198"/>
                  </a:lnTo>
                  <a:lnTo>
                    <a:pt x="184777" y="62133"/>
                  </a:lnTo>
                  <a:lnTo>
                    <a:pt x="184435" y="62093"/>
                  </a:lnTo>
                  <a:lnTo>
                    <a:pt x="184079" y="62067"/>
                  </a:lnTo>
                  <a:lnTo>
                    <a:pt x="183724" y="62054"/>
                  </a:lnTo>
                  <a:lnTo>
                    <a:pt x="183421" y="62054"/>
                  </a:lnTo>
                  <a:lnTo>
                    <a:pt x="183118" y="62080"/>
                  </a:lnTo>
                  <a:lnTo>
                    <a:pt x="182829" y="62106"/>
                  </a:lnTo>
                  <a:lnTo>
                    <a:pt x="182539" y="62159"/>
                  </a:lnTo>
                  <a:lnTo>
                    <a:pt x="182249" y="62212"/>
                  </a:lnTo>
                  <a:lnTo>
                    <a:pt x="181973" y="62277"/>
                  </a:lnTo>
                  <a:lnTo>
                    <a:pt x="181697" y="62356"/>
                  </a:lnTo>
                  <a:lnTo>
                    <a:pt x="181420" y="62449"/>
                  </a:lnTo>
                  <a:lnTo>
                    <a:pt x="181144" y="62541"/>
                  </a:lnTo>
                  <a:lnTo>
                    <a:pt x="180880" y="62659"/>
                  </a:lnTo>
                  <a:lnTo>
                    <a:pt x="180630" y="62778"/>
                  </a:lnTo>
                  <a:lnTo>
                    <a:pt x="180380" y="62909"/>
                  </a:lnTo>
                  <a:lnTo>
                    <a:pt x="180130" y="63054"/>
                  </a:lnTo>
                  <a:lnTo>
                    <a:pt x="179893" y="63199"/>
                  </a:lnTo>
                  <a:lnTo>
                    <a:pt x="179669" y="63357"/>
                  </a:lnTo>
                  <a:lnTo>
                    <a:pt x="179432" y="63528"/>
                  </a:lnTo>
                  <a:lnTo>
                    <a:pt x="179222" y="63712"/>
                  </a:lnTo>
                  <a:lnTo>
                    <a:pt x="179011" y="63897"/>
                  </a:lnTo>
                  <a:lnTo>
                    <a:pt x="178801" y="64094"/>
                  </a:lnTo>
                  <a:lnTo>
                    <a:pt x="178616" y="64291"/>
                  </a:lnTo>
                  <a:lnTo>
                    <a:pt x="178419" y="64502"/>
                  </a:lnTo>
                  <a:lnTo>
                    <a:pt x="178248" y="64713"/>
                  </a:lnTo>
                  <a:lnTo>
                    <a:pt x="178077" y="64950"/>
                  </a:lnTo>
                  <a:lnTo>
                    <a:pt x="177919" y="65173"/>
                  </a:lnTo>
                  <a:lnTo>
                    <a:pt x="177761" y="65410"/>
                  </a:lnTo>
                  <a:lnTo>
                    <a:pt x="177629" y="65660"/>
                  </a:lnTo>
                  <a:lnTo>
                    <a:pt x="177484" y="65911"/>
                  </a:lnTo>
                  <a:lnTo>
                    <a:pt x="177366" y="66161"/>
                  </a:lnTo>
                  <a:lnTo>
                    <a:pt x="177260" y="66424"/>
                  </a:lnTo>
                  <a:lnTo>
                    <a:pt x="177155" y="66700"/>
                  </a:lnTo>
                  <a:lnTo>
                    <a:pt x="177063" y="66964"/>
                  </a:lnTo>
                  <a:lnTo>
                    <a:pt x="176984" y="67240"/>
                  </a:lnTo>
                  <a:lnTo>
                    <a:pt x="133689" y="67240"/>
                  </a:lnTo>
                  <a:lnTo>
                    <a:pt x="133518" y="67227"/>
                  </a:lnTo>
                  <a:lnTo>
                    <a:pt x="133347" y="67187"/>
                  </a:lnTo>
                  <a:lnTo>
                    <a:pt x="133189" y="67148"/>
                  </a:lnTo>
                  <a:lnTo>
                    <a:pt x="133018" y="67095"/>
                  </a:lnTo>
                  <a:lnTo>
                    <a:pt x="132860" y="67029"/>
                  </a:lnTo>
                  <a:lnTo>
                    <a:pt x="132702" y="66964"/>
                  </a:lnTo>
                  <a:lnTo>
                    <a:pt x="132544" y="66872"/>
                  </a:lnTo>
                  <a:lnTo>
                    <a:pt x="132399" y="66779"/>
                  </a:lnTo>
                  <a:lnTo>
                    <a:pt x="132241" y="66674"/>
                  </a:lnTo>
                  <a:lnTo>
                    <a:pt x="132097" y="66569"/>
                  </a:lnTo>
                  <a:lnTo>
                    <a:pt x="131965" y="66437"/>
                  </a:lnTo>
                  <a:lnTo>
                    <a:pt x="131833" y="66305"/>
                  </a:lnTo>
                  <a:lnTo>
                    <a:pt x="131702" y="66174"/>
                  </a:lnTo>
                  <a:lnTo>
                    <a:pt x="131570" y="66029"/>
                  </a:lnTo>
                  <a:lnTo>
                    <a:pt x="131451" y="65871"/>
                  </a:lnTo>
                  <a:lnTo>
                    <a:pt x="131333" y="65713"/>
                  </a:lnTo>
                  <a:lnTo>
                    <a:pt x="131228" y="65542"/>
                  </a:lnTo>
                  <a:lnTo>
                    <a:pt x="131122" y="65358"/>
                  </a:lnTo>
                  <a:lnTo>
                    <a:pt x="131030" y="65187"/>
                  </a:lnTo>
                  <a:lnTo>
                    <a:pt x="130938" y="64989"/>
                  </a:lnTo>
                  <a:lnTo>
                    <a:pt x="130859" y="64805"/>
                  </a:lnTo>
                  <a:lnTo>
                    <a:pt x="130780" y="64594"/>
                  </a:lnTo>
                  <a:lnTo>
                    <a:pt x="130701" y="64397"/>
                  </a:lnTo>
                  <a:lnTo>
                    <a:pt x="130649" y="64186"/>
                  </a:lnTo>
                  <a:lnTo>
                    <a:pt x="130596" y="63976"/>
                  </a:lnTo>
                  <a:lnTo>
                    <a:pt x="130543" y="63752"/>
                  </a:lnTo>
                  <a:lnTo>
                    <a:pt x="130504" y="63528"/>
                  </a:lnTo>
                  <a:lnTo>
                    <a:pt x="130477" y="63304"/>
                  </a:lnTo>
                  <a:lnTo>
                    <a:pt x="130451" y="63080"/>
                  </a:lnTo>
                  <a:lnTo>
                    <a:pt x="130438" y="62843"/>
                  </a:lnTo>
                  <a:lnTo>
                    <a:pt x="130438" y="62607"/>
                  </a:lnTo>
                  <a:lnTo>
                    <a:pt x="130438" y="37148"/>
                  </a:lnTo>
                  <a:lnTo>
                    <a:pt x="150249" y="37148"/>
                  </a:lnTo>
                  <a:lnTo>
                    <a:pt x="150420" y="37175"/>
                  </a:lnTo>
                  <a:lnTo>
                    <a:pt x="150591" y="37201"/>
                  </a:lnTo>
                  <a:lnTo>
                    <a:pt x="150762" y="37240"/>
                  </a:lnTo>
                  <a:lnTo>
                    <a:pt x="150920" y="37293"/>
                  </a:lnTo>
                  <a:lnTo>
                    <a:pt x="151091" y="37359"/>
                  </a:lnTo>
                  <a:lnTo>
                    <a:pt x="151249" y="37438"/>
                  </a:lnTo>
                  <a:lnTo>
                    <a:pt x="151394" y="37517"/>
                  </a:lnTo>
                  <a:lnTo>
                    <a:pt x="151552" y="37609"/>
                  </a:lnTo>
                  <a:lnTo>
                    <a:pt x="151697" y="37714"/>
                  </a:lnTo>
                  <a:lnTo>
                    <a:pt x="151842" y="37833"/>
                  </a:lnTo>
                  <a:lnTo>
                    <a:pt x="151987" y="37951"/>
                  </a:lnTo>
                  <a:lnTo>
                    <a:pt x="152118" y="38083"/>
                  </a:lnTo>
                  <a:lnTo>
                    <a:pt x="152250" y="38215"/>
                  </a:lnTo>
                  <a:lnTo>
                    <a:pt x="152368" y="38373"/>
                  </a:lnTo>
                  <a:lnTo>
                    <a:pt x="152500" y="38517"/>
                  </a:lnTo>
                  <a:lnTo>
                    <a:pt x="152605" y="38688"/>
                  </a:lnTo>
                  <a:lnTo>
                    <a:pt x="152711" y="38846"/>
                  </a:lnTo>
                  <a:lnTo>
                    <a:pt x="152816" y="39031"/>
                  </a:lnTo>
                  <a:lnTo>
                    <a:pt x="152921" y="39215"/>
                  </a:lnTo>
                  <a:lnTo>
                    <a:pt x="153013" y="39399"/>
                  </a:lnTo>
                  <a:lnTo>
                    <a:pt x="153092" y="39597"/>
                  </a:lnTo>
                  <a:lnTo>
                    <a:pt x="153171" y="39794"/>
                  </a:lnTo>
                  <a:lnTo>
                    <a:pt x="153237" y="39992"/>
                  </a:lnTo>
                  <a:lnTo>
                    <a:pt x="153303" y="40202"/>
                  </a:lnTo>
                  <a:lnTo>
                    <a:pt x="153356" y="40426"/>
                  </a:lnTo>
                  <a:lnTo>
                    <a:pt x="153408" y="40637"/>
                  </a:lnTo>
                  <a:lnTo>
                    <a:pt x="153448" y="40860"/>
                  </a:lnTo>
                  <a:lnTo>
                    <a:pt x="153474" y="41084"/>
                  </a:lnTo>
                  <a:lnTo>
                    <a:pt x="153500" y="41308"/>
                  </a:lnTo>
                  <a:lnTo>
                    <a:pt x="153513" y="41545"/>
                  </a:lnTo>
                  <a:lnTo>
                    <a:pt x="153513" y="41782"/>
                  </a:lnTo>
                  <a:lnTo>
                    <a:pt x="153513" y="44888"/>
                  </a:lnTo>
                  <a:lnTo>
                    <a:pt x="153211" y="44954"/>
                  </a:lnTo>
                  <a:lnTo>
                    <a:pt x="152921" y="45033"/>
                  </a:lnTo>
                  <a:lnTo>
                    <a:pt x="152632" y="45125"/>
                  </a:lnTo>
                  <a:lnTo>
                    <a:pt x="152355" y="45218"/>
                  </a:lnTo>
                  <a:lnTo>
                    <a:pt x="152079" y="45336"/>
                  </a:lnTo>
                  <a:lnTo>
                    <a:pt x="151815" y="45468"/>
                  </a:lnTo>
                  <a:lnTo>
                    <a:pt x="151552" y="45599"/>
                  </a:lnTo>
                  <a:lnTo>
                    <a:pt x="151289" y="45744"/>
                  </a:lnTo>
                  <a:lnTo>
                    <a:pt x="151039" y="45902"/>
                  </a:lnTo>
                  <a:lnTo>
                    <a:pt x="150802" y="46073"/>
                  </a:lnTo>
                  <a:lnTo>
                    <a:pt x="150565" y="46244"/>
                  </a:lnTo>
                  <a:lnTo>
                    <a:pt x="150341" y="46442"/>
                  </a:lnTo>
                  <a:lnTo>
                    <a:pt x="150117" y="46639"/>
                  </a:lnTo>
                  <a:lnTo>
                    <a:pt x="149907" y="46837"/>
                  </a:lnTo>
                  <a:lnTo>
                    <a:pt x="149709" y="47047"/>
                  </a:lnTo>
                  <a:lnTo>
                    <a:pt x="149525" y="47271"/>
                  </a:lnTo>
                  <a:lnTo>
                    <a:pt x="149341" y="47508"/>
                  </a:lnTo>
                  <a:lnTo>
                    <a:pt x="149156" y="47745"/>
                  </a:lnTo>
                  <a:lnTo>
                    <a:pt x="148998" y="47982"/>
                  </a:lnTo>
                  <a:lnTo>
                    <a:pt x="148840" y="48245"/>
                  </a:lnTo>
                  <a:lnTo>
                    <a:pt x="148709" y="48495"/>
                  </a:lnTo>
                  <a:lnTo>
                    <a:pt x="148577" y="48759"/>
                  </a:lnTo>
                  <a:lnTo>
                    <a:pt x="148446" y="49035"/>
                  </a:lnTo>
                  <a:lnTo>
                    <a:pt x="148340" y="49311"/>
                  </a:lnTo>
                  <a:lnTo>
                    <a:pt x="148248" y="49601"/>
                  </a:lnTo>
                  <a:lnTo>
                    <a:pt x="148156" y="49891"/>
                  </a:lnTo>
                  <a:lnTo>
                    <a:pt x="148090" y="50180"/>
                  </a:lnTo>
                  <a:lnTo>
                    <a:pt x="148024" y="50483"/>
                  </a:lnTo>
                  <a:lnTo>
                    <a:pt x="147972" y="50786"/>
                  </a:lnTo>
                  <a:lnTo>
                    <a:pt x="147945" y="51088"/>
                  </a:lnTo>
                  <a:lnTo>
                    <a:pt x="147919" y="51404"/>
                  </a:lnTo>
                  <a:lnTo>
                    <a:pt x="147919" y="51720"/>
                  </a:lnTo>
                  <a:lnTo>
                    <a:pt x="147919" y="52076"/>
                  </a:lnTo>
                  <a:lnTo>
                    <a:pt x="147945" y="52431"/>
                  </a:lnTo>
                  <a:lnTo>
                    <a:pt x="147998" y="52773"/>
                  </a:lnTo>
                  <a:lnTo>
                    <a:pt x="148064" y="53116"/>
                  </a:lnTo>
                  <a:lnTo>
                    <a:pt x="148130" y="53458"/>
                  </a:lnTo>
                  <a:lnTo>
                    <a:pt x="148235" y="53787"/>
                  </a:lnTo>
                  <a:lnTo>
                    <a:pt x="148340" y="54103"/>
                  </a:lnTo>
                  <a:lnTo>
                    <a:pt x="148459" y="54419"/>
                  </a:lnTo>
                  <a:lnTo>
                    <a:pt x="148604" y="54735"/>
                  </a:lnTo>
                  <a:lnTo>
                    <a:pt x="148761" y="55038"/>
                  </a:lnTo>
                  <a:lnTo>
                    <a:pt x="148919" y="55327"/>
                  </a:lnTo>
                  <a:lnTo>
                    <a:pt x="149104" y="55604"/>
                  </a:lnTo>
                  <a:lnTo>
                    <a:pt x="149301" y="55880"/>
                  </a:lnTo>
                  <a:lnTo>
                    <a:pt x="149512" y="56143"/>
                  </a:lnTo>
                  <a:lnTo>
                    <a:pt x="149722" y="56393"/>
                  </a:lnTo>
                  <a:lnTo>
                    <a:pt x="149959" y="56630"/>
                  </a:lnTo>
                  <a:lnTo>
                    <a:pt x="150196" y="56867"/>
                  </a:lnTo>
                  <a:lnTo>
                    <a:pt x="150446" y="57091"/>
                  </a:lnTo>
                  <a:lnTo>
                    <a:pt x="150710" y="57288"/>
                  </a:lnTo>
                  <a:lnTo>
                    <a:pt x="150986" y="57486"/>
                  </a:lnTo>
                  <a:lnTo>
                    <a:pt x="151276" y="57670"/>
                  </a:lnTo>
                  <a:lnTo>
                    <a:pt x="151565" y="57841"/>
                  </a:lnTo>
                  <a:lnTo>
                    <a:pt x="151868" y="57986"/>
                  </a:lnTo>
                  <a:lnTo>
                    <a:pt x="152171" y="58131"/>
                  </a:lnTo>
                  <a:lnTo>
                    <a:pt x="152487" y="58249"/>
                  </a:lnTo>
                  <a:lnTo>
                    <a:pt x="152816" y="58368"/>
                  </a:lnTo>
                  <a:lnTo>
                    <a:pt x="153145" y="58460"/>
                  </a:lnTo>
                  <a:lnTo>
                    <a:pt x="153474" y="58539"/>
                  </a:lnTo>
                  <a:lnTo>
                    <a:pt x="153816" y="58592"/>
                  </a:lnTo>
                  <a:lnTo>
                    <a:pt x="154172" y="58644"/>
                  </a:lnTo>
                  <a:lnTo>
                    <a:pt x="154527" y="58671"/>
                  </a:lnTo>
                  <a:lnTo>
                    <a:pt x="154882" y="58684"/>
                  </a:lnTo>
                  <a:lnTo>
                    <a:pt x="155238" y="58671"/>
                  </a:lnTo>
                  <a:lnTo>
                    <a:pt x="155593" y="58644"/>
                  </a:lnTo>
                  <a:lnTo>
                    <a:pt x="155936" y="58592"/>
                  </a:lnTo>
                  <a:lnTo>
                    <a:pt x="156278" y="58539"/>
                  </a:lnTo>
                  <a:lnTo>
                    <a:pt x="156620" y="58460"/>
                  </a:lnTo>
                  <a:lnTo>
                    <a:pt x="156949" y="58368"/>
                  </a:lnTo>
                  <a:lnTo>
                    <a:pt x="157278" y="58249"/>
                  </a:lnTo>
                  <a:lnTo>
                    <a:pt x="157594" y="58131"/>
                  </a:lnTo>
                  <a:lnTo>
                    <a:pt x="157897" y="57986"/>
                  </a:lnTo>
                  <a:lnTo>
                    <a:pt x="158200" y="57841"/>
                  </a:lnTo>
                  <a:lnTo>
                    <a:pt x="158489" y="57670"/>
                  </a:lnTo>
                  <a:lnTo>
                    <a:pt x="158766" y="57486"/>
                  </a:lnTo>
                  <a:lnTo>
                    <a:pt x="159042" y="57288"/>
                  </a:lnTo>
                  <a:lnTo>
                    <a:pt x="159305" y="57091"/>
                  </a:lnTo>
                  <a:lnTo>
                    <a:pt x="159556" y="56867"/>
                  </a:lnTo>
                  <a:lnTo>
                    <a:pt x="159806" y="56630"/>
                  </a:lnTo>
                  <a:lnTo>
                    <a:pt x="160029" y="56393"/>
                  </a:lnTo>
                  <a:lnTo>
                    <a:pt x="160253" y="56143"/>
                  </a:lnTo>
                  <a:lnTo>
                    <a:pt x="160464" y="55880"/>
                  </a:lnTo>
                  <a:lnTo>
                    <a:pt x="160648" y="55604"/>
                  </a:lnTo>
                  <a:lnTo>
                    <a:pt x="160832" y="55327"/>
                  </a:lnTo>
                  <a:lnTo>
                    <a:pt x="161004" y="55038"/>
                  </a:lnTo>
                  <a:lnTo>
                    <a:pt x="161161" y="54735"/>
                  </a:lnTo>
                  <a:lnTo>
                    <a:pt x="161293" y="54419"/>
                  </a:lnTo>
                  <a:lnTo>
                    <a:pt x="161425" y="54103"/>
                  </a:lnTo>
                  <a:lnTo>
                    <a:pt x="161530" y="53787"/>
                  </a:lnTo>
                  <a:lnTo>
                    <a:pt x="161622" y="53458"/>
                  </a:lnTo>
                  <a:lnTo>
                    <a:pt x="161701" y="53116"/>
                  </a:lnTo>
                  <a:lnTo>
                    <a:pt x="161767" y="52773"/>
                  </a:lnTo>
                  <a:lnTo>
                    <a:pt x="161806" y="52431"/>
                  </a:lnTo>
                  <a:lnTo>
                    <a:pt x="161833" y="52076"/>
                  </a:lnTo>
                  <a:lnTo>
                    <a:pt x="161846" y="51720"/>
                  </a:lnTo>
                  <a:lnTo>
                    <a:pt x="161833" y="51431"/>
                  </a:lnTo>
                  <a:lnTo>
                    <a:pt x="161820" y="51141"/>
                  </a:lnTo>
                  <a:lnTo>
                    <a:pt x="161793" y="50865"/>
                  </a:lnTo>
                  <a:lnTo>
                    <a:pt x="161754" y="50588"/>
                  </a:lnTo>
                  <a:lnTo>
                    <a:pt x="161701" y="50312"/>
                  </a:lnTo>
                  <a:lnTo>
                    <a:pt x="161635" y="50035"/>
                  </a:lnTo>
                  <a:lnTo>
                    <a:pt x="161570" y="49772"/>
                  </a:lnTo>
                  <a:lnTo>
                    <a:pt x="161491" y="49509"/>
                  </a:lnTo>
                  <a:lnTo>
                    <a:pt x="161398" y="49259"/>
                  </a:lnTo>
                  <a:lnTo>
                    <a:pt x="161293" y="48995"/>
                  </a:lnTo>
                  <a:lnTo>
                    <a:pt x="161188" y="48759"/>
                  </a:lnTo>
                  <a:lnTo>
                    <a:pt x="161056" y="48508"/>
                  </a:lnTo>
                  <a:lnTo>
                    <a:pt x="160938" y="48271"/>
                  </a:lnTo>
                  <a:lnTo>
                    <a:pt x="160793" y="48035"/>
                  </a:lnTo>
                  <a:lnTo>
                    <a:pt x="160648" y="47811"/>
                  </a:lnTo>
                  <a:lnTo>
                    <a:pt x="160490" y="47600"/>
                  </a:lnTo>
                  <a:lnTo>
                    <a:pt x="160332" y="47376"/>
                  </a:lnTo>
                  <a:lnTo>
                    <a:pt x="160161" y="47179"/>
                  </a:lnTo>
                  <a:lnTo>
                    <a:pt x="159977" y="46981"/>
                  </a:lnTo>
                  <a:lnTo>
                    <a:pt x="159792" y="46784"/>
                  </a:lnTo>
                  <a:lnTo>
                    <a:pt x="159595" y="46600"/>
                  </a:lnTo>
                  <a:lnTo>
                    <a:pt x="159398" y="46415"/>
                  </a:lnTo>
                  <a:lnTo>
                    <a:pt x="159187" y="46244"/>
                  </a:lnTo>
                  <a:lnTo>
                    <a:pt x="158976" y="46086"/>
                  </a:lnTo>
                  <a:lnTo>
                    <a:pt x="158753" y="45928"/>
                  </a:lnTo>
                  <a:lnTo>
                    <a:pt x="158529" y="45784"/>
                  </a:lnTo>
                  <a:lnTo>
                    <a:pt x="158292" y="45652"/>
                  </a:lnTo>
                  <a:lnTo>
                    <a:pt x="158055" y="45520"/>
                  </a:lnTo>
                  <a:lnTo>
                    <a:pt x="157818" y="45402"/>
                  </a:lnTo>
                  <a:lnTo>
                    <a:pt x="157568" y="45297"/>
                  </a:lnTo>
                  <a:lnTo>
                    <a:pt x="157318" y="45191"/>
                  </a:lnTo>
                  <a:lnTo>
                    <a:pt x="157054" y="45099"/>
                  </a:lnTo>
                  <a:lnTo>
                    <a:pt x="157054" y="41782"/>
                  </a:lnTo>
                  <a:lnTo>
                    <a:pt x="157041" y="41361"/>
                  </a:lnTo>
                  <a:lnTo>
                    <a:pt x="157015" y="40939"/>
                  </a:lnTo>
                  <a:lnTo>
                    <a:pt x="156975" y="40531"/>
                  </a:lnTo>
                  <a:lnTo>
                    <a:pt x="156910" y="40136"/>
                  </a:lnTo>
                  <a:lnTo>
                    <a:pt x="156831" y="39742"/>
                  </a:lnTo>
                  <a:lnTo>
                    <a:pt x="156739" y="39347"/>
                  </a:lnTo>
                  <a:lnTo>
                    <a:pt x="156633" y="38965"/>
                  </a:lnTo>
                  <a:lnTo>
                    <a:pt x="156502" y="38596"/>
                  </a:lnTo>
                  <a:lnTo>
                    <a:pt x="156370" y="38241"/>
                  </a:lnTo>
                  <a:lnTo>
                    <a:pt x="156212" y="37885"/>
                  </a:lnTo>
                  <a:lnTo>
                    <a:pt x="156041" y="37543"/>
                  </a:lnTo>
                  <a:lnTo>
                    <a:pt x="155857" y="37214"/>
                  </a:lnTo>
                  <a:lnTo>
                    <a:pt x="155672" y="36885"/>
                  </a:lnTo>
                  <a:lnTo>
                    <a:pt x="155462" y="36582"/>
                  </a:lnTo>
                  <a:lnTo>
                    <a:pt x="155238" y="36280"/>
                  </a:lnTo>
                  <a:lnTo>
                    <a:pt x="155014" y="36003"/>
                  </a:lnTo>
                  <a:lnTo>
                    <a:pt x="154764" y="35727"/>
                  </a:lnTo>
                  <a:lnTo>
                    <a:pt x="154514" y="35477"/>
                  </a:lnTo>
                  <a:lnTo>
                    <a:pt x="154251" y="35226"/>
                  </a:lnTo>
                  <a:lnTo>
                    <a:pt x="153974" y="35003"/>
                  </a:lnTo>
                  <a:lnTo>
                    <a:pt x="153698" y="34792"/>
                  </a:lnTo>
                  <a:lnTo>
                    <a:pt x="153408" y="34595"/>
                  </a:lnTo>
                  <a:lnTo>
                    <a:pt x="153105" y="34410"/>
                  </a:lnTo>
                  <a:lnTo>
                    <a:pt x="152790" y="34239"/>
                  </a:lnTo>
                  <a:lnTo>
                    <a:pt x="152474" y="34094"/>
                  </a:lnTo>
                  <a:lnTo>
                    <a:pt x="152158" y="33976"/>
                  </a:lnTo>
                  <a:lnTo>
                    <a:pt x="151815" y="33857"/>
                  </a:lnTo>
                  <a:lnTo>
                    <a:pt x="151486" y="33765"/>
                  </a:lnTo>
                  <a:lnTo>
                    <a:pt x="151144" y="33699"/>
                  </a:lnTo>
                  <a:lnTo>
                    <a:pt x="150789" y="33647"/>
                  </a:lnTo>
                  <a:lnTo>
                    <a:pt x="150433" y="33607"/>
                  </a:lnTo>
                  <a:lnTo>
                    <a:pt x="130438" y="33607"/>
                  </a:lnTo>
                  <a:lnTo>
                    <a:pt x="130438" y="10808"/>
                  </a:lnTo>
                  <a:lnTo>
                    <a:pt x="157107" y="10808"/>
                  </a:lnTo>
                  <a:lnTo>
                    <a:pt x="157186" y="11085"/>
                  </a:lnTo>
                  <a:lnTo>
                    <a:pt x="157278" y="11361"/>
                  </a:lnTo>
                  <a:lnTo>
                    <a:pt x="157384" y="11624"/>
                  </a:lnTo>
                  <a:lnTo>
                    <a:pt x="157489" y="11888"/>
                  </a:lnTo>
                  <a:lnTo>
                    <a:pt x="157621" y="12138"/>
                  </a:lnTo>
                  <a:lnTo>
                    <a:pt x="157752" y="12388"/>
                  </a:lnTo>
                  <a:lnTo>
                    <a:pt x="157884" y="12638"/>
                  </a:lnTo>
                  <a:lnTo>
                    <a:pt x="158042" y="12875"/>
                  </a:lnTo>
                  <a:lnTo>
                    <a:pt x="158200" y="13112"/>
                  </a:lnTo>
                  <a:lnTo>
                    <a:pt x="158371" y="13336"/>
                  </a:lnTo>
                  <a:lnTo>
                    <a:pt x="158542" y="13546"/>
                  </a:lnTo>
                  <a:lnTo>
                    <a:pt x="158739" y="13757"/>
                  </a:lnTo>
                  <a:lnTo>
                    <a:pt x="158924" y="13967"/>
                  </a:lnTo>
                  <a:lnTo>
                    <a:pt x="159134" y="14152"/>
                  </a:lnTo>
                  <a:lnTo>
                    <a:pt x="159345" y="14336"/>
                  </a:lnTo>
                  <a:lnTo>
                    <a:pt x="159556" y="14520"/>
                  </a:lnTo>
                  <a:lnTo>
                    <a:pt x="159792" y="14691"/>
                  </a:lnTo>
                  <a:lnTo>
                    <a:pt x="160016" y="14849"/>
                  </a:lnTo>
                  <a:lnTo>
                    <a:pt x="160253" y="14994"/>
                  </a:lnTo>
                  <a:lnTo>
                    <a:pt x="160503" y="15139"/>
                  </a:lnTo>
                  <a:lnTo>
                    <a:pt x="160753" y="15271"/>
                  </a:lnTo>
                  <a:lnTo>
                    <a:pt x="161017" y="15389"/>
                  </a:lnTo>
                  <a:lnTo>
                    <a:pt x="161267" y="15507"/>
                  </a:lnTo>
                  <a:lnTo>
                    <a:pt x="161543" y="15600"/>
                  </a:lnTo>
                  <a:lnTo>
                    <a:pt x="161820" y="15692"/>
                  </a:lnTo>
                  <a:lnTo>
                    <a:pt x="162096" y="15771"/>
                  </a:lnTo>
                  <a:lnTo>
                    <a:pt x="162373" y="15837"/>
                  </a:lnTo>
                  <a:lnTo>
                    <a:pt x="162662" y="15902"/>
                  </a:lnTo>
                  <a:lnTo>
                    <a:pt x="162952" y="15942"/>
                  </a:lnTo>
                  <a:lnTo>
                    <a:pt x="163241" y="15968"/>
                  </a:lnTo>
                  <a:lnTo>
                    <a:pt x="163544" y="15995"/>
                  </a:lnTo>
                  <a:lnTo>
                    <a:pt x="163847" y="15995"/>
                  </a:lnTo>
                  <a:lnTo>
                    <a:pt x="164202" y="15981"/>
                  </a:lnTo>
                  <a:lnTo>
                    <a:pt x="164558" y="15955"/>
                  </a:lnTo>
                  <a:lnTo>
                    <a:pt x="164900" y="15916"/>
                  </a:lnTo>
                  <a:lnTo>
                    <a:pt x="165242" y="15850"/>
                  </a:lnTo>
                  <a:lnTo>
                    <a:pt x="165584" y="15771"/>
                  </a:lnTo>
                  <a:lnTo>
                    <a:pt x="165913" y="15679"/>
                  </a:lnTo>
                  <a:lnTo>
                    <a:pt x="166243" y="15573"/>
                  </a:lnTo>
                  <a:lnTo>
                    <a:pt x="166559" y="15455"/>
                  </a:lnTo>
                  <a:lnTo>
                    <a:pt x="166861" y="15310"/>
                  </a:lnTo>
                  <a:lnTo>
                    <a:pt x="167164" y="15152"/>
                  </a:lnTo>
                  <a:lnTo>
                    <a:pt x="167454" y="14981"/>
                  </a:lnTo>
                  <a:lnTo>
                    <a:pt x="167730" y="14810"/>
                  </a:lnTo>
                  <a:lnTo>
                    <a:pt x="168006" y="14612"/>
                  </a:lnTo>
                  <a:lnTo>
                    <a:pt x="168270" y="14402"/>
                  </a:lnTo>
                  <a:lnTo>
                    <a:pt x="168520" y="14191"/>
                  </a:lnTo>
                  <a:lnTo>
                    <a:pt x="168770" y="13954"/>
                  </a:lnTo>
                  <a:lnTo>
                    <a:pt x="168994" y="13717"/>
                  </a:lnTo>
                  <a:lnTo>
                    <a:pt x="169218" y="13454"/>
                  </a:lnTo>
                  <a:lnTo>
                    <a:pt x="169428" y="13191"/>
                  </a:lnTo>
                  <a:lnTo>
                    <a:pt x="169612" y="12927"/>
                  </a:lnTo>
                  <a:lnTo>
                    <a:pt x="169797" y="12638"/>
                  </a:lnTo>
                  <a:lnTo>
                    <a:pt x="169968" y="12348"/>
                  </a:lnTo>
                  <a:lnTo>
                    <a:pt x="170126" y="12045"/>
                  </a:lnTo>
                  <a:lnTo>
                    <a:pt x="170257" y="11743"/>
                  </a:lnTo>
                  <a:lnTo>
                    <a:pt x="170389" y="11427"/>
                  </a:lnTo>
                  <a:lnTo>
                    <a:pt x="170494" y="11098"/>
                  </a:lnTo>
                  <a:lnTo>
                    <a:pt x="170587" y="10769"/>
                  </a:lnTo>
                  <a:lnTo>
                    <a:pt x="170666" y="10440"/>
                  </a:lnTo>
                  <a:lnTo>
                    <a:pt x="170731" y="10097"/>
                  </a:lnTo>
                  <a:lnTo>
                    <a:pt x="170771" y="9742"/>
                  </a:lnTo>
                  <a:lnTo>
                    <a:pt x="170797" y="9386"/>
                  </a:lnTo>
                  <a:lnTo>
                    <a:pt x="170810" y="9031"/>
                  </a:lnTo>
                  <a:lnTo>
                    <a:pt x="170797" y="8676"/>
                  </a:lnTo>
                  <a:lnTo>
                    <a:pt x="170771" y="8320"/>
                  </a:lnTo>
                  <a:lnTo>
                    <a:pt x="170731" y="7978"/>
                  </a:lnTo>
                  <a:lnTo>
                    <a:pt x="170666" y="7636"/>
                  </a:lnTo>
                  <a:lnTo>
                    <a:pt x="170587" y="7293"/>
                  </a:lnTo>
                  <a:lnTo>
                    <a:pt x="170494" y="6964"/>
                  </a:lnTo>
                  <a:lnTo>
                    <a:pt x="170389" y="6635"/>
                  </a:lnTo>
                  <a:lnTo>
                    <a:pt x="170257" y="6319"/>
                  </a:lnTo>
                  <a:lnTo>
                    <a:pt x="170126" y="6017"/>
                  </a:lnTo>
                  <a:lnTo>
                    <a:pt x="169968" y="5714"/>
                  </a:lnTo>
                  <a:lnTo>
                    <a:pt x="169797" y="5424"/>
                  </a:lnTo>
                  <a:lnTo>
                    <a:pt x="169612" y="5148"/>
                  </a:lnTo>
                  <a:lnTo>
                    <a:pt x="169428" y="4871"/>
                  </a:lnTo>
                  <a:lnTo>
                    <a:pt x="169218" y="4608"/>
                  </a:lnTo>
                  <a:lnTo>
                    <a:pt x="168994" y="4358"/>
                  </a:lnTo>
                  <a:lnTo>
                    <a:pt x="168770" y="4108"/>
                  </a:lnTo>
                  <a:lnTo>
                    <a:pt x="168520" y="3884"/>
                  </a:lnTo>
                  <a:lnTo>
                    <a:pt x="168270" y="3660"/>
                  </a:lnTo>
                  <a:lnTo>
                    <a:pt x="168006" y="3450"/>
                  </a:lnTo>
                  <a:lnTo>
                    <a:pt x="167730" y="3265"/>
                  </a:lnTo>
                  <a:lnTo>
                    <a:pt x="167454" y="3081"/>
                  </a:lnTo>
                  <a:lnTo>
                    <a:pt x="167164" y="2910"/>
                  </a:lnTo>
                  <a:lnTo>
                    <a:pt x="166861" y="2752"/>
                  </a:lnTo>
                  <a:lnTo>
                    <a:pt x="166559" y="2620"/>
                  </a:lnTo>
                  <a:lnTo>
                    <a:pt x="166243" y="2489"/>
                  </a:lnTo>
                  <a:lnTo>
                    <a:pt x="165913" y="2383"/>
                  </a:lnTo>
                  <a:lnTo>
                    <a:pt x="165584" y="2291"/>
                  </a:lnTo>
                  <a:lnTo>
                    <a:pt x="165242" y="2212"/>
                  </a:lnTo>
                  <a:lnTo>
                    <a:pt x="164900" y="2147"/>
                  </a:lnTo>
                  <a:lnTo>
                    <a:pt x="164558" y="2107"/>
                  </a:lnTo>
                  <a:lnTo>
                    <a:pt x="164202" y="2081"/>
                  </a:lnTo>
                  <a:lnTo>
                    <a:pt x="163847" y="2068"/>
                  </a:lnTo>
                  <a:lnTo>
                    <a:pt x="163544" y="2081"/>
                  </a:lnTo>
                  <a:lnTo>
                    <a:pt x="163241" y="2094"/>
                  </a:lnTo>
                  <a:lnTo>
                    <a:pt x="162952" y="2120"/>
                  </a:lnTo>
                  <a:lnTo>
                    <a:pt x="162662" y="2173"/>
                  </a:lnTo>
                  <a:lnTo>
                    <a:pt x="162373" y="2225"/>
                  </a:lnTo>
                  <a:lnTo>
                    <a:pt x="162096" y="2291"/>
                  </a:lnTo>
                  <a:lnTo>
                    <a:pt x="161820" y="2370"/>
                  </a:lnTo>
                  <a:lnTo>
                    <a:pt x="161543" y="2462"/>
                  </a:lnTo>
                  <a:lnTo>
                    <a:pt x="161267" y="2555"/>
                  </a:lnTo>
                  <a:lnTo>
                    <a:pt x="161017" y="2673"/>
                  </a:lnTo>
                  <a:lnTo>
                    <a:pt x="160753" y="2792"/>
                  </a:lnTo>
                  <a:lnTo>
                    <a:pt x="160503" y="2923"/>
                  </a:lnTo>
                  <a:lnTo>
                    <a:pt x="160253" y="3068"/>
                  </a:lnTo>
                  <a:lnTo>
                    <a:pt x="160016" y="3213"/>
                  </a:lnTo>
                  <a:lnTo>
                    <a:pt x="159792" y="3371"/>
                  </a:lnTo>
                  <a:lnTo>
                    <a:pt x="159556" y="3542"/>
                  </a:lnTo>
                  <a:lnTo>
                    <a:pt x="159345" y="3726"/>
                  </a:lnTo>
                  <a:lnTo>
                    <a:pt x="159134" y="3910"/>
                  </a:lnTo>
                  <a:lnTo>
                    <a:pt x="158924" y="4108"/>
                  </a:lnTo>
                  <a:lnTo>
                    <a:pt x="158739" y="4305"/>
                  </a:lnTo>
                  <a:lnTo>
                    <a:pt x="158542" y="4516"/>
                  </a:lnTo>
                  <a:lnTo>
                    <a:pt x="158371" y="4740"/>
                  </a:lnTo>
                  <a:lnTo>
                    <a:pt x="158200" y="4964"/>
                  </a:lnTo>
                  <a:lnTo>
                    <a:pt x="158042" y="5187"/>
                  </a:lnTo>
                  <a:lnTo>
                    <a:pt x="157884" y="5424"/>
                  </a:lnTo>
                  <a:lnTo>
                    <a:pt x="157752" y="5674"/>
                  </a:lnTo>
                  <a:lnTo>
                    <a:pt x="157621" y="5924"/>
                  </a:lnTo>
                  <a:lnTo>
                    <a:pt x="157489" y="6175"/>
                  </a:lnTo>
                  <a:lnTo>
                    <a:pt x="157384" y="6438"/>
                  </a:lnTo>
                  <a:lnTo>
                    <a:pt x="157278" y="6714"/>
                  </a:lnTo>
                  <a:lnTo>
                    <a:pt x="157186" y="6978"/>
                  </a:lnTo>
                  <a:lnTo>
                    <a:pt x="157107" y="7267"/>
                  </a:lnTo>
                  <a:lnTo>
                    <a:pt x="104651" y="7267"/>
                  </a:lnTo>
                  <a:lnTo>
                    <a:pt x="104243" y="7293"/>
                  </a:lnTo>
                  <a:lnTo>
                    <a:pt x="103835" y="7346"/>
                  </a:lnTo>
                  <a:lnTo>
                    <a:pt x="103426" y="7399"/>
                  </a:lnTo>
                  <a:lnTo>
                    <a:pt x="103032" y="7478"/>
                  </a:lnTo>
                  <a:lnTo>
                    <a:pt x="102650" y="7570"/>
                  </a:lnTo>
                  <a:lnTo>
                    <a:pt x="102268" y="7688"/>
                  </a:lnTo>
                  <a:lnTo>
                    <a:pt x="101899" y="7807"/>
                  </a:lnTo>
                  <a:lnTo>
                    <a:pt x="101531" y="7952"/>
                  </a:lnTo>
                  <a:lnTo>
                    <a:pt x="101175" y="8110"/>
                  </a:lnTo>
                  <a:lnTo>
                    <a:pt x="100833" y="8268"/>
                  </a:lnTo>
                  <a:lnTo>
                    <a:pt x="100504" y="8452"/>
                  </a:lnTo>
                  <a:lnTo>
                    <a:pt x="100188" y="8649"/>
                  </a:lnTo>
                  <a:lnTo>
                    <a:pt x="99872" y="8860"/>
                  </a:lnTo>
                  <a:lnTo>
                    <a:pt x="99583" y="9071"/>
                  </a:lnTo>
                  <a:lnTo>
                    <a:pt x="99293" y="9307"/>
                  </a:lnTo>
                  <a:lnTo>
                    <a:pt x="99030" y="9544"/>
                  </a:lnTo>
                  <a:lnTo>
                    <a:pt x="98767" y="9808"/>
                  </a:lnTo>
                  <a:lnTo>
                    <a:pt x="98530" y="10071"/>
                  </a:lnTo>
                  <a:lnTo>
                    <a:pt x="98293" y="10334"/>
                  </a:lnTo>
                  <a:lnTo>
                    <a:pt x="98082" y="10624"/>
                  </a:lnTo>
                  <a:lnTo>
                    <a:pt x="97885" y="10913"/>
                  </a:lnTo>
                  <a:lnTo>
                    <a:pt x="97700" y="11216"/>
                  </a:lnTo>
                  <a:lnTo>
                    <a:pt x="97542" y="11519"/>
                  </a:lnTo>
                  <a:lnTo>
                    <a:pt x="97398" y="11848"/>
                  </a:lnTo>
                  <a:lnTo>
                    <a:pt x="97266" y="12164"/>
                  </a:lnTo>
                  <a:lnTo>
                    <a:pt x="97161" y="12493"/>
                  </a:lnTo>
                  <a:lnTo>
                    <a:pt x="97068" y="12835"/>
                  </a:lnTo>
                  <a:lnTo>
                    <a:pt x="96989" y="13178"/>
                  </a:lnTo>
                  <a:lnTo>
                    <a:pt x="96937" y="13520"/>
                  </a:lnTo>
                  <a:lnTo>
                    <a:pt x="96911" y="13875"/>
                  </a:lnTo>
                  <a:lnTo>
                    <a:pt x="96897" y="14244"/>
                  </a:lnTo>
                  <a:lnTo>
                    <a:pt x="96897" y="21721"/>
                  </a:lnTo>
                  <a:lnTo>
                    <a:pt x="96897" y="28131"/>
                  </a:lnTo>
                  <a:lnTo>
                    <a:pt x="96897" y="35621"/>
                  </a:lnTo>
                  <a:lnTo>
                    <a:pt x="96884" y="35792"/>
                  </a:lnTo>
                  <a:lnTo>
                    <a:pt x="96871" y="35964"/>
                  </a:lnTo>
                  <a:lnTo>
                    <a:pt x="96845" y="36135"/>
                  </a:lnTo>
                  <a:lnTo>
                    <a:pt x="96805" y="36293"/>
                  </a:lnTo>
                  <a:lnTo>
                    <a:pt x="96753" y="36464"/>
                  </a:lnTo>
                  <a:lnTo>
                    <a:pt x="96687" y="36622"/>
                  </a:lnTo>
                  <a:lnTo>
                    <a:pt x="96608" y="36780"/>
                  </a:lnTo>
                  <a:lnTo>
                    <a:pt x="96529" y="36938"/>
                  </a:lnTo>
                  <a:lnTo>
                    <a:pt x="96437" y="37096"/>
                  </a:lnTo>
                  <a:lnTo>
                    <a:pt x="96331" y="37240"/>
                  </a:lnTo>
                  <a:lnTo>
                    <a:pt x="96213" y="37385"/>
                  </a:lnTo>
                  <a:lnTo>
                    <a:pt x="96094" y="37517"/>
                  </a:lnTo>
                  <a:lnTo>
                    <a:pt x="95963" y="37662"/>
                  </a:lnTo>
                  <a:lnTo>
                    <a:pt x="95818" y="37780"/>
                  </a:lnTo>
                  <a:lnTo>
                    <a:pt x="95673" y="37912"/>
                  </a:lnTo>
                  <a:lnTo>
                    <a:pt x="95515" y="38030"/>
                  </a:lnTo>
                  <a:lnTo>
                    <a:pt x="95357" y="38149"/>
                  </a:lnTo>
                  <a:lnTo>
                    <a:pt x="95186" y="38254"/>
                  </a:lnTo>
                  <a:lnTo>
                    <a:pt x="95015" y="38359"/>
                  </a:lnTo>
                  <a:lnTo>
                    <a:pt x="94831" y="38451"/>
                  </a:lnTo>
                  <a:lnTo>
                    <a:pt x="94646" y="38544"/>
                  </a:lnTo>
                  <a:lnTo>
                    <a:pt x="94449" y="38623"/>
                  </a:lnTo>
                  <a:lnTo>
                    <a:pt x="94251" y="38702"/>
                  </a:lnTo>
                  <a:lnTo>
                    <a:pt x="94041" y="38781"/>
                  </a:lnTo>
                  <a:lnTo>
                    <a:pt x="93830" y="38833"/>
                  </a:lnTo>
                  <a:lnTo>
                    <a:pt x="93620" y="38886"/>
                  </a:lnTo>
                  <a:lnTo>
                    <a:pt x="93409" y="38939"/>
                  </a:lnTo>
                  <a:lnTo>
                    <a:pt x="93185" y="38978"/>
                  </a:lnTo>
                  <a:lnTo>
                    <a:pt x="92961" y="39004"/>
                  </a:lnTo>
                  <a:lnTo>
                    <a:pt x="92725" y="39031"/>
                  </a:lnTo>
                  <a:lnTo>
                    <a:pt x="92501" y="39044"/>
                  </a:lnTo>
                  <a:lnTo>
                    <a:pt x="53708" y="39044"/>
                  </a:lnTo>
                  <a:lnTo>
                    <a:pt x="53708" y="12164"/>
                  </a:lnTo>
                  <a:lnTo>
                    <a:pt x="53708" y="11993"/>
                  </a:lnTo>
                  <a:lnTo>
                    <a:pt x="53734" y="11822"/>
                  </a:lnTo>
                  <a:lnTo>
                    <a:pt x="53761" y="11651"/>
                  </a:lnTo>
                  <a:lnTo>
                    <a:pt x="53800" y="11479"/>
                  </a:lnTo>
                  <a:lnTo>
                    <a:pt x="53853" y="11321"/>
                  </a:lnTo>
                  <a:lnTo>
                    <a:pt x="53919" y="11164"/>
                  </a:lnTo>
                  <a:lnTo>
                    <a:pt x="53998" y="11006"/>
                  </a:lnTo>
                  <a:lnTo>
                    <a:pt x="54077" y="10848"/>
                  </a:lnTo>
                  <a:lnTo>
                    <a:pt x="54169" y="10690"/>
                  </a:lnTo>
                  <a:lnTo>
                    <a:pt x="54274" y="10545"/>
                  </a:lnTo>
                  <a:lnTo>
                    <a:pt x="54392" y="10400"/>
                  </a:lnTo>
                  <a:lnTo>
                    <a:pt x="54511" y="10255"/>
                  </a:lnTo>
                  <a:lnTo>
                    <a:pt x="54643" y="10124"/>
                  </a:lnTo>
                  <a:lnTo>
                    <a:pt x="54787" y="9992"/>
                  </a:lnTo>
                  <a:lnTo>
                    <a:pt x="54932" y="9873"/>
                  </a:lnTo>
                  <a:lnTo>
                    <a:pt x="55077" y="9755"/>
                  </a:lnTo>
                  <a:lnTo>
                    <a:pt x="55248" y="9637"/>
                  </a:lnTo>
                  <a:lnTo>
                    <a:pt x="55419" y="9531"/>
                  </a:lnTo>
                  <a:lnTo>
                    <a:pt x="55590" y="9426"/>
                  </a:lnTo>
                  <a:lnTo>
                    <a:pt x="55775" y="9334"/>
                  </a:lnTo>
                  <a:lnTo>
                    <a:pt x="55959" y="9242"/>
                  </a:lnTo>
                  <a:lnTo>
                    <a:pt x="56156" y="9150"/>
                  </a:lnTo>
                  <a:lnTo>
                    <a:pt x="56354" y="9071"/>
                  </a:lnTo>
                  <a:lnTo>
                    <a:pt x="56551" y="9005"/>
                  </a:lnTo>
                  <a:lnTo>
                    <a:pt x="56762" y="8939"/>
                  </a:lnTo>
                  <a:lnTo>
                    <a:pt x="56986" y="8886"/>
                  </a:lnTo>
                  <a:lnTo>
                    <a:pt x="57196" y="8847"/>
                  </a:lnTo>
                  <a:lnTo>
                    <a:pt x="57420" y="8807"/>
                  </a:lnTo>
                  <a:lnTo>
                    <a:pt x="57644" y="8768"/>
                  </a:lnTo>
                  <a:lnTo>
                    <a:pt x="57881" y="8755"/>
                  </a:lnTo>
                  <a:lnTo>
                    <a:pt x="58105" y="8741"/>
                  </a:lnTo>
                  <a:lnTo>
                    <a:pt x="58342" y="8728"/>
                  </a:lnTo>
                  <a:lnTo>
                    <a:pt x="64699" y="8728"/>
                  </a:lnTo>
                  <a:lnTo>
                    <a:pt x="64778" y="9005"/>
                  </a:lnTo>
                  <a:lnTo>
                    <a:pt x="64871" y="9281"/>
                  </a:lnTo>
                  <a:lnTo>
                    <a:pt x="64976" y="9544"/>
                  </a:lnTo>
                  <a:lnTo>
                    <a:pt x="65081" y="9808"/>
                  </a:lnTo>
                  <a:lnTo>
                    <a:pt x="65213" y="10071"/>
                  </a:lnTo>
                  <a:lnTo>
                    <a:pt x="65344" y="10321"/>
                  </a:lnTo>
                  <a:lnTo>
                    <a:pt x="65489" y="10558"/>
                  </a:lnTo>
                  <a:lnTo>
                    <a:pt x="65634" y="10808"/>
                  </a:lnTo>
                  <a:lnTo>
                    <a:pt x="65792" y="11032"/>
                  </a:lnTo>
                  <a:lnTo>
                    <a:pt x="65963" y="11256"/>
                  </a:lnTo>
                  <a:lnTo>
                    <a:pt x="66147" y="11479"/>
                  </a:lnTo>
                  <a:lnTo>
                    <a:pt x="66332" y="11690"/>
                  </a:lnTo>
                  <a:lnTo>
                    <a:pt x="66529" y="11888"/>
                  </a:lnTo>
                  <a:lnTo>
                    <a:pt x="66727" y="12085"/>
                  </a:lnTo>
                  <a:lnTo>
                    <a:pt x="66937" y="12269"/>
                  </a:lnTo>
                  <a:lnTo>
                    <a:pt x="67161" y="12440"/>
                  </a:lnTo>
                  <a:lnTo>
                    <a:pt x="67385" y="12612"/>
                  </a:lnTo>
                  <a:lnTo>
                    <a:pt x="67609" y="12769"/>
                  </a:lnTo>
                  <a:lnTo>
                    <a:pt x="67859" y="12927"/>
                  </a:lnTo>
                  <a:lnTo>
                    <a:pt x="68096" y="13072"/>
                  </a:lnTo>
                  <a:lnTo>
                    <a:pt x="68346" y="13204"/>
                  </a:lnTo>
                  <a:lnTo>
                    <a:pt x="68609" y="13322"/>
                  </a:lnTo>
                  <a:lnTo>
                    <a:pt x="68872" y="13428"/>
                  </a:lnTo>
                  <a:lnTo>
                    <a:pt x="69136" y="13533"/>
                  </a:lnTo>
                  <a:lnTo>
                    <a:pt x="69412" y="13625"/>
                  </a:lnTo>
                  <a:lnTo>
                    <a:pt x="69688" y="13704"/>
                  </a:lnTo>
                  <a:lnTo>
                    <a:pt x="69965" y="13770"/>
                  </a:lnTo>
                  <a:lnTo>
                    <a:pt x="70254" y="13823"/>
                  </a:lnTo>
                  <a:lnTo>
                    <a:pt x="70544" y="13862"/>
                  </a:lnTo>
                  <a:lnTo>
                    <a:pt x="70847" y="13902"/>
                  </a:lnTo>
                  <a:lnTo>
                    <a:pt x="71136" y="13915"/>
                  </a:lnTo>
                  <a:lnTo>
                    <a:pt x="71439" y="13928"/>
                  </a:lnTo>
                  <a:lnTo>
                    <a:pt x="71795" y="13915"/>
                  </a:lnTo>
                  <a:lnTo>
                    <a:pt x="72150" y="13888"/>
                  </a:lnTo>
                  <a:lnTo>
                    <a:pt x="72505" y="13849"/>
                  </a:lnTo>
                  <a:lnTo>
                    <a:pt x="72848" y="13783"/>
                  </a:lnTo>
                  <a:lnTo>
                    <a:pt x="73177" y="13704"/>
                  </a:lnTo>
                  <a:lnTo>
                    <a:pt x="73506" y="13612"/>
                  </a:lnTo>
                  <a:lnTo>
                    <a:pt x="73835" y="13507"/>
                  </a:lnTo>
                  <a:lnTo>
                    <a:pt x="74151" y="13375"/>
                  </a:lnTo>
                  <a:lnTo>
                    <a:pt x="74454" y="13230"/>
                  </a:lnTo>
                  <a:lnTo>
                    <a:pt x="74756" y="13085"/>
                  </a:lnTo>
                  <a:lnTo>
                    <a:pt x="75046" y="12914"/>
                  </a:lnTo>
                  <a:lnTo>
                    <a:pt x="75336" y="12730"/>
                  </a:lnTo>
                  <a:lnTo>
                    <a:pt x="75599" y="12533"/>
                  </a:lnTo>
                  <a:lnTo>
                    <a:pt x="75862" y="12335"/>
                  </a:lnTo>
                  <a:lnTo>
                    <a:pt x="76125" y="12111"/>
                  </a:lnTo>
                  <a:lnTo>
                    <a:pt x="76362" y="11888"/>
                  </a:lnTo>
                  <a:lnTo>
                    <a:pt x="76586" y="11637"/>
                  </a:lnTo>
                  <a:lnTo>
                    <a:pt x="76810" y="11387"/>
                  </a:lnTo>
                  <a:lnTo>
                    <a:pt x="77020" y="11124"/>
                  </a:lnTo>
                  <a:lnTo>
                    <a:pt x="77218" y="10848"/>
                  </a:lnTo>
                  <a:lnTo>
                    <a:pt x="77389" y="10571"/>
                  </a:lnTo>
                  <a:lnTo>
                    <a:pt x="77560" y="10282"/>
                  </a:lnTo>
                  <a:lnTo>
                    <a:pt x="77718" y="9979"/>
                  </a:lnTo>
                  <a:lnTo>
                    <a:pt x="77850" y="9663"/>
                  </a:lnTo>
                  <a:lnTo>
                    <a:pt x="77981" y="9347"/>
                  </a:lnTo>
                  <a:lnTo>
                    <a:pt x="78087" y="9031"/>
                  </a:lnTo>
                  <a:lnTo>
                    <a:pt x="78179" y="8702"/>
                  </a:lnTo>
                  <a:lnTo>
                    <a:pt x="78258" y="8360"/>
                  </a:lnTo>
                  <a:lnTo>
                    <a:pt x="78324" y="8017"/>
                  </a:lnTo>
                  <a:lnTo>
                    <a:pt x="78363" y="7675"/>
                  </a:lnTo>
                  <a:lnTo>
                    <a:pt x="78389" y="7320"/>
                  </a:lnTo>
                  <a:lnTo>
                    <a:pt x="78403" y="6964"/>
                  </a:lnTo>
                  <a:lnTo>
                    <a:pt x="78389" y="6596"/>
                  </a:lnTo>
                  <a:lnTo>
                    <a:pt x="78363" y="6254"/>
                  </a:lnTo>
                  <a:lnTo>
                    <a:pt x="78324" y="5898"/>
                  </a:lnTo>
                  <a:lnTo>
                    <a:pt x="78258" y="5556"/>
                  </a:lnTo>
                  <a:lnTo>
                    <a:pt x="78179" y="5227"/>
                  </a:lnTo>
                  <a:lnTo>
                    <a:pt x="78087" y="4885"/>
                  </a:lnTo>
                  <a:lnTo>
                    <a:pt x="77981" y="4569"/>
                  </a:lnTo>
                  <a:lnTo>
                    <a:pt x="77850" y="4253"/>
                  </a:lnTo>
                  <a:lnTo>
                    <a:pt x="77718" y="3937"/>
                  </a:lnTo>
                  <a:lnTo>
                    <a:pt x="77560" y="3647"/>
                  </a:lnTo>
                  <a:lnTo>
                    <a:pt x="77389" y="3358"/>
                  </a:lnTo>
                  <a:lnTo>
                    <a:pt x="77218" y="3068"/>
                  </a:lnTo>
                  <a:lnTo>
                    <a:pt x="77020" y="2792"/>
                  </a:lnTo>
                  <a:lnTo>
                    <a:pt x="76810" y="2528"/>
                  </a:lnTo>
                  <a:lnTo>
                    <a:pt x="76586" y="2278"/>
                  </a:lnTo>
                  <a:lnTo>
                    <a:pt x="76362" y="2041"/>
                  </a:lnTo>
                  <a:lnTo>
                    <a:pt x="76125" y="1804"/>
                  </a:lnTo>
                  <a:lnTo>
                    <a:pt x="75862" y="1594"/>
                  </a:lnTo>
                  <a:lnTo>
                    <a:pt x="75599" y="1383"/>
                  </a:lnTo>
                  <a:lnTo>
                    <a:pt x="75336" y="1186"/>
                  </a:lnTo>
                  <a:lnTo>
                    <a:pt x="75046" y="1001"/>
                  </a:lnTo>
                  <a:lnTo>
                    <a:pt x="74756" y="843"/>
                  </a:lnTo>
                  <a:lnTo>
                    <a:pt x="74454" y="685"/>
                  </a:lnTo>
                  <a:lnTo>
                    <a:pt x="74151" y="541"/>
                  </a:lnTo>
                  <a:lnTo>
                    <a:pt x="73835" y="422"/>
                  </a:lnTo>
                  <a:lnTo>
                    <a:pt x="73506" y="304"/>
                  </a:lnTo>
                  <a:lnTo>
                    <a:pt x="73177" y="211"/>
                  </a:lnTo>
                  <a:lnTo>
                    <a:pt x="72848" y="132"/>
                  </a:lnTo>
                  <a:lnTo>
                    <a:pt x="72505" y="80"/>
                  </a:lnTo>
                  <a:lnTo>
                    <a:pt x="72150" y="27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rgbClr val="E99B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4" name="Google Shape;1224;p29"/>
          <p:cNvSpPr txBox="1"/>
          <p:nvPr/>
        </p:nvSpPr>
        <p:spPr>
          <a:xfrm>
            <a:off x="591800" y="4230225"/>
            <a:ext cx="4646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Limiar: 0.5; Precisão: 0.66; Recall: 0.66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0"/>
          <p:cNvSpPr/>
          <p:nvPr/>
        </p:nvSpPr>
        <p:spPr>
          <a:xfrm>
            <a:off x="3172990" y="972275"/>
            <a:ext cx="3497700" cy="4320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30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confusão</a:t>
            </a:r>
            <a:endParaRPr/>
          </a:p>
        </p:txBody>
      </p:sp>
      <p:grpSp>
        <p:nvGrpSpPr>
          <p:cNvPr id="1231" name="Google Shape;1231;p30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1232" name="Google Shape;1232;p30"/>
            <p:cNvSpPr/>
            <p:nvPr/>
          </p:nvSpPr>
          <p:spPr>
            <a:xfrm>
              <a:off x="2479080" y="2287650"/>
              <a:ext cx="245504" cy="279770"/>
            </a:xfrm>
            <a:custGeom>
              <a:rect b="b" l="l" r="r" t="t"/>
              <a:pathLst>
                <a:path extrusionOk="0" h="8181" w="7179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2418003" y="2503060"/>
              <a:ext cx="365674" cy="149888"/>
            </a:xfrm>
            <a:custGeom>
              <a:rect b="b" l="l" r="r" t="t"/>
              <a:pathLst>
                <a:path extrusionOk="0" h="4383" w="10693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4" name="Google Shape;1234;p30"/>
          <p:cNvGrpSpPr/>
          <p:nvPr/>
        </p:nvGrpSpPr>
        <p:grpSpPr>
          <a:xfrm>
            <a:off x="3335375" y="1819273"/>
            <a:ext cx="3172925" cy="1448518"/>
            <a:chOff x="3335387" y="2505960"/>
            <a:chExt cx="3172925" cy="852019"/>
          </a:xfrm>
        </p:grpSpPr>
        <p:sp>
          <p:nvSpPr>
            <p:cNvPr id="1235" name="Google Shape;1235;p30"/>
            <p:cNvSpPr txBox="1"/>
            <p:nvPr/>
          </p:nvSpPr>
          <p:spPr>
            <a:xfrm>
              <a:off x="3335387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6" name="Google Shape;1236;p30"/>
            <p:cNvSpPr txBox="1"/>
            <p:nvPr/>
          </p:nvSpPr>
          <p:spPr>
            <a:xfrm>
              <a:off x="5060512" y="2505960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7" name="Google Shape;1237;p30"/>
            <p:cNvSpPr txBox="1"/>
            <p:nvPr/>
          </p:nvSpPr>
          <p:spPr>
            <a:xfrm>
              <a:off x="3335387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8" name="Google Shape;1238;p30"/>
            <p:cNvSpPr txBox="1"/>
            <p:nvPr/>
          </p:nvSpPr>
          <p:spPr>
            <a:xfrm>
              <a:off x="5060512" y="3026179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9" name="Google Shape;1239;p30"/>
          <p:cNvGrpSpPr/>
          <p:nvPr/>
        </p:nvGrpSpPr>
        <p:grpSpPr>
          <a:xfrm>
            <a:off x="3198075" y="1687683"/>
            <a:ext cx="3410100" cy="1814913"/>
            <a:chOff x="3286125" y="2433675"/>
            <a:chExt cx="3410100" cy="1133400"/>
          </a:xfrm>
        </p:grpSpPr>
        <p:cxnSp>
          <p:nvCxnSpPr>
            <p:cNvPr id="1240" name="Google Shape;1240;p30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30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42" name="Google Shape;1242;p30"/>
          <p:cNvSpPr txBox="1"/>
          <p:nvPr/>
        </p:nvSpPr>
        <p:spPr>
          <a:xfrm>
            <a:off x="4375840" y="1002575"/>
            <a:ext cx="1092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Rótulo Real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30"/>
          <p:cNvSpPr/>
          <p:nvPr/>
        </p:nvSpPr>
        <p:spPr>
          <a:xfrm>
            <a:off x="3335375" y="144512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Neg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30"/>
          <p:cNvSpPr/>
          <p:nvPr/>
        </p:nvSpPr>
        <p:spPr>
          <a:xfrm>
            <a:off x="5022050" y="1460275"/>
            <a:ext cx="1452300" cy="3030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45" name="Google Shape;1245;p30"/>
          <p:cNvGrpSpPr/>
          <p:nvPr/>
        </p:nvGrpSpPr>
        <p:grpSpPr>
          <a:xfrm>
            <a:off x="1285325" y="2356633"/>
            <a:ext cx="1199100" cy="477001"/>
            <a:chOff x="1365700" y="1524871"/>
            <a:chExt cx="1199100" cy="477001"/>
          </a:xfrm>
        </p:grpSpPr>
        <p:sp>
          <p:nvSpPr>
            <p:cNvPr id="1246" name="Google Shape;1246;p30"/>
            <p:cNvSpPr/>
            <p:nvPr/>
          </p:nvSpPr>
          <p:spPr>
            <a:xfrm>
              <a:off x="1365700" y="1524871"/>
              <a:ext cx="1199100" cy="432000"/>
            </a:xfrm>
            <a:prstGeom prst="roundRect">
              <a:avLst>
                <a:gd fmla="val 16667" name="adj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7" name="Google Shape;1247;p30"/>
            <p:cNvSpPr txBox="1"/>
            <p:nvPr/>
          </p:nvSpPr>
          <p:spPr>
            <a:xfrm>
              <a:off x="1365700" y="1524872"/>
              <a:ext cx="11991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Classificado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8" name="Google Shape;1248;p30"/>
          <p:cNvSpPr/>
          <p:nvPr/>
        </p:nvSpPr>
        <p:spPr>
          <a:xfrm>
            <a:off x="2658400" y="1748125"/>
            <a:ext cx="365700" cy="8037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Neg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9" name="Google Shape;1249;p30"/>
          <p:cNvSpPr/>
          <p:nvPr/>
        </p:nvSpPr>
        <p:spPr>
          <a:xfrm>
            <a:off x="2697075" y="2698000"/>
            <a:ext cx="365700" cy="804600"/>
          </a:xfrm>
          <a:prstGeom prst="roundRect">
            <a:avLst>
              <a:gd fmla="val 16667" name="adj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Pos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50" name="Google Shape;1250;p30"/>
          <p:cNvGrpSpPr/>
          <p:nvPr/>
        </p:nvGrpSpPr>
        <p:grpSpPr>
          <a:xfrm flipH="1">
            <a:off x="7013897" y="3127034"/>
            <a:ext cx="2074831" cy="1653350"/>
            <a:chOff x="726125" y="238125"/>
            <a:chExt cx="6167750" cy="5238750"/>
          </a:xfrm>
        </p:grpSpPr>
        <p:sp>
          <p:nvSpPr>
            <p:cNvPr id="1251" name="Google Shape;1251;p30"/>
            <p:cNvSpPr/>
            <p:nvPr/>
          </p:nvSpPr>
          <p:spPr>
            <a:xfrm>
              <a:off x="726125" y="238125"/>
              <a:ext cx="6167750" cy="5238750"/>
            </a:xfrm>
            <a:custGeom>
              <a:rect b="b" l="l" r="r" t="t"/>
              <a:pathLst>
                <a:path extrusionOk="0" h="209550" w="246710">
                  <a:moveTo>
                    <a:pt x="113232" y="0"/>
                  </a:moveTo>
                  <a:lnTo>
                    <a:pt x="112679" y="26"/>
                  </a:lnTo>
                  <a:lnTo>
                    <a:pt x="112140" y="66"/>
                  </a:lnTo>
                  <a:lnTo>
                    <a:pt x="111587" y="118"/>
                  </a:lnTo>
                  <a:lnTo>
                    <a:pt x="111047" y="171"/>
                  </a:lnTo>
                  <a:lnTo>
                    <a:pt x="110507" y="250"/>
                  </a:lnTo>
                  <a:lnTo>
                    <a:pt x="109981" y="342"/>
                  </a:lnTo>
                  <a:lnTo>
                    <a:pt x="109441" y="448"/>
                  </a:lnTo>
                  <a:lnTo>
                    <a:pt x="108915" y="566"/>
                  </a:lnTo>
                  <a:lnTo>
                    <a:pt x="108388" y="698"/>
                  </a:lnTo>
                  <a:lnTo>
                    <a:pt x="107875" y="842"/>
                  </a:lnTo>
                  <a:lnTo>
                    <a:pt x="107361" y="1000"/>
                  </a:lnTo>
                  <a:lnTo>
                    <a:pt x="106848" y="1172"/>
                  </a:lnTo>
                  <a:lnTo>
                    <a:pt x="106335" y="1356"/>
                  </a:lnTo>
                  <a:lnTo>
                    <a:pt x="105834" y="1553"/>
                  </a:lnTo>
                  <a:lnTo>
                    <a:pt x="105347" y="1764"/>
                  </a:lnTo>
                  <a:lnTo>
                    <a:pt x="104847" y="1988"/>
                  </a:lnTo>
                  <a:lnTo>
                    <a:pt x="104373" y="2211"/>
                  </a:lnTo>
                  <a:lnTo>
                    <a:pt x="103886" y="2462"/>
                  </a:lnTo>
                  <a:lnTo>
                    <a:pt x="103412" y="2725"/>
                  </a:lnTo>
                  <a:lnTo>
                    <a:pt x="102952" y="2988"/>
                  </a:lnTo>
                  <a:lnTo>
                    <a:pt x="102491" y="3278"/>
                  </a:lnTo>
                  <a:lnTo>
                    <a:pt x="102043" y="3567"/>
                  </a:lnTo>
                  <a:lnTo>
                    <a:pt x="101596" y="3870"/>
                  </a:lnTo>
                  <a:lnTo>
                    <a:pt x="101161" y="4186"/>
                  </a:lnTo>
                  <a:lnTo>
                    <a:pt x="100740" y="4515"/>
                  </a:lnTo>
                  <a:lnTo>
                    <a:pt x="100319" y="4857"/>
                  </a:lnTo>
                  <a:lnTo>
                    <a:pt x="99898" y="5200"/>
                  </a:lnTo>
                  <a:lnTo>
                    <a:pt x="99503" y="5568"/>
                  </a:lnTo>
                  <a:lnTo>
                    <a:pt x="99108" y="5937"/>
                  </a:lnTo>
                  <a:lnTo>
                    <a:pt x="98726" y="6318"/>
                  </a:lnTo>
                  <a:lnTo>
                    <a:pt x="98344" y="6713"/>
                  </a:lnTo>
                  <a:lnTo>
                    <a:pt x="97923" y="6371"/>
                  </a:lnTo>
                  <a:lnTo>
                    <a:pt x="97489" y="6042"/>
                  </a:lnTo>
                  <a:lnTo>
                    <a:pt x="97068" y="5713"/>
                  </a:lnTo>
                  <a:lnTo>
                    <a:pt x="96620" y="5397"/>
                  </a:lnTo>
                  <a:lnTo>
                    <a:pt x="96186" y="5094"/>
                  </a:lnTo>
                  <a:lnTo>
                    <a:pt x="95738" y="4792"/>
                  </a:lnTo>
                  <a:lnTo>
                    <a:pt x="95277" y="4502"/>
                  </a:lnTo>
                  <a:lnTo>
                    <a:pt x="94817" y="4225"/>
                  </a:lnTo>
                  <a:lnTo>
                    <a:pt x="94356" y="3949"/>
                  </a:lnTo>
                  <a:lnTo>
                    <a:pt x="93895" y="3699"/>
                  </a:lnTo>
                  <a:lnTo>
                    <a:pt x="93421" y="3449"/>
                  </a:lnTo>
                  <a:lnTo>
                    <a:pt x="92934" y="3199"/>
                  </a:lnTo>
                  <a:lnTo>
                    <a:pt x="92460" y="2962"/>
                  </a:lnTo>
                  <a:lnTo>
                    <a:pt x="91973" y="2751"/>
                  </a:lnTo>
                  <a:lnTo>
                    <a:pt x="91486" y="2527"/>
                  </a:lnTo>
                  <a:lnTo>
                    <a:pt x="90986" y="2330"/>
                  </a:lnTo>
                  <a:lnTo>
                    <a:pt x="90499" y="2132"/>
                  </a:lnTo>
                  <a:lnTo>
                    <a:pt x="89999" y="1948"/>
                  </a:lnTo>
                  <a:lnTo>
                    <a:pt x="89485" y="1777"/>
                  </a:lnTo>
                  <a:lnTo>
                    <a:pt x="88985" y="1606"/>
                  </a:lnTo>
                  <a:lnTo>
                    <a:pt x="88472" y="1448"/>
                  </a:lnTo>
                  <a:lnTo>
                    <a:pt x="87958" y="1303"/>
                  </a:lnTo>
                  <a:lnTo>
                    <a:pt x="87432" y="1172"/>
                  </a:lnTo>
                  <a:lnTo>
                    <a:pt x="86918" y="1040"/>
                  </a:lnTo>
                  <a:lnTo>
                    <a:pt x="86392" y="921"/>
                  </a:lnTo>
                  <a:lnTo>
                    <a:pt x="85865" y="816"/>
                  </a:lnTo>
                  <a:lnTo>
                    <a:pt x="85326" y="724"/>
                  </a:lnTo>
                  <a:lnTo>
                    <a:pt x="84799" y="632"/>
                  </a:lnTo>
                  <a:lnTo>
                    <a:pt x="84259" y="553"/>
                  </a:lnTo>
                  <a:lnTo>
                    <a:pt x="83720" y="487"/>
                  </a:lnTo>
                  <a:lnTo>
                    <a:pt x="83180" y="434"/>
                  </a:lnTo>
                  <a:lnTo>
                    <a:pt x="82640" y="395"/>
                  </a:lnTo>
                  <a:lnTo>
                    <a:pt x="81956" y="316"/>
                  </a:lnTo>
                  <a:lnTo>
                    <a:pt x="81271" y="276"/>
                  </a:lnTo>
                  <a:lnTo>
                    <a:pt x="80587" y="237"/>
                  </a:lnTo>
                  <a:lnTo>
                    <a:pt x="79718" y="237"/>
                  </a:lnTo>
                  <a:lnTo>
                    <a:pt x="79547" y="263"/>
                  </a:lnTo>
                  <a:lnTo>
                    <a:pt x="79376" y="290"/>
                  </a:lnTo>
                  <a:lnTo>
                    <a:pt x="79205" y="342"/>
                  </a:lnTo>
                  <a:lnTo>
                    <a:pt x="78678" y="369"/>
                  </a:lnTo>
                  <a:lnTo>
                    <a:pt x="78138" y="408"/>
                  </a:lnTo>
                  <a:lnTo>
                    <a:pt x="77612" y="461"/>
                  </a:lnTo>
                  <a:lnTo>
                    <a:pt x="77085" y="513"/>
                  </a:lnTo>
                  <a:lnTo>
                    <a:pt x="76572" y="579"/>
                  </a:lnTo>
                  <a:lnTo>
                    <a:pt x="76045" y="658"/>
                  </a:lnTo>
                  <a:lnTo>
                    <a:pt x="75532" y="750"/>
                  </a:lnTo>
                  <a:lnTo>
                    <a:pt x="75019" y="842"/>
                  </a:lnTo>
                  <a:lnTo>
                    <a:pt x="74505" y="948"/>
                  </a:lnTo>
                  <a:lnTo>
                    <a:pt x="74005" y="1066"/>
                  </a:lnTo>
                  <a:lnTo>
                    <a:pt x="73505" y="1198"/>
                  </a:lnTo>
                  <a:lnTo>
                    <a:pt x="73005" y="1330"/>
                  </a:lnTo>
                  <a:lnTo>
                    <a:pt x="72504" y="1474"/>
                  </a:lnTo>
                  <a:lnTo>
                    <a:pt x="72004" y="1619"/>
                  </a:lnTo>
                  <a:lnTo>
                    <a:pt x="71517" y="1777"/>
                  </a:lnTo>
                  <a:lnTo>
                    <a:pt x="71030" y="1948"/>
                  </a:lnTo>
                  <a:lnTo>
                    <a:pt x="70543" y="2132"/>
                  </a:lnTo>
                  <a:lnTo>
                    <a:pt x="70069" y="2317"/>
                  </a:lnTo>
                  <a:lnTo>
                    <a:pt x="69595" y="2514"/>
                  </a:lnTo>
                  <a:lnTo>
                    <a:pt x="69121" y="2712"/>
                  </a:lnTo>
                  <a:lnTo>
                    <a:pt x="68661" y="2922"/>
                  </a:lnTo>
                  <a:lnTo>
                    <a:pt x="68200" y="3146"/>
                  </a:lnTo>
                  <a:lnTo>
                    <a:pt x="67739" y="3370"/>
                  </a:lnTo>
                  <a:lnTo>
                    <a:pt x="67292" y="3607"/>
                  </a:lnTo>
                  <a:lnTo>
                    <a:pt x="66831" y="3857"/>
                  </a:lnTo>
                  <a:lnTo>
                    <a:pt x="66397" y="4107"/>
                  </a:lnTo>
                  <a:lnTo>
                    <a:pt x="65949" y="4370"/>
                  </a:lnTo>
                  <a:lnTo>
                    <a:pt x="65528" y="4634"/>
                  </a:lnTo>
                  <a:lnTo>
                    <a:pt x="65093" y="4910"/>
                  </a:lnTo>
                  <a:lnTo>
                    <a:pt x="64672" y="5200"/>
                  </a:lnTo>
                  <a:lnTo>
                    <a:pt x="64251" y="5489"/>
                  </a:lnTo>
                  <a:lnTo>
                    <a:pt x="63843" y="5779"/>
                  </a:lnTo>
                  <a:lnTo>
                    <a:pt x="63435" y="6095"/>
                  </a:lnTo>
                  <a:lnTo>
                    <a:pt x="63027" y="6397"/>
                  </a:lnTo>
                  <a:lnTo>
                    <a:pt x="62632" y="6727"/>
                  </a:lnTo>
                  <a:lnTo>
                    <a:pt x="62250" y="7056"/>
                  </a:lnTo>
                  <a:lnTo>
                    <a:pt x="61855" y="7385"/>
                  </a:lnTo>
                  <a:lnTo>
                    <a:pt x="61487" y="7727"/>
                  </a:lnTo>
                  <a:lnTo>
                    <a:pt x="61105" y="8082"/>
                  </a:lnTo>
                  <a:lnTo>
                    <a:pt x="60749" y="8438"/>
                  </a:lnTo>
                  <a:lnTo>
                    <a:pt x="60381" y="8793"/>
                  </a:lnTo>
                  <a:lnTo>
                    <a:pt x="60039" y="9162"/>
                  </a:lnTo>
                  <a:lnTo>
                    <a:pt x="59683" y="9544"/>
                  </a:lnTo>
                  <a:lnTo>
                    <a:pt x="59354" y="9925"/>
                  </a:lnTo>
                  <a:lnTo>
                    <a:pt x="59012" y="10307"/>
                  </a:lnTo>
                  <a:lnTo>
                    <a:pt x="58683" y="10702"/>
                  </a:lnTo>
                  <a:lnTo>
                    <a:pt x="58367" y="11097"/>
                  </a:lnTo>
                  <a:lnTo>
                    <a:pt x="58064" y="11505"/>
                  </a:lnTo>
                  <a:lnTo>
                    <a:pt x="57748" y="11926"/>
                  </a:lnTo>
                  <a:lnTo>
                    <a:pt x="57459" y="12347"/>
                  </a:lnTo>
                  <a:lnTo>
                    <a:pt x="57169" y="12769"/>
                  </a:lnTo>
                  <a:lnTo>
                    <a:pt x="56879" y="13203"/>
                  </a:lnTo>
                  <a:lnTo>
                    <a:pt x="56616" y="13637"/>
                  </a:lnTo>
                  <a:lnTo>
                    <a:pt x="56340" y="14072"/>
                  </a:lnTo>
                  <a:lnTo>
                    <a:pt x="56090" y="14519"/>
                  </a:lnTo>
                  <a:lnTo>
                    <a:pt x="55826" y="14980"/>
                  </a:lnTo>
                  <a:lnTo>
                    <a:pt x="55589" y="15441"/>
                  </a:lnTo>
                  <a:lnTo>
                    <a:pt x="55352" y="15902"/>
                  </a:lnTo>
                  <a:lnTo>
                    <a:pt x="55129" y="16375"/>
                  </a:lnTo>
                  <a:lnTo>
                    <a:pt x="54905" y="16849"/>
                  </a:lnTo>
                  <a:lnTo>
                    <a:pt x="54694" y="17323"/>
                  </a:lnTo>
                  <a:lnTo>
                    <a:pt x="54497" y="17810"/>
                  </a:lnTo>
                  <a:lnTo>
                    <a:pt x="54299" y="18297"/>
                  </a:lnTo>
                  <a:lnTo>
                    <a:pt x="54115" y="18798"/>
                  </a:lnTo>
                  <a:lnTo>
                    <a:pt x="53523" y="18719"/>
                  </a:lnTo>
                  <a:lnTo>
                    <a:pt x="52917" y="18666"/>
                  </a:lnTo>
                  <a:lnTo>
                    <a:pt x="52220" y="18587"/>
                  </a:lnTo>
                  <a:lnTo>
                    <a:pt x="51522" y="18534"/>
                  </a:lnTo>
                  <a:lnTo>
                    <a:pt x="50811" y="18495"/>
                  </a:lnTo>
                  <a:lnTo>
                    <a:pt x="50113" y="18482"/>
                  </a:lnTo>
                  <a:lnTo>
                    <a:pt x="49521" y="18495"/>
                  </a:lnTo>
                  <a:lnTo>
                    <a:pt x="48916" y="18521"/>
                  </a:lnTo>
                  <a:lnTo>
                    <a:pt x="48336" y="18561"/>
                  </a:lnTo>
                  <a:lnTo>
                    <a:pt x="47744" y="18613"/>
                  </a:lnTo>
                  <a:lnTo>
                    <a:pt x="47165" y="18679"/>
                  </a:lnTo>
                  <a:lnTo>
                    <a:pt x="46586" y="18758"/>
                  </a:lnTo>
                  <a:lnTo>
                    <a:pt x="46006" y="18850"/>
                  </a:lnTo>
                  <a:lnTo>
                    <a:pt x="45440" y="18955"/>
                  </a:lnTo>
                  <a:lnTo>
                    <a:pt x="44874" y="19087"/>
                  </a:lnTo>
                  <a:lnTo>
                    <a:pt x="44321" y="19219"/>
                  </a:lnTo>
                  <a:lnTo>
                    <a:pt x="43769" y="19364"/>
                  </a:lnTo>
                  <a:lnTo>
                    <a:pt x="43216" y="19535"/>
                  </a:lnTo>
                  <a:lnTo>
                    <a:pt x="42676" y="19706"/>
                  </a:lnTo>
                  <a:lnTo>
                    <a:pt x="42149" y="19903"/>
                  </a:lnTo>
                  <a:lnTo>
                    <a:pt x="41610" y="20101"/>
                  </a:lnTo>
                  <a:lnTo>
                    <a:pt x="41096" y="20311"/>
                  </a:lnTo>
                  <a:lnTo>
                    <a:pt x="40570" y="20535"/>
                  </a:lnTo>
                  <a:lnTo>
                    <a:pt x="40070" y="20772"/>
                  </a:lnTo>
                  <a:lnTo>
                    <a:pt x="39556" y="21035"/>
                  </a:lnTo>
                  <a:lnTo>
                    <a:pt x="39069" y="21285"/>
                  </a:lnTo>
                  <a:lnTo>
                    <a:pt x="38569" y="21562"/>
                  </a:lnTo>
                  <a:lnTo>
                    <a:pt x="38095" y="21851"/>
                  </a:lnTo>
                  <a:lnTo>
                    <a:pt x="37621" y="22141"/>
                  </a:lnTo>
                  <a:lnTo>
                    <a:pt x="37147" y="22457"/>
                  </a:lnTo>
                  <a:lnTo>
                    <a:pt x="36687" y="22773"/>
                  </a:lnTo>
                  <a:lnTo>
                    <a:pt x="36239" y="23102"/>
                  </a:lnTo>
                  <a:lnTo>
                    <a:pt x="35792" y="23444"/>
                  </a:lnTo>
                  <a:lnTo>
                    <a:pt x="35357" y="23786"/>
                  </a:lnTo>
                  <a:lnTo>
                    <a:pt x="34936" y="24155"/>
                  </a:lnTo>
                  <a:lnTo>
                    <a:pt x="34528" y="24524"/>
                  </a:lnTo>
                  <a:lnTo>
                    <a:pt x="34120" y="24905"/>
                  </a:lnTo>
                  <a:lnTo>
                    <a:pt x="33712" y="25287"/>
                  </a:lnTo>
                  <a:lnTo>
                    <a:pt x="33330" y="25682"/>
                  </a:lnTo>
                  <a:lnTo>
                    <a:pt x="32948" y="26090"/>
                  </a:lnTo>
                  <a:lnTo>
                    <a:pt x="32580" y="26511"/>
                  </a:lnTo>
                  <a:lnTo>
                    <a:pt x="32211" y="26933"/>
                  </a:lnTo>
                  <a:lnTo>
                    <a:pt x="31869" y="27367"/>
                  </a:lnTo>
                  <a:lnTo>
                    <a:pt x="31527" y="27815"/>
                  </a:lnTo>
                  <a:lnTo>
                    <a:pt x="31197" y="28262"/>
                  </a:lnTo>
                  <a:lnTo>
                    <a:pt x="30882" y="28723"/>
                  </a:lnTo>
                  <a:lnTo>
                    <a:pt x="30566" y="29184"/>
                  </a:lnTo>
                  <a:lnTo>
                    <a:pt x="30276" y="29657"/>
                  </a:lnTo>
                  <a:lnTo>
                    <a:pt x="29986" y="30144"/>
                  </a:lnTo>
                  <a:lnTo>
                    <a:pt x="29710" y="30632"/>
                  </a:lnTo>
                  <a:lnTo>
                    <a:pt x="29460" y="31132"/>
                  </a:lnTo>
                  <a:lnTo>
                    <a:pt x="29210" y="31632"/>
                  </a:lnTo>
                  <a:lnTo>
                    <a:pt x="28960" y="32145"/>
                  </a:lnTo>
                  <a:lnTo>
                    <a:pt x="28736" y="32659"/>
                  </a:lnTo>
                  <a:lnTo>
                    <a:pt x="28525" y="33185"/>
                  </a:lnTo>
                  <a:lnTo>
                    <a:pt x="28328" y="33712"/>
                  </a:lnTo>
                  <a:lnTo>
                    <a:pt x="28130" y="34251"/>
                  </a:lnTo>
                  <a:lnTo>
                    <a:pt x="27959" y="34791"/>
                  </a:lnTo>
                  <a:lnTo>
                    <a:pt x="27788" y="35344"/>
                  </a:lnTo>
                  <a:lnTo>
                    <a:pt x="27643" y="35897"/>
                  </a:lnTo>
                  <a:lnTo>
                    <a:pt x="27512" y="36450"/>
                  </a:lnTo>
                  <a:lnTo>
                    <a:pt x="27380" y="37016"/>
                  </a:lnTo>
                  <a:lnTo>
                    <a:pt x="27275" y="37582"/>
                  </a:lnTo>
                  <a:lnTo>
                    <a:pt x="27183" y="38148"/>
                  </a:lnTo>
                  <a:lnTo>
                    <a:pt x="27104" y="38727"/>
                  </a:lnTo>
                  <a:lnTo>
                    <a:pt x="27038" y="39319"/>
                  </a:lnTo>
                  <a:lnTo>
                    <a:pt x="26985" y="39899"/>
                  </a:lnTo>
                  <a:lnTo>
                    <a:pt x="26946" y="40491"/>
                  </a:lnTo>
                  <a:lnTo>
                    <a:pt x="26919" y="41083"/>
                  </a:lnTo>
                  <a:lnTo>
                    <a:pt x="26906" y="41676"/>
                  </a:lnTo>
                  <a:lnTo>
                    <a:pt x="26919" y="42479"/>
                  </a:lnTo>
                  <a:lnTo>
                    <a:pt x="26959" y="43268"/>
                  </a:lnTo>
                  <a:lnTo>
                    <a:pt x="27038" y="44045"/>
                  </a:lnTo>
                  <a:lnTo>
                    <a:pt x="27130" y="44822"/>
                  </a:lnTo>
                  <a:lnTo>
                    <a:pt x="27248" y="45598"/>
                  </a:lnTo>
                  <a:lnTo>
                    <a:pt x="27393" y="46375"/>
                  </a:lnTo>
                  <a:lnTo>
                    <a:pt x="27564" y="47139"/>
                  </a:lnTo>
                  <a:lnTo>
                    <a:pt x="27762" y="47902"/>
                  </a:lnTo>
                  <a:lnTo>
                    <a:pt x="27354" y="48034"/>
                  </a:lnTo>
                  <a:lnTo>
                    <a:pt x="26972" y="48165"/>
                  </a:lnTo>
                  <a:lnTo>
                    <a:pt x="26577" y="48323"/>
                  </a:lnTo>
                  <a:lnTo>
                    <a:pt x="26195" y="48468"/>
                  </a:lnTo>
                  <a:lnTo>
                    <a:pt x="25814" y="48639"/>
                  </a:lnTo>
                  <a:lnTo>
                    <a:pt x="25432" y="48810"/>
                  </a:lnTo>
                  <a:lnTo>
                    <a:pt x="25050" y="48981"/>
                  </a:lnTo>
                  <a:lnTo>
                    <a:pt x="24682" y="49166"/>
                  </a:lnTo>
                  <a:lnTo>
                    <a:pt x="24326" y="49363"/>
                  </a:lnTo>
                  <a:lnTo>
                    <a:pt x="23958" y="49561"/>
                  </a:lnTo>
                  <a:lnTo>
                    <a:pt x="23602" y="49758"/>
                  </a:lnTo>
                  <a:lnTo>
                    <a:pt x="23260" y="49969"/>
                  </a:lnTo>
                  <a:lnTo>
                    <a:pt x="22904" y="50192"/>
                  </a:lnTo>
                  <a:lnTo>
                    <a:pt x="22562" y="50416"/>
                  </a:lnTo>
                  <a:lnTo>
                    <a:pt x="22233" y="50640"/>
                  </a:lnTo>
                  <a:lnTo>
                    <a:pt x="21904" y="50877"/>
                  </a:lnTo>
                  <a:lnTo>
                    <a:pt x="21575" y="51127"/>
                  </a:lnTo>
                  <a:lnTo>
                    <a:pt x="21246" y="51377"/>
                  </a:lnTo>
                  <a:lnTo>
                    <a:pt x="20930" y="51627"/>
                  </a:lnTo>
                  <a:lnTo>
                    <a:pt x="20627" y="51891"/>
                  </a:lnTo>
                  <a:lnTo>
                    <a:pt x="20022" y="52430"/>
                  </a:lnTo>
                  <a:lnTo>
                    <a:pt x="19429" y="52996"/>
                  </a:lnTo>
                  <a:lnTo>
                    <a:pt x="18876" y="53576"/>
                  </a:lnTo>
                  <a:lnTo>
                    <a:pt x="18337" y="54181"/>
                  </a:lnTo>
                  <a:lnTo>
                    <a:pt x="17823" y="54800"/>
                  </a:lnTo>
                  <a:lnTo>
                    <a:pt x="17323" y="55445"/>
                  </a:lnTo>
                  <a:lnTo>
                    <a:pt x="16862" y="56116"/>
                  </a:lnTo>
                  <a:lnTo>
                    <a:pt x="16428" y="56787"/>
                  </a:lnTo>
                  <a:lnTo>
                    <a:pt x="16217" y="57143"/>
                  </a:lnTo>
                  <a:lnTo>
                    <a:pt x="16007" y="57485"/>
                  </a:lnTo>
                  <a:lnTo>
                    <a:pt x="15809" y="57840"/>
                  </a:lnTo>
                  <a:lnTo>
                    <a:pt x="15625" y="58209"/>
                  </a:lnTo>
                  <a:lnTo>
                    <a:pt x="15441" y="58564"/>
                  </a:lnTo>
                  <a:lnTo>
                    <a:pt x="15270" y="58933"/>
                  </a:lnTo>
                  <a:lnTo>
                    <a:pt x="15099" y="59315"/>
                  </a:lnTo>
                  <a:lnTo>
                    <a:pt x="14941" y="59683"/>
                  </a:lnTo>
                  <a:lnTo>
                    <a:pt x="14783" y="60065"/>
                  </a:lnTo>
                  <a:lnTo>
                    <a:pt x="14638" y="60447"/>
                  </a:lnTo>
                  <a:lnTo>
                    <a:pt x="14493" y="60829"/>
                  </a:lnTo>
                  <a:lnTo>
                    <a:pt x="14361" y="61224"/>
                  </a:lnTo>
                  <a:lnTo>
                    <a:pt x="14230" y="61618"/>
                  </a:lnTo>
                  <a:lnTo>
                    <a:pt x="14111" y="62013"/>
                  </a:lnTo>
                  <a:lnTo>
                    <a:pt x="14006" y="62408"/>
                  </a:lnTo>
                  <a:lnTo>
                    <a:pt x="13901" y="62816"/>
                  </a:lnTo>
                  <a:lnTo>
                    <a:pt x="13808" y="63211"/>
                  </a:lnTo>
                  <a:lnTo>
                    <a:pt x="13716" y="63619"/>
                  </a:lnTo>
                  <a:lnTo>
                    <a:pt x="13637" y="64027"/>
                  </a:lnTo>
                  <a:lnTo>
                    <a:pt x="13572" y="64449"/>
                  </a:lnTo>
                  <a:lnTo>
                    <a:pt x="13506" y="64857"/>
                  </a:lnTo>
                  <a:lnTo>
                    <a:pt x="13453" y="65278"/>
                  </a:lnTo>
                  <a:lnTo>
                    <a:pt x="13400" y="65699"/>
                  </a:lnTo>
                  <a:lnTo>
                    <a:pt x="13374" y="66120"/>
                  </a:lnTo>
                  <a:lnTo>
                    <a:pt x="13335" y="66555"/>
                  </a:lnTo>
                  <a:lnTo>
                    <a:pt x="13321" y="66976"/>
                  </a:lnTo>
                  <a:lnTo>
                    <a:pt x="13308" y="67410"/>
                  </a:lnTo>
                  <a:lnTo>
                    <a:pt x="13295" y="67832"/>
                  </a:lnTo>
                  <a:lnTo>
                    <a:pt x="13308" y="68608"/>
                  </a:lnTo>
                  <a:lnTo>
                    <a:pt x="13361" y="69385"/>
                  </a:lnTo>
                  <a:lnTo>
                    <a:pt x="13427" y="70148"/>
                  </a:lnTo>
                  <a:lnTo>
                    <a:pt x="13519" y="70912"/>
                  </a:lnTo>
                  <a:lnTo>
                    <a:pt x="13651" y="71675"/>
                  </a:lnTo>
                  <a:lnTo>
                    <a:pt x="13808" y="72426"/>
                  </a:lnTo>
                  <a:lnTo>
                    <a:pt x="13993" y="73176"/>
                  </a:lnTo>
                  <a:lnTo>
                    <a:pt x="14203" y="73913"/>
                  </a:lnTo>
                  <a:lnTo>
                    <a:pt x="13795" y="74111"/>
                  </a:lnTo>
                  <a:lnTo>
                    <a:pt x="13400" y="74321"/>
                  </a:lnTo>
                  <a:lnTo>
                    <a:pt x="13006" y="74532"/>
                  </a:lnTo>
                  <a:lnTo>
                    <a:pt x="12624" y="74742"/>
                  </a:lnTo>
                  <a:lnTo>
                    <a:pt x="11860" y="75190"/>
                  </a:lnTo>
                  <a:lnTo>
                    <a:pt x="11123" y="75677"/>
                  </a:lnTo>
                  <a:lnTo>
                    <a:pt x="10399" y="76177"/>
                  </a:lnTo>
                  <a:lnTo>
                    <a:pt x="9701" y="76704"/>
                  </a:lnTo>
                  <a:lnTo>
                    <a:pt x="9017" y="77244"/>
                  </a:lnTo>
                  <a:lnTo>
                    <a:pt x="8359" y="77823"/>
                  </a:lnTo>
                  <a:lnTo>
                    <a:pt x="7714" y="78415"/>
                  </a:lnTo>
                  <a:lnTo>
                    <a:pt x="7095" y="79034"/>
                  </a:lnTo>
                  <a:lnTo>
                    <a:pt x="6503" y="79666"/>
                  </a:lnTo>
                  <a:lnTo>
                    <a:pt x="5924" y="80324"/>
                  </a:lnTo>
                  <a:lnTo>
                    <a:pt x="5384" y="80995"/>
                  </a:lnTo>
                  <a:lnTo>
                    <a:pt x="4857" y="81680"/>
                  </a:lnTo>
                  <a:lnTo>
                    <a:pt x="4357" y="82390"/>
                  </a:lnTo>
                  <a:lnTo>
                    <a:pt x="3870" y="83114"/>
                  </a:lnTo>
                  <a:lnTo>
                    <a:pt x="3423" y="83865"/>
                  </a:lnTo>
                  <a:lnTo>
                    <a:pt x="3001" y="84615"/>
                  </a:lnTo>
                  <a:lnTo>
                    <a:pt x="2593" y="85392"/>
                  </a:lnTo>
                  <a:lnTo>
                    <a:pt x="2225" y="86182"/>
                  </a:lnTo>
                  <a:lnTo>
                    <a:pt x="1882" y="86985"/>
                  </a:lnTo>
                  <a:lnTo>
                    <a:pt x="1553" y="87801"/>
                  </a:lnTo>
                  <a:lnTo>
                    <a:pt x="1264" y="88617"/>
                  </a:lnTo>
                  <a:lnTo>
                    <a:pt x="1000" y="89459"/>
                  </a:lnTo>
                  <a:lnTo>
                    <a:pt x="777" y="90302"/>
                  </a:lnTo>
                  <a:lnTo>
                    <a:pt x="566" y="91171"/>
                  </a:lnTo>
                  <a:lnTo>
                    <a:pt x="395" y="92039"/>
                  </a:lnTo>
                  <a:lnTo>
                    <a:pt x="316" y="92474"/>
                  </a:lnTo>
                  <a:lnTo>
                    <a:pt x="250" y="92908"/>
                  </a:lnTo>
                  <a:lnTo>
                    <a:pt x="197" y="93356"/>
                  </a:lnTo>
                  <a:lnTo>
                    <a:pt x="145" y="93790"/>
                  </a:lnTo>
                  <a:lnTo>
                    <a:pt x="92" y="94238"/>
                  </a:lnTo>
                  <a:lnTo>
                    <a:pt x="66" y="94685"/>
                  </a:lnTo>
                  <a:lnTo>
                    <a:pt x="26" y="95133"/>
                  </a:lnTo>
                  <a:lnTo>
                    <a:pt x="13" y="95580"/>
                  </a:lnTo>
                  <a:lnTo>
                    <a:pt x="0" y="96041"/>
                  </a:lnTo>
                  <a:lnTo>
                    <a:pt x="0" y="96489"/>
                  </a:lnTo>
                  <a:lnTo>
                    <a:pt x="0" y="97068"/>
                  </a:lnTo>
                  <a:lnTo>
                    <a:pt x="26" y="97647"/>
                  </a:lnTo>
                  <a:lnTo>
                    <a:pt x="53" y="98213"/>
                  </a:lnTo>
                  <a:lnTo>
                    <a:pt x="92" y="98779"/>
                  </a:lnTo>
                  <a:lnTo>
                    <a:pt x="158" y="99358"/>
                  </a:lnTo>
                  <a:lnTo>
                    <a:pt x="224" y="99911"/>
                  </a:lnTo>
                  <a:lnTo>
                    <a:pt x="303" y="100477"/>
                  </a:lnTo>
                  <a:lnTo>
                    <a:pt x="408" y="101030"/>
                  </a:lnTo>
                  <a:lnTo>
                    <a:pt x="513" y="101583"/>
                  </a:lnTo>
                  <a:lnTo>
                    <a:pt x="632" y="102136"/>
                  </a:lnTo>
                  <a:lnTo>
                    <a:pt x="763" y="102689"/>
                  </a:lnTo>
                  <a:lnTo>
                    <a:pt x="908" y="103228"/>
                  </a:lnTo>
                  <a:lnTo>
                    <a:pt x="1066" y="103768"/>
                  </a:lnTo>
                  <a:lnTo>
                    <a:pt x="1224" y="104308"/>
                  </a:lnTo>
                  <a:lnTo>
                    <a:pt x="1408" y="104834"/>
                  </a:lnTo>
                  <a:lnTo>
                    <a:pt x="1606" y="105361"/>
                  </a:lnTo>
                  <a:lnTo>
                    <a:pt x="1803" y="105874"/>
                  </a:lnTo>
                  <a:lnTo>
                    <a:pt x="2027" y="106401"/>
                  </a:lnTo>
                  <a:lnTo>
                    <a:pt x="2251" y="106901"/>
                  </a:lnTo>
                  <a:lnTo>
                    <a:pt x="2488" y="107414"/>
                  </a:lnTo>
                  <a:lnTo>
                    <a:pt x="2738" y="107915"/>
                  </a:lnTo>
                  <a:lnTo>
                    <a:pt x="3001" y="108415"/>
                  </a:lnTo>
                  <a:lnTo>
                    <a:pt x="3278" y="108902"/>
                  </a:lnTo>
                  <a:lnTo>
                    <a:pt x="3554" y="109389"/>
                  </a:lnTo>
                  <a:lnTo>
                    <a:pt x="3857" y="109863"/>
                  </a:lnTo>
                  <a:lnTo>
                    <a:pt x="4160" y="110337"/>
                  </a:lnTo>
                  <a:lnTo>
                    <a:pt x="4476" y="110797"/>
                  </a:lnTo>
                  <a:lnTo>
                    <a:pt x="4805" y="111258"/>
                  </a:lnTo>
                  <a:lnTo>
                    <a:pt x="5147" y="111719"/>
                  </a:lnTo>
                  <a:lnTo>
                    <a:pt x="5502" y="112166"/>
                  </a:lnTo>
                  <a:lnTo>
                    <a:pt x="5871" y="112601"/>
                  </a:lnTo>
                  <a:lnTo>
                    <a:pt x="6239" y="113035"/>
                  </a:lnTo>
                  <a:lnTo>
                    <a:pt x="5924" y="113641"/>
                  </a:lnTo>
                  <a:lnTo>
                    <a:pt x="5634" y="114272"/>
                  </a:lnTo>
                  <a:lnTo>
                    <a:pt x="5358" y="114904"/>
                  </a:lnTo>
                  <a:lnTo>
                    <a:pt x="5107" y="115536"/>
                  </a:lnTo>
                  <a:lnTo>
                    <a:pt x="4870" y="116181"/>
                  </a:lnTo>
                  <a:lnTo>
                    <a:pt x="4660" y="116826"/>
                  </a:lnTo>
                  <a:lnTo>
                    <a:pt x="4462" y="117484"/>
                  </a:lnTo>
                  <a:lnTo>
                    <a:pt x="4291" y="118156"/>
                  </a:lnTo>
                  <a:lnTo>
                    <a:pt x="4133" y="118814"/>
                  </a:lnTo>
                  <a:lnTo>
                    <a:pt x="4002" y="119485"/>
                  </a:lnTo>
                  <a:lnTo>
                    <a:pt x="3883" y="120170"/>
                  </a:lnTo>
                  <a:lnTo>
                    <a:pt x="3791" y="120854"/>
                  </a:lnTo>
                  <a:lnTo>
                    <a:pt x="3712" y="121539"/>
                  </a:lnTo>
                  <a:lnTo>
                    <a:pt x="3659" y="122223"/>
                  </a:lnTo>
                  <a:lnTo>
                    <a:pt x="3633" y="122908"/>
                  </a:lnTo>
                  <a:lnTo>
                    <a:pt x="3620" y="123605"/>
                  </a:lnTo>
                  <a:lnTo>
                    <a:pt x="3633" y="124264"/>
                  </a:lnTo>
                  <a:lnTo>
                    <a:pt x="3659" y="124922"/>
                  </a:lnTo>
                  <a:lnTo>
                    <a:pt x="3712" y="125580"/>
                  </a:lnTo>
                  <a:lnTo>
                    <a:pt x="3778" y="126238"/>
                  </a:lnTo>
                  <a:lnTo>
                    <a:pt x="3857" y="126883"/>
                  </a:lnTo>
                  <a:lnTo>
                    <a:pt x="3962" y="127528"/>
                  </a:lnTo>
                  <a:lnTo>
                    <a:pt x="4081" y="128160"/>
                  </a:lnTo>
                  <a:lnTo>
                    <a:pt x="4212" y="128792"/>
                  </a:lnTo>
                  <a:lnTo>
                    <a:pt x="4370" y="129424"/>
                  </a:lnTo>
                  <a:lnTo>
                    <a:pt x="4541" y="130042"/>
                  </a:lnTo>
                  <a:lnTo>
                    <a:pt x="4739" y="130661"/>
                  </a:lnTo>
                  <a:lnTo>
                    <a:pt x="4949" y="131267"/>
                  </a:lnTo>
                  <a:lnTo>
                    <a:pt x="5173" y="131859"/>
                  </a:lnTo>
                  <a:lnTo>
                    <a:pt x="5410" y="132464"/>
                  </a:lnTo>
                  <a:lnTo>
                    <a:pt x="5673" y="133044"/>
                  </a:lnTo>
                  <a:lnTo>
                    <a:pt x="5950" y="133623"/>
                  </a:lnTo>
                  <a:lnTo>
                    <a:pt x="6239" y="134189"/>
                  </a:lnTo>
                  <a:lnTo>
                    <a:pt x="6542" y="134755"/>
                  </a:lnTo>
                  <a:lnTo>
                    <a:pt x="6871" y="135308"/>
                  </a:lnTo>
                  <a:lnTo>
                    <a:pt x="7214" y="135847"/>
                  </a:lnTo>
                  <a:lnTo>
                    <a:pt x="7556" y="136387"/>
                  </a:lnTo>
                  <a:lnTo>
                    <a:pt x="7938" y="136914"/>
                  </a:lnTo>
                  <a:lnTo>
                    <a:pt x="8319" y="137427"/>
                  </a:lnTo>
                  <a:lnTo>
                    <a:pt x="8714" y="137927"/>
                  </a:lnTo>
                  <a:lnTo>
                    <a:pt x="9135" y="138428"/>
                  </a:lnTo>
                  <a:lnTo>
                    <a:pt x="9557" y="138901"/>
                  </a:lnTo>
                  <a:lnTo>
                    <a:pt x="10004" y="139375"/>
                  </a:lnTo>
                  <a:lnTo>
                    <a:pt x="10465" y="139836"/>
                  </a:lnTo>
                  <a:lnTo>
                    <a:pt x="10939" y="140284"/>
                  </a:lnTo>
                  <a:lnTo>
                    <a:pt x="11426" y="140718"/>
                  </a:lnTo>
                  <a:lnTo>
                    <a:pt x="11926" y="141139"/>
                  </a:lnTo>
                  <a:lnTo>
                    <a:pt x="12439" y="141547"/>
                  </a:lnTo>
                  <a:lnTo>
                    <a:pt x="12347" y="142008"/>
                  </a:lnTo>
                  <a:lnTo>
                    <a:pt x="12268" y="142482"/>
                  </a:lnTo>
                  <a:lnTo>
                    <a:pt x="12203" y="142956"/>
                  </a:lnTo>
                  <a:lnTo>
                    <a:pt x="12150" y="143430"/>
                  </a:lnTo>
                  <a:lnTo>
                    <a:pt x="12110" y="143904"/>
                  </a:lnTo>
                  <a:lnTo>
                    <a:pt x="12084" y="144377"/>
                  </a:lnTo>
                  <a:lnTo>
                    <a:pt x="12058" y="144851"/>
                  </a:lnTo>
                  <a:lnTo>
                    <a:pt x="12058" y="145325"/>
                  </a:lnTo>
                  <a:lnTo>
                    <a:pt x="12058" y="145760"/>
                  </a:lnTo>
                  <a:lnTo>
                    <a:pt x="12071" y="146194"/>
                  </a:lnTo>
                  <a:lnTo>
                    <a:pt x="12097" y="146628"/>
                  </a:lnTo>
                  <a:lnTo>
                    <a:pt x="12137" y="147050"/>
                  </a:lnTo>
                  <a:lnTo>
                    <a:pt x="12176" y="147471"/>
                  </a:lnTo>
                  <a:lnTo>
                    <a:pt x="12229" y="147892"/>
                  </a:lnTo>
                  <a:lnTo>
                    <a:pt x="12295" y="148313"/>
                  </a:lnTo>
                  <a:lnTo>
                    <a:pt x="12361" y="148721"/>
                  </a:lnTo>
                  <a:lnTo>
                    <a:pt x="12439" y="149129"/>
                  </a:lnTo>
                  <a:lnTo>
                    <a:pt x="12532" y="149538"/>
                  </a:lnTo>
                  <a:lnTo>
                    <a:pt x="12624" y="149946"/>
                  </a:lnTo>
                  <a:lnTo>
                    <a:pt x="12729" y="150354"/>
                  </a:lnTo>
                  <a:lnTo>
                    <a:pt x="12848" y="150749"/>
                  </a:lnTo>
                  <a:lnTo>
                    <a:pt x="12966" y="151143"/>
                  </a:lnTo>
                  <a:lnTo>
                    <a:pt x="13098" y="151538"/>
                  </a:lnTo>
                  <a:lnTo>
                    <a:pt x="13229" y="151920"/>
                  </a:lnTo>
                  <a:lnTo>
                    <a:pt x="13387" y="152302"/>
                  </a:lnTo>
                  <a:lnTo>
                    <a:pt x="13532" y="152684"/>
                  </a:lnTo>
                  <a:lnTo>
                    <a:pt x="13703" y="153052"/>
                  </a:lnTo>
                  <a:lnTo>
                    <a:pt x="13874" y="153434"/>
                  </a:lnTo>
                  <a:lnTo>
                    <a:pt x="14045" y="153789"/>
                  </a:lnTo>
                  <a:lnTo>
                    <a:pt x="14230" y="154158"/>
                  </a:lnTo>
                  <a:lnTo>
                    <a:pt x="14427" y="154513"/>
                  </a:lnTo>
                  <a:lnTo>
                    <a:pt x="14625" y="154869"/>
                  </a:lnTo>
                  <a:lnTo>
                    <a:pt x="14835" y="155211"/>
                  </a:lnTo>
                  <a:lnTo>
                    <a:pt x="15059" y="155553"/>
                  </a:lnTo>
                  <a:lnTo>
                    <a:pt x="15270" y="155896"/>
                  </a:lnTo>
                  <a:lnTo>
                    <a:pt x="15507" y="156225"/>
                  </a:lnTo>
                  <a:lnTo>
                    <a:pt x="15744" y="156554"/>
                  </a:lnTo>
                  <a:lnTo>
                    <a:pt x="15980" y="156883"/>
                  </a:lnTo>
                  <a:lnTo>
                    <a:pt x="16231" y="157199"/>
                  </a:lnTo>
                  <a:lnTo>
                    <a:pt x="16494" y="157515"/>
                  </a:lnTo>
                  <a:lnTo>
                    <a:pt x="16757" y="157817"/>
                  </a:lnTo>
                  <a:lnTo>
                    <a:pt x="17020" y="158120"/>
                  </a:lnTo>
                  <a:lnTo>
                    <a:pt x="17297" y="158410"/>
                  </a:lnTo>
                  <a:lnTo>
                    <a:pt x="17573" y="158699"/>
                  </a:lnTo>
                  <a:lnTo>
                    <a:pt x="17863" y="158989"/>
                  </a:lnTo>
                  <a:lnTo>
                    <a:pt x="18152" y="159265"/>
                  </a:lnTo>
                  <a:lnTo>
                    <a:pt x="18455" y="159529"/>
                  </a:lnTo>
                  <a:lnTo>
                    <a:pt x="18758" y="159805"/>
                  </a:lnTo>
                  <a:lnTo>
                    <a:pt x="19074" y="160055"/>
                  </a:lnTo>
                  <a:lnTo>
                    <a:pt x="19390" y="160305"/>
                  </a:lnTo>
                  <a:lnTo>
                    <a:pt x="19706" y="160555"/>
                  </a:lnTo>
                  <a:lnTo>
                    <a:pt x="20035" y="160792"/>
                  </a:lnTo>
                  <a:lnTo>
                    <a:pt x="20364" y="161029"/>
                  </a:lnTo>
                  <a:lnTo>
                    <a:pt x="20706" y="161253"/>
                  </a:lnTo>
                  <a:lnTo>
                    <a:pt x="21048" y="161464"/>
                  </a:lnTo>
                  <a:lnTo>
                    <a:pt x="21391" y="161674"/>
                  </a:lnTo>
                  <a:lnTo>
                    <a:pt x="21746" y="161885"/>
                  </a:lnTo>
                  <a:lnTo>
                    <a:pt x="22101" y="162082"/>
                  </a:lnTo>
                  <a:lnTo>
                    <a:pt x="22457" y="162267"/>
                  </a:lnTo>
                  <a:lnTo>
                    <a:pt x="22825" y="162451"/>
                  </a:lnTo>
                  <a:lnTo>
                    <a:pt x="23194" y="162622"/>
                  </a:lnTo>
                  <a:lnTo>
                    <a:pt x="23563" y="162780"/>
                  </a:lnTo>
                  <a:lnTo>
                    <a:pt x="23944" y="162938"/>
                  </a:lnTo>
                  <a:lnTo>
                    <a:pt x="24326" y="163096"/>
                  </a:lnTo>
                  <a:lnTo>
                    <a:pt x="24708" y="163241"/>
                  </a:lnTo>
                  <a:lnTo>
                    <a:pt x="25103" y="163372"/>
                  </a:lnTo>
                  <a:lnTo>
                    <a:pt x="25498" y="163491"/>
                  </a:lnTo>
                  <a:lnTo>
                    <a:pt x="25893" y="163609"/>
                  </a:lnTo>
                  <a:lnTo>
                    <a:pt x="26287" y="163715"/>
                  </a:lnTo>
                  <a:lnTo>
                    <a:pt x="26696" y="163820"/>
                  </a:lnTo>
                  <a:lnTo>
                    <a:pt x="27104" y="163912"/>
                  </a:lnTo>
                  <a:lnTo>
                    <a:pt x="27512" y="163991"/>
                  </a:lnTo>
                  <a:lnTo>
                    <a:pt x="27393" y="164333"/>
                  </a:lnTo>
                  <a:lnTo>
                    <a:pt x="28275" y="164412"/>
                  </a:lnTo>
                  <a:lnTo>
                    <a:pt x="29144" y="164504"/>
                  </a:lnTo>
                  <a:lnTo>
                    <a:pt x="30000" y="164623"/>
                  </a:lnTo>
                  <a:lnTo>
                    <a:pt x="30842" y="164741"/>
                  </a:lnTo>
                  <a:lnTo>
                    <a:pt x="31671" y="164886"/>
                  </a:lnTo>
                  <a:lnTo>
                    <a:pt x="32474" y="165031"/>
                  </a:lnTo>
                  <a:lnTo>
                    <a:pt x="33264" y="165189"/>
                  </a:lnTo>
                  <a:lnTo>
                    <a:pt x="34041" y="165373"/>
                  </a:lnTo>
                  <a:lnTo>
                    <a:pt x="34804" y="165558"/>
                  </a:lnTo>
                  <a:lnTo>
                    <a:pt x="35555" y="165755"/>
                  </a:lnTo>
                  <a:lnTo>
                    <a:pt x="36292" y="165966"/>
                  </a:lnTo>
                  <a:lnTo>
                    <a:pt x="37003" y="166189"/>
                  </a:lnTo>
                  <a:lnTo>
                    <a:pt x="37713" y="166426"/>
                  </a:lnTo>
                  <a:lnTo>
                    <a:pt x="38398" y="166676"/>
                  </a:lnTo>
                  <a:lnTo>
                    <a:pt x="39082" y="166927"/>
                  </a:lnTo>
                  <a:lnTo>
                    <a:pt x="39741" y="167203"/>
                  </a:lnTo>
                  <a:lnTo>
                    <a:pt x="40386" y="167479"/>
                  </a:lnTo>
                  <a:lnTo>
                    <a:pt x="41017" y="167769"/>
                  </a:lnTo>
                  <a:lnTo>
                    <a:pt x="41649" y="168059"/>
                  </a:lnTo>
                  <a:lnTo>
                    <a:pt x="42255" y="168375"/>
                  </a:lnTo>
                  <a:lnTo>
                    <a:pt x="42847" y="168690"/>
                  </a:lnTo>
                  <a:lnTo>
                    <a:pt x="43426" y="169020"/>
                  </a:lnTo>
                  <a:lnTo>
                    <a:pt x="43992" y="169349"/>
                  </a:lnTo>
                  <a:lnTo>
                    <a:pt x="44545" y="169704"/>
                  </a:lnTo>
                  <a:lnTo>
                    <a:pt x="45098" y="170046"/>
                  </a:lnTo>
                  <a:lnTo>
                    <a:pt x="45625" y="170415"/>
                  </a:lnTo>
                  <a:lnTo>
                    <a:pt x="46138" y="170783"/>
                  </a:lnTo>
                  <a:lnTo>
                    <a:pt x="46638" y="171165"/>
                  </a:lnTo>
                  <a:lnTo>
                    <a:pt x="47138" y="171547"/>
                  </a:lnTo>
                  <a:lnTo>
                    <a:pt x="47612" y="171942"/>
                  </a:lnTo>
                  <a:lnTo>
                    <a:pt x="48086" y="172350"/>
                  </a:lnTo>
                  <a:lnTo>
                    <a:pt x="48547" y="172758"/>
                  </a:lnTo>
                  <a:lnTo>
                    <a:pt x="48994" y="173166"/>
                  </a:lnTo>
                  <a:lnTo>
                    <a:pt x="49429" y="173587"/>
                  </a:lnTo>
                  <a:lnTo>
                    <a:pt x="49850" y="174022"/>
                  </a:lnTo>
                  <a:lnTo>
                    <a:pt x="50258" y="174456"/>
                  </a:lnTo>
                  <a:lnTo>
                    <a:pt x="50666" y="174890"/>
                  </a:lnTo>
                  <a:lnTo>
                    <a:pt x="51048" y="175338"/>
                  </a:lnTo>
                  <a:lnTo>
                    <a:pt x="51430" y="175786"/>
                  </a:lnTo>
                  <a:lnTo>
                    <a:pt x="51798" y="176246"/>
                  </a:lnTo>
                  <a:lnTo>
                    <a:pt x="52167" y="176707"/>
                  </a:lnTo>
                  <a:lnTo>
                    <a:pt x="52509" y="177168"/>
                  </a:lnTo>
                  <a:lnTo>
                    <a:pt x="52851" y="177642"/>
                  </a:lnTo>
                  <a:lnTo>
                    <a:pt x="53180" y="178116"/>
                  </a:lnTo>
                  <a:lnTo>
                    <a:pt x="53496" y="178589"/>
                  </a:lnTo>
                  <a:lnTo>
                    <a:pt x="53799" y="179076"/>
                  </a:lnTo>
                  <a:lnTo>
                    <a:pt x="54102" y="179564"/>
                  </a:lnTo>
                  <a:lnTo>
                    <a:pt x="54392" y="180051"/>
                  </a:lnTo>
                  <a:lnTo>
                    <a:pt x="54668" y="180538"/>
                  </a:lnTo>
                  <a:lnTo>
                    <a:pt x="54944" y="181038"/>
                  </a:lnTo>
                  <a:lnTo>
                    <a:pt x="55208" y="181538"/>
                  </a:lnTo>
                  <a:lnTo>
                    <a:pt x="55458" y="182038"/>
                  </a:lnTo>
                  <a:lnTo>
                    <a:pt x="55708" y="182538"/>
                  </a:lnTo>
                  <a:lnTo>
                    <a:pt x="55945" y="183039"/>
                  </a:lnTo>
                  <a:lnTo>
                    <a:pt x="56169" y="183552"/>
                  </a:lnTo>
                  <a:lnTo>
                    <a:pt x="56392" y="184052"/>
                  </a:lnTo>
                  <a:lnTo>
                    <a:pt x="56800" y="185079"/>
                  </a:lnTo>
                  <a:lnTo>
                    <a:pt x="57182" y="186093"/>
                  </a:lnTo>
                  <a:lnTo>
                    <a:pt x="57538" y="187119"/>
                  </a:lnTo>
                  <a:lnTo>
                    <a:pt x="57867" y="188146"/>
                  </a:lnTo>
                  <a:lnTo>
                    <a:pt x="58156" y="189160"/>
                  </a:lnTo>
                  <a:lnTo>
                    <a:pt x="58433" y="190186"/>
                  </a:lnTo>
                  <a:lnTo>
                    <a:pt x="58683" y="191187"/>
                  </a:lnTo>
                  <a:lnTo>
                    <a:pt x="58893" y="192200"/>
                  </a:lnTo>
                  <a:lnTo>
                    <a:pt x="59091" y="193188"/>
                  </a:lnTo>
                  <a:lnTo>
                    <a:pt x="59262" y="194175"/>
                  </a:lnTo>
                  <a:lnTo>
                    <a:pt x="59420" y="195136"/>
                  </a:lnTo>
                  <a:lnTo>
                    <a:pt x="59552" y="196084"/>
                  </a:lnTo>
                  <a:lnTo>
                    <a:pt x="59670" y="197018"/>
                  </a:lnTo>
                  <a:lnTo>
                    <a:pt x="59762" y="197940"/>
                  </a:lnTo>
                  <a:lnTo>
                    <a:pt x="59841" y="198835"/>
                  </a:lnTo>
                  <a:lnTo>
                    <a:pt x="59907" y="199704"/>
                  </a:lnTo>
                  <a:lnTo>
                    <a:pt x="59960" y="200559"/>
                  </a:lnTo>
                  <a:lnTo>
                    <a:pt x="59986" y="201375"/>
                  </a:lnTo>
                  <a:lnTo>
                    <a:pt x="60012" y="202165"/>
                  </a:lnTo>
                  <a:lnTo>
                    <a:pt x="60025" y="202929"/>
                  </a:lnTo>
                  <a:lnTo>
                    <a:pt x="60039" y="203666"/>
                  </a:lnTo>
                  <a:lnTo>
                    <a:pt x="60025" y="204364"/>
                  </a:lnTo>
                  <a:lnTo>
                    <a:pt x="59999" y="205654"/>
                  </a:lnTo>
                  <a:lnTo>
                    <a:pt x="59947" y="206773"/>
                  </a:lnTo>
                  <a:lnTo>
                    <a:pt x="59894" y="207733"/>
                  </a:lnTo>
                  <a:lnTo>
                    <a:pt x="59828" y="208510"/>
                  </a:lnTo>
                  <a:lnTo>
                    <a:pt x="59775" y="209076"/>
                  </a:lnTo>
                  <a:lnTo>
                    <a:pt x="59710" y="209550"/>
                  </a:lnTo>
                  <a:lnTo>
                    <a:pt x="98213" y="209550"/>
                  </a:lnTo>
                  <a:lnTo>
                    <a:pt x="98213" y="166229"/>
                  </a:lnTo>
                  <a:lnTo>
                    <a:pt x="98226" y="165294"/>
                  </a:lnTo>
                  <a:lnTo>
                    <a:pt x="98265" y="164386"/>
                  </a:lnTo>
                  <a:lnTo>
                    <a:pt x="98331" y="163491"/>
                  </a:lnTo>
                  <a:lnTo>
                    <a:pt x="98423" y="162622"/>
                  </a:lnTo>
                  <a:lnTo>
                    <a:pt x="98542" y="161766"/>
                  </a:lnTo>
                  <a:lnTo>
                    <a:pt x="98687" y="160937"/>
                  </a:lnTo>
                  <a:lnTo>
                    <a:pt x="98845" y="160121"/>
                  </a:lnTo>
                  <a:lnTo>
                    <a:pt x="99029" y="159331"/>
                  </a:lnTo>
                  <a:lnTo>
                    <a:pt x="99240" y="158555"/>
                  </a:lnTo>
                  <a:lnTo>
                    <a:pt x="99463" y="157804"/>
                  </a:lnTo>
                  <a:lnTo>
                    <a:pt x="99700" y="157067"/>
                  </a:lnTo>
                  <a:lnTo>
                    <a:pt x="99963" y="156343"/>
                  </a:lnTo>
                  <a:lnTo>
                    <a:pt x="100253" y="155645"/>
                  </a:lnTo>
                  <a:lnTo>
                    <a:pt x="100543" y="154961"/>
                  </a:lnTo>
                  <a:lnTo>
                    <a:pt x="100859" y="154303"/>
                  </a:lnTo>
                  <a:lnTo>
                    <a:pt x="101188" y="153645"/>
                  </a:lnTo>
                  <a:lnTo>
                    <a:pt x="101530" y="153026"/>
                  </a:lnTo>
                  <a:lnTo>
                    <a:pt x="101885" y="152407"/>
                  </a:lnTo>
                  <a:lnTo>
                    <a:pt x="102254" y="151815"/>
                  </a:lnTo>
                  <a:lnTo>
                    <a:pt x="102636" y="151236"/>
                  </a:lnTo>
                  <a:lnTo>
                    <a:pt x="103017" y="150670"/>
                  </a:lnTo>
                  <a:lnTo>
                    <a:pt x="103425" y="150130"/>
                  </a:lnTo>
                  <a:lnTo>
                    <a:pt x="103834" y="149603"/>
                  </a:lnTo>
                  <a:lnTo>
                    <a:pt x="104242" y="149090"/>
                  </a:lnTo>
                  <a:lnTo>
                    <a:pt x="104663" y="148590"/>
                  </a:lnTo>
                  <a:lnTo>
                    <a:pt x="105097" y="148116"/>
                  </a:lnTo>
                  <a:lnTo>
                    <a:pt x="105532" y="147642"/>
                  </a:lnTo>
                  <a:lnTo>
                    <a:pt x="105966" y="147194"/>
                  </a:lnTo>
                  <a:lnTo>
                    <a:pt x="106414" y="146760"/>
                  </a:lnTo>
                  <a:lnTo>
                    <a:pt x="106861" y="146352"/>
                  </a:lnTo>
                  <a:lnTo>
                    <a:pt x="107309" y="145944"/>
                  </a:lnTo>
                  <a:lnTo>
                    <a:pt x="107756" y="145562"/>
                  </a:lnTo>
                  <a:lnTo>
                    <a:pt x="108191" y="145180"/>
                  </a:lnTo>
                  <a:lnTo>
                    <a:pt x="108638" y="144825"/>
                  </a:lnTo>
                  <a:lnTo>
                    <a:pt x="109086" y="144483"/>
                  </a:lnTo>
                  <a:lnTo>
                    <a:pt x="109533" y="144154"/>
                  </a:lnTo>
                  <a:lnTo>
                    <a:pt x="109968" y="143838"/>
                  </a:lnTo>
                  <a:lnTo>
                    <a:pt x="110402" y="143535"/>
                  </a:lnTo>
                  <a:lnTo>
                    <a:pt x="110837" y="143245"/>
                  </a:lnTo>
                  <a:lnTo>
                    <a:pt x="111258" y="142969"/>
                  </a:lnTo>
                  <a:lnTo>
                    <a:pt x="112074" y="142456"/>
                  </a:lnTo>
                  <a:lnTo>
                    <a:pt x="112864" y="141995"/>
                  </a:lnTo>
                  <a:lnTo>
                    <a:pt x="113614" y="141587"/>
                  </a:lnTo>
                  <a:lnTo>
                    <a:pt x="114312" y="141231"/>
                  </a:lnTo>
                  <a:lnTo>
                    <a:pt x="114957" y="140915"/>
                  </a:lnTo>
                  <a:lnTo>
                    <a:pt x="115536" y="140652"/>
                  </a:lnTo>
                  <a:lnTo>
                    <a:pt x="116036" y="140428"/>
                  </a:lnTo>
                  <a:lnTo>
                    <a:pt x="116471" y="140257"/>
                  </a:lnTo>
                  <a:lnTo>
                    <a:pt x="117076" y="140020"/>
                  </a:lnTo>
                  <a:lnTo>
                    <a:pt x="117287" y="139941"/>
                  </a:lnTo>
                  <a:lnTo>
                    <a:pt x="117813" y="139915"/>
                  </a:lnTo>
                  <a:lnTo>
                    <a:pt x="118327" y="139862"/>
                  </a:lnTo>
                  <a:lnTo>
                    <a:pt x="118840" y="139810"/>
                  </a:lnTo>
                  <a:lnTo>
                    <a:pt x="119353" y="139744"/>
                  </a:lnTo>
                  <a:lnTo>
                    <a:pt x="119854" y="139652"/>
                  </a:lnTo>
                  <a:lnTo>
                    <a:pt x="120367" y="139573"/>
                  </a:lnTo>
                  <a:lnTo>
                    <a:pt x="120867" y="139467"/>
                  </a:lnTo>
                  <a:lnTo>
                    <a:pt x="121367" y="139349"/>
                  </a:lnTo>
                  <a:lnTo>
                    <a:pt x="121868" y="139231"/>
                  </a:lnTo>
                  <a:lnTo>
                    <a:pt x="122368" y="139099"/>
                  </a:lnTo>
                  <a:lnTo>
                    <a:pt x="122855" y="138954"/>
                  </a:lnTo>
                  <a:lnTo>
                    <a:pt x="123355" y="138796"/>
                  </a:lnTo>
                  <a:lnTo>
                    <a:pt x="123842" y="138625"/>
                  </a:lnTo>
                  <a:lnTo>
                    <a:pt x="124316" y="138454"/>
                  </a:lnTo>
                  <a:lnTo>
                    <a:pt x="124803" y="138270"/>
                  </a:lnTo>
                  <a:lnTo>
                    <a:pt x="125277" y="138072"/>
                  </a:lnTo>
                  <a:lnTo>
                    <a:pt x="125395" y="138559"/>
                  </a:lnTo>
                  <a:lnTo>
                    <a:pt x="125527" y="139046"/>
                  </a:lnTo>
                  <a:lnTo>
                    <a:pt x="125672" y="139533"/>
                  </a:lnTo>
                  <a:lnTo>
                    <a:pt x="125830" y="140020"/>
                  </a:lnTo>
                  <a:lnTo>
                    <a:pt x="125988" y="140494"/>
                  </a:lnTo>
                  <a:lnTo>
                    <a:pt x="126172" y="140968"/>
                  </a:lnTo>
                  <a:lnTo>
                    <a:pt x="126343" y="141429"/>
                  </a:lnTo>
                  <a:lnTo>
                    <a:pt x="126541" y="141890"/>
                  </a:lnTo>
                  <a:lnTo>
                    <a:pt x="126738" y="142350"/>
                  </a:lnTo>
                  <a:lnTo>
                    <a:pt x="126949" y="142798"/>
                  </a:lnTo>
                  <a:lnTo>
                    <a:pt x="127172" y="143245"/>
                  </a:lnTo>
                  <a:lnTo>
                    <a:pt x="127396" y="143693"/>
                  </a:lnTo>
                  <a:lnTo>
                    <a:pt x="127633" y="144127"/>
                  </a:lnTo>
                  <a:lnTo>
                    <a:pt x="127883" y="144562"/>
                  </a:lnTo>
                  <a:lnTo>
                    <a:pt x="128133" y="144983"/>
                  </a:lnTo>
                  <a:lnTo>
                    <a:pt x="128397" y="145404"/>
                  </a:lnTo>
                  <a:lnTo>
                    <a:pt x="128673" y="145812"/>
                  </a:lnTo>
                  <a:lnTo>
                    <a:pt x="128949" y="146220"/>
                  </a:lnTo>
                  <a:lnTo>
                    <a:pt x="129239" y="146628"/>
                  </a:lnTo>
                  <a:lnTo>
                    <a:pt x="129542" y="147023"/>
                  </a:lnTo>
                  <a:lnTo>
                    <a:pt x="129845" y="147405"/>
                  </a:lnTo>
                  <a:lnTo>
                    <a:pt x="130147" y="147787"/>
                  </a:lnTo>
                  <a:lnTo>
                    <a:pt x="130476" y="148169"/>
                  </a:lnTo>
                  <a:lnTo>
                    <a:pt x="130792" y="148537"/>
                  </a:lnTo>
                  <a:lnTo>
                    <a:pt x="131135" y="148893"/>
                  </a:lnTo>
                  <a:lnTo>
                    <a:pt x="131477" y="149248"/>
                  </a:lnTo>
                  <a:lnTo>
                    <a:pt x="131819" y="149590"/>
                  </a:lnTo>
                  <a:lnTo>
                    <a:pt x="132175" y="149932"/>
                  </a:lnTo>
                  <a:lnTo>
                    <a:pt x="132543" y="150275"/>
                  </a:lnTo>
                  <a:lnTo>
                    <a:pt x="132912" y="150591"/>
                  </a:lnTo>
                  <a:lnTo>
                    <a:pt x="133280" y="150920"/>
                  </a:lnTo>
                  <a:lnTo>
                    <a:pt x="133662" y="151222"/>
                  </a:lnTo>
                  <a:lnTo>
                    <a:pt x="134057" y="151525"/>
                  </a:lnTo>
                  <a:lnTo>
                    <a:pt x="134439" y="151828"/>
                  </a:lnTo>
                  <a:lnTo>
                    <a:pt x="134847" y="152104"/>
                  </a:lnTo>
                  <a:lnTo>
                    <a:pt x="135255" y="152394"/>
                  </a:lnTo>
                  <a:lnTo>
                    <a:pt x="135663" y="152657"/>
                  </a:lnTo>
                  <a:lnTo>
                    <a:pt x="136084" y="152921"/>
                  </a:lnTo>
                  <a:lnTo>
                    <a:pt x="136505" y="153184"/>
                  </a:lnTo>
                  <a:lnTo>
                    <a:pt x="136940" y="153421"/>
                  </a:lnTo>
                  <a:lnTo>
                    <a:pt x="137374" y="153658"/>
                  </a:lnTo>
                  <a:lnTo>
                    <a:pt x="137809" y="153895"/>
                  </a:lnTo>
                  <a:lnTo>
                    <a:pt x="138256" y="154105"/>
                  </a:lnTo>
                  <a:lnTo>
                    <a:pt x="138704" y="154316"/>
                  </a:lnTo>
                  <a:lnTo>
                    <a:pt x="139151" y="154527"/>
                  </a:lnTo>
                  <a:lnTo>
                    <a:pt x="139612" y="154711"/>
                  </a:lnTo>
                  <a:lnTo>
                    <a:pt x="140073" y="154895"/>
                  </a:lnTo>
                  <a:lnTo>
                    <a:pt x="140547" y="155066"/>
                  </a:lnTo>
                  <a:lnTo>
                    <a:pt x="141020" y="155237"/>
                  </a:lnTo>
                  <a:lnTo>
                    <a:pt x="141494" y="155382"/>
                  </a:lnTo>
                  <a:lnTo>
                    <a:pt x="141981" y="155527"/>
                  </a:lnTo>
                  <a:lnTo>
                    <a:pt x="142468" y="155659"/>
                  </a:lnTo>
                  <a:lnTo>
                    <a:pt x="142955" y="155790"/>
                  </a:lnTo>
                  <a:lnTo>
                    <a:pt x="143442" y="155896"/>
                  </a:lnTo>
                  <a:lnTo>
                    <a:pt x="143943" y="156001"/>
                  </a:lnTo>
                  <a:lnTo>
                    <a:pt x="144443" y="156093"/>
                  </a:lnTo>
                  <a:lnTo>
                    <a:pt x="144943" y="156185"/>
                  </a:lnTo>
                  <a:lnTo>
                    <a:pt x="145443" y="156251"/>
                  </a:lnTo>
                  <a:lnTo>
                    <a:pt x="145957" y="156317"/>
                  </a:lnTo>
                  <a:lnTo>
                    <a:pt x="146470" y="156369"/>
                  </a:lnTo>
                  <a:lnTo>
                    <a:pt x="146983" y="156409"/>
                  </a:lnTo>
                  <a:lnTo>
                    <a:pt x="147497" y="156435"/>
                  </a:lnTo>
                  <a:lnTo>
                    <a:pt x="148023" y="156448"/>
                  </a:lnTo>
                  <a:lnTo>
                    <a:pt x="149103" y="156448"/>
                  </a:lnTo>
                  <a:lnTo>
                    <a:pt x="149669" y="156422"/>
                  </a:lnTo>
                  <a:lnTo>
                    <a:pt x="150222" y="156396"/>
                  </a:lnTo>
                  <a:lnTo>
                    <a:pt x="150775" y="156356"/>
                  </a:lnTo>
                  <a:lnTo>
                    <a:pt x="151327" y="156290"/>
                  </a:lnTo>
                  <a:lnTo>
                    <a:pt x="151880" y="156225"/>
                  </a:lnTo>
                  <a:lnTo>
                    <a:pt x="152433" y="156132"/>
                  </a:lnTo>
                  <a:lnTo>
                    <a:pt x="152973" y="156040"/>
                  </a:lnTo>
                  <a:lnTo>
                    <a:pt x="153381" y="155975"/>
                  </a:lnTo>
                  <a:lnTo>
                    <a:pt x="153802" y="155909"/>
                  </a:lnTo>
                  <a:lnTo>
                    <a:pt x="154210" y="155830"/>
                  </a:lnTo>
                  <a:lnTo>
                    <a:pt x="154605" y="155751"/>
                  </a:lnTo>
                  <a:lnTo>
                    <a:pt x="155013" y="155645"/>
                  </a:lnTo>
                  <a:lnTo>
                    <a:pt x="155408" y="155553"/>
                  </a:lnTo>
                  <a:lnTo>
                    <a:pt x="155803" y="155448"/>
                  </a:lnTo>
                  <a:lnTo>
                    <a:pt x="156198" y="155329"/>
                  </a:lnTo>
                  <a:lnTo>
                    <a:pt x="156975" y="155079"/>
                  </a:lnTo>
                  <a:lnTo>
                    <a:pt x="157738" y="154790"/>
                  </a:lnTo>
                  <a:lnTo>
                    <a:pt x="158488" y="154487"/>
                  </a:lnTo>
                  <a:lnTo>
                    <a:pt x="159212" y="154145"/>
                  </a:lnTo>
                  <a:lnTo>
                    <a:pt x="159936" y="153789"/>
                  </a:lnTo>
                  <a:lnTo>
                    <a:pt x="160634" y="153394"/>
                  </a:lnTo>
                  <a:lnTo>
                    <a:pt x="161332" y="152986"/>
                  </a:lnTo>
                  <a:lnTo>
                    <a:pt x="162003" y="152539"/>
                  </a:lnTo>
                  <a:lnTo>
                    <a:pt x="162648" y="152078"/>
                  </a:lnTo>
                  <a:lnTo>
                    <a:pt x="163280" y="151591"/>
                  </a:lnTo>
                  <a:lnTo>
                    <a:pt x="163899" y="151091"/>
                  </a:lnTo>
                  <a:lnTo>
                    <a:pt x="164491" y="150551"/>
                  </a:lnTo>
                  <a:lnTo>
                    <a:pt x="164780" y="150920"/>
                  </a:lnTo>
                  <a:lnTo>
                    <a:pt x="165057" y="151288"/>
                  </a:lnTo>
                  <a:lnTo>
                    <a:pt x="165360" y="151631"/>
                  </a:lnTo>
                  <a:lnTo>
                    <a:pt x="165662" y="151973"/>
                  </a:lnTo>
                  <a:lnTo>
                    <a:pt x="165978" y="152302"/>
                  </a:lnTo>
                  <a:lnTo>
                    <a:pt x="166307" y="152631"/>
                  </a:lnTo>
                  <a:lnTo>
                    <a:pt x="166637" y="152934"/>
                  </a:lnTo>
                  <a:lnTo>
                    <a:pt x="166979" y="153236"/>
                  </a:lnTo>
                  <a:lnTo>
                    <a:pt x="167334" y="153526"/>
                  </a:lnTo>
                  <a:lnTo>
                    <a:pt x="167690" y="153803"/>
                  </a:lnTo>
                  <a:lnTo>
                    <a:pt x="168058" y="154079"/>
                  </a:lnTo>
                  <a:lnTo>
                    <a:pt x="168440" y="154329"/>
                  </a:lnTo>
                  <a:lnTo>
                    <a:pt x="168809" y="154579"/>
                  </a:lnTo>
                  <a:lnTo>
                    <a:pt x="169203" y="154816"/>
                  </a:lnTo>
                  <a:lnTo>
                    <a:pt x="169598" y="155040"/>
                  </a:lnTo>
                  <a:lnTo>
                    <a:pt x="170006" y="155251"/>
                  </a:lnTo>
                  <a:lnTo>
                    <a:pt x="170414" y="155461"/>
                  </a:lnTo>
                  <a:lnTo>
                    <a:pt x="170823" y="155645"/>
                  </a:lnTo>
                  <a:lnTo>
                    <a:pt x="171244" y="155817"/>
                  </a:lnTo>
                  <a:lnTo>
                    <a:pt x="171678" y="155988"/>
                  </a:lnTo>
                  <a:lnTo>
                    <a:pt x="172099" y="156146"/>
                  </a:lnTo>
                  <a:lnTo>
                    <a:pt x="172547" y="156277"/>
                  </a:lnTo>
                  <a:lnTo>
                    <a:pt x="172981" y="156409"/>
                  </a:lnTo>
                  <a:lnTo>
                    <a:pt x="173429" y="156527"/>
                  </a:lnTo>
                  <a:lnTo>
                    <a:pt x="173876" y="156633"/>
                  </a:lnTo>
                  <a:lnTo>
                    <a:pt x="174337" y="156712"/>
                  </a:lnTo>
                  <a:lnTo>
                    <a:pt x="174798" y="156791"/>
                  </a:lnTo>
                  <a:lnTo>
                    <a:pt x="175259" y="156856"/>
                  </a:lnTo>
                  <a:lnTo>
                    <a:pt x="175733" y="156896"/>
                  </a:lnTo>
                  <a:lnTo>
                    <a:pt x="176206" y="156935"/>
                  </a:lnTo>
                  <a:lnTo>
                    <a:pt x="176680" y="156962"/>
                  </a:lnTo>
                  <a:lnTo>
                    <a:pt x="177154" y="156962"/>
                  </a:lnTo>
                  <a:lnTo>
                    <a:pt x="177786" y="156949"/>
                  </a:lnTo>
                  <a:lnTo>
                    <a:pt x="178405" y="156922"/>
                  </a:lnTo>
                  <a:lnTo>
                    <a:pt x="179023" y="156856"/>
                  </a:lnTo>
                  <a:lnTo>
                    <a:pt x="179629" y="156777"/>
                  </a:lnTo>
                  <a:lnTo>
                    <a:pt x="180234" y="156672"/>
                  </a:lnTo>
                  <a:lnTo>
                    <a:pt x="180827" y="156541"/>
                  </a:lnTo>
                  <a:lnTo>
                    <a:pt x="181419" y="156396"/>
                  </a:lnTo>
                  <a:lnTo>
                    <a:pt x="181985" y="156211"/>
                  </a:lnTo>
                  <a:lnTo>
                    <a:pt x="182564" y="156027"/>
                  </a:lnTo>
                  <a:lnTo>
                    <a:pt x="183117" y="155817"/>
                  </a:lnTo>
                  <a:lnTo>
                    <a:pt x="183657" y="155580"/>
                  </a:lnTo>
                  <a:lnTo>
                    <a:pt x="184197" y="155329"/>
                  </a:lnTo>
                  <a:lnTo>
                    <a:pt x="184723" y="155053"/>
                  </a:lnTo>
                  <a:lnTo>
                    <a:pt x="185237" y="154763"/>
                  </a:lnTo>
                  <a:lnTo>
                    <a:pt x="185737" y="154448"/>
                  </a:lnTo>
                  <a:lnTo>
                    <a:pt x="186224" y="154118"/>
                  </a:lnTo>
                  <a:lnTo>
                    <a:pt x="186685" y="153776"/>
                  </a:lnTo>
                  <a:lnTo>
                    <a:pt x="187145" y="153408"/>
                  </a:lnTo>
                  <a:lnTo>
                    <a:pt x="187593" y="153026"/>
                  </a:lnTo>
                  <a:lnTo>
                    <a:pt x="188027" y="152631"/>
                  </a:lnTo>
                  <a:lnTo>
                    <a:pt x="188448" y="152223"/>
                  </a:lnTo>
                  <a:lnTo>
                    <a:pt x="188843" y="151789"/>
                  </a:lnTo>
                  <a:lnTo>
                    <a:pt x="189225" y="151341"/>
                  </a:lnTo>
                  <a:lnTo>
                    <a:pt x="189594" y="150893"/>
                  </a:lnTo>
                  <a:lnTo>
                    <a:pt x="189949" y="150419"/>
                  </a:lnTo>
                  <a:lnTo>
                    <a:pt x="190278" y="149932"/>
                  </a:lnTo>
                  <a:lnTo>
                    <a:pt x="190594" y="149432"/>
                  </a:lnTo>
                  <a:lnTo>
                    <a:pt x="190884" y="148919"/>
                  </a:lnTo>
                  <a:lnTo>
                    <a:pt x="191160" y="148392"/>
                  </a:lnTo>
                  <a:lnTo>
                    <a:pt x="191423" y="147853"/>
                  </a:lnTo>
                  <a:lnTo>
                    <a:pt x="191660" y="147300"/>
                  </a:lnTo>
                  <a:lnTo>
                    <a:pt x="191884" y="146747"/>
                  </a:lnTo>
                  <a:lnTo>
                    <a:pt x="192555" y="147115"/>
                  </a:lnTo>
                  <a:lnTo>
                    <a:pt x="193240" y="147458"/>
                  </a:lnTo>
                  <a:lnTo>
                    <a:pt x="193938" y="147787"/>
                  </a:lnTo>
                  <a:lnTo>
                    <a:pt x="194648" y="148076"/>
                  </a:lnTo>
                  <a:lnTo>
                    <a:pt x="195359" y="148366"/>
                  </a:lnTo>
                  <a:lnTo>
                    <a:pt x="196083" y="148616"/>
                  </a:lnTo>
                  <a:lnTo>
                    <a:pt x="196820" y="148853"/>
                  </a:lnTo>
                  <a:lnTo>
                    <a:pt x="197558" y="149050"/>
                  </a:lnTo>
                  <a:lnTo>
                    <a:pt x="198308" y="149235"/>
                  </a:lnTo>
                  <a:lnTo>
                    <a:pt x="199058" y="149406"/>
                  </a:lnTo>
                  <a:lnTo>
                    <a:pt x="199822" y="149538"/>
                  </a:lnTo>
                  <a:lnTo>
                    <a:pt x="200585" y="149656"/>
                  </a:lnTo>
                  <a:lnTo>
                    <a:pt x="201349" y="149735"/>
                  </a:lnTo>
                  <a:lnTo>
                    <a:pt x="202125" y="149801"/>
                  </a:lnTo>
                  <a:lnTo>
                    <a:pt x="202889" y="149840"/>
                  </a:lnTo>
                  <a:lnTo>
                    <a:pt x="203665" y="149853"/>
                  </a:lnTo>
                  <a:lnTo>
                    <a:pt x="204205" y="149840"/>
                  </a:lnTo>
                  <a:lnTo>
                    <a:pt x="204745" y="149827"/>
                  </a:lnTo>
                  <a:lnTo>
                    <a:pt x="205271" y="149801"/>
                  </a:lnTo>
                  <a:lnTo>
                    <a:pt x="205798" y="149761"/>
                  </a:lnTo>
                  <a:lnTo>
                    <a:pt x="206324" y="149709"/>
                  </a:lnTo>
                  <a:lnTo>
                    <a:pt x="206851" y="149643"/>
                  </a:lnTo>
                  <a:lnTo>
                    <a:pt x="207364" y="149564"/>
                  </a:lnTo>
                  <a:lnTo>
                    <a:pt x="207878" y="149485"/>
                  </a:lnTo>
                  <a:lnTo>
                    <a:pt x="208391" y="149380"/>
                  </a:lnTo>
                  <a:lnTo>
                    <a:pt x="208904" y="149274"/>
                  </a:lnTo>
                  <a:lnTo>
                    <a:pt x="209405" y="149156"/>
                  </a:lnTo>
                  <a:lnTo>
                    <a:pt x="209905" y="149024"/>
                  </a:lnTo>
                  <a:lnTo>
                    <a:pt x="210392" y="148893"/>
                  </a:lnTo>
                  <a:lnTo>
                    <a:pt x="210892" y="148735"/>
                  </a:lnTo>
                  <a:lnTo>
                    <a:pt x="211366" y="148577"/>
                  </a:lnTo>
                  <a:lnTo>
                    <a:pt x="211853" y="148405"/>
                  </a:lnTo>
                  <a:lnTo>
                    <a:pt x="212327" y="148221"/>
                  </a:lnTo>
                  <a:lnTo>
                    <a:pt x="212801" y="148037"/>
                  </a:lnTo>
                  <a:lnTo>
                    <a:pt x="213262" y="147839"/>
                  </a:lnTo>
                  <a:lnTo>
                    <a:pt x="213735" y="147629"/>
                  </a:lnTo>
                  <a:lnTo>
                    <a:pt x="214183" y="147405"/>
                  </a:lnTo>
                  <a:lnTo>
                    <a:pt x="214631" y="147181"/>
                  </a:lnTo>
                  <a:lnTo>
                    <a:pt x="215078" y="146944"/>
                  </a:lnTo>
                  <a:lnTo>
                    <a:pt x="215526" y="146694"/>
                  </a:lnTo>
                  <a:lnTo>
                    <a:pt x="215960" y="146444"/>
                  </a:lnTo>
                  <a:lnTo>
                    <a:pt x="216381" y="146181"/>
                  </a:lnTo>
                  <a:lnTo>
                    <a:pt x="216803" y="145904"/>
                  </a:lnTo>
                  <a:lnTo>
                    <a:pt x="217224" y="145628"/>
                  </a:lnTo>
                  <a:lnTo>
                    <a:pt x="217632" y="145338"/>
                  </a:lnTo>
                  <a:lnTo>
                    <a:pt x="218040" y="145036"/>
                  </a:lnTo>
                  <a:lnTo>
                    <a:pt x="218435" y="144733"/>
                  </a:lnTo>
                  <a:lnTo>
                    <a:pt x="218830" y="144417"/>
                  </a:lnTo>
                  <a:lnTo>
                    <a:pt x="219067" y="144338"/>
                  </a:lnTo>
                  <a:lnTo>
                    <a:pt x="219304" y="144219"/>
                  </a:lnTo>
                  <a:lnTo>
                    <a:pt x="219527" y="144088"/>
                  </a:lnTo>
                  <a:lnTo>
                    <a:pt x="219738" y="143917"/>
                  </a:lnTo>
                  <a:lnTo>
                    <a:pt x="220238" y="143469"/>
                  </a:lnTo>
                  <a:lnTo>
                    <a:pt x="220725" y="143008"/>
                  </a:lnTo>
                  <a:lnTo>
                    <a:pt x="221186" y="142535"/>
                  </a:lnTo>
                  <a:lnTo>
                    <a:pt x="221647" y="142061"/>
                  </a:lnTo>
                  <a:lnTo>
                    <a:pt x="222068" y="141560"/>
                  </a:lnTo>
                  <a:lnTo>
                    <a:pt x="222489" y="141060"/>
                  </a:lnTo>
                  <a:lnTo>
                    <a:pt x="222871" y="140534"/>
                  </a:lnTo>
                  <a:lnTo>
                    <a:pt x="223253" y="140007"/>
                  </a:lnTo>
                  <a:lnTo>
                    <a:pt x="223608" y="139481"/>
                  </a:lnTo>
                  <a:lnTo>
                    <a:pt x="223950" y="138928"/>
                  </a:lnTo>
                  <a:lnTo>
                    <a:pt x="224266" y="138375"/>
                  </a:lnTo>
                  <a:lnTo>
                    <a:pt x="224569" y="137822"/>
                  </a:lnTo>
                  <a:lnTo>
                    <a:pt x="224859" y="137243"/>
                  </a:lnTo>
                  <a:lnTo>
                    <a:pt x="225122" y="136677"/>
                  </a:lnTo>
                  <a:lnTo>
                    <a:pt x="225372" y="136084"/>
                  </a:lnTo>
                  <a:lnTo>
                    <a:pt x="225596" y="135492"/>
                  </a:lnTo>
                  <a:lnTo>
                    <a:pt x="225793" y="135045"/>
                  </a:lnTo>
                  <a:lnTo>
                    <a:pt x="225978" y="134597"/>
                  </a:lnTo>
                  <a:lnTo>
                    <a:pt x="226149" y="134136"/>
                  </a:lnTo>
                  <a:lnTo>
                    <a:pt x="226320" y="133662"/>
                  </a:lnTo>
                  <a:lnTo>
                    <a:pt x="226465" y="133202"/>
                  </a:lnTo>
                  <a:lnTo>
                    <a:pt x="226623" y="132728"/>
                  </a:lnTo>
                  <a:lnTo>
                    <a:pt x="226754" y="132241"/>
                  </a:lnTo>
                  <a:lnTo>
                    <a:pt x="226886" y="131767"/>
                  </a:lnTo>
                  <a:lnTo>
                    <a:pt x="226991" y="131280"/>
                  </a:lnTo>
                  <a:lnTo>
                    <a:pt x="227110" y="130793"/>
                  </a:lnTo>
                  <a:lnTo>
                    <a:pt x="227202" y="130292"/>
                  </a:lnTo>
                  <a:lnTo>
                    <a:pt x="227294" y="129805"/>
                  </a:lnTo>
                  <a:lnTo>
                    <a:pt x="227360" y="129305"/>
                  </a:lnTo>
                  <a:lnTo>
                    <a:pt x="227426" y="128792"/>
                  </a:lnTo>
                  <a:lnTo>
                    <a:pt x="227491" y="128292"/>
                  </a:lnTo>
                  <a:lnTo>
                    <a:pt x="227531" y="127778"/>
                  </a:lnTo>
                  <a:lnTo>
                    <a:pt x="228136" y="127581"/>
                  </a:lnTo>
                  <a:lnTo>
                    <a:pt x="228716" y="127357"/>
                  </a:lnTo>
                  <a:lnTo>
                    <a:pt x="229295" y="127107"/>
                  </a:lnTo>
                  <a:lnTo>
                    <a:pt x="229861" y="126844"/>
                  </a:lnTo>
                  <a:lnTo>
                    <a:pt x="230400" y="126554"/>
                  </a:lnTo>
                  <a:lnTo>
                    <a:pt x="230940" y="126238"/>
                  </a:lnTo>
                  <a:lnTo>
                    <a:pt x="231467" y="125909"/>
                  </a:lnTo>
                  <a:lnTo>
                    <a:pt x="231967" y="125567"/>
                  </a:lnTo>
                  <a:lnTo>
                    <a:pt x="232454" y="125198"/>
                  </a:lnTo>
                  <a:lnTo>
                    <a:pt x="232928" y="124816"/>
                  </a:lnTo>
                  <a:lnTo>
                    <a:pt x="233389" y="124408"/>
                  </a:lnTo>
                  <a:lnTo>
                    <a:pt x="233836" y="123987"/>
                  </a:lnTo>
                  <a:lnTo>
                    <a:pt x="234257" y="123553"/>
                  </a:lnTo>
                  <a:lnTo>
                    <a:pt x="234665" y="123092"/>
                  </a:lnTo>
                  <a:lnTo>
                    <a:pt x="235060" y="122631"/>
                  </a:lnTo>
                  <a:lnTo>
                    <a:pt x="235429" y="122144"/>
                  </a:lnTo>
                  <a:lnTo>
                    <a:pt x="235784" y="121644"/>
                  </a:lnTo>
                  <a:lnTo>
                    <a:pt x="236113" y="121131"/>
                  </a:lnTo>
                  <a:lnTo>
                    <a:pt x="236429" y="120604"/>
                  </a:lnTo>
                  <a:lnTo>
                    <a:pt x="236719" y="120064"/>
                  </a:lnTo>
                  <a:lnTo>
                    <a:pt x="236995" y="119525"/>
                  </a:lnTo>
                  <a:lnTo>
                    <a:pt x="237245" y="118959"/>
                  </a:lnTo>
                  <a:lnTo>
                    <a:pt x="237469" y="118379"/>
                  </a:lnTo>
                  <a:lnTo>
                    <a:pt x="237680" y="117800"/>
                  </a:lnTo>
                  <a:lnTo>
                    <a:pt x="237864" y="117208"/>
                  </a:lnTo>
                  <a:lnTo>
                    <a:pt x="238022" y="116602"/>
                  </a:lnTo>
                  <a:lnTo>
                    <a:pt x="238167" y="115997"/>
                  </a:lnTo>
                  <a:lnTo>
                    <a:pt x="238272" y="115378"/>
                  </a:lnTo>
                  <a:lnTo>
                    <a:pt x="238364" y="114746"/>
                  </a:lnTo>
                  <a:lnTo>
                    <a:pt x="238430" y="114115"/>
                  </a:lnTo>
                  <a:lnTo>
                    <a:pt x="238470" y="113470"/>
                  </a:lnTo>
                  <a:lnTo>
                    <a:pt x="238483" y="112824"/>
                  </a:lnTo>
                  <a:lnTo>
                    <a:pt x="238483" y="112416"/>
                  </a:lnTo>
                  <a:lnTo>
                    <a:pt x="238470" y="112022"/>
                  </a:lnTo>
                  <a:lnTo>
                    <a:pt x="238443" y="111627"/>
                  </a:lnTo>
                  <a:lnTo>
                    <a:pt x="238404" y="111232"/>
                  </a:lnTo>
                  <a:lnTo>
                    <a:pt x="238364" y="110837"/>
                  </a:lnTo>
                  <a:lnTo>
                    <a:pt x="238312" y="110455"/>
                  </a:lnTo>
                  <a:lnTo>
                    <a:pt x="238246" y="110060"/>
                  </a:lnTo>
                  <a:lnTo>
                    <a:pt x="238180" y="109678"/>
                  </a:lnTo>
                  <a:lnTo>
                    <a:pt x="238088" y="109310"/>
                  </a:lnTo>
                  <a:lnTo>
                    <a:pt x="238009" y="108928"/>
                  </a:lnTo>
                  <a:lnTo>
                    <a:pt x="237904" y="108560"/>
                  </a:lnTo>
                  <a:lnTo>
                    <a:pt x="237798" y="108178"/>
                  </a:lnTo>
                  <a:lnTo>
                    <a:pt x="237680" y="107822"/>
                  </a:lnTo>
                  <a:lnTo>
                    <a:pt x="237548" y="107454"/>
                  </a:lnTo>
                  <a:lnTo>
                    <a:pt x="237417" y="107098"/>
                  </a:lnTo>
                  <a:lnTo>
                    <a:pt x="237272" y="106743"/>
                  </a:lnTo>
                  <a:lnTo>
                    <a:pt x="237127" y="106388"/>
                  </a:lnTo>
                  <a:lnTo>
                    <a:pt x="236956" y="106045"/>
                  </a:lnTo>
                  <a:lnTo>
                    <a:pt x="236798" y="105703"/>
                  </a:lnTo>
                  <a:lnTo>
                    <a:pt x="236614" y="105361"/>
                  </a:lnTo>
                  <a:lnTo>
                    <a:pt x="236429" y="105032"/>
                  </a:lnTo>
                  <a:lnTo>
                    <a:pt x="236232" y="104703"/>
                  </a:lnTo>
                  <a:lnTo>
                    <a:pt x="236034" y="104374"/>
                  </a:lnTo>
                  <a:lnTo>
                    <a:pt x="235824" y="104058"/>
                  </a:lnTo>
                  <a:lnTo>
                    <a:pt x="235613" y="103742"/>
                  </a:lnTo>
                  <a:lnTo>
                    <a:pt x="235389" y="103426"/>
                  </a:lnTo>
                  <a:lnTo>
                    <a:pt x="235152" y="103123"/>
                  </a:lnTo>
                  <a:lnTo>
                    <a:pt x="234916" y="102833"/>
                  </a:lnTo>
                  <a:lnTo>
                    <a:pt x="234665" y="102544"/>
                  </a:lnTo>
                  <a:lnTo>
                    <a:pt x="234415" y="102254"/>
                  </a:lnTo>
                  <a:lnTo>
                    <a:pt x="234152" y="101978"/>
                  </a:lnTo>
                  <a:lnTo>
                    <a:pt x="233876" y="101701"/>
                  </a:lnTo>
                  <a:lnTo>
                    <a:pt x="234600" y="101306"/>
                  </a:lnTo>
                  <a:lnTo>
                    <a:pt x="235297" y="100885"/>
                  </a:lnTo>
                  <a:lnTo>
                    <a:pt x="235982" y="100451"/>
                  </a:lnTo>
                  <a:lnTo>
                    <a:pt x="236653" y="99990"/>
                  </a:lnTo>
                  <a:lnTo>
                    <a:pt x="237298" y="99503"/>
                  </a:lnTo>
                  <a:lnTo>
                    <a:pt x="237930" y="99003"/>
                  </a:lnTo>
                  <a:lnTo>
                    <a:pt x="238549" y="98476"/>
                  </a:lnTo>
                  <a:lnTo>
                    <a:pt x="239154" y="97937"/>
                  </a:lnTo>
                  <a:lnTo>
                    <a:pt x="239720" y="97371"/>
                  </a:lnTo>
                  <a:lnTo>
                    <a:pt x="240286" y="96791"/>
                  </a:lnTo>
                  <a:lnTo>
                    <a:pt x="240826" y="96199"/>
                  </a:lnTo>
                  <a:lnTo>
                    <a:pt x="241339" y="95580"/>
                  </a:lnTo>
                  <a:lnTo>
                    <a:pt x="241840" y="94948"/>
                  </a:lnTo>
                  <a:lnTo>
                    <a:pt x="242313" y="94290"/>
                  </a:lnTo>
                  <a:lnTo>
                    <a:pt x="242761" y="93632"/>
                  </a:lnTo>
                  <a:lnTo>
                    <a:pt x="243195" y="92948"/>
                  </a:lnTo>
                  <a:lnTo>
                    <a:pt x="243603" y="92263"/>
                  </a:lnTo>
                  <a:lnTo>
                    <a:pt x="243985" y="91552"/>
                  </a:lnTo>
                  <a:lnTo>
                    <a:pt x="244354" y="90828"/>
                  </a:lnTo>
                  <a:lnTo>
                    <a:pt x="244683" y="90091"/>
                  </a:lnTo>
                  <a:lnTo>
                    <a:pt x="244999" y="89341"/>
                  </a:lnTo>
                  <a:lnTo>
                    <a:pt x="245288" y="88590"/>
                  </a:lnTo>
                  <a:lnTo>
                    <a:pt x="245552" y="87814"/>
                  </a:lnTo>
                  <a:lnTo>
                    <a:pt x="245789" y="87037"/>
                  </a:lnTo>
                  <a:lnTo>
                    <a:pt x="245999" y="86247"/>
                  </a:lnTo>
                  <a:lnTo>
                    <a:pt x="246183" y="85458"/>
                  </a:lnTo>
                  <a:lnTo>
                    <a:pt x="246341" y="84641"/>
                  </a:lnTo>
                  <a:lnTo>
                    <a:pt x="246473" y="83825"/>
                  </a:lnTo>
                  <a:lnTo>
                    <a:pt x="246578" y="83009"/>
                  </a:lnTo>
                  <a:lnTo>
                    <a:pt x="246644" y="82180"/>
                  </a:lnTo>
                  <a:lnTo>
                    <a:pt x="246697" y="81351"/>
                  </a:lnTo>
                  <a:lnTo>
                    <a:pt x="246710" y="80508"/>
                  </a:lnTo>
                  <a:lnTo>
                    <a:pt x="246697" y="79955"/>
                  </a:lnTo>
                  <a:lnTo>
                    <a:pt x="246684" y="79415"/>
                  </a:lnTo>
                  <a:lnTo>
                    <a:pt x="246657" y="78863"/>
                  </a:lnTo>
                  <a:lnTo>
                    <a:pt x="246605" y="78336"/>
                  </a:lnTo>
                  <a:lnTo>
                    <a:pt x="246552" y="77796"/>
                  </a:lnTo>
                  <a:lnTo>
                    <a:pt x="246486" y="77257"/>
                  </a:lnTo>
                  <a:lnTo>
                    <a:pt x="246407" y="76730"/>
                  </a:lnTo>
                  <a:lnTo>
                    <a:pt x="246328" y="76217"/>
                  </a:lnTo>
                  <a:lnTo>
                    <a:pt x="246223" y="75690"/>
                  </a:lnTo>
                  <a:lnTo>
                    <a:pt x="246118" y="75177"/>
                  </a:lnTo>
                  <a:lnTo>
                    <a:pt x="245999" y="74663"/>
                  </a:lnTo>
                  <a:lnTo>
                    <a:pt x="245868" y="74150"/>
                  </a:lnTo>
                  <a:lnTo>
                    <a:pt x="245723" y="73650"/>
                  </a:lnTo>
                  <a:lnTo>
                    <a:pt x="245565" y="73150"/>
                  </a:lnTo>
                  <a:lnTo>
                    <a:pt x="245394" y="72663"/>
                  </a:lnTo>
                  <a:lnTo>
                    <a:pt x="245223" y="72176"/>
                  </a:lnTo>
                  <a:lnTo>
                    <a:pt x="245038" y="71689"/>
                  </a:lnTo>
                  <a:lnTo>
                    <a:pt x="244841" y="71201"/>
                  </a:lnTo>
                  <a:lnTo>
                    <a:pt x="244643" y="70728"/>
                  </a:lnTo>
                  <a:lnTo>
                    <a:pt x="244433" y="70267"/>
                  </a:lnTo>
                  <a:lnTo>
                    <a:pt x="244196" y="69806"/>
                  </a:lnTo>
                  <a:lnTo>
                    <a:pt x="243972" y="69345"/>
                  </a:lnTo>
                  <a:lnTo>
                    <a:pt x="243722" y="68898"/>
                  </a:lnTo>
                  <a:lnTo>
                    <a:pt x="243472" y="68450"/>
                  </a:lnTo>
                  <a:lnTo>
                    <a:pt x="243209" y="68003"/>
                  </a:lnTo>
                  <a:lnTo>
                    <a:pt x="242932" y="67568"/>
                  </a:lnTo>
                  <a:lnTo>
                    <a:pt x="242656" y="67147"/>
                  </a:lnTo>
                  <a:lnTo>
                    <a:pt x="242366" y="66726"/>
                  </a:lnTo>
                  <a:lnTo>
                    <a:pt x="242076" y="66318"/>
                  </a:lnTo>
                  <a:lnTo>
                    <a:pt x="241761" y="65910"/>
                  </a:lnTo>
                  <a:lnTo>
                    <a:pt x="241445" y="65502"/>
                  </a:lnTo>
                  <a:lnTo>
                    <a:pt x="241129" y="65107"/>
                  </a:lnTo>
                  <a:lnTo>
                    <a:pt x="240800" y="64725"/>
                  </a:lnTo>
                  <a:lnTo>
                    <a:pt x="240457" y="64343"/>
                  </a:lnTo>
                  <a:lnTo>
                    <a:pt x="240115" y="63975"/>
                  </a:lnTo>
                  <a:lnTo>
                    <a:pt x="239760" y="63606"/>
                  </a:lnTo>
                  <a:lnTo>
                    <a:pt x="239391" y="63251"/>
                  </a:lnTo>
                  <a:lnTo>
                    <a:pt x="239023" y="62895"/>
                  </a:lnTo>
                  <a:lnTo>
                    <a:pt x="238641" y="62553"/>
                  </a:lnTo>
                  <a:lnTo>
                    <a:pt x="238259" y="62224"/>
                  </a:lnTo>
                  <a:lnTo>
                    <a:pt x="237864" y="61895"/>
                  </a:lnTo>
                  <a:lnTo>
                    <a:pt x="237469" y="61579"/>
                  </a:lnTo>
                  <a:lnTo>
                    <a:pt x="237061" y="61276"/>
                  </a:lnTo>
                  <a:lnTo>
                    <a:pt x="236653" y="60973"/>
                  </a:lnTo>
                  <a:lnTo>
                    <a:pt x="236232" y="60684"/>
                  </a:lnTo>
                  <a:lnTo>
                    <a:pt x="235797" y="60407"/>
                  </a:lnTo>
                  <a:lnTo>
                    <a:pt x="235363" y="60131"/>
                  </a:lnTo>
                  <a:lnTo>
                    <a:pt x="234929" y="59868"/>
                  </a:lnTo>
                  <a:lnTo>
                    <a:pt x="234481" y="59604"/>
                  </a:lnTo>
                  <a:lnTo>
                    <a:pt x="234034" y="59367"/>
                  </a:lnTo>
                  <a:lnTo>
                    <a:pt x="233573" y="59131"/>
                  </a:lnTo>
                  <a:lnTo>
                    <a:pt x="233112" y="58894"/>
                  </a:lnTo>
                  <a:lnTo>
                    <a:pt x="232638" y="58683"/>
                  </a:lnTo>
                  <a:lnTo>
                    <a:pt x="232164" y="58472"/>
                  </a:lnTo>
                  <a:lnTo>
                    <a:pt x="231690" y="58275"/>
                  </a:lnTo>
                  <a:lnTo>
                    <a:pt x="231203" y="58091"/>
                  </a:lnTo>
                  <a:lnTo>
                    <a:pt x="230716" y="57906"/>
                  </a:lnTo>
                  <a:lnTo>
                    <a:pt x="230216" y="57748"/>
                  </a:lnTo>
                  <a:lnTo>
                    <a:pt x="229716" y="57590"/>
                  </a:lnTo>
                  <a:lnTo>
                    <a:pt x="229216" y="57446"/>
                  </a:lnTo>
                  <a:lnTo>
                    <a:pt x="228702" y="57314"/>
                  </a:lnTo>
                  <a:lnTo>
                    <a:pt x="228189" y="57182"/>
                  </a:lnTo>
                  <a:lnTo>
                    <a:pt x="227676" y="57077"/>
                  </a:lnTo>
                  <a:lnTo>
                    <a:pt x="227149" y="56972"/>
                  </a:lnTo>
                  <a:lnTo>
                    <a:pt x="227228" y="56550"/>
                  </a:lnTo>
                  <a:lnTo>
                    <a:pt x="227307" y="56116"/>
                  </a:lnTo>
                  <a:lnTo>
                    <a:pt x="227360" y="55695"/>
                  </a:lnTo>
                  <a:lnTo>
                    <a:pt x="227412" y="55274"/>
                  </a:lnTo>
                  <a:lnTo>
                    <a:pt x="227452" y="54839"/>
                  </a:lnTo>
                  <a:lnTo>
                    <a:pt x="227478" y="54405"/>
                  </a:lnTo>
                  <a:lnTo>
                    <a:pt x="227491" y="53970"/>
                  </a:lnTo>
                  <a:lnTo>
                    <a:pt x="227504" y="53536"/>
                  </a:lnTo>
                  <a:lnTo>
                    <a:pt x="227491" y="53102"/>
                  </a:lnTo>
                  <a:lnTo>
                    <a:pt x="227478" y="52667"/>
                  </a:lnTo>
                  <a:lnTo>
                    <a:pt x="227452" y="52246"/>
                  </a:lnTo>
                  <a:lnTo>
                    <a:pt x="227412" y="51825"/>
                  </a:lnTo>
                  <a:lnTo>
                    <a:pt x="227360" y="51390"/>
                  </a:lnTo>
                  <a:lnTo>
                    <a:pt x="227307" y="50982"/>
                  </a:lnTo>
                  <a:lnTo>
                    <a:pt x="227241" y="50561"/>
                  </a:lnTo>
                  <a:lnTo>
                    <a:pt x="227162" y="50153"/>
                  </a:lnTo>
                  <a:lnTo>
                    <a:pt x="227070" y="49732"/>
                  </a:lnTo>
                  <a:lnTo>
                    <a:pt x="226965" y="49337"/>
                  </a:lnTo>
                  <a:lnTo>
                    <a:pt x="226859" y="48929"/>
                  </a:lnTo>
                  <a:lnTo>
                    <a:pt x="226741" y="48534"/>
                  </a:lnTo>
                  <a:lnTo>
                    <a:pt x="226609" y="48139"/>
                  </a:lnTo>
                  <a:lnTo>
                    <a:pt x="226478" y="47757"/>
                  </a:lnTo>
                  <a:lnTo>
                    <a:pt x="226333" y="47362"/>
                  </a:lnTo>
                  <a:lnTo>
                    <a:pt x="226175" y="46981"/>
                  </a:lnTo>
                  <a:lnTo>
                    <a:pt x="226004" y="46612"/>
                  </a:lnTo>
                  <a:lnTo>
                    <a:pt x="225833" y="46243"/>
                  </a:lnTo>
                  <a:lnTo>
                    <a:pt x="225648" y="45875"/>
                  </a:lnTo>
                  <a:lnTo>
                    <a:pt x="225464" y="45519"/>
                  </a:lnTo>
                  <a:lnTo>
                    <a:pt x="225267" y="45164"/>
                  </a:lnTo>
                  <a:lnTo>
                    <a:pt x="225056" y="44809"/>
                  </a:lnTo>
                  <a:lnTo>
                    <a:pt x="224845" y="44466"/>
                  </a:lnTo>
                  <a:lnTo>
                    <a:pt x="224622" y="44124"/>
                  </a:lnTo>
                  <a:lnTo>
                    <a:pt x="224385" y="43795"/>
                  </a:lnTo>
                  <a:lnTo>
                    <a:pt x="224148" y="43466"/>
                  </a:lnTo>
                  <a:lnTo>
                    <a:pt x="223898" y="43137"/>
                  </a:lnTo>
                  <a:lnTo>
                    <a:pt x="223648" y="42821"/>
                  </a:lnTo>
                  <a:lnTo>
                    <a:pt x="223384" y="42518"/>
                  </a:lnTo>
                  <a:lnTo>
                    <a:pt x="223121" y="42215"/>
                  </a:lnTo>
                  <a:lnTo>
                    <a:pt x="222845" y="41913"/>
                  </a:lnTo>
                  <a:lnTo>
                    <a:pt x="222555" y="41623"/>
                  </a:lnTo>
                  <a:lnTo>
                    <a:pt x="222265" y="41347"/>
                  </a:lnTo>
                  <a:lnTo>
                    <a:pt x="221976" y="41070"/>
                  </a:lnTo>
                  <a:lnTo>
                    <a:pt x="221673" y="40807"/>
                  </a:lnTo>
                  <a:lnTo>
                    <a:pt x="221357" y="40544"/>
                  </a:lnTo>
                  <a:lnTo>
                    <a:pt x="221041" y="40280"/>
                  </a:lnTo>
                  <a:lnTo>
                    <a:pt x="220725" y="40043"/>
                  </a:lnTo>
                  <a:lnTo>
                    <a:pt x="220396" y="39806"/>
                  </a:lnTo>
                  <a:lnTo>
                    <a:pt x="220067" y="39570"/>
                  </a:lnTo>
                  <a:lnTo>
                    <a:pt x="219725" y="39346"/>
                  </a:lnTo>
                  <a:lnTo>
                    <a:pt x="219383" y="39135"/>
                  </a:lnTo>
                  <a:lnTo>
                    <a:pt x="219027" y="38925"/>
                  </a:lnTo>
                  <a:lnTo>
                    <a:pt x="218672" y="38727"/>
                  </a:lnTo>
                  <a:lnTo>
                    <a:pt x="218316" y="38530"/>
                  </a:lnTo>
                  <a:lnTo>
                    <a:pt x="217948" y="38345"/>
                  </a:lnTo>
                  <a:lnTo>
                    <a:pt x="217579" y="38174"/>
                  </a:lnTo>
                  <a:lnTo>
                    <a:pt x="217197" y="38016"/>
                  </a:lnTo>
                  <a:lnTo>
                    <a:pt x="216816" y="37858"/>
                  </a:lnTo>
                  <a:lnTo>
                    <a:pt x="216434" y="37713"/>
                  </a:lnTo>
                  <a:lnTo>
                    <a:pt x="216052" y="37569"/>
                  </a:lnTo>
                  <a:lnTo>
                    <a:pt x="215657" y="37450"/>
                  </a:lnTo>
                  <a:lnTo>
                    <a:pt x="215262" y="37332"/>
                  </a:lnTo>
                  <a:lnTo>
                    <a:pt x="214854" y="37213"/>
                  </a:lnTo>
                  <a:lnTo>
                    <a:pt x="214446" y="37121"/>
                  </a:lnTo>
                  <a:lnTo>
                    <a:pt x="214038" y="37029"/>
                  </a:lnTo>
                  <a:lnTo>
                    <a:pt x="213630" y="36950"/>
                  </a:lnTo>
                  <a:lnTo>
                    <a:pt x="213209" y="36884"/>
                  </a:lnTo>
                  <a:lnTo>
                    <a:pt x="212788" y="36818"/>
                  </a:lnTo>
                  <a:lnTo>
                    <a:pt x="212366" y="36779"/>
                  </a:lnTo>
                  <a:lnTo>
                    <a:pt x="211945" y="36739"/>
                  </a:lnTo>
                  <a:lnTo>
                    <a:pt x="211511" y="36713"/>
                  </a:lnTo>
                  <a:lnTo>
                    <a:pt x="211090" y="36687"/>
                  </a:lnTo>
                  <a:lnTo>
                    <a:pt x="210655" y="36687"/>
                  </a:lnTo>
                  <a:lnTo>
                    <a:pt x="210195" y="36700"/>
                  </a:lnTo>
                  <a:lnTo>
                    <a:pt x="209734" y="36713"/>
                  </a:lnTo>
                  <a:lnTo>
                    <a:pt x="209273" y="36739"/>
                  </a:lnTo>
                  <a:lnTo>
                    <a:pt x="208812" y="36792"/>
                  </a:lnTo>
                  <a:lnTo>
                    <a:pt x="208760" y="36292"/>
                  </a:lnTo>
                  <a:lnTo>
                    <a:pt x="208707" y="35805"/>
                  </a:lnTo>
                  <a:lnTo>
                    <a:pt x="208641" y="35318"/>
                  </a:lnTo>
                  <a:lnTo>
                    <a:pt x="208562" y="34844"/>
                  </a:lnTo>
                  <a:lnTo>
                    <a:pt x="208483" y="34357"/>
                  </a:lnTo>
                  <a:lnTo>
                    <a:pt x="208378" y="33883"/>
                  </a:lnTo>
                  <a:lnTo>
                    <a:pt x="208259" y="33422"/>
                  </a:lnTo>
                  <a:lnTo>
                    <a:pt x="208141" y="32948"/>
                  </a:lnTo>
                  <a:lnTo>
                    <a:pt x="208036" y="32567"/>
                  </a:lnTo>
                  <a:lnTo>
                    <a:pt x="207930" y="32172"/>
                  </a:lnTo>
                  <a:lnTo>
                    <a:pt x="207825" y="31790"/>
                  </a:lnTo>
                  <a:lnTo>
                    <a:pt x="207693" y="31408"/>
                  </a:lnTo>
                  <a:lnTo>
                    <a:pt x="207575" y="31026"/>
                  </a:lnTo>
                  <a:lnTo>
                    <a:pt x="207430" y="30658"/>
                  </a:lnTo>
                  <a:lnTo>
                    <a:pt x="207285" y="30289"/>
                  </a:lnTo>
                  <a:lnTo>
                    <a:pt x="207141" y="29921"/>
                  </a:lnTo>
                  <a:lnTo>
                    <a:pt x="206969" y="29552"/>
                  </a:lnTo>
                  <a:lnTo>
                    <a:pt x="206811" y="29197"/>
                  </a:lnTo>
                  <a:lnTo>
                    <a:pt x="206640" y="28841"/>
                  </a:lnTo>
                  <a:lnTo>
                    <a:pt x="206456" y="28486"/>
                  </a:lnTo>
                  <a:lnTo>
                    <a:pt x="206259" y="28144"/>
                  </a:lnTo>
                  <a:lnTo>
                    <a:pt x="206074" y="27801"/>
                  </a:lnTo>
                  <a:lnTo>
                    <a:pt x="205864" y="27472"/>
                  </a:lnTo>
                  <a:lnTo>
                    <a:pt x="205653" y="27130"/>
                  </a:lnTo>
                  <a:lnTo>
                    <a:pt x="205442" y="26801"/>
                  </a:lnTo>
                  <a:lnTo>
                    <a:pt x="205219" y="26485"/>
                  </a:lnTo>
                  <a:lnTo>
                    <a:pt x="204995" y="26169"/>
                  </a:lnTo>
                  <a:lnTo>
                    <a:pt x="204758" y="25853"/>
                  </a:lnTo>
                  <a:lnTo>
                    <a:pt x="204521" y="25537"/>
                  </a:lnTo>
                  <a:lnTo>
                    <a:pt x="204271" y="25234"/>
                  </a:lnTo>
                  <a:lnTo>
                    <a:pt x="204021" y="24932"/>
                  </a:lnTo>
                  <a:lnTo>
                    <a:pt x="203758" y="24642"/>
                  </a:lnTo>
                  <a:lnTo>
                    <a:pt x="203494" y="24353"/>
                  </a:lnTo>
                  <a:lnTo>
                    <a:pt x="203231" y="24076"/>
                  </a:lnTo>
                  <a:lnTo>
                    <a:pt x="202955" y="23800"/>
                  </a:lnTo>
                  <a:lnTo>
                    <a:pt x="202665" y="23523"/>
                  </a:lnTo>
                  <a:lnTo>
                    <a:pt x="202375" y="23260"/>
                  </a:lnTo>
                  <a:lnTo>
                    <a:pt x="202086" y="22997"/>
                  </a:lnTo>
                  <a:lnTo>
                    <a:pt x="201783" y="22747"/>
                  </a:lnTo>
                  <a:lnTo>
                    <a:pt x="201480" y="22496"/>
                  </a:lnTo>
                  <a:lnTo>
                    <a:pt x="201178" y="22260"/>
                  </a:lnTo>
                  <a:lnTo>
                    <a:pt x="200862" y="22023"/>
                  </a:lnTo>
                  <a:lnTo>
                    <a:pt x="200546" y="21799"/>
                  </a:lnTo>
                  <a:lnTo>
                    <a:pt x="200217" y="21575"/>
                  </a:lnTo>
                  <a:lnTo>
                    <a:pt x="199901" y="21351"/>
                  </a:lnTo>
                  <a:lnTo>
                    <a:pt x="199558" y="21141"/>
                  </a:lnTo>
                  <a:lnTo>
                    <a:pt x="199229" y="20943"/>
                  </a:lnTo>
                  <a:lnTo>
                    <a:pt x="198887" y="20746"/>
                  </a:lnTo>
                  <a:lnTo>
                    <a:pt x="198545" y="20561"/>
                  </a:lnTo>
                  <a:lnTo>
                    <a:pt x="198189" y="20377"/>
                  </a:lnTo>
                  <a:lnTo>
                    <a:pt x="197834" y="20206"/>
                  </a:lnTo>
                  <a:lnTo>
                    <a:pt x="197479" y="20035"/>
                  </a:lnTo>
                  <a:lnTo>
                    <a:pt x="197110" y="19877"/>
                  </a:lnTo>
                  <a:lnTo>
                    <a:pt x="196755" y="19719"/>
                  </a:lnTo>
                  <a:lnTo>
                    <a:pt x="196373" y="19574"/>
                  </a:lnTo>
                  <a:lnTo>
                    <a:pt x="196004" y="19443"/>
                  </a:lnTo>
                  <a:lnTo>
                    <a:pt x="195623" y="19311"/>
                  </a:lnTo>
                  <a:lnTo>
                    <a:pt x="195241" y="19179"/>
                  </a:lnTo>
                  <a:lnTo>
                    <a:pt x="194859" y="19074"/>
                  </a:lnTo>
                  <a:lnTo>
                    <a:pt x="194477" y="18955"/>
                  </a:lnTo>
                  <a:lnTo>
                    <a:pt x="194082" y="18863"/>
                  </a:lnTo>
                  <a:lnTo>
                    <a:pt x="193687" y="18771"/>
                  </a:lnTo>
                  <a:lnTo>
                    <a:pt x="193293" y="18692"/>
                  </a:lnTo>
                  <a:lnTo>
                    <a:pt x="192898" y="18613"/>
                  </a:lnTo>
                  <a:lnTo>
                    <a:pt x="192490" y="18547"/>
                  </a:lnTo>
                  <a:lnTo>
                    <a:pt x="192082" y="18495"/>
                  </a:lnTo>
                  <a:lnTo>
                    <a:pt x="191673" y="18442"/>
                  </a:lnTo>
                  <a:lnTo>
                    <a:pt x="191265" y="18403"/>
                  </a:lnTo>
                  <a:lnTo>
                    <a:pt x="190857" y="18376"/>
                  </a:lnTo>
                  <a:lnTo>
                    <a:pt x="190436" y="18350"/>
                  </a:lnTo>
                  <a:lnTo>
                    <a:pt x="190015" y="18337"/>
                  </a:lnTo>
                  <a:lnTo>
                    <a:pt x="189607" y="18324"/>
                  </a:lnTo>
                  <a:lnTo>
                    <a:pt x="188922" y="18337"/>
                  </a:lnTo>
                  <a:lnTo>
                    <a:pt x="188251" y="18376"/>
                  </a:lnTo>
                  <a:lnTo>
                    <a:pt x="187593" y="18442"/>
                  </a:lnTo>
                  <a:lnTo>
                    <a:pt x="186935" y="18521"/>
                  </a:lnTo>
                  <a:lnTo>
                    <a:pt x="186290" y="18626"/>
                  </a:lnTo>
                  <a:lnTo>
                    <a:pt x="185645" y="18745"/>
                  </a:lnTo>
                  <a:lnTo>
                    <a:pt x="185013" y="18890"/>
                  </a:lnTo>
                  <a:lnTo>
                    <a:pt x="184381" y="19061"/>
                  </a:lnTo>
                  <a:lnTo>
                    <a:pt x="183907" y="19179"/>
                  </a:lnTo>
                  <a:lnTo>
                    <a:pt x="183433" y="19324"/>
                  </a:lnTo>
                  <a:lnTo>
                    <a:pt x="182959" y="19469"/>
                  </a:lnTo>
                  <a:lnTo>
                    <a:pt x="182499" y="19627"/>
                  </a:lnTo>
                  <a:lnTo>
                    <a:pt x="182038" y="19798"/>
                  </a:lnTo>
                  <a:lnTo>
                    <a:pt x="181577" y="19982"/>
                  </a:lnTo>
                  <a:lnTo>
                    <a:pt x="181116" y="20180"/>
                  </a:lnTo>
                  <a:lnTo>
                    <a:pt x="180669" y="20377"/>
                  </a:lnTo>
                  <a:lnTo>
                    <a:pt x="180234" y="20601"/>
                  </a:lnTo>
                  <a:lnTo>
                    <a:pt x="179800" y="20825"/>
                  </a:lnTo>
                  <a:lnTo>
                    <a:pt x="179366" y="21062"/>
                  </a:lnTo>
                  <a:lnTo>
                    <a:pt x="178944" y="21312"/>
                  </a:lnTo>
                  <a:lnTo>
                    <a:pt x="178523" y="21575"/>
                  </a:lnTo>
                  <a:lnTo>
                    <a:pt x="178102" y="21838"/>
                  </a:lnTo>
                  <a:lnTo>
                    <a:pt x="177694" y="22115"/>
                  </a:lnTo>
                  <a:lnTo>
                    <a:pt x="177299" y="22417"/>
                  </a:lnTo>
                  <a:lnTo>
                    <a:pt x="177088" y="21917"/>
                  </a:lnTo>
                  <a:lnTo>
                    <a:pt x="176865" y="21417"/>
                  </a:lnTo>
                  <a:lnTo>
                    <a:pt x="176641" y="20930"/>
                  </a:lnTo>
                  <a:lnTo>
                    <a:pt x="176404" y="20443"/>
                  </a:lnTo>
                  <a:lnTo>
                    <a:pt x="176154" y="19969"/>
                  </a:lnTo>
                  <a:lnTo>
                    <a:pt x="175904" y="19495"/>
                  </a:lnTo>
                  <a:lnTo>
                    <a:pt x="175640" y="19021"/>
                  </a:lnTo>
                  <a:lnTo>
                    <a:pt x="175364" y="18561"/>
                  </a:lnTo>
                  <a:lnTo>
                    <a:pt x="175087" y="18113"/>
                  </a:lnTo>
                  <a:lnTo>
                    <a:pt x="174811" y="17652"/>
                  </a:lnTo>
                  <a:lnTo>
                    <a:pt x="174508" y="17218"/>
                  </a:lnTo>
                  <a:lnTo>
                    <a:pt x="174206" y="16783"/>
                  </a:lnTo>
                  <a:lnTo>
                    <a:pt x="173903" y="16349"/>
                  </a:lnTo>
                  <a:lnTo>
                    <a:pt x="173587" y="15915"/>
                  </a:lnTo>
                  <a:lnTo>
                    <a:pt x="173258" y="15507"/>
                  </a:lnTo>
                  <a:lnTo>
                    <a:pt x="172929" y="15085"/>
                  </a:lnTo>
                  <a:lnTo>
                    <a:pt x="172586" y="14690"/>
                  </a:lnTo>
                  <a:lnTo>
                    <a:pt x="172244" y="14282"/>
                  </a:lnTo>
                  <a:lnTo>
                    <a:pt x="171889" y="13888"/>
                  </a:lnTo>
                  <a:lnTo>
                    <a:pt x="171533" y="13506"/>
                  </a:lnTo>
                  <a:lnTo>
                    <a:pt x="171165" y="13124"/>
                  </a:lnTo>
                  <a:lnTo>
                    <a:pt x="170796" y="12755"/>
                  </a:lnTo>
                  <a:lnTo>
                    <a:pt x="170414" y="12387"/>
                  </a:lnTo>
                  <a:lnTo>
                    <a:pt x="170020" y="12031"/>
                  </a:lnTo>
                  <a:lnTo>
                    <a:pt x="169638" y="11689"/>
                  </a:lnTo>
                  <a:lnTo>
                    <a:pt x="169230" y="11334"/>
                  </a:lnTo>
                  <a:lnTo>
                    <a:pt x="168835" y="11005"/>
                  </a:lnTo>
                  <a:lnTo>
                    <a:pt x="168414" y="10676"/>
                  </a:lnTo>
                  <a:lnTo>
                    <a:pt x="168006" y="10360"/>
                  </a:lnTo>
                  <a:lnTo>
                    <a:pt x="167584" y="10044"/>
                  </a:lnTo>
                  <a:lnTo>
                    <a:pt x="167150" y="9741"/>
                  </a:lnTo>
                  <a:lnTo>
                    <a:pt x="166716" y="9438"/>
                  </a:lnTo>
                  <a:lnTo>
                    <a:pt x="166281" y="9149"/>
                  </a:lnTo>
                  <a:lnTo>
                    <a:pt x="165834" y="8859"/>
                  </a:lnTo>
                  <a:lnTo>
                    <a:pt x="165386" y="8596"/>
                  </a:lnTo>
                  <a:lnTo>
                    <a:pt x="164925" y="8319"/>
                  </a:lnTo>
                  <a:lnTo>
                    <a:pt x="164465" y="8069"/>
                  </a:lnTo>
                  <a:lnTo>
                    <a:pt x="164004" y="7819"/>
                  </a:lnTo>
                  <a:lnTo>
                    <a:pt x="163530" y="7582"/>
                  </a:lnTo>
                  <a:lnTo>
                    <a:pt x="163056" y="7345"/>
                  </a:lnTo>
                  <a:lnTo>
                    <a:pt x="162582" y="7121"/>
                  </a:lnTo>
                  <a:lnTo>
                    <a:pt x="162095" y="6911"/>
                  </a:lnTo>
                  <a:lnTo>
                    <a:pt x="161608" y="6700"/>
                  </a:lnTo>
                  <a:lnTo>
                    <a:pt x="161108" y="6503"/>
                  </a:lnTo>
                  <a:lnTo>
                    <a:pt x="160621" y="6305"/>
                  </a:lnTo>
                  <a:lnTo>
                    <a:pt x="160121" y="6134"/>
                  </a:lnTo>
                  <a:lnTo>
                    <a:pt x="159607" y="5963"/>
                  </a:lnTo>
                  <a:lnTo>
                    <a:pt x="159107" y="5792"/>
                  </a:lnTo>
                  <a:lnTo>
                    <a:pt x="158594" y="5647"/>
                  </a:lnTo>
                  <a:lnTo>
                    <a:pt x="158067" y="5502"/>
                  </a:lnTo>
                  <a:lnTo>
                    <a:pt x="157554" y="5371"/>
                  </a:lnTo>
                  <a:lnTo>
                    <a:pt x="157027" y="5239"/>
                  </a:lnTo>
                  <a:lnTo>
                    <a:pt x="156501" y="5121"/>
                  </a:lnTo>
                  <a:lnTo>
                    <a:pt x="155974" y="5015"/>
                  </a:lnTo>
                  <a:lnTo>
                    <a:pt x="155434" y="4923"/>
                  </a:lnTo>
                  <a:lnTo>
                    <a:pt x="154908" y="4831"/>
                  </a:lnTo>
                  <a:lnTo>
                    <a:pt x="154368" y="4765"/>
                  </a:lnTo>
                  <a:lnTo>
                    <a:pt x="153828" y="4686"/>
                  </a:lnTo>
                  <a:lnTo>
                    <a:pt x="153276" y="4634"/>
                  </a:lnTo>
                  <a:lnTo>
                    <a:pt x="152736" y="4594"/>
                  </a:lnTo>
                  <a:lnTo>
                    <a:pt x="152183" y="4555"/>
                  </a:lnTo>
                  <a:lnTo>
                    <a:pt x="151630" y="4528"/>
                  </a:lnTo>
                  <a:lnTo>
                    <a:pt x="151077" y="4515"/>
                  </a:lnTo>
                  <a:lnTo>
                    <a:pt x="150524" y="4502"/>
                  </a:lnTo>
                  <a:lnTo>
                    <a:pt x="149616" y="4515"/>
                  </a:lnTo>
                  <a:lnTo>
                    <a:pt x="148721" y="4555"/>
                  </a:lnTo>
                  <a:lnTo>
                    <a:pt x="147839" y="4634"/>
                  </a:lnTo>
                  <a:lnTo>
                    <a:pt x="146944" y="4726"/>
                  </a:lnTo>
                  <a:lnTo>
                    <a:pt x="146075" y="4844"/>
                  </a:lnTo>
                  <a:lnTo>
                    <a:pt x="145206" y="4989"/>
                  </a:lnTo>
                  <a:lnTo>
                    <a:pt x="144338" y="5160"/>
                  </a:lnTo>
                  <a:lnTo>
                    <a:pt x="143482" y="5358"/>
                  </a:lnTo>
                  <a:lnTo>
                    <a:pt x="142837" y="5529"/>
                  </a:lnTo>
                  <a:lnTo>
                    <a:pt x="142192" y="5700"/>
                  </a:lnTo>
                  <a:lnTo>
                    <a:pt x="141560" y="5897"/>
                  </a:lnTo>
                  <a:lnTo>
                    <a:pt x="140928" y="6121"/>
                  </a:lnTo>
                  <a:lnTo>
                    <a:pt x="140349" y="6332"/>
                  </a:lnTo>
                  <a:lnTo>
                    <a:pt x="139770" y="6555"/>
                  </a:lnTo>
                  <a:lnTo>
                    <a:pt x="139204" y="6792"/>
                  </a:lnTo>
                  <a:lnTo>
                    <a:pt x="138625" y="7042"/>
                  </a:lnTo>
                  <a:lnTo>
                    <a:pt x="138072" y="7293"/>
                  </a:lnTo>
                  <a:lnTo>
                    <a:pt x="137519" y="7569"/>
                  </a:lnTo>
                  <a:lnTo>
                    <a:pt x="136966" y="7859"/>
                  </a:lnTo>
                  <a:lnTo>
                    <a:pt x="136413" y="8148"/>
                  </a:lnTo>
                  <a:lnTo>
                    <a:pt x="135873" y="8464"/>
                  </a:lnTo>
                  <a:lnTo>
                    <a:pt x="135347" y="8780"/>
                  </a:lnTo>
                  <a:lnTo>
                    <a:pt x="134820" y="9109"/>
                  </a:lnTo>
                  <a:lnTo>
                    <a:pt x="134307" y="9465"/>
                  </a:lnTo>
                  <a:lnTo>
                    <a:pt x="133794" y="9820"/>
                  </a:lnTo>
                  <a:lnTo>
                    <a:pt x="133280" y="10189"/>
                  </a:lnTo>
                  <a:lnTo>
                    <a:pt x="132780" y="10570"/>
                  </a:lnTo>
                  <a:lnTo>
                    <a:pt x="132293" y="10952"/>
                  </a:lnTo>
                  <a:lnTo>
                    <a:pt x="131938" y="10333"/>
                  </a:lnTo>
                  <a:lnTo>
                    <a:pt x="131569" y="9728"/>
                  </a:lnTo>
                  <a:lnTo>
                    <a:pt x="131174" y="9149"/>
                  </a:lnTo>
                  <a:lnTo>
                    <a:pt x="130766" y="8569"/>
                  </a:lnTo>
                  <a:lnTo>
                    <a:pt x="130345" y="8003"/>
                  </a:lnTo>
                  <a:lnTo>
                    <a:pt x="129897" y="7464"/>
                  </a:lnTo>
                  <a:lnTo>
                    <a:pt x="129437" y="6937"/>
                  </a:lnTo>
                  <a:lnTo>
                    <a:pt x="128963" y="6424"/>
                  </a:lnTo>
                  <a:lnTo>
                    <a:pt x="128462" y="5937"/>
                  </a:lnTo>
                  <a:lnTo>
                    <a:pt x="127962" y="5450"/>
                  </a:lnTo>
                  <a:lnTo>
                    <a:pt x="127436" y="4989"/>
                  </a:lnTo>
                  <a:lnTo>
                    <a:pt x="126896" y="4555"/>
                  </a:lnTo>
                  <a:lnTo>
                    <a:pt x="126343" y="4133"/>
                  </a:lnTo>
                  <a:lnTo>
                    <a:pt x="125777" y="3725"/>
                  </a:lnTo>
                  <a:lnTo>
                    <a:pt x="125198" y="3344"/>
                  </a:lnTo>
                  <a:lnTo>
                    <a:pt x="124606" y="2975"/>
                  </a:lnTo>
                  <a:lnTo>
                    <a:pt x="124000" y="2620"/>
                  </a:lnTo>
                  <a:lnTo>
                    <a:pt x="123381" y="2290"/>
                  </a:lnTo>
                  <a:lnTo>
                    <a:pt x="122763" y="1988"/>
                  </a:lnTo>
                  <a:lnTo>
                    <a:pt x="122118" y="1698"/>
                  </a:lnTo>
                  <a:lnTo>
                    <a:pt x="121473" y="1435"/>
                  </a:lnTo>
                  <a:lnTo>
                    <a:pt x="120814" y="1198"/>
                  </a:lnTo>
                  <a:lnTo>
                    <a:pt x="120143" y="974"/>
                  </a:lnTo>
                  <a:lnTo>
                    <a:pt x="119472" y="777"/>
                  </a:lnTo>
                  <a:lnTo>
                    <a:pt x="118774" y="592"/>
                  </a:lnTo>
                  <a:lnTo>
                    <a:pt x="118090" y="434"/>
                  </a:lnTo>
                  <a:lnTo>
                    <a:pt x="117379" y="303"/>
                  </a:lnTo>
                  <a:lnTo>
                    <a:pt x="116681" y="197"/>
                  </a:lnTo>
                  <a:lnTo>
                    <a:pt x="115957" y="105"/>
                  </a:lnTo>
                  <a:lnTo>
                    <a:pt x="115246" y="53"/>
                  </a:lnTo>
                  <a:lnTo>
                    <a:pt x="114509" y="13"/>
                  </a:lnTo>
                  <a:lnTo>
                    <a:pt x="113785" y="0"/>
                  </a:lnTo>
                  <a:close/>
                </a:path>
              </a:pathLst>
            </a:custGeom>
            <a:solidFill>
              <a:srgbClr val="E4EA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0"/>
            <p:cNvSpPr/>
            <p:nvPr/>
          </p:nvSpPr>
          <p:spPr>
            <a:xfrm>
              <a:off x="4780475" y="3381225"/>
              <a:ext cx="1092925" cy="285350"/>
            </a:xfrm>
            <a:custGeom>
              <a:rect b="b" l="l" r="r" t="t"/>
              <a:pathLst>
                <a:path extrusionOk="0" h="11414" w="43717">
                  <a:moveTo>
                    <a:pt x="41333" y="7833"/>
                  </a:moveTo>
                  <a:lnTo>
                    <a:pt x="41452" y="7846"/>
                  </a:lnTo>
                  <a:lnTo>
                    <a:pt x="41570" y="7859"/>
                  </a:lnTo>
                  <a:lnTo>
                    <a:pt x="41689" y="7886"/>
                  </a:lnTo>
                  <a:lnTo>
                    <a:pt x="41794" y="7925"/>
                  </a:lnTo>
                  <a:lnTo>
                    <a:pt x="41899" y="7978"/>
                  </a:lnTo>
                  <a:lnTo>
                    <a:pt x="42005" y="8044"/>
                  </a:lnTo>
                  <a:lnTo>
                    <a:pt x="42097" y="8109"/>
                  </a:lnTo>
                  <a:lnTo>
                    <a:pt x="42176" y="8188"/>
                  </a:lnTo>
                  <a:lnTo>
                    <a:pt x="42255" y="8267"/>
                  </a:lnTo>
                  <a:lnTo>
                    <a:pt x="42321" y="8360"/>
                  </a:lnTo>
                  <a:lnTo>
                    <a:pt x="42387" y="8465"/>
                  </a:lnTo>
                  <a:lnTo>
                    <a:pt x="42439" y="8570"/>
                  </a:lnTo>
                  <a:lnTo>
                    <a:pt x="42479" y="8675"/>
                  </a:lnTo>
                  <a:lnTo>
                    <a:pt x="42505" y="8794"/>
                  </a:lnTo>
                  <a:lnTo>
                    <a:pt x="42518" y="8912"/>
                  </a:lnTo>
                  <a:lnTo>
                    <a:pt x="42531" y="9031"/>
                  </a:lnTo>
                  <a:lnTo>
                    <a:pt x="42518" y="9163"/>
                  </a:lnTo>
                  <a:lnTo>
                    <a:pt x="42505" y="9281"/>
                  </a:lnTo>
                  <a:lnTo>
                    <a:pt x="42479" y="9386"/>
                  </a:lnTo>
                  <a:lnTo>
                    <a:pt x="42439" y="9505"/>
                  </a:lnTo>
                  <a:lnTo>
                    <a:pt x="42387" y="9610"/>
                  </a:lnTo>
                  <a:lnTo>
                    <a:pt x="42321" y="9702"/>
                  </a:lnTo>
                  <a:lnTo>
                    <a:pt x="42255" y="9794"/>
                  </a:lnTo>
                  <a:lnTo>
                    <a:pt x="42176" y="9887"/>
                  </a:lnTo>
                  <a:lnTo>
                    <a:pt x="42097" y="9952"/>
                  </a:lnTo>
                  <a:lnTo>
                    <a:pt x="42005" y="10031"/>
                  </a:lnTo>
                  <a:lnTo>
                    <a:pt x="41899" y="10084"/>
                  </a:lnTo>
                  <a:lnTo>
                    <a:pt x="41794" y="10137"/>
                  </a:lnTo>
                  <a:lnTo>
                    <a:pt x="41689" y="10176"/>
                  </a:lnTo>
                  <a:lnTo>
                    <a:pt x="41570" y="10202"/>
                  </a:lnTo>
                  <a:lnTo>
                    <a:pt x="41452" y="10229"/>
                  </a:lnTo>
                  <a:lnTo>
                    <a:pt x="41215" y="10229"/>
                  </a:lnTo>
                  <a:lnTo>
                    <a:pt x="41097" y="10202"/>
                  </a:lnTo>
                  <a:lnTo>
                    <a:pt x="40978" y="10176"/>
                  </a:lnTo>
                  <a:lnTo>
                    <a:pt x="40873" y="10137"/>
                  </a:lnTo>
                  <a:lnTo>
                    <a:pt x="40767" y="10084"/>
                  </a:lnTo>
                  <a:lnTo>
                    <a:pt x="40662" y="10031"/>
                  </a:lnTo>
                  <a:lnTo>
                    <a:pt x="40570" y="9952"/>
                  </a:lnTo>
                  <a:lnTo>
                    <a:pt x="40491" y="9887"/>
                  </a:lnTo>
                  <a:lnTo>
                    <a:pt x="40412" y="9794"/>
                  </a:lnTo>
                  <a:lnTo>
                    <a:pt x="40346" y="9702"/>
                  </a:lnTo>
                  <a:lnTo>
                    <a:pt x="40280" y="9610"/>
                  </a:lnTo>
                  <a:lnTo>
                    <a:pt x="40228" y="9505"/>
                  </a:lnTo>
                  <a:lnTo>
                    <a:pt x="40188" y="9386"/>
                  </a:lnTo>
                  <a:lnTo>
                    <a:pt x="40162" y="9281"/>
                  </a:lnTo>
                  <a:lnTo>
                    <a:pt x="40136" y="9163"/>
                  </a:lnTo>
                  <a:lnTo>
                    <a:pt x="40136" y="9031"/>
                  </a:lnTo>
                  <a:lnTo>
                    <a:pt x="40136" y="8912"/>
                  </a:lnTo>
                  <a:lnTo>
                    <a:pt x="40162" y="8794"/>
                  </a:lnTo>
                  <a:lnTo>
                    <a:pt x="40188" y="8675"/>
                  </a:lnTo>
                  <a:lnTo>
                    <a:pt x="40228" y="8570"/>
                  </a:lnTo>
                  <a:lnTo>
                    <a:pt x="40280" y="8465"/>
                  </a:lnTo>
                  <a:lnTo>
                    <a:pt x="40346" y="8360"/>
                  </a:lnTo>
                  <a:lnTo>
                    <a:pt x="40412" y="8267"/>
                  </a:lnTo>
                  <a:lnTo>
                    <a:pt x="40491" y="8188"/>
                  </a:lnTo>
                  <a:lnTo>
                    <a:pt x="40570" y="8109"/>
                  </a:lnTo>
                  <a:lnTo>
                    <a:pt x="40662" y="8044"/>
                  </a:lnTo>
                  <a:lnTo>
                    <a:pt x="40767" y="7978"/>
                  </a:lnTo>
                  <a:lnTo>
                    <a:pt x="40873" y="7925"/>
                  </a:lnTo>
                  <a:lnTo>
                    <a:pt x="40978" y="7886"/>
                  </a:lnTo>
                  <a:lnTo>
                    <a:pt x="41097" y="7859"/>
                  </a:lnTo>
                  <a:lnTo>
                    <a:pt x="41215" y="7846"/>
                  </a:lnTo>
                  <a:lnTo>
                    <a:pt x="41333" y="7833"/>
                  </a:lnTo>
                  <a:close/>
                  <a:moveTo>
                    <a:pt x="0" y="1"/>
                  </a:moveTo>
                  <a:lnTo>
                    <a:pt x="0" y="9623"/>
                  </a:lnTo>
                  <a:lnTo>
                    <a:pt x="39030" y="9623"/>
                  </a:lnTo>
                  <a:lnTo>
                    <a:pt x="39083" y="9821"/>
                  </a:lnTo>
                  <a:lnTo>
                    <a:pt x="39161" y="9992"/>
                  </a:lnTo>
                  <a:lnTo>
                    <a:pt x="39240" y="10176"/>
                  </a:lnTo>
                  <a:lnTo>
                    <a:pt x="39346" y="10334"/>
                  </a:lnTo>
                  <a:lnTo>
                    <a:pt x="39451" y="10492"/>
                  </a:lnTo>
                  <a:lnTo>
                    <a:pt x="39583" y="10637"/>
                  </a:lnTo>
                  <a:lnTo>
                    <a:pt x="39714" y="10782"/>
                  </a:lnTo>
                  <a:lnTo>
                    <a:pt x="39859" y="10900"/>
                  </a:lnTo>
                  <a:lnTo>
                    <a:pt x="40017" y="11019"/>
                  </a:lnTo>
                  <a:lnTo>
                    <a:pt x="40188" y="11124"/>
                  </a:lnTo>
                  <a:lnTo>
                    <a:pt x="40359" y="11203"/>
                  </a:lnTo>
                  <a:lnTo>
                    <a:pt x="40544" y="11282"/>
                  </a:lnTo>
                  <a:lnTo>
                    <a:pt x="40728" y="11335"/>
                  </a:lnTo>
                  <a:lnTo>
                    <a:pt x="40925" y="11374"/>
                  </a:lnTo>
                  <a:lnTo>
                    <a:pt x="41123" y="11400"/>
                  </a:lnTo>
                  <a:lnTo>
                    <a:pt x="41333" y="11414"/>
                  </a:lnTo>
                  <a:lnTo>
                    <a:pt x="41570" y="11400"/>
                  </a:lnTo>
                  <a:lnTo>
                    <a:pt x="41807" y="11361"/>
                  </a:lnTo>
                  <a:lnTo>
                    <a:pt x="42044" y="11308"/>
                  </a:lnTo>
                  <a:lnTo>
                    <a:pt x="42255" y="11229"/>
                  </a:lnTo>
                  <a:lnTo>
                    <a:pt x="42466" y="11124"/>
                  </a:lnTo>
                  <a:lnTo>
                    <a:pt x="42663" y="11005"/>
                  </a:lnTo>
                  <a:lnTo>
                    <a:pt x="42847" y="10874"/>
                  </a:lnTo>
                  <a:lnTo>
                    <a:pt x="43018" y="10716"/>
                  </a:lnTo>
                  <a:lnTo>
                    <a:pt x="43163" y="10545"/>
                  </a:lnTo>
                  <a:lnTo>
                    <a:pt x="43308" y="10360"/>
                  </a:lnTo>
                  <a:lnTo>
                    <a:pt x="43426" y="10163"/>
                  </a:lnTo>
                  <a:lnTo>
                    <a:pt x="43519" y="9966"/>
                  </a:lnTo>
                  <a:lnTo>
                    <a:pt x="43611" y="9742"/>
                  </a:lnTo>
                  <a:lnTo>
                    <a:pt x="43663" y="9518"/>
                  </a:lnTo>
                  <a:lnTo>
                    <a:pt x="43703" y="9281"/>
                  </a:lnTo>
                  <a:lnTo>
                    <a:pt x="43716" y="9031"/>
                  </a:lnTo>
                  <a:lnTo>
                    <a:pt x="43703" y="8794"/>
                  </a:lnTo>
                  <a:lnTo>
                    <a:pt x="43663" y="8557"/>
                  </a:lnTo>
                  <a:lnTo>
                    <a:pt x="43611" y="8333"/>
                  </a:lnTo>
                  <a:lnTo>
                    <a:pt x="43519" y="8109"/>
                  </a:lnTo>
                  <a:lnTo>
                    <a:pt x="43426" y="7899"/>
                  </a:lnTo>
                  <a:lnTo>
                    <a:pt x="43308" y="7701"/>
                  </a:lnTo>
                  <a:lnTo>
                    <a:pt x="43163" y="7517"/>
                  </a:lnTo>
                  <a:lnTo>
                    <a:pt x="43018" y="7359"/>
                  </a:lnTo>
                  <a:lnTo>
                    <a:pt x="42847" y="7201"/>
                  </a:lnTo>
                  <a:lnTo>
                    <a:pt x="42663" y="7056"/>
                  </a:lnTo>
                  <a:lnTo>
                    <a:pt x="42466" y="6938"/>
                  </a:lnTo>
                  <a:lnTo>
                    <a:pt x="42255" y="6846"/>
                  </a:lnTo>
                  <a:lnTo>
                    <a:pt x="42044" y="6767"/>
                  </a:lnTo>
                  <a:lnTo>
                    <a:pt x="41807" y="6701"/>
                  </a:lnTo>
                  <a:lnTo>
                    <a:pt x="41570" y="6675"/>
                  </a:lnTo>
                  <a:lnTo>
                    <a:pt x="41333" y="6661"/>
                  </a:lnTo>
                  <a:lnTo>
                    <a:pt x="41123" y="6661"/>
                  </a:lnTo>
                  <a:lnTo>
                    <a:pt x="40925" y="6688"/>
                  </a:lnTo>
                  <a:lnTo>
                    <a:pt x="40728" y="6727"/>
                  </a:lnTo>
                  <a:lnTo>
                    <a:pt x="40544" y="6793"/>
                  </a:lnTo>
                  <a:lnTo>
                    <a:pt x="40359" y="6859"/>
                  </a:lnTo>
                  <a:lnTo>
                    <a:pt x="40188" y="6951"/>
                  </a:lnTo>
                  <a:lnTo>
                    <a:pt x="40017" y="7056"/>
                  </a:lnTo>
                  <a:lnTo>
                    <a:pt x="39859" y="7162"/>
                  </a:lnTo>
                  <a:lnTo>
                    <a:pt x="39714" y="7293"/>
                  </a:lnTo>
                  <a:lnTo>
                    <a:pt x="39583" y="7425"/>
                  </a:lnTo>
                  <a:lnTo>
                    <a:pt x="39451" y="7570"/>
                  </a:lnTo>
                  <a:lnTo>
                    <a:pt x="39346" y="7728"/>
                  </a:lnTo>
                  <a:lnTo>
                    <a:pt x="39240" y="7899"/>
                  </a:lnTo>
                  <a:lnTo>
                    <a:pt x="39161" y="8070"/>
                  </a:lnTo>
                  <a:lnTo>
                    <a:pt x="39083" y="8254"/>
                  </a:lnTo>
                  <a:lnTo>
                    <a:pt x="39030" y="8439"/>
                  </a:lnTo>
                  <a:lnTo>
                    <a:pt x="1172" y="84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0"/>
            <p:cNvSpPr/>
            <p:nvPr/>
          </p:nvSpPr>
          <p:spPr>
            <a:xfrm>
              <a:off x="4627775" y="3408875"/>
              <a:ext cx="1245625" cy="398875"/>
            </a:xfrm>
            <a:custGeom>
              <a:rect b="b" l="l" r="r" t="t"/>
              <a:pathLst>
                <a:path extrusionOk="0" h="15955" w="49825">
                  <a:moveTo>
                    <a:pt x="47441" y="12374"/>
                  </a:moveTo>
                  <a:lnTo>
                    <a:pt x="47560" y="12387"/>
                  </a:lnTo>
                  <a:lnTo>
                    <a:pt x="47678" y="12401"/>
                  </a:lnTo>
                  <a:lnTo>
                    <a:pt x="47797" y="12427"/>
                  </a:lnTo>
                  <a:lnTo>
                    <a:pt x="47902" y="12466"/>
                  </a:lnTo>
                  <a:lnTo>
                    <a:pt x="48007" y="12519"/>
                  </a:lnTo>
                  <a:lnTo>
                    <a:pt x="48113" y="12585"/>
                  </a:lnTo>
                  <a:lnTo>
                    <a:pt x="48205" y="12651"/>
                  </a:lnTo>
                  <a:lnTo>
                    <a:pt x="48284" y="12730"/>
                  </a:lnTo>
                  <a:lnTo>
                    <a:pt x="48363" y="12809"/>
                  </a:lnTo>
                  <a:lnTo>
                    <a:pt x="48429" y="12901"/>
                  </a:lnTo>
                  <a:lnTo>
                    <a:pt x="48495" y="13006"/>
                  </a:lnTo>
                  <a:lnTo>
                    <a:pt x="48547" y="13111"/>
                  </a:lnTo>
                  <a:lnTo>
                    <a:pt x="48587" y="13217"/>
                  </a:lnTo>
                  <a:lnTo>
                    <a:pt x="48613" y="13335"/>
                  </a:lnTo>
                  <a:lnTo>
                    <a:pt x="48626" y="13454"/>
                  </a:lnTo>
                  <a:lnTo>
                    <a:pt x="48639" y="13572"/>
                  </a:lnTo>
                  <a:lnTo>
                    <a:pt x="48626" y="13691"/>
                  </a:lnTo>
                  <a:lnTo>
                    <a:pt x="48613" y="13809"/>
                  </a:lnTo>
                  <a:lnTo>
                    <a:pt x="48587" y="13927"/>
                  </a:lnTo>
                  <a:lnTo>
                    <a:pt x="48547" y="14033"/>
                  </a:lnTo>
                  <a:lnTo>
                    <a:pt x="48495" y="14138"/>
                  </a:lnTo>
                  <a:lnTo>
                    <a:pt x="48429" y="14243"/>
                  </a:lnTo>
                  <a:lnTo>
                    <a:pt x="48363" y="14336"/>
                  </a:lnTo>
                  <a:lnTo>
                    <a:pt x="48284" y="14415"/>
                  </a:lnTo>
                  <a:lnTo>
                    <a:pt x="48205" y="14494"/>
                  </a:lnTo>
                  <a:lnTo>
                    <a:pt x="48113" y="14559"/>
                  </a:lnTo>
                  <a:lnTo>
                    <a:pt x="48007" y="14625"/>
                  </a:lnTo>
                  <a:lnTo>
                    <a:pt x="47902" y="14678"/>
                  </a:lnTo>
                  <a:lnTo>
                    <a:pt x="47797" y="14717"/>
                  </a:lnTo>
                  <a:lnTo>
                    <a:pt x="47678" y="14744"/>
                  </a:lnTo>
                  <a:lnTo>
                    <a:pt x="47560" y="14770"/>
                  </a:lnTo>
                  <a:lnTo>
                    <a:pt x="47323" y="14770"/>
                  </a:lnTo>
                  <a:lnTo>
                    <a:pt x="47205" y="14744"/>
                  </a:lnTo>
                  <a:lnTo>
                    <a:pt x="47086" y="14717"/>
                  </a:lnTo>
                  <a:lnTo>
                    <a:pt x="46981" y="14678"/>
                  </a:lnTo>
                  <a:lnTo>
                    <a:pt x="46875" y="14625"/>
                  </a:lnTo>
                  <a:lnTo>
                    <a:pt x="46770" y="14559"/>
                  </a:lnTo>
                  <a:lnTo>
                    <a:pt x="46678" y="14494"/>
                  </a:lnTo>
                  <a:lnTo>
                    <a:pt x="46599" y="14415"/>
                  </a:lnTo>
                  <a:lnTo>
                    <a:pt x="46520" y="14336"/>
                  </a:lnTo>
                  <a:lnTo>
                    <a:pt x="46454" y="14243"/>
                  </a:lnTo>
                  <a:lnTo>
                    <a:pt x="46388" y="14138"/>
                  </a:lnTo>
                  <a:lnTo>
                    <a:pt x="46336" y="14033"/>
                  </a:lnTo>
                  <a:lnTo>
                    <a:pt x="46296" y="13927"/>
                  </a:lnTo>
                  <a:lnTo>
                    <a:pt x="46270" y="13809"/>
                  </a:lnTo>
                  <a:lnTo>
                    <a:pt x="46244" y="13691"/>
                  </a:lnTo>
                  <a:lnTo>
                    <a:pt x="46244" y="13572"/>
                  </a:lnTo>
                  <a:lnTo>
                    <a:pt x="46244" y="13454"/>
                  </a:lnTo>
                  <a:lnTo>
                    <a:pt x="46270" y="13335"/>
                  </a:lnTo>
                  <a:lnTo>
                    <a:pt x="46296" y="13217"/>
                  </a:lnTo>
                  <a:lnTo>
                    <a:pt x="46336" y="13111"/>
                  </a:lnTo>
                  <a:lnTo>
                    <a:pt x="46388" y="13006"/>
                  </a:lnTo>
                  <a:lnTo>
                    <a:pt x="46454" y="12901"/>
                  </a:lnTo>
                  <a:lnTo>
                    <a:pt x="46520" y="12809"/>
                  </a:lnTo>
                  <a:lnTo>
                    <a:pt x="46599" y="12730"/>
                  </a:lnTo>
                  <a:lnTo>
                    <a:pt x="46678" y="12651"/>
                  </a:lnTo>
                  <a:lnTo>
                    <a:pt x="46770" y="12585"/>
                  </a:lnTo>
                  <a:lnTo>
                    <a:pt x="46875" y="12519"/>
                  </a:lnTo>
                  <a:lnTo>
                    <a:pt x="46981" y="12466"/>
                  </a:lnTo>
                  <a:lnTo>
                    <a:pt x="47086" y="12427"/>
                  </a:lnTo>
                  <a:lnTo>
                    <a:pt x="47205" y="12401"/>
                  </a:lnTo>
                  <a:lnTo>
                    <a:pt x="47323" y="12387"/>
                  </a:lnTo>
                  <a:lnTo>
                    <a:pt x="47441" y="12374"/>
                  </a:lnTo>
                  <a:close/>
                  <a:moveTo>
                    <a:pt x="0" y="0"/>
                  </a:moveTo>
                  <a:lnTo>
                    <a:pt x="0" y="14164"/>
                  </a:lnTo>
                  <a:lnTo>
                    <a:pt x="45138" y="14164"/>
                  </a:lnTo>
                  <a:lnTo>
                    <a:pt x="45191" y="14349"/>
                  </a:lnTo>
                  <a:lnTo>
                    <a:pt x="45269" y="14533"/>
                  </a:lnTo>
                  <a:lnTo>
                    <a:pt x="45348" y="14704"/>
                  </a:lnTo>
                  <a:lnTo>
                    <a:pt x="45454" y="14875"/>
                  </a:lnTo>
                  <a:lnTo>
                    <a:pt x="45559" y="15033"/>
                  </a:lnTo>
                  <a:lnTo>
                    <a:pt x="45691" y="15178"/>
                  </a:lnTo>
                  <a:lnTo>
                    <a:pt x="45822" y="15323"/>
                  </a:lnTo>
                  <a:lnTo>
                    <a:pt x="45967" y="15441"/>
                  </a:lnTo>
                  <a:lnTo>
                    <a:pt x="46125" y="15560"/>
                  </a:lnTo>
                  <a:lnTo>
                    <a:pt x="46296" y="15652"/>
                  </a:lnTo>
                  <a:lnTo>
                    <a:pt x="46467" y="15744"/>
                  </a:lnTo>
                  <a:lnTo>
                    <a:pt x="46652" y="15823"/>
                  </a:lnTo>
                  <a:lnTo>
                    <a:pt x="46836" y="15876"/>
                  </a:lnTo>
                  <a:lnTo>
                    <a:pt x="47033" y="15915"/>
                  </a:lnTo>
                  <a:lnTo>
                    <a:pt x="47231" y="15941"/>
                  </a:lnTo>
                  <a:lnTo>
                    <a:pt x="47441" y="15955"/>
                  </a:lnTo>
                  <a:lnTo>
                    <a:pt x="47678" y="15941"/>
                  </a:lnTo>
                  <a:lnTo>
                    <a:pt x="47915" y="15902"/>
                  </a:lnTo>
                  <a:lnTo>
                    <a:pt x="48152" y="15849"/>
                  </a:lnTo>
                  <a:lnTo>
                    <a:pt x="48363" y="15770"/>
                  </a:lnTo>
                  <a:lnTo>
                    <a:pt x="48574" y="15665"/>
                  </a:lnTo>
                  <a:lnTo>
                    <a:pt x="48771" y="15547"/>
                  </a:lnTo>
                  <a:lnTo>
                    <a:pt x="48955" y="15402"/>
                  </a:lnTo>
                  <a:lnTo>
                    <a:pt x="49126" y="15257"/>
                  </a:lnTo>
                  <a:lnTo>
                    <a:pt x="49271" y="15086"/>
                  </a:lnTo>
                  <a:lnTo>
                    <a:pt x="49416" y="14902"/>
                  </a:lnTo>
                  <a:lnTo>
                    <a:pt x="49534" y="14704"/>
                  </a:lnTo>
                  <a:lnTo>
                    <a:pt x="49627" y="14494"/>
                  </a:lnTo>
                  <a:lnTo>
                    <a:pt x="49719" y="14283"/>
                  </a:lnTo>
                  <a:lnTo>
                    <a:pt x="49771" y="14046"/>
                  </a:lnTo>
                  <a:lnTo>
                    <a:pt x="49811" y="13822"/>
                  </a:lnTo>
                  <a:lnTo>
                    <a:pt x="49824" y="13572"/>
                  </a:lnTo>
                  <a:lnTo>
                    <a:pt x="49811" y="13335"/>
                  </a:lnTo>
                  <a:lnTo>
                    <a:pt x="49771" y="13098"/>
                  </a:lnTo>
                  <a:lnTo>
                    <a:pt x="49719" y="12861"/>
                  </a:lnTo>
                  <a:lnTo>
                    <a:pt x="49627" y="12651"/>
                  </a:lnTo>
                  <a:lnTo>
                    <a:pt x="49534" y="12440"/>
                  </a:lnTo>
                  <a:lnTo>
                    <a:pt x="49416" y="12243"/>
                  </a:lnTo>
                  <a:lnTo>
                    <a:pt x="49271" y="12058"/>
                  </a:lnTo>
                  <a:lnTo>
                    <a:pt x="49126" y="11887"/>
                  </a:lnTo>
                  <a:lnTo>
                    <a:pt x="48955" y="11742"/>
                  </a:lnTo>
                  <a:lnTo>
                    <a:pt x="48771" y="11598"/>
                  </a:lnTo>
                  <a:lnTo>
                    <a:pt x="48574" y="11479"/>
                  </a:lnTo>
                  <a:lnTo>
                    <a:pt x="48363" y="11387"/>
                  </a:lnTo>
                  <a:lnTo>
                    <a:pt x="48152" y="11308"/>
                  </a:lnTo>
                  <a:lnTo>
                    <a:pt x="47915" y="11242"/>
                  </a:lnTo>
                  <a:lnTo>
                    <a:pt x="47678" y="11203"/>
                  </a:lnTo>
                  <a:lnTo>
                    <a:pt x="47441" y="11189"/>
                  </a:lnTo>
                  <a:lnTo>
                    <a:pt x="47231" y="11203"/>
                  </a:lnTo>
                  <a:lnTo>
                    <a:pt x="47033" y="11229"/>
                  </a:lnTo>
                  <a:lnTo>
                    <a:pt x="46836" y="11268"/>
                  </a:lnTo>
                  <a:lnTo>
                    <a:pt x="46652" y="11334"/>
                  </a:lnTo>
                  <a:lnTo>
                    <a:pt x="46467" y="11400"/>
                  </a:lnTo>
                  <a:lnTo>
                    <a:pt x="46296" y="11492"/>
                  </a:lnTo>
                  <a:lnTo>
                    <a:pt x="46125" y="11584"/>
                  </a:lnTo>
                  <a:lnTo>
                    <a:pt x="45967" y="11703"/>
                  </a:lnTo>
                  <a:lnTo>
                    <a:pt x="45822" y="11834"/>
                  </a:lnTo>
                  <a:lnTo>
                    <a:pt x="45691" y="11966"/>
                  </a:lnTo>
                  <a:lnTo>
                    <a:pt x="45559" y="12111"/>
                  </a:lnTo>
                  <a:lnTo>
                    <a:pt x="45454" y="12269"/>
                  </a:lnTo>
                  <a:lnTo>
                    <a:pt x="45348" y="12440"/>
                  </a:lnTo>
                  <a:lnTo>
                    <a:pt x="45269" y="12611"/>
                  </a:lnTo>
                  <a:lnTo>
                    <a:pt x="45191" y="12795"/>
                  </a:lnTo>
                  <a:lnTo>
                    <a:pt x="45138" y="12980"/>
                  </a:lnTo>
                  <a:lnTo>
                    <a:pt x="1185" y="129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266675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41" y="50404"/>
                  </a:lnTo>
                  <a:lnTo>
                    <a:pt x="3133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70" y="50720"/>
                  </a:lnTo>
                  <a:lnTo>
                    <a:pt x="3436" y="50825"/>
                  </a:lnTo>
                  <a:lnTo>
                    <a:pt x="3475" y="50931"/>
                  </a:lnTo>
                  <a:lnTo>
                    <a:pt x="3515" y="51036"/>
                  </a:lnTo>
                  <a:lnTo>
                    <a:pt x="3554" y="51154"/>
                  </a:lnTo>
                  <a:lnTo>
                    <a:pt x="3567" y="51273"/>
                  </a:lnTo>
                  <a:lnTo>
                    <a:pt x="3581" y="51391"/>
                  </a:lnTo>
                  <a:lnTo>
                    <a:pt x="3567" y="51510"/>
                  </a:lnTo>
                  <a:lnTo>
                    <a:pt x="3554" y="51628"/>
                  </a:lnTo>
                  <a:lnTo>
                    <a:pt x="3515" y="51747"/>
                  </a:lnTo>
                  <a:lnTo>
                    <a:pt x="3475" y="51852"/>
                  </a:lnTo>
                  <a:lnTo>
                    <a:pt x="3436" y="51957"/>
                  </a:lnTo>
                  <a:lnTo>
                    <a:pt x="3370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33" y="52313"/>
                  </a:lnTo>
                  <a:lnTo>
                    <a:pt x="3041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51" y="52589"/>
                  </a:lnTo>
                  <a:lnTo>
                    <a:pt x="2133" y="52563"/>
                  </a:lnTo>
                  <a:lnTo>
                    <a:pt x="2027" y="52536"/>
                  </a:lnTo>
                  <a:lnTo>
                    <a:pt x="1909" y="52497"/>
                  </a:lnTo>
                  <a:lnTo>
                    <a:pt x="1803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27" y="52234"/>
                  </a:lnTo>
                  <a:lnTo>
                    <a:pt x="1448" y="52155"/>
                  </a:lnTo>
                  <a:lnTo>
                    <a:pt x="1382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198" y="51628"/>
                  </a:lnTo>
                  <a:lnTo>
                    <a:pt x="1185" y="51510"/>
                  </a:lnTo>
                  <a:lnTo>
                    <a:pt x="1185" y="51391"/>
                  </a:lnTo>
                  <a:lnTo>
                    <a:pt x="1185" y="51273"/>
                  </a:lnTo>
                  <a:lnTo>
                    <a:pt x="1198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82" y="50720"/>
                  </a:lnTo>
                  <a:lnTo>
                    <a:pt x="1448" y="50628"/>
                  </a:lnTo>
                  <a:lnTo>
                    <a:pt x="1527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03" y="50338"/>
                  </a:lnTo>
                  <a:lnTo>
                    <a:pt x="1909" y="50286"/>
                  </a:lnTo>
                  <a:lnTo>
                    <a:pt x="2027" y="50246"/>
                  </a:lnTo>
                  <a:lnTo>
                    <a:pt x="2133" y="50220"/>
                  </a:lnTo>
                  <a:lnTo>
                    <a:pt x="2251" y="50207"/>
                  </a:lnTo>
                  <a:lnTo>
                    <a:pt x="2383" y="50193"/>
                  </a:lnTo>
                  <a:close/>
                  <a:moveTo>
                    <a:pt x="12018" y="1"/>
                  </a:moveTo>
                  <a:lnTo>
                    <a:pt x="12018" y="31817"/>
                  </a:lnTo>
                  <a:lnTo>
                    <a:pt x="1777" y="41690"/>
                  </a:lnTo>
                  <a:lnTo>
                    <a:pt x="1777" y="49088"/>
                  </a:lnTo>
                  <a:lnTo>
                    <a:pt x="1593" y="49140"/>
                  </a:lnTo>
                  <a:lnTo>
                    <a:pt x="1409" y="49219"/>
                  </a:lnTo>
                  <a:lnTo>
                    <a:pt x="1237" y="49311"/>
                  </a:lnTo>
                  <a:lnTo>
                    <a:pt x="1066" y="49404"/>
                  </a:lnTo>
                  <a:lnTo>
                    <a:pt x="908" y="49522"/>
                  </a:lnTo>
                  <a:lnTo>
                    <a:pt x="764" y="49640"/>
                  </a:lnTo>
                  <a:lnTo>
                    <a:pt x="632" y="49785"/>
                  </a:lnTo>
                  <a:lnTo>
                    <a:pt x="500" y="49930"/>
                  </a:lnTo>
                  <a:lnTo>
                    <a:pt x="395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79" y="50786"/>
                  </a:lnTo>
                  <a:lnTo>
                    <a:pt x="26" y="50983"/>
                  </a:lnTo>
                  <a:lnTo>
                    <a:pt x="13" y="51194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05" y="52102"/>
                  </a:lnTo>
                  <a:lnTo>
                    <a:pt x="184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40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48" y="53590"/>
                  </a:lnTo>
                  <a:lnTo>
                    <a:pt x="1672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0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83" y="53221"/>
                  </a:lnTo>
                  <a:lnTo>
                    <a:pt x="4054" y="53076"/>
                  </a:lnTo>
                  <a:lnTo>
                    <a:pt x="4212" y="52905"/>
                  </a:lnTo>
                  <a:lnTo>
                    <a:pt x="4344" y="52721"/>
                  </a:lnTo>
                  <a:lnTo>
                    <a:pt x="4463" y="52523"/>
                  </a:lnTo>
                  <a:lnTo>
                    <a:pt x="4568" y="52313"/>
                  </a:lnTo>
                  <a:lnTo>
                    <a:pt x="4647" y="52102"/>
                  </a:lnTo>
                  <a:lnTo>
                    <a:pt x="4713" y="51865"/>
                  </a:lnTo>
                  <a:lnTo>
                    <a:pt x="4739" y="51641"/>
                  </a:lnTo>
                  <a:lnTo>
                    <a:pt x="4752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73" y="50786"/>
                  </a:lnTo>
                  <a:lnTo>
                    <a:pt x="4620" y="50601"/>
                  </a:lnTo>
                  <a:lnTo>
                    <a:pt x="4541" y="50417"/>
                  </a:lnTo>
                  <a:lnTo>
                    <a:pt x="4463" y="50246"/>
                  </a:lnTo>
                  <a:lnTo>
                    <a:pt x="4357" y="50075"/>
                  </a:lnTo>
                  <a:lnTo>
                    <a:pt x="4239" y="49917"/>
                  </a:lnTo>
                  <a:lnTo>
                    <a:pt x="4120" y="49772"/>
                  </a:lnTo>
                  <a:lnTo>
                    <a:pt x="3975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0" y="49219"/>
                  </a:lnTo>
                  <a:lnTo>
                    <a:pt x="3146" y="49140"/>
                  </a:lnTo>
                  <a:lnTo>
                    <a:pt x="2962" y="49088"/>
                  </a:lnTo>
                  <a:lnTo>
                    <a:pt x="2962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0"/>
            <p:cNvSpPr/>
            <p:nvPr/>
          </p:nvSpPr>
          <p:spPr>
            <a:xfrm>
              <a:off x="3416725" y="1856250"/>
              <a:ext cx="330100" cy="1567450"/>
            </a:xfrm>
            <a:custGeom>
              <a:rect b="b" l="l" r="r" t="t"/>
              <a:pathLst>
                <a:path extrusionOk="0" h="62698" w="13204">
                  <a:moveTo>
                    <a:pt x="2383" y="59117"/>
                  </a:moveTo>
                  <a:lnTo>
                    <a:pt x="2502" y="59131"/>
                  </a:lnTo>
                  <a:lnTo>
                    <a:pt x="2620" y="59144"/>
                  </a:lnTo>
                  <a:lnTo>
                    <a:pt x="2739" y="59170"/>
                  </a:lnTo>
                  <a:lnTo>
                    <a:pt x="2857" y="59210"/>
                  </a:lnTo>
                  <a:lnTo>
                    <a:pt x="2949" y="59262"/>
                  </a:lnTo>
                  <a:lnTo>
                    <a:pt x="3055" y="59328"/>
                  </a:lnTo>
                  <a:lnTo>
                    <a:pt x="3147" y="59394"/>
                  </a:lnTo>
                  <a:lnTo>
                    <a:pt x="3226" y="59473"/>
                  </a:lnTo>
                  <a:lnTo>
                    <a:pt x="3305" y="59552"/>
                  </a:lnTo>
                  <a:lnTo>
                    <a:pt x="3384" y="59644"/>
                  </a:lnTo>
                  <a:lnTo>
                    <a:pt x="3436" y="59749"/>
                  </a:lnTo>
                  <a:lnTo>
                    <a:pt x="3489" y="59855"/>
                  </a:lnTo>
                  <a:lnTo>
                    <a:pt x="3528" y="59960"/>
                  </a:lnTo>
                  <a:lnTo>
                    <a:pt x="3555" y="60078"/>
                  </a:lnTo>
                  <a:lnTo>
                    <a:pt x="3581" y="60197"/>
                  </a:lnTo>
                  <a:lnTo>
                    <a:pt x="3581" y="60315"/>
                  </a:lnTo>
                  <a:lnTo>
                    <a:pt x="3581" y="60434"/>
                  </a:lnTo>
                  <a:lnTo>
                    <a:pt x="3555" y="60552"/>
                  </a:lnTo>
                  <a:lnTo>
                    <a:pt x="3528" y="60671"/>
                  </a:lnTo>
                  <a:lnTo>
                    <a:pt x="3489" y="60776"/>
                  </a:lnTo>
                  <a:lnTo>
                    <a:pt x="3436" y="60881"/>
                  </a:lnTo>
                  <a:lnTo>
                    <a:pt x="3384" y="60987"/>
                  </a:lnTo>
                  <a:lnTo>
                    <a:pt x="3305" y="61079"/>
                  </a:lnTo>
                  <a:lnTo>
                    <a:pt x="3226" y="61158"/>
                  </a:lnTo>
                  <a:lnTo>
                    <a:pt x="3147" y="61237"/>
                  </a:lnTo>
                  <a:lnTo>
                    <a:pt x="3055" y="61303"/>
                  </a:lnTo>
                  <a:lnTo>
                    <a:pt x="2949" y="61368"/>
                  </a:lnTo>
                  <a:lnTo>
                    <a:pt x="2857" y="61421"/>
                  </a:lnTo>
                  <a:lnTo>
                    <a:pt x="2739" y="61460"/>
                  </a:lnTo>
                  <a:lnTo>
                    <a:pt x="2620" y="61487"/>
                  </a:lnTo>
                  <a:lnTo>
                    <a:pt x="2502" y="61513"/>
                  </a:lnTo>
                  <a:lnTo>
                    <a:pt x="2265" y="61513"/>
                  </a:lnTo>
                  <a:lnTo>
                    <a:pt x="2146" y="61487"/>
                  </a:lnTo>
                  <a:lnTo>
                    <a:pt x="2028" y="61460"/>
                  </a:lnTo>
                  <a:lnTo>
                    <a:pt x="1923" y="61421"/>
                  </a:lnTo>
                  <a:lnTo>
                    <a:pt x="1817" y="61368"/>
                  </a:lnTo>
                  <a:lnTo>
                    <a:pt x="1712" y="61303"/>
                  </a:lnTo>
                  <a:lnTo>
                    <a:pt x="1620" y="61237"/>
                  </a:lnTo>
                  <a:lnTo>
                    <a:pt x="1541" y="61158"/>
                  </a:lnTo>
                  <a:lnTo>
                    <a:pt x="1462" y="61079"/>
                  </a:lnTo>
                  <a:lnTo>
                    <a:pt x="1396" y="60987"/>
                  </a:lnTo>
                  <a:lnTo>
                    <a:pt x="1330" y="60881"/>
                  </a:lnTo>
                  <a:lnTo>
                    <a:pt x="1278" y="60776"/>
                  </a:lnTo>
                  <a:lnTo>
                    <a:pt x="1238" y="60671"/>
                  </a:lnTo>
                  <a:lnTo>
                    <a:pt x="1212" y="60552"/>
                  </a:lnTo>
                  <a:lnTo>
                    <a:pt x="1199" y="60434"/>
                  </a:lnTo>
                  <a:lnTo>
                    <a:pt x="1185" y="60315"/>
                  </a:lnTo>
                  <a:lnTo>
                    <a:pt x="1199" y="60197"/>
                  </a:lnTo>
                  <a:lnTo>
                    <a:pt x="1212" y="60078"/>
                  </a:lnTo>
                  <a:lnTo>
                    <a:pt x="1238" y="59960"/>
                  </a:lnTo>
                  <a:lnTo>
                    <a:pt x="1278" y="59855"/>
                  </a:lnTo>
                  <a:lnTo>
                    <a:pt x="1330" y="59749"/>
                  </a:lnTo>
                  <a:lnTo>
                    <a:pt x="1396" y="59644"/>
                  </a:lnTo>
                  <a:lnTo>
                    <a:pt x="1462" y="59552"/>
                  </a:lnTo>
                  <a:lnTo>
                    <a:pt x="1541" y="59473"/>
                  </a:lnTo>
                  <a:lnTo>
                    <a:pt x="1620" y="59394"/>
                  </a:lnTo>
                  <a:lnTo>
                    <a:pt x="1712" y="59328"/>
                  </a:lnTo>
                  <a:lnTo>
                    <a:pt x="1817" y="59262"/>
                  </a:lnTo>
                  <a:lnTo>
                    <a:pt x="1923" y="59210"/>
                  </a:lnTo>
                  <a:lnTo>
                    <a:pt x="2028" y="59170"/>
                  </a:lnTo>
                  <a:lnTo>
                    <a:pt x="2146" y="59144"/>
                  </a:lnTo>
                  <a:lnTo>
                    <a:pt x="2265" y="59131"/>
                  </a:lnTo>
                  <a:lnTo>
                    <a:pt x="2383" y="59117"/>
                  </a:lnTo>
                  <a:close/>
                  <a:moveTo>
                    <a:pt x="12032" y="0"/>
                  </a:moveTo>
                  <a:lnTo>
                    <a:pt x="12032" y="40741"/>
                  </a:lnTo>
                  <a:lnTo>
                    <a:pt x="1791" y="50614"/>
                  </a:lnTo>
                  <a:lnTo>
                    <a:pt x="1791" y="58012"/>
                  </a:lnTo>
                  <a:lnTo>
                    <a:pt x="1607" y="58064"/>
                  </a:lnTo>
                  <a:lnTo>
                    <a:pt x="1422" y="58143"/>
                  </a:lnTo>
                  <a:lnTo>
                    <a:pt x="1238" y="58235"/>
                  </a:lnTo>
                  <a:lnTo>
                    <a:pt x="1080" y="58328"/>
                  </a:lnTo>
                  <a:lnTo>
                    <a:pt x="922" y="58446"/>
                  </a:lnTo>
                  <a:lnTo>
                    <a:pt x="777" y="58564"/>
                  </a:lnTo>
                  <a:lnTo>
                    <a:pt x="632" y="58709"/>
                  </a:lnTo>
                  <a:lnTo>
                    <a:pt x="514" y="58854"/>
                  </a:lnTo>
                  <a:lnTo>
                    <a:pt x="396" y="59012"/>
                  </a:lnTo>
                  <a:lnTo>
                    <a:pt x="303" y="59170"/>
                  </a:lnTo>
                  <a:lnTo>
                    <a:pt x="211" y="59341"/>
                  </a:lnTo>
                  <a:lnTo>
                    <a:pt x="145" y="59525"/>
                  </a:lnTo>
                  <a:lnTo>
                    <a:pt x="80" y="59710"/>
                  </a:lnTo>
                  <a:lnTo>
                    <a:pt x="40" y="59907"/>
                  </a:lnTo>
                  <a:lnTo>
                    <a:pt x="14" y="60118"/>
                  </a:lnTo>
                  <a:lnTo>
                    <a:pt x="1" y="60315"/>
                  </a:lnTo>
                  <a:lnTo>
                    <a:pt x="14" y="60565"/>
                  </a:lnTo>
                  <a:lnTo>
                    <a:pt x="53" y="60789"/>
                  </a:lnTo>
                  <a:lnTo>
                    <a:pt x="119" y="61026"/>
                  </a:lnTo>
                  <a:lnTo>
                    <a:pt x="198" y="61237"/>
                  </a:lnTo>
                  <a:lnTo>
                    <a:pt x="290" y="61447"/>
                  </a:lnTo>
                  <a:lnTo>
                    <a:pt x="409" y="61645"/>
                  </a:lnTo>
                  <a:lnTo>
                    <a:pt x="554" y="61829"/>
                  </a:lnTo>
                  <a:lnTo>
                    <a:pt x="698" y="62000"/>
                  </a:lnTo>
                  <a:lnTo>
                    <a:pt x="869" y="62145"/>
                  </a:lnTo>
                  <a:lnTo>
                    <a:pt x="1054" y="62290"/>
                  </a:lnTo>
                  <a:lnTo>
                    <a:pt x="1251" y="62408"/>
                  </a:lnTo>
                  <a:lnTo>
                    <a:pt x="1462" y="62514"/>
                  </a:lnTo>
                  <a:lnTo>
                    <a:pt x="1672" y="62593"/>
                  </a:lnTo>
                  <a:lnTo>
                    <a:pt x="1909" y="62645"/>
                  </a:lnTo>
                  <a:lnTo>
                    <a:pt x="2146" y="62685"/>
                  </a:lnTo>
                  <a:lnTo>
                    <a:pt x="2383" y="62698"/>
                  </a:lnTo>
                  <a:lnTo>
                    <a:pt x="2633" y="62685"/>
                  </a:lnTo>
                  <a:lnTo>
                    <a:pt x="2870" y="62645"/>
                  </a:lnTo>
                  <a:lnTo>
                    <a:pt x="3094" y="62593"/>
                  </a:lnTo>
                  <a:lnTo>
                    <a:pt x="3305" y="62514"/>
                  </a:lnTo>
                  <a:lnTo>
                    <a:pt x="3515" y="62408"/>
                  </a:lnTo>
                  <a:lnTo>
                    <a:pt x="3713" y="62290"/>
                  </a:lnTo>
                  <a:lnTo>
                    <a:pt x="3897" y="62145"/>
                  </a:lnTo>
                  <a:lnTo>
                    <a:pt x="4068" y="62000"/>
                  </a:lnTo>
                  <a:lnTo>
                    <a:pt x="4226" y="61829"/>
                  </a:lnTo>
                  <a:lnTo>
                    <a:pt x="4358" y="61645"/>
                  </a:lnTo>
                  <a:lnTo>
                    <a:pt x="4476" y="61447"/>
                  </a:lnTo>
                  <a:lnTo>
                    <a:pt x="4582" y="61237"/>
                  </a:lnTo>
                  <a:lnTo>
                    <a:pt x="4661" y="61026"/>
                  </a:lnTo>
                  <a:lnTo>
                    <a:pt x="4713" y="60789"/>
                  </a:lnTo>
                  <a:lnTo>
                    <a:pt x="4753" y="60565"/>
                  </a:lnTo>
                  <a:lnTo>
                    <a:pt x="4766" y="60315"/>
                  </a:lnTo>
                  <a:lnTo>
                    <a:pt x="4753" y="60105"/>
                  </a:lnTo>
                  <a:lnTo>
                    <a:pt x="4726" y="59907"/>
                  </a:lnTo>
                  <a:lnTo>
                    <a:pt x="4687" y="59710"/>
                  </a:lnTo>
                  <a:lnTo>
                    <a:pt x="4634" y="59525"/>
                  </a:lnTo>
                  <a:lnTo>
                    <a:pt x="4555" y="59341"/>
                  </a:lnTo>
                  <a:lnTo>
                    <a:pt x="4463" y="59170"/>
                  </a:lnTo>
                  <a:lnTo>
                    <a:pt x="4371" y="58999"/>
                  </a:lnTo>
                  <a:lnTo>
                    <a:pt x="4252" y="58841"/>
                  </a:lnTo>
                  <a:lnTo>
                    <a:pt x="4134" y="58696"/>
                  </a:lnTo>
                  <a:lnTo>
                    <a:pt x="3989" y="58564"/>
                  </a:lnTo>
                  <a:lnTo>
                    <a:pt x="3844" y="58433"/>
                  </a:lnTo>
                  <a:lnTo>
                    <a:pt x="3686" y="58328"/>
                  </a:lnTo>
                  <a:lnTo>
                    <a:pt x="3515" y="58222"/>
                  </a:lnTo>
                  <a:lnTo>
                    <a:pt x="3344" y="58143"/>
                  </a:lnTo>
                  <a:lnTo>
                    <a:pt x="3160" y="58064"/>
                  </a:lnTo>
                  <a:lnTo>
                    <a:pt x="2976" y="58012"/>
                  </a:lnTo>
                  <a:lnTo>
                    <a:pt x="2976" y="51127"/>
                  </a:lnTo>
                  <a:lnTo>
                    <a:pt x="13204" y="41241"/>
                  </a:lnTo>
                  <a:lnTo>
                    <a:pt x="132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0"/>
            <p:cNvSpPr/>
            <p:nvPr/>
          </p:nvSpPr>
          <p:spPr>
            <a:xfrm>
              <a:off x="3839600" y="1316875"/>
              <a:ext cx="642400" cy="242550"/>
            </a:xfrm>
            <a:custGeom>
              <a:rect b="b" l="l" r="r" t="t"/>
              <a:pathLst>
                <a:path extrusionOk="0" h="9702" w="25696">
                  <a:moveTo>
                    <a:pt x="2383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39" y="1237"/>
                  </a:lnTo>
                  <a:lnTo>
                    <a:pt x="2857" y="1277"/>
                  </a:lnTo>
                  <a:lnTo>
                    <a:pt x="2949" y="1330"/>
                  </a:lnTo>
                  <a:lnTo>
                    <a:pt x="3055" y="1395"/>
                  </a:lnTo>
                  <a:lnTo>
                    <a:pt x="3147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11"/>
                  </a:lnTo>
                  <a:lnTo>
                    <a:pt x="3436" y="1817"/>
                  </a:lnTo>
                  <a:lnTo>
                    <a:pt x="3489" y="1922"/>
                  </a:lnTo>
                  <a:lnTo>
                    <a:pt x="3529" y="2027"/>
                  </a:lnTo>
                  <a:lnTo>
                    <a:pt x="3555" y="2146"/>
                  </a:lnTo>
                  <a:lnTo>
                    <a:pt x="3581" y="2264"/>
                  </a:lnTo>
                  <a:lnTo>
                    <a:pt x="3581" y="2383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38"/>
                  </a:lnTo>
                  <a:lnTo>
                    <a:pt x="3489" y="2856"/>
                  </a:lnTo>
                  <a:lnTo>
                    <a:pt x="3436" y="2949"/>
                  </a:lnTo>
                  <a:lnTo>
                    <a:pt x="3384" y="3054"/>
                  </a:lnTo>
                  <a:lnTo>
                    <a:pt x="3305" y="3146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83"/>
                  </a:lnTo>
                  <a:lnTo>
                    <a:pt x="2949" y="3436"/>
                  </a:lnTo>
                  <a:lnTo>
                    <a:pt x="2857" y="3488"/>
                  </a:lnTo>
                  <a:lnTo>
                    <a:pt x="2739" y="3528"/>
                  </a:lnTo>
                  <a:lnTo>
                    <a:pt x="2620" y="3554"/>
                  </a:lnTo>
                  <a:lnTo>
                    <a:pt x="2502" y="3580"/>
                  </a:lnTo>
                  <a:lnTo>
                    <a:pt x="2265" y="3580"/>
                  </a:lnTo>
                  <a:lnTo>
                    <a:pt x="2146" y="3554"/>
                  </a:lnTo>
                  <a:lnTo>
                    <a:pt x="2028" y="3528"/>
                  </a:lnTo>
                  <a:lnTo>
                    <a:pt x="1923" y="3488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46"/>
                  </a:lnTo>
                  <a:lnTo>
                    <a:pt x="1396" y="3054"/>
                  </a:lnTo>
                  <a:lnTo>
                    <a:pt x="1330" y="2949"/>
                  </a:lnTo>
                  <a:lnTo>
                    <a:pt x="1278" y="2856"/>
                  </a:lnTo>
                  <a:lnTo>
                    <a:pt x="1238" y="2738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5" y="2383"/>
                  </a:lnTo>
                  <a:lnTo>
                    <a:pt x="1199" y="2264"/>
                  </a:lnTo>
                  <a:lnTo>
                    <a:pt x="1212" y="2146"/>
                  </a:lnTo>
                  <a:lnTo>
                    <a:pt x="1238" y="2027"/>
                  </a:lnTo>
                  <a:lnTo>
                    <a:pt x="1278" y="1922"/>
                  </a:lnTo>
                  <a:lnTo>
                    <a:pt x="1330" y="1817"/>
                  </a:lnTo>
                  <a:lnTo>
                    <a:pt x="1396" y="1711"/>
                  </a:lnTo>
                  <a:lnTo>
                    <a:pt x="1462" y="1619"/>
                  </a:lnTo>
                  <a:lnTo>
                    <a:pt x="1541" y="1540"/>
                  </a:lnTo>
                  <a:lnTo>
                    <a:pt x="1620" y="1461"/>
                  </a:lnTo>
                  <a:lnTo>
                    <a:pt x="1712" y="1395"/>
                  </a:lnTo>
                  <a:lnTo>
                    <a:pt x="1817" y="1330"/>
                  </a:lnTo>
                  <a:lnTo>
                    <a:pt x="1923" y="1277"/>
                  </a:lnTo>
                  <a:lnTo>
                    <a:pt x="2028" y="1237"/>
                  </a:lnTo>
                  <a:lnTo>
                    <a:pt x="2146" y="1211"/>
                  </a:lnTo>
                  <a:lnTo>
                    <a:pt x="2265" y="1198"/>
                  </a:lnTo>
                  <a:lnTo>
                    <a:pt x="2383" y="1185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72" y="118"/>
                  </a:lnTo>
                  <a:lnTo>
                    <a:pt x="1462" y="197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53"/>
                  </a:lnTo>
                  <a:lnTo>
                    <a:pt x="698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0" y="1251"/>
                  </a:lnTo>
                  <a:lnTo>
                    <a:pt x="198" y="1461"/>
                  </a:lnTo>
                  <a:lnTo>
                    <a:pt x="119" y="1672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4" y="2633"/>
                  </a:lnTo>
                  <a:lnTo>
                    <a:pt x="53" y="2870"/>
                  </a:lnTo>
                  <a:lnTo>
                    <a:pt x="119" y="3093"/>
                  </a:lnTo>
                  <a:lnTo>
                    <a:pt x="198" y="3304"/>
                  </a:lnTo>
                  <a:lnTo>
                    <a:pt x="290" y="3515"/>
                  </a:lnTo>
                  <a:lnTo>
                    <a:pt x="409" y="3712"/>
                  </a:lnTo>
                  <a:lnTo>
                    <a:pt x="554" y="3896"/>
                  </a:lnTo>
                  <a:lnTo>
                    <a:pt x="698" y="4068"/>
                  </a:lnTo>
                  <a:lnTo>
                    <a:pt x="870" y="4225"/>
                  </a:lnTo>
                  <a:lnTo>
                    <a:pt x="1054" y="4357"/>
                  </a:lnTo>
                  <a:lnTo>
                    <a:pt x="1251" y="4476"/>
                  </a:lnTo>
                  <a:lnTo>
                    <a:pt x="1462" y="4581"/>
                  </a:lnTo>
                  <a:lnTo>
                    <a:pt x="1672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54" y="4752"/>
                  </a:lnTo>
                  <a:lnTo>
                    <a:pt x="2712" y="4739"/>
                  </a:lnTo>
                  <a:lnTo>
                    <a:pt x="2870" y="4713"/>
                  </a:lnTo>
                  <a:lnTo>
                    <a:pt x="3028" y="4673"/>
                  </a:lnTo>
                  <a:lnTo>
                    <a:pt x="3173" y="4634"/>
                  </a:lnTo>
                  <a:lnTo>
                    <a:pt x="3318" y="4568"/>
                  </a:lnTo>
                  <a:lnTo>
                    <a:pt x="3463" y="4502"/>
                  </a:lnTo>
                  <a:lnTo>
                    <a:pt x="3594" y="4436"/>
                  </a:lnTo>
                  <a:lnTo>
                    <a:pt x="8860" y="9702"/>
                  </a:lnTo>
                  <a:lnTo>
                    <a:pt x="25696" y="9702"/>
                  </a:lnTo>
                  <a:lnTo>
                    <a:pt x="25696" y="8517"/>
                  </a:lnTo>
                  <a:lnTo>
                    <a:pt x="9360" y="8517"/>
                  </a:lnTo>
                  <a:lnTo>
                    <a:pt x="4437" y="3594"/>
                  </a:lnTo>
                  <a:lnTo>
                    <a:pt x="4503" y="3462"/>
                  </a:lnTo>
                  <a:lnTo>
                    <a:pt x="4568" y="3317"/>
                  </a:lnTo>
                  <a:lnTo>
                    <a:pt x="4634" y="3172"/>
                  </a:lnTo>
                  <a:lnTo>
                    <a:pt x="4674" y="3028"/>
                  </a:lnTo>
                  <a:lnTo>
                    <a:pt x="4713" y="2870"/>
                  </a:lnTo>
                  <a:lnTo>
                    <a:pt x="4740" y="2712"/>
                  </a:lnTo>
                  <a:lnTo>
                    <a:pt x="4753" y="2554"/>
                  </a:lnTo>
                  <a:lnTo>
                    <a:pt x="4766" y="2383"/>
                  </a:lnTo>
                  <a:lnTo>
                    <a:pt x="4753" y="2146"/>
                  </a:lnTo>
                  <a:lnTo>
                    <a:pt x="4713" y="1909"/>
                  </a:lnTo>
                  <a:lnTo>
                    <a:pt x="4661" y="1672"/>
                  </a:lnTo>
                  <a:lnTo>
                    <a:pt x="4582" y="1461"/>
                  </a:lnTo>
                  <a:lnTo>
                    <a:pt x="4476" y="1251"/>
                  </a:lnTo>
                  <a:lnTo>
                    <a:pt x="4358" y="1053"/>
                  </a:lnTo>
                  <a:lnTo>
                    <a:pt x="4226" y="869"/>
                  </a:lnTo>
                  <a:lnTo>
                    <a:pt x="4068" y="698"/>
                  </a:lnTo>
                  <a:lnTo>
                    <a:pt x="3897" y="553"/>
                  </a:lnTo>
                  <a:lnTo>
                    <a:pt x="3713" y="408"/>
                  </a:lnTo>
                  <a:lnTo>
                    <a:pt x="3515" y="290"/>
                  </a:lnTo>
                  <a:lnTo>
                    <a:pt x="3305" y="197"/>
                  </a:lnTo>
                  <a:lnTo>
                    <a:pt x="3094" y="118"/>
                  </a:lnTo>
                  <a:lnTo>
                    <a:pt x="2870" y="53"/>
                  </a:lnTo>
                  <a:lnTo>
                    <a:pt x="2633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0"/>
            <p:cNvSpPr/>
            <p:nvPr/>
          </p:nvSpPr>
          <p:spPr>
            <a:xfrm>
              <a:off x="3839600" y="1601200"/>
              <a:ext cx="642400" cy="935625"/>
            </a:xfrm>
            <a:custGeom>
              <a:rect b="b" l="l" r="r" t="t"/>
              <a:pathLst>
                <a:path extrusionOk="0" h="37425" w="25696">
                  <a:moveTo>
                    <a:pt x="2502" y="33857"/>
                  </a:moveTo>
                  <a:lnTo>
                    <a:pt x="2620" y="33870"/>
                  </a:lnTo>
                  <a:lnTo>
                    <a:pt x="2739" y="33909"/>
                  </a:lnTo>
                  <a:lnTo>
                    <a:pt x="2857" y="33949"/>
                  </a:lnTo>
                  <a:lnTo>
                    <a:pt x="2949" y="34002"/>
                  </a:lnTo>
                  <a:lnTo>
                    <a:pt x="3055" y="34054"/>
                  </a:lnTo>
                  <a:lnTo>
                    <a:pt x="3147" y="34120"/>
                  </a:lnTo>
                  <a:lnTo>
                    <a:pt x="3226" y="34199"/>
                  </a:lnTo>
                  <a:lnTo>
                    <a:pt x="3305" y="34291"/>
                  </a:lnTo>
                  <a:lnTo>
                    <a:pt x="3384" y="34383"/>
                  </a:lnTo>
                  <a:lnTo>
                    <a:pt x="3436" y="34476"/>
                  </a:lnTo>
                  <a:lnTo>
                    <a:pt x="3489" y="34581"/>
                  </a:lnTo>
                  <a:lnTo>
                    <a:pt x="3529" y="34699"/>
                  </a:lnTo>
                  <a:lnTo>
                    <a:pt x="3555" y="34805"/>
                  </a:lnTo>
                  <a:lnTo>
                    <a:pt x="3581" y="34923"/>
                  </a:lnTo>
                  <a:lnTo>
                    <a:pt x="3581" y="35055"/>
                  </a:lnTo>
                  <a:lnTo>
                    <a:pt x="3581" y="35173"/>
                  </a:lnTo>
                  <a:lnTo>
                    <a:pt x="3555" y="35292"/>
                  </a:lnTo>
                  <a:lnTo>
                    <a:pt x="3529" y="35410"/>
                  </a:lnTo>
                  <a:lnTo>
                    <a:pt x="3489" y="35515"/>
                  </a:lnTo>
                  <a:lnTo>
                    <a:pt x="3436" y="35621"/>
                  </a:lnTo>
                  <a:lnTo>
                    <a:pt x="3384" y="35713"/>
                  </a:lnTo>
                  <a:lnTo>
                    <a:pt x="3305" y="35805"/>
                  </a:lnTo>
                  <a:lnTo>
                    <a:pt x="3226" y="35897"/>
                  </a:lnTo>
                  <a:lnTo>
                    <a:pt x="3147" y="35976"/>
                  </a:lnTo>
                  <a:lnTo>
                    <a:pt x="3055" y="36042"/>
                  </a:lnTo>
                  <a:lnTo>
                    <a:pt x="2949" y="36095"/>
                  </a:lnTo>
                  <a:lnTo>
                    <a:pt x="2857" y="36147"/>
                  </a:lnTo>
                  <a:lnTo>
                    <a:pt x="2739" y="36187"/>
                  </a:lnTo>
                  <a:lnTo>
                    <a:pt x="2620" y="36226"/>
                  </a:lnTo>
                  <a:lnTo>
                    <a:pt x="2502" y="36239"/>
                  </a:lnTo>
                  <a:lnTo>
                    <a:pt x="2265" y="36239"/>
                  </a:lnTo>
                  <a:lnTo>
                    <a:pt x="2146" y="36226"/>
                  </a:lnTo>
                  <a:lnTo>
                    <a:pt x="2028" y="36187"/>
                  </a:lnTo>
                  <a:lnTo>
                    <a:pt x="1923" y="36147"/>
                  </a:lnTo>
                  <a:lnTo>
                    <a:pt x="1817" y="36095"/>
                  </a:lnTo>
                  <a:lnTo>
                    <a:pt x="1712" y="36042"/>
                  </a:lnTo>
                  <a:lnTo>
                    <a:pt x="1620" y="35976"/>
                  </a:lnTo>
                  <a:lnTo>
                    <a:pt x="1541" y="35897"/>
                  </a:lnTo>
                  <a:lnTo>
                    <a:pt x="1462" y="35805"/>
                  </a:lnTo>
                  <a:lnTo>
                    <a:pt x="1396" y="35713"/>
                  </a:lnTo>
                  <a:lnTo>
                    <a:pt x="1330" y="35621"/>
                  </a:lnTo>
                  <a:lnTo>
                    <a:pt x="1278" y="35515"/>
                  </a:lnTo>
                  <a:lnTo>
                    <a:pt x="1238" y="35410"/>
                  </a:lnTo>
                  <a:lnTo>
                    <a:pt x="1212" y="35292"/>
                  </a:lnTo>
                  <a:lnTo>
                    <a:pt x="1199" y="35173"/>
                  </a:lnTo>
                  <a:lnTo>
                    <a:pt x="1185" y="35055"/>
                  </a:lnTo>
                  <a:lnTo>
                    <a:pt x="1199" y="34923"/>
                  </a:lnTo>
                  <a:lnTo>
                    <a:pt x="1212" y="34805"/>
                  </a:lnTo>
                  <a:lnTo>
                    <a:pt x="1238" y="34699"/>
                  </a:lnTo>
                  <a:lnTo>
                    <a:pt x="1278" y="34581"/>
                  </a:lnTo>
                  <a:lnTo>
                    <a:pt x="1330" y="34476"/>
                  </a:lnTo>
                  <a:lnTo>
                    <a:pt x="1396" y="34383"/>
                  </a:lnTo>
                  <a:lnTo>
                    <a:pt x="1462" y="34291"/>
                  </a:lnTo>
                  <a:lnTo>
                    <a:pt x="1541" y="34199"/>
                  </a:lnTo>
                  <a:lnTo>
                    <a:pt x="1620" y="34120"/>
                  </a:lnTo>
                  <a:lnTo>
                    <a:pt x="1712" y="34054"/>
                  </a:lnTo>
                  <a:lnTo>
                    <a:pt x="1817" y="34002"/>
                  </a:lnTo>
                  <a:lnTo>
                    <a:pt x="1923" y="33949"/>
                  </a:lnTo>
                  <a:lnTo>
                    <a:pt x="2028" y="33909"/>
                  </a:lnTo>
                  <a:lnTo>
                    <a:pt x="2146" y="33870"/>
                  </a:lnTo>
                  <a:lnTo>
                    <a:pt x="2265" y="33857"/>
                  </a:lnTo>
                  <a:close/>
                  <a:moveTo>
                    <a:pt x="1791" y="0"/>
                  </a:moveTo>
                  <a:lnTo>
                    <a:pt x="1791" y="32738"/>
                  </a:lnTo>
                  <a:lnTo>
                    <a:pt x="1607" y="32804"/>
                  </a:lnTo>
                  <a:lnTo>
                    <a:pt x="1422" y="32870"/>
                  </a:lnTo>
                  <a:lnTo>
                    <a:pt x="1251" y="32962"/>
                  </a:lnTo>
                  <a:lnTo>
                    <a:pt x="1080" y="33054"/>
                  </a:lnTo>
                  <a:lnTo>
                    <a:pt x="922" y="33172"/>
                  </a:lnTo>
                  <a:lnTo>
                    <a:pt x="777" y="33291"/>
                  </a:lnTo>
                  <a:lnTo>
                    <a:pt x="646" y="33436"/>
                  </a:lnTo>
                  <a:lnTo>
                    <a:pt x="514" y="33580"/>
                  </a:lnTo>
                  <a:lnTo>
                    <a:pt x="396" y="33738"/>
                  </a:lnTo>
                  <a:lnTo>
                    <a:pt x="303" y="33896"/>
                  </a:lnTo>
                  <a:lnTo>
                    <a:pt x="211" y="34081"/>
                  </a:lnTo>
                  <a:lnTo>
                    <a:pt x="146" y="34252"/>
                  </a:lnTo>
                  <a:lnTo>
                    <a:pt x="80" y="34449"/>
                  </a:lnTo>
                  <a:lnTo>
                    <a:pt x="40" y="34647"/>
                  </a:lnTo>
                  <a:lnTo>
                    <a:pt x="14" y="34844"/>
                  </a:lnTo>
                  <a:lnTo>
                    <a:pt x="1" y="35055"/>
                  </a:lnTo>
                  <a:lnTo>
                    <a:pt x="14" y="35292"/>
                  </a:lnTo>
                  <a:lnTo>
                    <a:pt x="53" y="35529"/>
                  </a:lnTo>
                  <a:lnTo>
                    <a:pt x="119" y="35752"/>
                  </a:lnTo>
                  <a:lnTo>
                    <a:pt x="198" y="35976"/>
                  </a:lnTo>
                  <a:lnTo>
                    <a:pt x="290" y="36187"/>
                  </a:lnTo>
                  <a:lnTo>
                    <a:pt x="409" y="36371"/>
                  </a:lnTo>
                  <a:lnTo>
                    <a:pt x="554" y="36555"/>
                  </a:lnTo>
                  <a:lnTo>
                    <a:pt x="698" y="36726"/>
                  </a:lnTo>
                  <a:lnTo>
                    <a:pt x="870" y="36884"/>
                  </a:lnTo>
                  <a:lnTo>
                    <a:pt x="1054" y="37016"/>
                  </a:lnTo>
                  <a:lnTo>
                    <a:pt x="1251" y="37135"/>
                  </a:lnTo>
                  <a:lnTo>
                    <a:pt x="1462" y="37240"/>
                  </a:lnTo>
                  <a:lnTo>
                    <a:pt x="1672" y="37319"/>
                  </a:lnTo>
                  <a:lnTo>
                    <a:pt x="1909" y="37385"/>
                  </a:lnTo>
                  <a:lnTo>
                    <a:pt x="2146" y="37411"/>
                  </a:lnTo>
                  <a:lnTo>
                    <a:pt x="2383" y="37424"/>
                  </a:lnTo>
                  <a:lnTo>
                    <a:pt x="2633" y="37411"/>
                  </a:lnTo>
                  <a:lnTo>
                    <a:pt x="2870" y="37385"/>
                  </a:lnTo>
                  <a:lnTo>
                    <a:pt x="3094" y="37319"/>
                  </a:lnTo>
                  <a:lnTo>
                    <a:pt x="3305" y="37240"/>
                  </a:lnTo>
                  <a:lnTo>
                    <a:pt x="3515" y="37135"/>
                  </a:lnTo>
                  <a:lnTo>
                    <a:pt x="3713" y="37016"/>
                  </a:lnTo>
                  <a:lnTo>
                    <a:pt x="3897" y="36884"/>
                  </a:lnTo>
                  <a:lnTo>
                    <a:pt x="4068" y="36726"/>
                  </a:lnTo>
                  <a:lnTo>
                    <a:pt x="4226" y="36555"/>
                  </a:lnTo>
                  <a:lnTo>
                    <a:pt x="4358" y="36371"/>
                  </a:lnTo>
                  <a:lnTo>
                    <a:pt x="4476" y="36187"/>
                  </a:lnTo>
                  <a:lnTo>
                    <a:pt x="4582" y="35976"/>
                  </a:lnTo>
                  <a:lnTo>
                    <a:pt x="4661" y="35752"/>
                  </a:lnTo>
                  <a:lnTo>
                    <a:pt x="4713" y="35529"/>
                  </a:lnTo>
                  <a:lnTo>
                    <a:pt x="4753" y="35292"/>
                  </a:lnTo>
                  <a:lnTo>
                    <a:pt x="4766" y="35055"/>
                  </a:lnTo>
                  <a:lnTo>
                    <a:pt x="4753" y="34844"/>
                  </a:lnTo>
                  <a:lnTo>
                    <a:pt x="4726" y="34647"/>
                  </a:lnTo>
                  <a:lnTo>
                    <a:pt x="4687" y="34449"/>
                  </a:lnTo>
                  <a:lnTo>
                    <a:pt x="4634" y="34252"/>
                  </a:lnTo>
                  <a:lnTo>
                    <a:pt x="4555" y="34081"/>
                  </a:lnTo>
                  <a:lnTo>
                    <a:pt x="4463" y="33896"/>
                  </a:lnTo>
                  <a:lnTo>
                    <a:pt x="4371" y="33738"/>
                  </a:lnTo>
                  <a:lnTo>
                    <a:pt x="4253" y="33580"/>
                  </a:lnTo>
                  <a:lnTo>
                    <a:pt x="4134" y="33436"/>
                  </a:lnTo>
                  <a:lnTo>
                    <a:pt x="3989" y="33291"/>
                  </a:lnTo>
                  <a:lnTo>
                    <a:pt x="3844" y="33172"/>
                  </a:lnTo>
                  <a:lnTo>
                    <a:pt x="3686" y="33054"/>
                  </a:lnTo>
                  <a:lnTo>
                    <a:pt x="3529" y="32962"/>
                  </a:lnTo>
                  <a:lnTo>
                    <a:pt x="3344" y="32870"/>
                  </a:lnTo>
                  <a:lnTo>
                    <a:pt x="3160" y="32804"/>
                  </a:lnTo>
                  <a:lnTo>
                    <a:pt x="2976" y="32738"/>
                  </a:lnTo>
                  <a:lnTo>
                    <a:pt x="2976" y="1185"/>
                  </a:lnTo>
                  <a:lnTo>
                    <a:pt x="25696" y="1185"/>
                  </a:lnTo>
                  <a:lnTo>
                    <a:pt x="2569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0"/>
            <p:cNvSpPr/>
            <p:nvPr/>
          </p:nvSpPr>
          <p:spPr>
            <a:xfrm>
              <a:off x="4503050" y="1503450"/>
              <a:ext cx="1081400" cy="686500"/>
            </a:xfrm>
            <a:custGeom>
              <a:rect b="b" l="l" r="r" t="t"/>
              <a:pathLst>
                <a:path extrusionOk="0" h="27460" w="43256">
                  <a:moveTo>
                    <a:pt x="40873" y="23879"/>
                  </a:moveTo>
                  <a:lnTo>
                    <a:pt x="41005" y="23893"/>
                  </a:lnTo>
                  <a:lnTo>
                    <a:pt x="41123" y="23906"/>
                  </a:lnTo>
                  <a:lnTo>
                    <a:pt x="41228" y="23932"/>
                  </a:lnTo>
                  <a:lnTo>
                    <a:pt x="41347" y="23971"/>
                  </a:lnTo>
                  <a:lnTo>
                    <a:pt x="41452" y="24024"/>
                  </a:lnTo>
                  <a:lnTo>
                    <a:pt x="41544" y="24090"/>
                  </a:lnTo>
                  <a:lnTo>
                    <a:pt x="41636" y="24156"/>
                  </a:lnTo>
                  <a:lnTo>
                    <a:pt x="41729" y="24235"/>
                  </a:lnTo>
                  <a:lnTo>
                    <a:pt x="41808" y="24314"/>
                  </a:lnTo>
                  <a:lnTo>
                    <a:pt x="41873" y="24406"/>
                  </a:lnTo>
                  <a:lnTo>
                    <a:pt x="41926" y="24511"/>
                  </a:lnTo>
                  <a:lnTo>
                    <a:pt x="41979" y="24616"/>
                  </a:lnTo>
                  <a:lnTo>
                    <a:pt x="42018" y="24722"/>
                  </a:lnTo>
                  <a:lnTo>
                    <a:pt x="42058" y="24840"/>
                  </a:lnTo>
                  <a:lnTo>
                    <a:pt x="42071" y="24959"/>
                  </a:lnTo>
                  <a:lnTo>
                    <a:pt x="42071" y="25077"/>
                  </a:lnTo>
                  <a:lnTo>
                    <a:pt x="42071" y="25209"/>
                  </a:lnTo>
                  <a:lnTo>
                    <a:pt x="42058" y="25327"/>
                  </a:lnTo>
                  <a:lnTo>
                    <a:pt x="42018" y="25433"/>
                  </a:lnTo>
                  <a:lnTo>
                    <a:pt x="41979" y="25551"/>
                  </a:lnTo>
                  <a:lnTo>
                    <a:pt x="41926" y="25656"/>
                  </a:lnTo>
                  <a:lnTo>
                    <a:pt x="41873" y="25749"/>
                  </a:lnTo>
                  <a:lnTo>
                    <a:pt x="41808" y="25841"/>
                  </a:lnTo>
                  <a:lnTo>
                    <a:pt x="41729" y="25933"/>
                  </a:lnTo>
                  <a:lnTo>
                    <a:pt x="41636" y="25999"/>
                  </a:lnTo>
                  <a:lnTo>
                    <a:pt x="41544" y="26078"/>
                  </a:lnTo>
                  <a:lnTo>
                    <a:pt x="41452" y="26130"/>
                  </a:lnTo>
                  <a:lnTo>
                    <a:pt x="41347" y="26183"/>
                  </a:lnTo>
                  <a:lnTo>
                    <a:pt x="41228" y="26222"/>
                  </a:lnTo>
                  <a:lnTo>
                    <a:pt x="41123" y="26249"/>
                  </a:lnTo>
                  <a:lnTo>
                    <a:pt x="41005" y="26275"/>
                  </a:lnTo>
                  <a:lnTo>
                    <a:pt x="40754" y="26275"/>
                  </a:lnTo>
                  <a:lnTo>
                    <a:pt x="40636" y="26249"/>
                  </a:lnTo>
                  <a:lnTo>
                    <a:pt x="40518" y="26222"/>
                  </a:lnTo>
                  <a:lnTo>
                    <a:pt x="40412" y="26183"/>
                  </a:lnTo>
                  <a:lnTo>
                    <a:pt x="40307" y="26130"/>
                  </a:lnTo>
                  <a:lnTo>
                    <a:pt x="40215" y="26078"/>
                  </a:lnTo>
                  <a:lnTo>
                    <a:pt x="40123" y="25999"/>
                  </a:lnTo>
                  <a:lnTo>
                    <a:pt x="40030" y="25933"/>
                  </a:lnTo>
                  <a:lnTo>
                    <a:pt x="39951" y="25841"/>
                  </a:lnTo>
                  <a:lnTo>
                    <a:pt x="39886" y="25749"/>
                  </a:lnTo>
                  <a:lnTo>
                    <a:pt x="39820" y="25656"/>
                  </a:lnTo>
                  <a:lnTo>
                    <a:pt x="39780" y="25551"/>
                  </a:lnTo>
                  <a:lnTo>
                    <a:pt x="39741" y="25433"/>
                  </a:lnTo>
                  <a:lnTo>
                    <a:pt x="39701" y="25327"/>
                  </a:lnTo>
                  <a:lnTo>
                    <a:pt x="39688" y="25209"/>
                  </a:lnTo>
                  <a:lnTo>
                    <a:pt x="39675" y="25077"/>
                  </a:lnTo>
                  <a:lnTo>
                    <a:pt x="39688" y="24959"/>
                  </a:lnTo>
                  <a:lnTo>
                    <a:pt x="39701" y="24840"/>
                  </a:lnTo>
                  <a:lnTo>
                    <a:pt x="39741" y="24722"/>
                  </a:lnTo>
                  <a:lnTo>
                    <a:pt x="39780" y="24616"/>
                  </a:lnTo>
                  <a:lnTo>
                    <a:pt x="39820" y="24511"/>
                  </a:lnTo>
                  <a:lnTo>
                    <a:pt x="39886" y="24406"/>
                  </a:lnTo>
                  <a:lnTo>
                    <a:pt x="39951" y="24314"/>
                  </a:lnTo>
                  <a:lnTo>
                    <a:pt x="40030" y="24235"/>
                  </a:lnTo>
                  <a:lnTo>
                    <a:pt x="40123" y="24156"/>
                  </a:lnTo>
                  <a:lnTo>
                    <a:pt x="40215" y="24090"/>
                  </a:lnTo>
                  <a:lnTo>
                    <a:pt x="40307" y="24024"/>
                  </a:lnTo>
                  <a:lnTo>
                    <a:pt x="40412" y="23971"/>
                  </a:lnTo>
                  <a:lnTo>
                    <a:pt x="40518" y="23932"/>
                  </a:lnTo>
                  <a:lnTo>
                    <a:pt x="40636" y="23906"/>
                  </a:lnTo>
                  <a:lnTo>
                    <a:pt x="40754" y="23893"/>
                  </a:lnTo>
                  <a:lnTo>
                    <a:pt x="40873" y="23879"/>
                  </a:lnTo>
                  <a:close/>
                  <a:moveTo>
                    <a:pt x="0" y="1"/>
                  </a:moveTo>
                  <a:lnTo>
                    <a:pt x="0" y="1185"/>
                  </a:lnTo>
                  <a:lnTo>
                    <a:pt x="20022" y="1185"/>
                  </a:lnTo>
                  <a:lnTo>
                    <a:pt x="40294" y="13388"/>
                  </a:lnTo>
                  <a:lnTo>
                    <a:pt x="40294" y="22774"/>
                  </a:lnTo>
                  <a:lnTo>
                    <a:pt x="40096" y="22839"/>
                  </a:lnTo>
                  <a:lnTo>
                    <a:pt x="39912" y="22905"/>
                  </a:lnTo>
                  <a:lnTo>
                    <a:pt x="39741" y="22997"/>
                  </a:lnTo>
                  <a:lnTo>
                    <a:pt x="39570" y="23090"/>
                  </a:lnTo>
                  <a:lnTo>
                    <a:pt x="39425" y="23208"/>
                  </a:lnTo>
                  <a:lnTo>
                    <a:pt x="39267" y="23326"/>
                  </a:lnTo>
                  <a:lnTo>
                    <a:pt x="39135" y="23458"/>
                  </a:lnTo>
                  <a:lnTo>
                    <a:pt x="39004" y="23616"/>
                  </a:lnTo>
                  <a:lnTo>
                    <a:pt x="38898" y="23774"/>
                  </a:lnTo>
                  <a:lnTo>
                    <a:pt x="38793" y="23932"/>
                  </a:lnTo>
                  <a:lnTo>
                    <a:pt x="38714" y="24103"/>
                  </a:lnTo>
                  <a:lnTo>
                    <a:pt x="38635" y="24287"/>
                  </a:lnTo>
                  <a:lnTo>
                    <a:pt x="38582" y="24485"/>
                  </a:lnTo>
                  <a:lnTo>
                    <a:pt x="38530" y="24669"/>
                  </a:lnTo>
                  <a:lnTo>
                    <a:pt x="38503" y="24880"/>
                  </a:lnTo>
                  <a:lnTo>
                    <a:pt x="38503" y="25077"/>
                  </a:lnTo>
                  <a:lnTo>
                    <a:pt x="38517" y="25327"/>
                  </a:lnTo>
                  <a:lnTo>
                    <a:pt x="38543" y="25564"/>
                  </a:lnTo>
                  <a:lnTo>
                    <a:pt x="38609" y="25788"/>
                  </a:lnTo>
                  <a:lnTo>
                    <a:pt x="38688" y="25999"/>
                  </a:lnTo>
                  <a:lnTo>
                    <a:pt x="38793" y="26209"/>
                  </a:lnTo>
                  <a:lnTo>
                    <a:pt x="38912" y="26407"/>
                  </a:lnTo>
                  <a:lnTo>
                    <a:pt x="39043" y="26591"/>
                  </a:lnTo>
                  <a:lnTo>
                    <a:pt x="39201" y="26762"/>
                  </a:lnTo>
                  <a:lnTo>
                    <a:pt x="39372" y="26920"/>
                  </a:lnTo>
                  <a:lnTo>
                    <a:pt x="39543" y="27052"/>
                  </a:lnTo>
                  <a:lnTo>
                    <a:pt x="39741" y="27170"/>
                  </a:lnTo>
                  <a:lnTo>
                    <a:pt x="39951" y="27276"/>
                  </a:lnTo>
                  <a:lnTo>
                    <a:pt x="40175" y="27355"/>
                  </a:lnTo>
                  <a:lnTo>
                    <a:pt x="40399" y="27407"/>
                  </a:lnTo>
                  <a:lnTo>
                    <a:pt x="40636" y="27447"/>
                  </a:lnTo>
                  <a:lnTo>
                    <a:pt x="40873" y="27460"/>
                  </a:lnTo>
                  <a:lnTo>
                    <a:pt x="41123" y="27447"/>
                  </a:lnTo>
                  <a:lnTo>
                    <a:pt x="41360" y="27407"/>
                  </a:lnTo>
                  <a:lnTo>
                    <a:pt x="41584" y="27355"/>
                  </a:lnTo>
                  <a:lnTo>
                    <a:pt x="41808" y="27276"/>
                  </a:lnTo>
                  <a:lnTo>
                    <a:pt x="42018" y="27170"/>
                  </a:lnTo>
                  <a:lnTo>
                    <a:pt x="42202" y="27052"/>
                  </a:lnTo>
                  <a:lnTo>
                    <a:pt x="42387" y="26920"/>
                  </a:lnTo>
                  <a:lnTo>
                    <a:pt x="42558" y="26762"/>
                  </a:lnTo>
                  <a:lnTo>
                    <a:pt x="42716" y="26591"/>
                  </a:lnTo>
                  <a:lnTo>
                    <a:pt x="42847" y="26407"/>
                  </a:lnTo>
                  <a:lnTo>
                    <a:pt x="42966" y="26209"/>
                  </a:lnTo>
                  <a:lnTo>
                    <a:pt x="43071" y="25999"/>
                  </a:lnTo>
                  <a:lnTo>
                    <a:pt x="43150" y="25788"/>
                  </a:lnTo>
                  <a:lnTo>
                    <a:pt x="43203" y="25564"/>
                  </a:lnTo>
                  <a:lnTo>
                    <a:pt x="43242" y="25327"/>
                  </a:lnTo>
                  <a:lnTo>
                    <a:pt x="43256" y="25077"/>
                  </a:lnTo>
                  <a:lnTo>
                    <a:pt x="43242" y="24880"/>
                  </a:lnTo>
                  <a:lnTo>
                    <a:pt x="43229" y="24669"/>
                  </a:lnTo>
                  <a:lnTo>
                    <a:pt x="43177" y="24485"/>
                  </a:lnTo>
                  <a:lnTo>
                    <a:pt x="43124" y="24287"/>
                  </a:lnTo>
                  <a:lnTo>
                    <a:pt x="43045" y="24103"/>
                  </a:lnTo>
                  <a:lnTo>
                    <a:pt x="42966" y="23932"/>
                  </a:lnTo>
                  <a:lnTo>
                    <a:pt x="42861" y="23774"/>
                  </a:lnTo>
                  <a:lnTo>
                    <a:pt x="42742" y="23616"/>
                  </a:lnTo>
                  <a:lnTo>
                    <a:pt x="42624" y="23471"/>
                  </a:lnTo>
                  <a:lnTo>
                    <a:pt x="42492" y="23326"/>
                  </a:lnTo>
                  <a:lnTo>
                    <a:pt x="42334" y="23208"/>
                  </a:lnTo>
                  <a:lnTo>
                    <a:pt x="42176" y="23090"/>
                  </a:lnTo>
                  <a:lnTo>
                    <a:pt x="42018" y="22997"/>
                  </a:lnTo>
                  <a:lnTo>
                    <a:pt x="41847" y="22905"/>
                  </a:lnTo>
                  <a:lnTo>
                    <a:pt x="41663" y="22839"/>
                  </a:lnTo>
                  <a:lnTo>
                    <a:pt x="41465" y="22774"/>
                  </a:lnTo>
                  <a:lnTo>
                    <a:pt x="41465" y="12730"/>
                  </a:lnTo>
                  <a:lnTo>
                    <a:pt x="2035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0"/>
            <p:cNvSpPr/>
            <p:nvPr/>
          </p:nvSpPr>
          <p:spPr>
            <a:xfrm>
              <a:off x="4503050" y="2207050"/>
              <a:ext cx="195175" cy="387675"/>
            </a:xfrm>
            <a:custGeom>
              <a:rect b="b" l="l" r="r" t="t"/>
              <a:pathLst>
                <a:path extrusionOk="0" h="15507" w="7807">
                  <a:moveTo>
                    <a:pt x="5424" y="11926"/>
                  </a:moveTo>
                  <a:lnTo>
                    <a:pt x="5542" y="11940"/>
                  </a:lnTo>
                  <a:lnTo>
                    <a:pt x="5661" y="11953"/>
                  </a:lnTo>
                  <a:lnTo>
                    <a:pt x="5779" y="11979"/>
                  </a:lnTo>
                  <a:lnTo>
                    <a:pt x="5898" y="12019"/>
                  </a:lnTo>
                  <a:lnTo>
                    <a:pt x="5990" y="12071"/>
                  </a:lnTo>
                  <a:lnTo>
                    <a:pt x="6095" y="12137"/>
                  </a:lnTo>
                  <a:lnTo>
                    <a:pt x="6187" y="12203"/>
                  </a:lnTo>
                  <a:lnTo>
                    <a:pt x="6266" y="12282"/>
                  </a:lnTo>
                  <a:lnTo>
                    <a:pt x="6345" y="12361"/>
                  </a:lnTo>
                  <a:lnTo>
                    <a:pt x="6424" y="12453"/>
                  </a:lnTo>
                  <a:lnTo>
                    <a:pt x="6477" y="12558"/>
                  </a:lnTo>
                  <a:lnTo>
                    <a:pt x="6529" y="12664"/>
                  </a:lnTo>
                  <a:lnTo>
                    <a:pt x="6569" y="12769"/>
                  </a:lnTo>
                  <a:lnTo>
                    <a:pt x="6595" y="12887"/>
                  </a:lnTo>
                  <a:lnTo>
                    <a:pt x="6622" y="13006"/>
                  </a:lnTo>
                  <a:lnTo>
                    <a:pt x="6622" y="13124"/>
                  </a:lnTo>
                  <a:lnTo>
                    <a:pt x="6622" y="13256"/>
                  </a:lnTo>
                  <a:lnTo>
                    <a:pt x="6595" y="13374"/>
                  </a:lnTo>
                  <a:lnTo>
                    <a:pt x="6569" y="13480"/>
                  </a:lnTo>
                  <a:lnTo>
                    <a:pt x="6529" y="13598"/>
                  </a:lnTo>
                  <a:lnTo>
                    <a:pt x="6477" y="13704"/>
                  </a:lnTo>
                  <a:lnTo>
                    <a:pt x="6424" y="13796"/>
                  </a:lnTo>
                  <a:lnTo>
                    <a:pt x="6345" y="13888"/>
                  </a:lnTo>
                  <a:lnTo>
                    <a:pt x="6266" y="13980"/>
                  </a:lnTo>
                  <a:lnTo>
                    <a:pt x="6187" y="14046"/>
                  </a:lnTo>
                  <a:lnTo>
                    <a:pt x="6095" y="14125"/>
                  </a:lnTo>
                  <a:lnTo>
                    <a:pt x="5990" y="14177"/>
                  </a:lnTo>
                  <a:lnTo>
                    <a:pt x="5898" y="14230"/>
                  </a:lnTo>
                  <a:lnTo>
                    <a:pt x="5779" y="14270"/>
                  </a:lnTo>
                  <a:lnTo>
                    <a:pt x="5661" y="14296"/>
                  </a:lnTo>
                  <a:lnTo>
                    <a:pt x="5542" y="14322"/>
                  </a:lnTo>
                  <a:lnTo>
                    <a:pt x="5305" y="14322"/>
                  </a:lnTo>
                  <a:lnTo>
                    <a:pt x="5187" y="14296"/>
                  </a:lnTo>
                  <a:lnTo>
                    <a:pt x="5068" y="14270"/>
                  </a:lnTo>
                  <a:lnTo>
                    <a:pt x="4963" y="14230"/>
                  </a:lnTo>
                  <a:lnTo>
                    <a:pt x="4858" y="14177"/>
                  </a:lnTo>
                  <a:lnTo>
                    <a:pt x="4752" y="14125"/>
                  </a:lnTo>
                  <a:lnTo>
                    <a:pt x="4660" y="14046"/>
                  </a:lnTo>
                  <a:lnTo>
                    <a:pt x="4581" y="13980"/>
                  </a:lnTo>
                  <a:lnTo>
                    <a:pt x="4502" y="13888"/>
                  </a:lnTo>
                  <a:lnTo>
                    <a:pt x="4436" y="13796"/>
                  </a:lnTo>
                  <a:lnTo>
                    <a:pt x="4371" y="13704"/>
                  </a:lnTo>
                  <a:lnTo>
                    <a:pt x="4318" y="13598"/>
                  </a:lnTo>
                  <a:lnTo>
                    <a:pt x="4278" y="13480"/>
                  </a:lnTo>
                  <a:lnTo>
                    <a:pt x="4252" y="13374"/>
                  </a:lnTo>
                  <a:lnTo>
                    <a:pt x="4239" y="13256"/>
                  </a:lnTo>
                  <a:lnTo>
                    <a:pt x="4226" y="13124"/>
                  </a:lnTo>
                  <a:lnTo>
                    <a:pt x="4239" y="13006"/>
                  </a:lnTo>
                  <a:lnTo>
                    <a:pt x="4252" y="12887"/>
                  </a:lnTo>
                  <a:lnTo>
                    <a:pt x="4278" y="12769"/>
                  </a:lnTo>
                  <a:lnTo>
                    <a:pt x="4318" y="12664"/>
                  </a:lnTo>
                  <a:lnTo>
                    <a:pt x="4371" y="12558"/>
                  </a:lnTo>
                  <a:lnTo>
                    <a:pt x="4436" y="12453"/>
                  </a:lnTo>
                  <a:lnTo>
                    <a:pt x="4502" y="12361"/>
                  </a:lnTo>
                  <a:lnTo>
                    <a:pt x="4581" y="12282"/>
                  </a:lnTo>
                  <a:lnTo>
                    <a:pt x="4660" y="12203"/>
                  </a:lnTo>
                  <a:lnTo>
                    <a:pt x="4752" y="12137"/>
                  </a:lnTo>
                  <a:lnTo>
                    <a:pt x="4858" y="12071"/>
                  </a:lnTo>
                  <a:lnTo>
                    <a:pt x="4963" y="12019"/>
                  </a:lnTo>
                  <a:lnTo>
                    <a:pt x="5068" y="11979"/>
                  </a:lnTo>
                  <a:lnTo>
                    <a:pt x="5187" y="11953"/>
                  </a:lnTo>
                  <a:lnTo>
                    <a:pt x="5305" y="11940"/>
                  </a:lnTo>
                  <a:lnTo>
                    <a:pt x="5424" y="11926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4871" y="1185"/>
                  </a:lnTo>
                  <a:lnTo>
                    <a:pt x="4871" y="10821"/>
                  </a:lnTo>
                  <a:lnTo>
                    <a:pt x="4673" y="10873"/>
                  </a:lnTo>
                  <a:lnTo>
                    <a:pt x="4489" y="10939"/>
                  </a:lnTo>
                  <a:lnTo>
                    <a:pt x="4318" y="11031"/>
                  </a:lnTo>
                  <a:lnTo>
                    <a:pt x="4147" y="11123"/>
                  </a:lnTo>
                  <a:lnTo>
                    <a:pt x="3989" y="11242"/>
                  </a:lnTo>
                  <a:lnTo>
                    <a:pt x="3831" y="11360"/>
                  </a:lnTo>
                  <a:lnTo>
                    <a:pt x="3699" y="11492"/>
                  </a:lnTo>
                  <a:lnTo>
                    <a:pt x="3568" y="11650"/>
                  </a:lnTo>
                  <a:lnTo>
                    <a:pt x="3449" y="11808"/>
                  </a:lnTo>
                  <a:lnTo>
                    <a:pt x="3344" y="11966"/>
                  </a:lnTo>
                  <a:lnTo>
                    <a:pt x="3265" y="12150"/>
                  </a:lnTo>
                  <a:lnTo>
                    <a:pt x="3186" y="12335"/>
                  </a:lnTo>
                  <a:lnTo>
                    <a:pt x="3120" y="12519"/>
                  </a:lnTo>
                  <a:lnTo>
                    <a:pt x="3081" y="12716"/>
                  </a:lnTo>
                  <a:lnTo>
                    <a:pt x="3054" y="12914"/>
                  </a:lnTo>
                  <a:lnTo>
                    <a:pt x="3041" y="13124"/>
                  </a:lnTo>
                  <a:lnTo>
                    <a:pt x="3054" y="13374"/>
                  </a:lnTo>
                  <a:lnTo>
                    <a:pt x="3094" y="13611"/>
                  </a:lnTo>
                  <a:lnTo>
                    <a:pt x="3160" y="13835"/>
                  </a:lnTo>
                  <a:lnTo>
                    <a:pt x="3239" y="14046"/>
                  </a:lnTo>
                  <a:lnTo>
                    <a:pt x="3331" y="14256"/>
                  </a:lnTo>
                  <a:lnTo>
                    <a:pt x="3449" y="14454"/>
                  </a:lnTo>
                  <a:lnTo>
                    <a:pt x="3594" y="14638"/>
                  </a:lnTo>
                  <a:lnTo>
                    <a:pt x="3739" y="14809"/>
                  </a:lnTo>
                  <a:lnTo>
                    <a:pt x="3910" y="14967"/>
                  </a:lnTo>
                  <a:lnTo>
                    <a:pt x="4094" y="15099"/>
                  </a:lnTo>
                  <a:lnTo>
                    <a:pt x="4292" y="15217"/>
                  </a:lnTo>
                  <a:lnTo>
                    <a:pt x="4502" y="15323"/>
                  </a:lnTo>
                  <a:lnTo>
                    <a:pt x="4713" y="15402"/>
                  </a:lnTo>
                  <a:lnTo>
                    <a:pt x="4950" y="15454"/>
                  </a:lnTo>
                  <a:lnTo>
                    <a:pt x="5187" y="15494"/>
                  </a:lnTo>
                  <a:lnTo>
                    <a:pt x="5424" y="15507"/>
                  </a:lnTo>
                  <a:lnTo>
                    <a:pt x="5674" y="15494"/>
                  </a:lnTo>
                  <a:lnTo>
                    <a:pt x="5911" y="15454"/>
                  </a:lnTo>
                  <a:lnTo>
                    <a:pt x="6134" y="15402"/>
                  </a:lnTo>
                  <a:lnTo>
                    <a:pt x="6345" y="15323"/>
                  </a:lnTo>
                  <a:lnTo>
                    <a:pt x="6556" y="15217"/>
                  </a:lnTo>
                  <a:lnTo>
                    <a:pt x="6753" y="15099"/>
                  </a:lnTo>
                  <a:lnTo>
                    <a:pt x="6937" y="14967"/>
                  </a:lnTo>
                  <a:lnTo>
                    <a:pt x="7109" y="14809"/>
                  </a:lnTo>
                  <a:lnTo>
                    <a:pt x="7267" y="14638"/>
                  </a:lnTo>
                  <a:lnTo>
                    <a:pt x="7398" y="14454"/>
                  </a:lnTo>
                  <a:lnTo>
                    <a:pt x="7517" y="14256"/>
                  </a:lnTo>
                  <a:lnTo>
                    <a:pt x="7622" y="14046"/>
                  </a:lnTo>
                  <a:lnTo>
                    <a:pt x="7701" y="13835"/>
                  </a:lnTo>
                  <a:lnTo>
                    <a:pt x="7754" y="13611"/>
                  </a:lnTo>
                  <a:lnTo>
                    <a:pt x="7793" y="13374"/>
                  </a:lnTo>
                  <a:lnTo>
                    <a:pt x="7806" y="13124"/>
                  </a:lnTo>
                  <a:lnTo>
                    <a:pt x="7793" y="12927"/>
                  </a:lnTo>
                  <a:lnTo>
                    <a:pt x="7767" y="12729"/>
                  </a:lnTo>
                  <a:lnTo>
                    <a:pt x="7727" y="12532"/>
                  </a:lnTo>
                  <a:lnTo>
                    <a:pt x="7675" y="12348"/>
                  </a:lnTo>
                  <a:lnTo>
                    <a:pt x="7596" y="12163"/>
                  </a:lnTo>
                  <a:lnTo>
                    <a:pt x="7517" y="11992"/>
                  </a:lnTo>
                  <a:lnTo>
                    <a:pt x="7411" y="11834"/>
                  </a:lnTo>
                  <a:lnTo>
                    <a:pt x="7306" y="11676"/>
                  </a:lnTo>
                  <a:lnTo>
                    <a:pt x="7188" y="11532"/>
                  </a:lnTo>
                  <a:lnTo>
                    <a:pt x="7043" y="11387"/>
                  </a:lnTo>
                  <a:lnTo>
                    <a:pt x="6911" y="11268"/>
                  </a:lnTo>
                  <a:lnTo>
                    <a:pt x="6753" y="11150"/>
                  </a:lnTo>
                  <a:lnTo>
                    <a:pt x="6582" y="11058"/>
                  </a:lnTo>
                  <a:lnTo>
                    <a:pt x="6411" y="10966"/>
                  </a:lnTo>
                  <a:lnTo>
                    <a:pt x="6240" y="10887"/>
                  </a:lnTo>
                  <a:lnTo>
                    <a:pt x="6056" y="10834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0"/>
            <p:cNvSpPr/>
            <p:nvPr/>
          </p:nvSpPr>
          <p:spPr>
            <a:xfrm>
              <a:off x="4514575" y="1581125"/>
              <a:ext cx="543325" cy="118825"/>
            </a:xfrm>
            <a:custGeom>
              <a:rect b="b" l="l" r="r" t="t"/>
              <a:pathLst>
                <a:path extrusionOk="0" h="4753" w="21733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8"/>
                  </a:lnTo>
                  <a:lnTo>
                    <a:pt x="19706" y="1225"/>
                  </a:lnTo>
                  <a:lnTo>
                    <a:pt x="19811" y="1264"/>
                  </a:lnTo>
                  <a:lnTo>
                    <a:pt x="19916" y="1317"/>
                  </a:lnTo>
                  <a:lnTo>
                    <a:pt x="20022" y="1382"/>
                  </a:lnTo>
                  <a:lnTo>
                    <a:pt x="20114" y="1448"/>
                  </a:lnTo>
                  <a:lnTo>
                    <a:pt x="20193" y="1527"/>
                  </a:lnTo>
                  <a:lnTo>
                    <a:pt x="20272" y="1606"/>
                  </a:lnTo>
                  <a:lnTo>
                    <a:pt x="20338" y="1698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4"/>
                  </a:lnTo>
                  <a:lnTo>
                    <a:pt x="20522" y="2133"/>
                  </a:lnTo>
                  <a:lnTo>
                    <a:pt x="20548" y="2251"/>
                  </a:lnTo>
                  <a:lnTo>
                    <a:pt x="20548" y="2370"/>
                  </a:lnTo>
                  <a:lnTo>
                    <a:pt x="20548" y="2488"/>
                  </a:lnTo>
                  <a:lnTo>
                    <a:pt x="20522" y="2620"/>
                  </a:lnTo>
                  <a:lnTo>
                    <a:pt x="20496" y="2725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3"/>
                  </a:lnTo>
                  <a:lnTo>
                    <a:pt x="20193" y="3212"/>
                  </a:lnTo>
                  <a:lnTo>
                    <a:pt x="20114" y="3291"/>
                  </a:lnTo>
                  <a:lnTo>
                    <a:pt x="20022" y="3370"/>
                  </a:lnTo>
                  <a:lnTo>
                    <a:pt x="19916" y="3423"/>
                  </a:lnTo>
                  <a:lnTo>
                    <a:pt x="19811" y="3475"/>
                  </a:lnTo>
                  <a:lnTo>
                    <a:pt x="19706" y="3515"/>
                  </a:lnTo>
                  <a:lnTo>
                    <a:pt x="19587" y="3541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1"/>
                  </a:lnTo>
                  <a:lnTo>
                    <a:pt x="18995" y="3515"/>
                  </a:lnTo>
                  <a:lnTo>
                    <a:pt x="18890" y="3475"/>
                  </a:lnTo>
                  <a:lnTo>
                    <a:pt x="18784" y="3423"/>
                  </a:lnTo>
                  <a:lnTo>
                    <a:pt x="18679" y="3370"/>
                  </a:lnTo>
                  <a:lnTo>
                    <a:pt x="18587" y="3291"/>
                  </a:lnTo>
                  <a:lnTo>
                    <a:pt x="18508" y="3212"/>
                  </a:lnTo>
                  <a:lnTo>
                    <a:pt x="18429" y="3133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5"/>
                  </a:lnTo>
                  <a:lnTo>
                    <a:pt x="18179" y="2620"/>
                  </a:lnTo>
                  <a:lnTo>
                    <a:pt x="18166" y="2488"/>
                  </a:lnTo>
                  <a:lnTo>
                    <a:pt x="18152" y="2370"/>
                  </a:lnTo>
                  <a:lnTo>
                    <a:pt x="18166" y="2251"/>
                  </a:lnTo>
                  <a:lnTo>
                    <a:pt x="18179" y="2133"/>
                  </a:lnTo>
                  <a:lnTo>
                    <a:pt x="18205" y="2014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8"/>
                  </a:lnTo>
                  <a:lnTo>
                    <a:pt x="18429" y="1606"/>
                  </a:lnTo>
                  <a:lnTo>
                    <a:pt x="18508" y="1527"/>
                  </a:lnTo>
                  <a:lnTo>
                    <a:pt x="18587" y="1448"/>
                  </a:lnTo>
                  <a:lnTo>
                    <a:pt x="18679" y="1382"/>
                  </a:lnTo>
                  <a:lnTo>
                    <a:pt x="18784" y="1317"/>
                  </a:lnTo>
                  <a:lnTo>
                    <a:pt x="18890" y="1264"/>
                  </a:lnTo>
                  <a:lnTo>
                    <a:pt x="18995" y="1225"/>
                  </a:lnTo>
                  <a:lnTo>
                    <a:pt x="19113" y="1198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0"/>
                  </a:moveTo>
                  <a:lnTo>
                    <a:pt x="18942" y="27"/>
                  </a:lnTo>
                  <a:lnTo>
                    <a:pt x="18745" y="66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5"/>
                  </a:lnTo>
                  <a:lnTo>
                    <a:pt x="17889" y="501"/>
                  </a:lnTo>
                  <a:lnTo>
                    <a:pt x="17731" y="632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7"/>
                  </a:lnTo>
                  <a:lnTo>
                    <a:pt x="0" y="1777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46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0"/>
                  </a:lnTo>
                  <a:lnTo>
                    <a:pt x="17889" y="4239"/>
                  </a:lnTo>
                  <a:lnTo>
                    <a:pt x="18034" y="4357"/>
                  </a:lnTo>
                  <a:lnTo>
                    <a:pt x="18205" y="4450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3"/>
                  </a:lnTo>
                  <a:lnTo>
                    <a:pt x="18942" y="4713"/>
                  </a:lnTo>
                  <a:lnTo>
                    <a:pt x="19140" y="4739"/>
                  </a:lnTo>
                  <a:lnTo>
                    <a:pt x="19350" y="4752"/>
                  </a:lnTo>
                  <a:lnTo>
                    <a:pt x="19600" y="4739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4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699"/>
                  </a:lnTo>
                  <a:lnTo>
                    <a:pt x="21443" y="3502"/>
                  </a:lnTo>
                  <a:lnTo>
                    <a:pt x="21549" y="3291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8"/>
                  </a:lnTo>
                  <a:lnTo>
                    <a:pt x="21443" y="1238"/>
                  </a:lnTo>
                  <a:lnTo>
                    <a:pt x="21325" y="1040"/>
                  </a:lnTo>
                  <a:lnTo>
                    <a:pt x="21180" y="856"/>
                  </a:lnTo>
                  <a:lnTo>
                    <a:pt x="21035" y="685"/>
                  </a:lnTo>
                  <a:lnTo>
                    <a:pt x="20864" y="540"/>
                  </a:lnTo>
                  <a:lnTo>
                    <a:pt x="20680" y="395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0"/>
            <p:cNvSpPr/>
            <p:nvPr/>
          </p:nvSpPr>
          <p:spPr>
            <a:xfrm>
              <a:off x="4514575" y="1714725"/>
              <a:ext cx="543325" cy="118825"/>
            </a:xfrm>
            <a:custGeom>
              <a:rect b="b" l="l" r="r" t="t"/>
              <a:pathLst>
                <a:path extrusionOk="0" h="4753" w="21733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9"/>
                  </a:lnTo>
                  <a:lnTo>
                    <a:pt x="19706" y="1225"/>
                  </a:lnTo>
                  <a:lnTo>
                    <a:pt x="19811" y="1278"/>
                  </a:lnTo>
                  <a:lnTo>
                    <a:pt x="19916" y="1317"/>
                  </a:lnTo>
                  <a:lnTo>
                    <a:pt x="20022" y="1383"/>
                  </a:lnTo>
                  <a:lnTo>
                    <a:pt x="20114" y="1449"/>
                  </a:lnTo>
                  <a:lnTo>
                    <a:pt x="20193" y="1528"/>
                  </a:lnTo>
                  <a:lnTo>
                    <a:pt x="20272" y="1607"/>
                  </a:lnTo>
                  <a:lnTo>
                    <a:pt x="20338" y="1699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5"/>
                  </a:lnTo>
                  <a:lnTo>
                    <a:pt x="20522" y="2133"/>
                  </a:lnTo>
                  <a:lnTo>
                    <a:pt x="20548" y="2252"/>
                  </a:lnTo>
                  <a:lnTo>
                    <a:pt x="20548" y="2370"/>
                  </a:lnTo>
                  <a:lnTo>
                    <a:pt x="20548" y="2502"/>
                  </a:lnTo>
                  <a:lnTo>
                    <a:pt x="20522" y="2620"/>
                  </a:lnTo>
                  <a:lnTo>
                    <a:pt x="20496" y="2726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4"/>
                  </a:lnTo>
                  <a:lnTo>
                    <a:pt x="20193" y="3226"/>
                  </a:lnTo>
                  <a:lnTo>
                    <a:pt x="20114" y="3292"/>
                  </a:lnTo>
                  <a:lnTo>
                    <a:pt x="20022" y="3371"/>
                  </a:lnTo>
                  <a:lnTo>
                    <a:pt x="19916" y="3423"/>
                  </a:lnTo>
                  <a:lnTo>
                    <a:pt x="19811" y="3476"/>
                  </a:lnTo>
                  <a:lnTo>
                    <a:pt x="19706" y="3515"/>
                  </a:lnTo>
                  <a:lnTo>
                    <a:pt x="19587" y="3542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2"/>
                  </a:lnTo>
                  <a:lnTo>
                    <a:pt x="18995" y="3515"/>
                  </a:lnTo>
                  <a:lnTo>
                    <a:pt x="18890" y="3476"/>
                  </a:lnTo>
                  <a:lnTo>
                    <a:pt x="18784" y="3423"/>
                  </a:lnTo>
                  <a:lnTo>
                    <a:pt x="18679" y="3371"/>
                  </a:lnTo>
                  <a:lnTo>
                    <a:pt x="18587" y="3292"/>
                  </a:lnTo>
                  <a:lnTo>
                    <a:pt x="18508" y="3226"/>
                  </a:lnTo>
                  <a:lnTo>
                    <a:pt x="18429" y="3134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6"/>
                  </a:lnTo>
                  <a:lnTo>
                    <a:pt x="18179" y="2620"/>
                  </a:lnTo>
                  <a:lnTo>
                    <a:pt x="18166" y="2502"/>
                  </a:lnTo>
                  <a:lnTo>
                    <a:pt x="18152" y="2370"/>
                  </a:lnTo>
                  <a:lnTo>
                    <a:pt x="18166" y="2252"/>
                  </a:lnTo>
                  <a:lnTo>
                    <a:pt x="18179" y="2133"/>
                  </a:lnTo>
                  <a:lnTo>
                    <a:pt x="18205" y="2015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9"/>
                  </a:lnTo>
                  <a:lnTo>
                    <a:pt x="18429" y="1607"/>
                  </a:lnTo>
                  <a:lnTo>
                    <a:pt x="18508" y="1528"/>
                  </a:lnTo>
                  <a:lnTo>
                    <a:pt x="18587" y="1449"/>
                  </a:lnTo>
                  <a:lnTo>
                    <a:pt x="18679" y="1383"/>
                  </a:lnTo>
                  <a:lnTo>
                    <a:pt x="18784" y="1317"/>
                  </a:lnTo>
                  <a:lnTo>
                    <a:pt x="18890" y="1278"/>
                  </a:lnTo>
                  <a:lnTo>
                    <a:pt x="18995" y="1225"/>
                  </a:lnTo>
                  <a:lnTo>
                    <a:pt x="19113" y="1199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1"/>
                  </a:moveTo>
                  <a:lnTo>
                    <a:pt x="18942" y="27"/>
                  </a:lnTo>
                  <a:lnTo>
                    <a:pt x="18745" y="67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6"/>
                  </a:lnTo>
                  <a:lnTo>
                    <a:pt x="17889" y="501"/>
                  </a:lnTo>
                  <a:lnTo>
                    <a:pt x="17731" y="633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8"/>
                  </a:lnTo>
                  <a:lnTo>
                    <a:pt x="0" y="1778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60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1"/>
                  </a:lnTo>
                  <a:lnTo>
                    <a:pt x="17889" y="4239"/>
                  </a:lnTo>
                  <a:lnTo>
                    <a:pt x="18034" y="4358"/>
                  </a:lnTo>
                  <a:lnTo>
                    <a:pt x="18205" y="4463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4"/>
                  </a:lnTo>
                  <a:lnTo>
                    <a:pt x="18942" y="4713"/>
                  </a:lnTo>
                  <a:lnTo>
                    <a:pt x="19140" y="4740"/>
                  </a:lnTo>
                  <a:lnTo>
                    <a:pt x="19350" y="4753"/>
                  </a:lnTo>
                  <a:lnTo>
                    <a:pt x="19600" y="4740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5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700"/>
                  </a:lnTo>
                  <a:lnTo>
                    <a:pt x="21443" y="3502"/>
                  </a:lnTo>
                  <a:lnTo>
                    <a:pt x="21549" y="3305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9"/>
                  </a:lnTo>
                  <a:lnTo>
                    <a:pt x="21443" y="1238"/>
                  </a:lnTo>
                  <a:lnTo>
                    <a:pt x="21325" y="1041"/>
                  </a:lnTo>
                  <a:lnTo>
                    <a:pt x="21180" y="856"/>
                  </a:lnTo>
                  <a:lnTo>
                    <a:pt x="21035" y="698"/>
                  </a:lnTo>
                  <a:lnTo>
                    <a:pt x="20864" y="540"/>
                  </a:lnTo>
                  <a:lnTo>
                    <a:pt x="20680" y="409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14"/>
                  </a:lnTo>
                  <a:lnTo>
                    <a:pt x="1935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0"/>
            <p:cNvSpPr/>
            <p:nvPr/>
          </p:nvSpPr>
          <p:spPr>
            <a:xfrm>
              <a:off x="5244800" y="2763850"/>
              <a:ext cx="1016575" cy="721400"/>
            </a:xfrm>
            <a:custGeom>
              <a:rect b="b" l="l" r="r" t="t"/>
              <a:pathLst>
                <a:path extrusionOk="0" h="28856" w="40663">
                  <a:moveTo>
                    <a:pt x="38280" y="25275"/>
                  </a:moveTo>
                  <a:lnTo>
                    <a:pt x="38412" y="25288"/>
                  </a:lnTo>
                  <a:lnTo>
                    <a:pt x="38530" y="25301"/>
                  </a:lnTo>
                  <a:lnTo>
                    <a:pt x="38636" y="25341"/>
                  </a:lnTo>
                  <a:lnTo>
                    <a:pt x="38754" y="25380"/>
                  </a:lnTo>
                  <a:lnTo>
                    <a:pt x="38859" y="25420"/>
                  </a:lnTo>
                  <a:lnTo>
                    <a:pt x="38952" y="25486"/>
                  </a:lnTo>
                  <a:lnTo>
                    <a:pt x="39044" y="25551"/>
                  </a:lnTo>
                  <a:lnTo>
                    <a:pt x="39136" y="25630"/>
                  </a:lnTo>
                  <a:lnTo>
                    <a:pt x="39202" y="25722"/>
                  </a:lnTo>
                  <a:lnTo>
                    <a:pt x="39281" y="25815"/>
                  </a:lnTo>
                  <a:lnTo>
                    <a:pt x="39333" y="25907"/>
                  </a:lnTo>
                  <a:lnTo>
                    <a:pt x="39386" y="26012"/>
                  </a:lnTo>
                  <a:lnTo>
                    <a:pt x="39425" y="26117"/>
                  </a:lnTo>
                  <a:lnTo>
                    <a:pt x="39452" y="26236"/>
                  </a:lnTo>
                  <a:lnTo>
                    <a:pt x="39478" y="26354"/>
                  </a:lnTo>
                  <a:lnTo>
                    <a:pt x="39478" y="26473"/>
                  </a:lnTo>
                  <a:lnTo>
                    <a:pt x="39478" y="26604"/>
                  </a:lnTo>
                  <a:lnTo>
                    <a:pt x="39452" y="26723"/>
                  </a:lnTo>
                  <a:lnTo>
                    <a:pt x="39425" y="26828"/>
                  </a:lnTo>
                  <a:lnTo>
                    <a:pt x="39386" y="26947"/>
                  </a:lnTo>
                  <a:lnTo>
                    <a:pt x="39333" y="27052"/>
                  </a:lnTo>
                  <a:lnTo>
                    <a:pt x="39281" y="27144"/>
                  </a:lnTo>
                  <a:lnTo>
                    <a:pt x="39202" y="27236"/>
                  </a:lnTo>
                  <a:lnTo>
                    <a:pt x="39136" y="27328"/>
                  </a:lnTo>
                  <a:lnTo>
                    <a:pt x="39044" y="27407"/>
                  </a:lnTo>
                  <a:lnTo>
                    <a:pt x="38952" y="27473"/>
                  </a:lnTo>
                  <a:lnTo>
                    <a:pt x="38859" y="27526"/>
                  </a:lnTo>
                  <a:lnTo>
                    <a:pt x="38754" y="27579"/>
                  </a:lnTo>
                  <a:lnTo>
                    <a:pt x="38636" y="27618"/>
                  </a:lnTo>
                  <a:lnTo>
                    <a:pt x="38530" y="27658"/>
                  </a:lnTo>
                  <a:lnTo>
                    <a:pt x="38412" y="27671"/>
                  </a:lnTo>
                  <a:lnTo>
                    <a:pt x="38162" y="27671"/>
                  </a:lnTo>
                  <a:lnTo>
                    <a:pt x="38043" y="27658"/>
                  </a:lnTo>
                  <a:lnTo>
                    <a:pt x="37925" y="27618"/>
                  </a:lnTo>
                  <a:lnTo>
                    <a:pt x="37819" y="27579"/>
                  </a:lnTo>
                  <a:lnTo>
                    <a:pt x="37714" y="27526"/>
                  </a:lnTo>
                  <a:lnTo>
                    <a:pt x="37609" y="27473"/>
                  </a:lnTo>
                  <a:lnTo>
                    <a:pt x="37517" y="27407"/>
                  </a:lnTo>
                  <a:lnTo>
                    <a:pt x="37438" y="27328"/>
                  </a:lnTo>
                  <a:lnTo>
                    <a:pt x="37359" y="27236"/>
                  </a:lnTo>
                  <a:lnTo>
                    <a:pt x="37293" y="27144"/>
                  </a:lnTo>
                  <a:lnTo>
                    <a:pt x="37227" y="27052"/>
                  </a:lnTo>
                  <a:lnTo>
                    <a:pt x="37174" y="26947"/>
                  </a:lnTo>
                  <a:lnTo>
                    <a:pt x="37135" y="26828"/>
                  </a:lnTo>
                  <a:lnTo>
                    <a:pt x="37109" y="26723"/>
                  </a:lnTo>
                  <a:lnTo>
                    <a:pt x="37095" y="26604"/>
                  </a:lnTo>
                  <a:lnTo>
                    <a:pt x="37082" y="26473"/>
                  </a:lnTo>
                  <a:lnTo>
                    <a:pt x="37095" y="26354"/>
                  </a:lnTo>
                  <a:lnTo>
                    <a:pt x="37109" y="26236"/>
                  </a:lnTo>
                  <a:lnTo>
                    <a:pt x="37135" y="26117"/>
                  </a:lnTo>
                  <a:lnTo>
                    <a:pt x="37174" y="26012"/>
                  </a:lnTo>
                  <a:lnTo>
                    <a:pt x="37227" y="25907"/>
                  </a:lnTo>
                  <a:lnTo>
                    <a:pt x="37293" y="25815"/>
                  </a:lnTo>
                  <a:lnTo>
                    <a:pt x="37359" y="25722"/>
                  </a:lnTo>
                  <a:lnTo>
                    <a:pt x="37438" y="25630"/>
                  </a:lnTo>
                  <a:lnTo>
                    <a:pt x="37517" y="25551"/>
                  </a:lnTo>
                  <a:lnTo>
                    <a:pt x="37609" y="25486"/>
                  </a:lnTo>
                  <a:lnTo>
                    <a:pt x="37714" y="25420"/>
                  </a:lnTo>
                  <a:lnTo>
                    <a:pt x="37819" y="25380"/>
                  </a:lnTo>
                  <a:lnTo>
                    <a:pt x="37925" y="25341"/>
                  </a:lnTo>
                  <a:lnTo>
                    <a:pt x="38043" y="25301"/>
                  </a:lnTo>
                  <a:lnTo>
                    <a:pt x="38162" y="25288"/>
                  </a:lnTo>
                  <a:lnTo>
                    <a:pt x="38280" y="25275"/>
                  </a:lnTo>
                  <a:close/>
                  <a:moveTo>
                    <a:pt x="1" y="1"/>
                  </a:moveTo>
                  <a:lnTo>
                    <a:pt x="1" y="19207"/>
                  </a:lnTo>
                  <a:lnTo>
                    <a:pt x="30264" y="19207"/>
                  </a:lnTo>
                  <a:lnTo>
                    <a:pt x="36266" y="25209"/>
                  </a:lnTo>
                  <a:lnTo>
                    <a:pt x="36187" y="25354"/>
                  </a:lnTo>
                  <a:lnTo>
                    <a:pt x="36121" y="25499"/>
                  </a:lnTo>
                  <a:lnTo>
                    <a:pt x="36056" y="25657"/>
                  </a:lnTo>
                  <a:lnTo>
                    <a:pt x="36003" y="25815"/>
                  </a:lnTo>
                  <a:lnTo>
                    <a:pt x="35963" y="25973"/>
                  </a:lnTo>
                  <a:lnTo>
                    <a:pt x="35924" y="26131"/>
                  </a:lnTo>
                  <a:lnTo>
                    <a:pt x="35911" y="26302"/>
                  </a:lnTo>
                  <a:lnTo>
                    <a:pt x="35911" y="26473"/>
                  </a:lnTo>
                  <a:lnTo>
                    <a:pt x="35924" y="26723"/>
                  </a:lnTo>
                  <a:lnTo>
                    <a:pt x="35950" y="26960"/>
                  </a:lnTo>
                  <a:lnTo>
                    <a:pt x="36016" y="27184"/>
                  </a:lnTo>
                  <a:lnTo>
                    <a:pt x="36095" y="27407"/>
                  </a:lnTo>
                  <a:lnTo>
                    <a:pt x="36187" y="27605"/>
                  </a:lnTo>
                  <a:lnTo>
                    <a:pt x="36306" y="27802"/>
                  </a:lnTo>
                  <a:lnTo>
                    <a:pt x="36450" y="27987"/>
                  </a:lnTo>
                  <a:lnTo>
                    <a:pt x="36608" y="28158"/>
                  </a:lnTo>
                  <a:lnTo>
                    <a:pt x="36766" y="28316"/>
                  </a:lnTo>
                  <a:lnTo>
                    <a:pt x="36951" y="28447"/>
                  </a:lnTo>
                  <a:lnTo>
                    <a:pt x="37148" y="28566"/>
                  </a:lnTo>
                  <a:lnTo>
                    <a:pt x="37359" y="28671"/>
                  </a:lnTo>
                  <a:lnTo>
                    <a:pt x="37583" y="28750"/>
                  </a:lnTo>
                  <a:lnTo>
                    <a:pt x="37806" y="28803"/>
                  </a:lnTo>
                  <a:lnTo>
                    <a:pt x="38043" y="28842"/>
                  </a:lnTo>
                  <a:lnTo>
                    <a:pt x="38280" y="28855"/>
                  </a:lnTo>
                  <a:lnTo>
                    <a:pt x="38530" y="28842"/>
                  </a:lnTo>
                  <a:lnTo>
                    <a:pt x="38767" y="28803"/>
                  </a:lnTo>
                  <a:lnTo>
                    <a:pt x="38991" y="28750"/>
                  </a:lnTo>
                  <a:lnTo>
                    <a:pt x="39215" y="28671"/>
                  </a:lnTo>
                  <a:lnTo>
                    <a:pt x="39412" y="28566"/>
                  </a:lnTo>
                  <a:lnTo>
                    <a:pt x="39610" y="28447"/>
                  </a:lnTo>
                  <a:lnTo>
                    <a:pt x="39794" y="28316"/>
                  </a:lnTo>
                  <a:lnTo>
                    <a:pt x="39965" y="28158"/>
                  </a:lnTo>
                  <a:lnTo>
                    <a:pt x="40123" y="27987"/>
                  </a:lnTo>
                  <a:lnTo>
                    <a:pt x="40255" y="27802"/>
                  </a:lnTo>
                  <a:lnTo>
                    <a:pt x="40373" y="27605"/>
                  </a:lnTo>
                  <a:lnTo>
                    <a:pt x="40479" y="27407"/>
                  </a:lnTo>
                  <a:lnTo>
                    <a:pt x="40557" y="27184"/>
                  </a:lnTo>
                  <a:lnTo>
                    <a:pt x="40610" y="26960"/>
                  </a:lnTo>
                  <a:lnTo>
                    <a:pt x="40650" y="26723"/>
                  </a:lnTo>
                  <a:lnTo>
                    <a:pt x="40663" y="26473"/>
                  </a:lnTo>
                  <a:lnTo>
                    <a:pt x="40650" y="26236"/>
                  </a:lnTo>
                  <a:lnTo>
                    <a:pt x="40610" y="25999"/>
                  </a:lnTo>
                  <a:lnTo>
                    <a:pt x="40557" y="25775"/>
                  </a:lnTo>
                  <a:lnTo>
                    <a:pt x="40479" y="25551"/>
                  </a:lnTo>
                  <a:lnTo>
                    <a:pt x="40373" y="25341"/>
                  </a:lnTo>
                  <a:lnTo>
                    <a:pt x="40255" y="25143"/>
                  </a:lnTo>
                  <a:lnTo>
                    <a:pt x="40123" y="24972"/>
                  </a:lnTo>
                  <a:lnTo>
                    <a:pt x="39965" y="24801"/>
                  </a:lnTo>
                  <a:lnTo>
                    <a:pt x="39794" y="24643"/>
                  </a:lnTo>
                  <a:lnTo>
                    <a:pt x="39610" y="24511"/>
                  </a:lnTo>
                  <a:lnTo>
                    <a:pt x="39412" y="24393"/>
                  </a:lnTo>
                  <a:lnTo>
                    <a:pt x="39215" y="24288"/>
                  </a:lnTo>
                  <a:lnTo>
                    <a:pt x="38991" y="24209"/>
                  </a:lnTo>
                  <a:lnTo>
                    <a:pt x="38767" y="24143"/>
                  </a:lnTo>
                  <a:lnTo>
                    <a:pt x="38530" y="24117"/>
                  </a:lnTo>
                  <a:lnTo>
                    <a:pt x="38280" y="24103"/>
                  </a:lnTo>
                  <a:lnTo>
                    <a:pt x="38122" y="24103"/>
                  </a:lnTo>
                  <a:lnTo>
                    <a:pt x="37977" y="24117"/>
                  </a:lnTo>
                  <a:lnTo>
                    <a:pt x="37819" y="24143"/>
                  </a:lnTo>
                  <a:lnTo>
                    <a:pt x="37675" y="24182"/>
                  </a:lnTo>
                  <a:lnTo>
                    <a:pt x="37530" y="24222"/>
                  </a:lnTo>
                  <a:lnTo>
                    <a:pt x="37398" y="24275"/>
                  </a:lnTo>
                  <a:lnTo>
                    <a:pt x="37253" y="24327"/>
                  </a:lnTo>
                  <a:lnTo>
                    <a:pt x="37122" y="24406"/>
                  </a:lnTo>
                  <a:lnTo>
                    <a:pt x="30764" y="18035"/>
                  </a:lnTo>
                  <a:lnTo>
                    <a:pt x="1172" y="18035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0"/>
            <p:cNvSpPr/>
            <p:nvPr/>
          </p:nvSpPr>
          <p:spPr>
            <a:xfrm>
              <a:off x="5370525" y="2744125"/>
              <a:ext cx="1047825" cy="619025"/>
            </a:xfrm>
            <a:custGeom>
              <a:rect b="b" l="l" r="r" t="t"/>
              <a:pathLst>
                <a:path extrusionOk="0" h="24761" w="41913">
                  <a:moveTo>
                    <a:pt x="39530" y="21180"/>
                  </a:moveTo>
                  <a:lnTo>
                    <a:pt x="39649" y="21193"/>
                  </a:lnTo>
                  <a:lnTo>
                    <a:pt x="39767" y="21207"/>
                  </a:lnTo>
                  <a:lnTo>
                    <a:pt x="39886" y="21233"/>
                  </a:lnTo>
                  <a:lnTo>
                    <a:pt x="39991" y="21272"/>
                  </a:lnTo>
                  <a:lnTo>
                    <a:pt x="40096" y="21325"/>
                  </a:lnTo>
                  <a:lnTo>
                    <a:pt x="40202" y="21391"/>
                  </a:lnTo>
                  <a:lnTo>
                    <a:pt x="40294" y="21457"/>
                  </a:lnTo>
                  <a:lnTo>
                    <a:pt x="40373" y="21536"/>
                  </a:lnTo>
                  <a:lnTo>
                    <a:pt x="40452" y="21615"/>
                  </a:lnTo>
                  <a:lnTo>
                    <a:pt x="40517" y="21707"/>
                  </a:lnTo>
                  <a:lnTo>
                    <a:pt x="40583" y="21812"/>
                  </a:lnTo>
                  <a:lnTo>
                    <a:pt x="40636" y="21917"/>
                  </a:lnTo>
                  <a:lnTo>
                    <a:pt x="40675" y="22023"/>
                  </a:lnTo>
                  <a:lnTo>
                    <a:pt x="40702" y="22141"/>
                  </a:lnTo>
                  <a:lnTo>
                    <a:pt x="40728" y="22260"/>
                  </a:lnTo>
                  <a:lnTo>
                    <a:pt x="40728" y="22378"/>
                  </a:lnTo>
                  <a:lnTo>
                    <a:pt x="40728" y="22497"/>
                  </a:lnTo>
                  <a:lnTo>
                    <a:pt x="40702" y="22615"/>
                  </a:lnTo>
                  <a:lnTo>
                    <a:pt x="40675" y="22734"/>
                  </a:lnTo>
                  <a:lnTo>
                    <a:pt x="40636" y="22839"/>
                  </a:lnTo>
                  <a:lnTo>
                    <a:pt x="40583" y="22944"/>
                  </a:lnTo>
                  <a:lnTo>
                    <a:pt x="40517" y="23049"/>
                  </a:lnTo>
                  <a:lnTo>
                    <a:pt x="40452" y="23142"/>
                  </a:lnTo>
                  <a:lnTo>
                    <a:pt x="40373" y="23221"/>
                  </a:lnTo>
                  <a:lnTo>
                    <a:pt x="40294" y="23300"/>
                  </a:lnTo>
                  <a:lnTo>
                    <a:pt x="40202" y="23365"/>
                  </a:lnTo>
                  <a:lnTo>
                    <a:pt x="40096" y="23431"/>
                  </a:lnTo>
                  <a:lnTo>
                    <a:pt x="39991" y="23484"/>
                  </a:lnTo>
                  <a:lnTo>
                    <a:pt x="39886" y="23523"/>
                  </a:lnTo>
                  <a:lnTo>
                    <a:pt x="39767" y="23550"/>
                  </a:lnTo>
                  <a:lnTo>
                    <a:pt x="39649" y="23576"/>
                  </a:lnTo>
                  <a:lnTo>
                    <a:pt x="39412" y="23576"/>
                  </a:lnTo>
                  <a:lnTo>
                    <a:pt x="39293" y="23550"/>
                  </a:lnTo>
                  <a:lnTo>
                    <a:pt x="39175" y="23523"/>
                  </a:lnTo>
                  <a:lnTo>
                    <a:pt x="39069" y="23484"/>
                  </a:lnTo>
                  <a:lnTo>
                    <a:pt x="38964" y="23431"/>
                  </a:lnTo>
                  <a:lnTo>
                    <a:pt x="38859" y="23365"/>
                  </a:lnTo>
                  <a:lnTo>
                    <a:pt x="38767" y="23300"/>
                  </a:lnTo>
                  <a:lnTo>
                    <a:pt x="38688" y="23221"/>
                  </a:lnTo>
                  <a:lnTo>
                    <a:pt x="38609" y="23142"/>
                  </a:lnTo>
                  <a:lnTo>
                    <a:pt x="38543" y="23049"/>
                  </a:lnTo>
                  <a:lnTo>
                    <a:pt x="38477" y="22944"/>
                  </a:lnTo>
                  <a:lnTo>
                    <a:pt x="38424" y="22839"/>
                  </a:lnTo>
                  <a:lnTo>
                    <a:pt x="38385" y="22734"/>
                  </a:lnTo>
                  <a:lnTo>
                    <a:pt x="38359" y="22615"/>
                  </a:lnTo>
                  <a:lnTo>
                    <a:pt x="38345" y="22497"/>
                  </a:lnTo>
                  <a:lnTo>
                    <a:pt x="38332" y="22378"/>
                  </a:lnTo>
                  <a:lnTo>
                    <a:pt x="38345" y="22260"/>
                  </a:lnTo>
                  <a:lnTo>
                    <a:pt x="38359" y="22141"/>
                  </a:lnTo>
                  <a:lnTo>
                    <a:pt x="38385" y="22023"/>
                  </a:lnTo>
                  <a:lnTo>
                    <a:pt x="38424" y="21917"/>
                  </a:lnTo>
                  <a:lnTo>
                    <a:pt x="38477" y="21812"/>
                  </a:lnTo>
                  <a:lnTo>
                    <a:pt x="38543" y="21707"/>
                  </a:lnTo>
                  <a:lnTo>
                    <a:pt x="38609" y="21615"/>
                  </a:lnTo>
                  <a:lnTo>
                    <a:pt x="38688" y="21536"/>
                  </a:lnTo>
                  <a:lnTo>
                    <a:pt x="38767" y="21457"/>
                  </a:lnTo>
                  <a:lnTo>
                    <a:pt x="38859" y="21391"/>
                  </a:lnTo>
                  <a:lnTo>
                    <a:pt x="38964" y="21325"/>
                  </a:lnTo>
                  <a:lnTo>
                    <a:pt x="39069" y="21272"/>
                  </a:lnTo>
                  <a:lnTo>
                    <a:pt x="39175" y="21233"/>
                  </a:lnTo>
                  <a:lnTo>
                    <a:pt x="39293" y="21207"/>
                  </a:lnTo>
                  <a:lnTo>
                    <a:pt x="39412" y="21193"/>
                  </a:lnTo>
                  <a:lnTo>
                    <a:pt x="39530" y="21180"/>
                  </a:lnTo>
                  <a:close/>
                  <a:moveTo>
                    <a:pt x="0" y="0"/>
                  </a:moveTo>
                  <a:lnTo>
                    <a:pt x="0" y="13914"/>
                  </a:lnTo>
                  <a:lnTo>
                    <a:pt x="30276" y="13914"/>
                  </a:lnTo>
                  <a:lnTo>
                    <a:pt x="37503" y="21141"/>
                  </a:lnTo>
                  <a:lnTo>
                    <a:pt x="37424" y="21272"/>
                  </a:lnTo>
                  <a:lnTo>
                    <a:pt x="37358" y="21417"/>
                  </a:lnTo>
                  <a:lnTo>
                    <a:pt x="37292" y="21575"/>
                  </a:lnTo>
                  <a:lnTo>
                    <a:pt x="37240" y="21720"/>
                  </a:lnTo>
                  <a:lnTo>
                    <a:pt x="37200" y="21878"/>
                  </a:lnTo>
                  <a:lnTo>
                    <a:pt x="37174" y="22049"/>
                  </a:lnTo>
                  <a:lnTo>
                    <a:pt x="37161" y="22207"/>
                  </a:lnTo>
                  <a:lnTo>
                    <a:pt x="37148" y="22378"/>
                  </a:lnTo>
                  <a:lnTo>
                    <a:pt x="37161" y="22628"/>
                  </a:lnTo>
                  <a:lnTo>
                    <a:pt x="37200" y="22852"/>
                  </a:lnTo>
                  <a:lnTo>
                    <a:pt x="37266" y="23089"/>
                  </a:lnTo>
                  <a:lnTo>
                    <a:pt x="37345" y="23300"/>
                  </a:lnTo>
                  <a:lnTo>
                    <a:pt x="37437" y="23510"/>
                  </a:lnTo>
                  <a:lnTo>
                    <a:pt x="37556" y="23708"/>
                  </a:lnTo>
                  <a:lnTo>
                    <a:pt x="37700" y="23892"/>
                  </a:lnTo>
                  <a:lnTo>
                    <a:pt x="37845" y="24063"/>
                  </a:lnTo>
                  <a:lnTo>
                    <a:pt x="38016" y="24208"/>
                  </a:lnTo>
                  <a:lnTo>
                    <a:pt x="38201" y="24353"/>
                  </a:lnTo>
                  <a:lnTo>
                    <a:pt x="38398" y="24471"/>
                  </a:lnTo>
                  <a:lnTo>
                    <a:pt x="38609" y="24576"/>
                  </a:lnTo>
                  <a:lnTo>
                    <a:pt x="38819" y="24655"/>
                  </a:lnTo>
                  <a:lnTo>
                    <a:pt x="39056" y="24708"/>
                  </a:lnTo>
                  <a:lnTo>
                    <a:pt x="39293" y="24748"/>
                  </a:lnTo>
                  <a:lnTo>
                    <a:pt x="39530" y="24761"/>
                  </a:lnTo>
                  <a:lnTo>
                    <a:pt x="39780" y="24748"/>
                  </a:lnTo>
                  <a:lnTo>
                    <a:pt x="40004" y="24708"/>
                  </a:lnTo>
                  <a:lnTo>
                    <a:pt x="40241" y="24655"/>
                  </a:lnTo>
                  <a:lnTo>
                    <a:pt x="40452" y="24576"/>
                  </a:lnTo>
                  <a:lnTo>
                    <a:pt x="40662" y="24471"/>
                  </a:lnTo>
                  <a:lnTo>
                    <a:pt x="40860" y="24353"/>
                  </a:lnTo>
                  <a:lnTo>
                    <a:pt x="41044" y="24208"/>
                  </a:lnTo>
                  <a:lnTo>
                    <a:pt x="41215" y="24063"/>
                  </a:lnTo>
                  <a:lnTo>
                    <a:pt x="41360" y="23892"/>
                  </a:lnTo>
                  <a:lnTo>
                    <a:pt x="41505" y="23708"/>
                  </a:lnTo>
                  <a:lnTo>
                    <a:pt x="41623" y="23510"/>
                  </a:lnTo>
                  <a:lnTo>
                    <a:pt x="41728" y="23300"/>
                  </a:lnTo>
                  <a:lnTo>
                    <a:pt x="41807" y="23089"/>
                  </a:lnTo>
                  <a:lnTo>
                    <a:pt x="41860" y="22852"/>
                  </a:lnTo>
                  <a:lnTo>
                    <a:pt x="41900" y="22628"/>
                  </a:lnTo>
                  <a:lnTo>
                    <a:pt x="41913" y="22378"/>
                  </a:lnTo>
                  <a:lnTo>
                    <a:pt x="41900" y="22141"/>
                  </a:lnTo>
                  <a:lnTo>
                    <a:pt x="41860" y="21904"/>
                  </a:lnTo>
                  <a:lnTo>
                    <a:pt x="41807" y="21667"/>
                  </a:lnTo>
                  <a:lnTo>
                    <a:pt x="41728" y="21457"/>
                  </a:lnTo>
                  <a:lnTo>
                    <a:pt x="41623" y="21246"/>
                  </a:lnTo>
                  <a:lnTo>
                    <a:pt x="41505" y="21049"/>
                  </a:lnTo>
                  <a:lnTo>
                    <a:pt x="41360" y="20864"/>
                  </a:lnTo>
                  <a:lnTo>
                    <a:pt x="41215" y="20693"/>
                  </a:lnTo>
                  <a:lnTo>
                    <a:pt x="41044" y="20548"/>
                  </a:lnTo>
                  <a:lnTo>
                    <a:pt x="40860" y="20404"/>
                  </a:lnTo>
                  <a:lnTo>
                    <a:pt x="40662" y="20285"/>
                  </a:lnTo>
                  <a:lnTo>
                    <a:pt x="40452" y="20193"/>
                  </a:lnTo>
                  <a:lnTo>
                    <a:pt x="40241" y="20114"/>
                  </a:lnTo>
                  <a:lnTo>
                    <a:pt x="40004" y="20048"/>
                  </a:lnTo>
                  <a:lnTo>
                    <a:pt x="39780" y="20009"/>
                  </a:lnTo>
                  <a:lnTo>
                    <a:pt x="39530" y="19996"/>
                  </a:lnTo>
                  <a:lnTo>
                    <a:pt x="39372" y="20009"/>
                  </a:lnTo>
                  <a:lnTo>
                    <a:pt x="39214" y="20022"/>
                  </a:lnTo>
                  <a:lnTo>
                    <a:pt x="39056" y="20048"/>
                  </a:lnTo>
                  <a:lnTo>
                    <a:pt x="38912" y="20088"/>
                  </a:lnTo>
                  <a:lnTo>
                    <a:pt x="38767" y="20127"/>
                  </a:lnTo>
                  <a:lnTo>
                    <a:pt x="38622" y="20180"/>
                  </a:lnTo>
                  <a:lnTo>
                    <a:pt x="38477" y="20246"/>
                  </a:lnTo>
                  <a:lnTo>
                    <a:pt x="38345" y="20311"/>
                  </a:lnTo>
                  <a:lnTo>
                    <a:pt x="30763" y="12729"/>
                  </a:lnTo>
                  <a:lnTo>
                    <a:pt x="1185" y="1272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0"/>
            <p:cNvSpPr/>
            <p:nvPr/>
          </p:nvSpPr>
          <p:spPr>
            <a:xfrm>
              <a:off x="4481975" y="1997075"/>
              <a:ext cx="863225" cy="642425"/>
            </a:xfrm>
            <a:custGeom>
              <a:rect b="b" l="l" r="r" t="t"/>
              <a:pathLst>
                <a:path extrusionOk="0" h="25697" w="34529">
                  <a:moveTo>
                    <a:pt x="32146" y="22116"/>
                  </a:moveTo>
                  <a:lnTo>
                    <a:pt x="32278" y="22129"/>
                  </a:lnTo>
                  <a:lnTo>
                    <a:pt x="32396" y="22142"/>
                  </a:lnTo>
                  <a:lnTo>
                    <a:pt x="32501" y="22168"/>
                  </a:lnTo>
                  <a:lnTo>
                    <a:pt x="32620" y="22208"/>
                  </a:lnTo>
                  <a:lnTo>
                    <a:pt x="32725" y="22260"/>
                  </a:lnTo>
                  <a:lnTo>
                    <a:pt x="32817" y="22326"/>
                  </a:lnTo>
                  <a:lnTo>
                    <a:pt x="32910" y="22392"/>
                  </a:lnTo>
                  <a:lnTo>
                    <a:pt x="33002" y="22471"/>
                  </a:lnTo>
                  <a:lnTo>
                    <a:pt x="33068" y="22550"/>
                  </a:lnTo>
                  <a:lnTo>
                    <a:pt x="33146" y="22642"/>
                  </a:lnTo>
                  <a:lnTo>
                    <a:pt x="33199" y="22748"/>
                  </a:lnTo>
                  <a:lnTo>
                    <a:pt x="33252" y="22853"/>
                  </a:lnTo>
                  <a:lnTo>
                    <a:pt x="33291" y="22958"/>
                  </a:lnTo>
                  <a:lnTo>
                    <a:pt x="33318" y="23077"/>
                  </a:lnTo>
                  <a:lnTo>
                    <a:pt x="33344" y="23195"/>
                  </a:lnTo>
                  <a:lnTo>
                    <a:pt x="33344" y="23314"/>
                  </a:lnTo>
                  <a:lnTo>
                    <a:pt x="33344" y="23432"/>
                  </a:lnTo>
                  <a:lnTo>
                    <a:pt x="33318" y="23551"/>
                  </a:lnTo>
                  <a:lnTo>
                    <a:pt x="33291" y="23669"/>
                  </a:lnTo>
                  <a:lnTo>
                    <a:pt x="33252" y="23774"/>
                  </a:lnTo>
                  <a:lnTo>
                    <a:pt x="33199" y="23880"/>
                  </a:lnTo>
                  <a:lnTo>
                    <a:pt x="33146" y="23985"/>
                  </a:lnTo>
                  <a:lnTo>
                    <a:pt x="33068" y="24077"/>
                  </a:lnTo>
                  <a:lnTo>
                    <a:pt x="33002" y="24156"/>
                  </a:lnTo>
                  <a:lnTo>
                    <a:pt x="32910" y="24235"/>
                  </a:lnTo>
                  <a:lnTo>
                    <a:pt x="32817" y="24301"/>
                  </a:lnTo>
                  <a:lnTo>
                    <a:pt x="32725" y="24367"/>
                  </a:lnTo>
                  <a:lnTo>
                    <a:pt x="32620" y="24419"/>
                  </a:lnTo>
                  <a:lnTo>
                    <a:pt x="32501" y="24459"/>
                  </a:lnTo>
                  <a:lnTo>
                    <a:pt x="32396" y="24485"/>
                  </a:lnTo>
                  <a:lnTo>
                    <a:pt x="32278" y="24511"/>
                  </a:lnTo>
                  <a:lnTo>
                    <a:pt x="32028" y="24511"/>
                  </a:lnTo>
                  <a:lnTo>
                    <a:pt x="31896" y="24485"/>
                  </a:lnTo>
                  <a:lnTo>
                    <a:pt x="31777" y="24459"/>
                  </a:lnTo>
                  <a:lnTo>
                    <a:pt x="31672" y="24406"/>
                  </a:lnTo>
                  <a:lnTo>
                    <a:pt x="31567" y="24353"/>
                  </a:lnTo>
                  <a:lnTo>
                    <a:pt x="31462" y="24288"/>
                  </a:lnTo>
                  <a:lnTo>
                    <a:pt x="31369" y="24222"/>
                  </a:lnTo>
                  <a:lnTo>
                    <a:pt x="31277" y="24130"/>
                  </a:lnTo>
                  <a:lnTo>
                    <a:pt x="31409" y="24130"/>
                  </a:lnTo>
                  <a:lnTo>
                    <a:pt x="31409" y="22958"/>
                  </a:lnTo>
                  <a:lnTo>
                    <a:pt x="31001" y="22958"/>
                  </a:lnTo>
                  <a:lnTo>
                    <a:pt x="31080" y="22774"/>
                  </a:lnTo>
                  <a:lnTo>
                    <a:pt x="31172" y="22616"/>
                  </a:lnTo>
                  <a:lnTo>
                    <a:pt x="31290" y="22471"/>
                  </a:lnTo>
                  <a:lnTo>
                    <a:pt x="31435" y="22353"/>
                  </a:lnTo>
                  <a:lnTo>
                    <a:pt x="31593" y="22260"/>
                  </a:lnTo>
                  <a:lnTo>
                    <a:pt x="31764" y="22182"/>
                  </a:lnTo>
                  <a:lnTo>
                    <a:pt x="31949" y="22129"/>
                  </a:lnTo>
                  <a:lnTo>
                    <a:pt x="32054" y="22116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5494" y="1186"/>
                  </a:lnTo>
                  <a:lnTo>
                    <a:pt x="15494" y="24130"/>
                  </a:lnTo>
                  <a:lnTo>
                    <a:pt x="29921" y="24130"/>
                  </a:lnTo>
                  <a:lnTo>
                    <a:pt x="29987" y="24301"/>
                  </a:lnTo>
                  <a:lnTo>
                    <a:pt x="30066" y="24459"/>
                  </a:lnTo>
                  <a:lnTo>
                    <a:pt x="30158" y="24617"/>
                  </a:lnTo>
                  <a:lnTo>
                    <a:pt x="30264" y="24762"/>
                  </a:lnTo>
                  <a:lnTo>
                    <a:pt x="30382" y="24893"/>
                  </a:lnTo>
                  <a:lnTo>
                    <a:pt x="30501" y="25025"/>
                  </a:lnTo>
                  <a:lnTo>
                    <a:pt x="30632" y="25143"/>
                  </a:lnTo>
                  <a:lnTo>
                    <a:pt x="30777" y="25249"/>
                  </a:lnTo>
                  <a:lnTo>
                    <a:pt x="30922" y="25354"/>
                  </a:lnTo>
                  <a:lnTo>
                    <a:pt x="31080" y="25446"/>
                  </a:lnTo>
                  <a:lnTo>
                    <a:pt x="31251" y="25512"/>
                  </a:lnTo>
                  <a:lnTo>
                    <a:pt x="31422" y="25578"/>
                  </a:lnTo>
                  <a:lnTo>
                    <a:pt x="31593" y="25630"/>
                  </a:lnTo>
                  <a:lnTo>
                    <a:pt x="31777" y="25670"/>
                  </a:lnTo>
                  <a:lnTo>
                    <a:pt x="31962" y="25683"/>
                  </a:lnTo>
                  <a:lnTo>
                    <a:pt x="32146" y="25696"/>
                  </a:lnTo>
                  <a:lnTo>
                    <a:pt x="32396" y="25683"/>
                  </a:lnTo>
                  <a:lnTo>
                    <a:pt x="32633" y="25644"/>
                  </a:lnTo>
                  <a:lnTo>
                    <a:pt x="32857" y="25591"/>
                  </a:lnTo>
                  <a:lnTo>
                    <a:pt x="33068" y="25512"/>
                  </a:lnTo>
                  <a:lnTo>
                    <a:pt x="33278" y="25407"/>
                  </a:lnTo>
                  <a:lnTo>
                    <a:pt x="33476" y="25288"/>
                  </a:lnTo>
                  <a:lnTo>
                    <a:pt x="33660" y="25143"/>
                  </a:lnTo>
                  <a:lnTo>
                    <a:pt x="33831" y="24999"/>
                  </a:lnTo>
                  <a:lnTo>
                    <a:pt x="33989" y="24827"/>
                  </a:lnTo>
                  <a:lnTo>
                    <a:pt x="34121" y="24643"/>
                  </a:lnTo>
                  <a:lnTo>
                    <a:pt x="34239" y="24446"/>
                  </a:lnTo>
                  <a:lnTo>
                    <a:pt x="34344" y="24235"/>
                  </a:lnTo>
                  <a:lnTo>
                    <a:pt x="34423" y="24024"/>
                  </a:lnTo>
                  <a:lnTo>
                    <a:pt x="34476" y="23787"/>
                  </a:lnTo>
                  <a:lnTo>
                    <a:pt x="34515" y="23551"/>
                  </a:lnTo>
                  <a:lnTo>
                    <a:pt x="34529" y="23314"/>
                  </a:lnTo>
                  <a:lnTo>
                    <a:pt x="34515" y="23077"/>
                  </a:lnTo>
                  <a:lnTo>
                    <a:pt x="34476" y="22840"/>
                  </a:lnTo>
                  <a:lnTo>
                    <a:pt x="34423" y="22603"/>
                  </a:lnTo>
                  <a:lnTo>
                    <a:pt x="34344" y="22392"/>
                  </a:lnTo>
                  <a:lnTo>
                    <a:pt x="34239" y="22182"/>
                  </a:lnTo>
                  <a:lnTo>
                    <a:pt x="34121" y="21984"/>
                  </a:lnTo>
                  <a:lnTo>
                    <a:pt x="33989" y="21800"/>
                  </a:lnTo>
                  <a:lnTo>
                    <a:pt x="33831" y="21629"/>
                  </a:lnTo>
                  <a:lnTo>
                    <a:pt x="33660" y="21484"/>
                  </a:lnTo>
                  <a:lnTo>
                    <a:pt x="33476" y="21339"/>
                  </a:lnTo>
                  <a:lnTo>
                    <a:pt x="33278" y="21221"/>
                  </a:lnTo>
                  <a:lnTo>
                    <a:pt x="33068" y="21128"/>
                  </a:lnTo>
                  <a:lnTo>
                    <a:pt x="32857" y="21036"/>
                  </a:lnTo>
                  <a:lnTo>
                    <a:pt x="32633" y="20984"/>
                  </a:lnTo>
                  <a:lnTo>
                    <a:pt x="32396" y="20944"/>
                  </a:lnTo>
                  <a:lnTo>
                    <a:pt x="32146" y="20931"/>
                  </a:lnTo>
                  <a:lnTo>
                    <a:pt x="31922" y="20944"/>
                  </a:lnTo>
                  <a:lnTo>
                    <a:pt x="31712" y="20970"/>
                  </a:lnTo>
                  <a:lnTo>
                    <a:pt x="31501" y="21023"/>
                  </a:lnTo>
                  <a:lnTo>
                    <a:pt x="31304" y="21089"/>
                  </a:lnTo>
                  <a:lnTo>
                    <a:pt x="31106" y="21168"/>
                  </a:lnTo>
                  <a:lnTo>
                    <a:pt x="30922" y="21273"/>
                  </a:lnTo>
                  <a:lnTo>
                    <a:pt x="30751" y="21392"/>
                  </a:lnTo>
                  <a:lnTo>
                    <a:pt x="30593" y="21523"/>
                  </a:lnTo>
                  <a:lnTo>
                    <a:pt x="30448" y="21655"/>
                  </a:lnTo>
                  <a:lnTo>
                    <a:pt x="30303" y="21813"/>
                  </a:lnTo>
                  <a:lnTo>
                    <a:pt x="30185" y="21984"/>
                  </a:lnTo>
                  <a:lnTo>
                    <a:pt x="30066" y="22155"/>
                  </a:lnTo>
                  <a:lnTo>
                    <a:pt x="29974" y="22339"/>
                  </a:lnTo>
                  <a:lnTo>
                    <a:pt x="29895" y="22537"/>
                  </a:lnTo>
                  <a:lnTo>
                    <a:pt x="29842" y="22748"/>
                  </a:lnTo>
                  <a:lnTo>
                    <a:pt x="29803" y="22958"/>
                  </a:lnTo>
                  <a:lnTo>
                    <a:pt x="16679" y="22958"/>
                  </a:lnTo>
                  <a:lnTo>
                    <a:pt x="1667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0"/>
            <p:cNvSpPr/>
            <p:nvPr/>
          </p:nvSpPr>
          <p:spPr>
            <a:xfrm>
              <a:off x="5823350" y="1374775"/>
              <a:ext cx="554850" cy="548300"/>
            </a:xfrm>
            <a:custGeom>
              <a:rect b="b" l="l" r="r" t="t"/>
              <a:pathLst>
                <a:path extrusionOk="0" h="21932" w="22194">
                  <a:moveTo>
                    <a:pt x="2383" y="1186"/>
                  </a:moveTo>
                  <a:lnTo>
                    <a:pt x="2501" y="1199"/>
                  </a:lnTo>
                  <a:lnTo>
                    <a:pt x="2620" y="1212"/>
                  </a:lnTo>
                  <a:lnTo>
                    <a:pt x="2738" y="1238"/>
                  </a:lnTo>
                  <a:lnTo>
                    <a:pt x="2844" y="1278"/>
                  </a:lnTo>
                  <a:lnTo>
                    <a:pt x="2949" y="1330"/>
                  </a:lnTo>
                  <a:lnTo>
                    <a:pt x="3054" y="1396"/>
                  </a:lnTo>
                  <a:lnTo>
                    <a:pt x="3146" y="1462"/>
                  </a:lnTo>
                  <a:lnTo>
                    <a:pt x="3225" y="1541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4" y="2146"/>
                  </a:lnTo>
                  <a:lnTo>
                    <a:pt x="3581" y="2265"/>
                  </a:lnTo>
                  <a:lnTo>
                    <a:pt x="3581" y="2383"/>
                  </a:lnTo>
                  <a:lnTo>
                    <a:pt x="3581" y="2502"/>
                  </a:lnTo>
                  <a:lnTo>
                    <a:pt x="3554" y="2620"/>
                  </a:lnTo>
                  <a:lnTo>
                    <a:pt x="3528" y="2739"/>
                  </a:lnTo>
                  <a:lnTo>
                    <a:pt x="3489" y="2857"/>
                  </a:lnTo>
                  <a:lnTo>
                    <a:pt x="3436" y="2949"/>
                  </a:lnTo>
                  <a:lnTo>
                    <a:pt x="3383" y="3055"/>
                  </a:lnTo>
                  <a:lnTo>
                    <a:pt x="3304" y="3147"/>
                  </a:lnTo>
                  <a:lnTo>
                    <a:pt x="3225" y="3226"/>
                  </a:lnTo>
                  <a:lnTo>
                    <a:pt x="3146" y="3305"/>
                  </a:lnTo>
                  <a:lnTo>
                    <a:pt x="3054" y="3384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38" y="3529"/>
                  </a:lnTo>
                  <a:lnTo>
                    <a:pt x="2620" y="3555"/>
                  </a:lnTo>
                  <a:lnTo>
                    <a:pt x="2501" y="3581"/>
                  </a:lnTo>
                  <a:lnTo>
                    <a:pt x="2264" y="3581"/>
                  </a:lnTo>
                  <a:lnTo>
                    <a:pt x="2146" y="3555"/>
                  </a:lnTo>
                  <a:lnTo>
                    <a:pt x="2027" y="3529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1" y="3384"/>
                  </a:lnTo>
                  <a:lnTo>
                    <a:pt x="1619" y="3305"/>
                  </a:lnTo>
                  <a:lnTo>
                    <a:pt x="1540" y="3226"/>
                  </a:lnTo>
                  <a:lnTo>
                    <a:pt x="1461" y="3147"/>
                  </a:lnTo>
                  <a:lnTo>
                    <a:pt x="1396" y="3055"/>
                  </a:lnTo>
                  <a:lnTo>
                    <a:pt x="1330" y="2949"/>
                  </a:lnTo>
                  <a:lnTo>
                    <a:pt x="1277" y="2857"/>
                  </a:lnTo>
                  <a:lnTo>
                    <a:pt x="1238" y="2739"/>
                  </a:lnTo>
                  <a:lnTo>
                    <a:pt x="1211" y="2620"/>
                  </a:lnTo>
                  <a:lnTo>
                    <a:pt x="1198" y="2502"/>
                  </a:lnTo>
                  <a:lnTo>
                    <a:pt x="1185" y="2383"/>
                  </a:lnTo>
                  <a:lnTo>
                    <a:pt x="1198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96" y="1712"/>
                  </a:lnTo>
                  <a:lnTo>
                    <a:pt x="1461" y="1620"/>
                  </a:lnTo>
                  <a:lnTo>
                    <a:pt x="1540" y="1541"/>
                  </a:lnTo>
                  <a:lnTo>
                    <a:pt x="1619" y="1462"/>
                  </a:lnTo>
                  <a:lnTo>
                    <a:pt x="1711" y="1396"/>
                  </a:lnTo>
                  <a:lnTo>
                    <a:pt x="1817" y="1330"/>
                  </a:lnTo>
                  <a:lnTo>
                    <a:pt x="1922" y="1278"/>
                  </a:lnTo>
                  <a:lnTo>
                    <a:pt x="2027" y="1238"/>
                  </a:lnTo>
                  <a:lnTo>
                    <a:pt x="2146" y="1212"/>
                  </a:lnTo>
                  <a:lnTo>
                    <a:pt x="2264" y="1199"/>
                  </a:lnTo>
                  <a:lnTo>
                    <a:pt x="2383" y="1186"/>
                  </a:lnTo>
                  <a:close/>
                  <a:moveTo>
                    <a:pt x="19930" y="18351"/>
                  </a:moveTo>
                  <a:lnTo>
                    <a:pt x="20048" y="18377"/>
                  </a:lnTo>
                  <a:lnTo>
                    <a:pt x="20167" y="18403"/>
                  </a:lnTo>
                  <a:lnTo>
                    <a:pt x="20272" y="18443"/>
                  </a:lnTo>
                  <a:lnTo>
                    <a:pt x="20377" y="18496"/>
                  </a:lnTo>
                  <a:lnTo>
                    <a:pt x="20483" y="18561"/>
                  </a:lnTo>
                  <a:lnTo>
                    <a:pt x="20575" y="18627"/>
                  </a:lnTo>
                  <a:lnTo>
                    <a:pt x="20654" y="18706"/>
                  </a:lnTo>
                  <a:lnTo>
                    <a:pt x="20733" y="18785"/>
                  </a:lnTo>
                  <a:lnTo>
                    <a:pt x="20799" y="18877"/>
                  </a:lnTo>
                  <a:lnTo>
                    <a:pt x="20864" y="18983"/>
                  </a:lnTo>
                  <a:lnTo>
                    <a:pt x="20917" y="19088"/>
                  </a:lnTo>
                  <a:lnTo>
                    <a:pt x="20956" y="19193"/>
                  </a:lnTo>
                  <a:lnTo>
                    <a:pt x="20983" y="19312"/>
                  </a:lnTo>
                  <a:lnTo>
                    <a:pt x="20996" y="19430"/>
                  </a:lnTo>
                  <a:lnTo>
                    <a:pt x="21009" y="19549"/>
                  </a:lnTo>
                  <a:lnTo>
                    <a:pt x="20996" y="19667"/>
                  </a:lnTo>
                  <a:lnTo>
                    <a:pt x="20983" y="19786"/>
                  </a:lnTo>
                  <a:lnTo>
                    <a:pt x="20956" y="19904"/>
                  </a:lnTo>
                  <a:lnTo>
                    <a:pt x="20917" y="20009"/>
                  </a:lnTo>
                  <a:lnTo>
                    <a:pt x="20864" y="20115"/>
                  </a:lnTo>
                  <a:lnTo>
                    <a:pt x="20799" y="20220"/>
                  </a:lnTo>
                  <a:lnTo>
                    <a:pt x="20733" y="20312"/>
                  </a:lnTo>
                  <a:lnTo>
                    <a:pt x="20654" y="20391"/>
                  </a:lnTo>
                  <a:lnTo>
                    <a:pt x="20575" y="20470"/>
                  </a:lnTo>
                  <a:lnTo>
                    <a:pt x="20483" y="20536"/>
                  </a:lnTo>
                  <a:lnTo>
                    <a:pt x="20377" y="20602"/>
                  </a:lnTo>
                  <a:lnTo>
                    <a:pt x="20272" y="20654"/>
                  </a:lnTo>
                  <a:lnTo>
                    <a:pt x="20167" y="20694"/>
                  </a:lnTo>
                  <a:lnTo>
                    <a:pt x="20048" y="20720"/>
                  </a:lnTo>
                  <a:lnTo>
                    <a:pt x="19930" y="20733"/>
                  </a:lnTo>
                  <a:lnTo>
                    <a:pt x="19811" y="20746"/>
                  </a:lnTo>
                  <a:lnTo>
                    <a:pt x="19693" y="20733"/>
                  </a:lnTo>
                  <a:lnTo>
                    <a:pt x="19574" y="20720"/>
                  </a:lnTo>
                  <a:lnTo>
                    <a:pt x="19456" y="20694"/>
                  </a:lnTo>
                  <a:lnTo>
                    <a:pt x="19337" y="20654"/>
                  </a:lnTo>
                  <a:lnTo>
                    <a:pt x="19245" y="20602"/>
                  </a:lnTo>
                  <a:lnTo>
                    <a:pt x="19140" y="20536"/>
                  </a:lnTo>
                  <a:lnTo>
                    <a:pt x="19048" y="20470"/>
                  </a:lnTo>
                  <a:lnTo>
                    <a:pt x="18969" y="20391"/>
                  </a:lnTo>
                  <a:lnTo>
                    <a:pt x="18890" y="20312"/>
                  </a:lnTo>
                  <a:lnTo>
                    <a:pt x="18811" y="20220"/>
                  </a:lnTo>
                  <a:lnTo>
                    <a:pt x="18758" y="20115"/>
                  </a:lnTo>
                  <a:lnTo>
                    <a:pt x="18706" y="20009"/>
                  </a:lnTo>
                  <a:lnTo>
                    <a:pt x="18666" y="19904"/>
                  </a:lnTo>
                  <a:lnTo>
                    <a:pt x="18640" y="19786"/>
                  </a:lnTo>
                  <a:lnTo>
                    <a:pt x="18613" y="19667"/>
                  </a:lnTo>
                  <a:lnTo>
                    <a:pt x="18613" y="19549"/>
                  </a:lnTo>
                  <a:lnTo>
                    <a:pt x="18613" y="19430"/>
                  </a:lnTo>
                  <a:lnTo>
                    <a:pt x="18640" y="19312"/>
                  </a:lnTo>
                  <a:lnTo>
                    <a:pt x="18666" y="19193"/>
                  </a:lnTo>
                  <a:lnTo>
                    <a:pt x="18706" y="19088"/>
                  </a:lnTo>
                  <a:lnTo>
                    <a:pt x="18758" y="18983"/>
                  </a:lnTo>
                  <a:lnTo>
                    <a:pt x="18811" y="18877"/>
                  </a:lnTo>
                  <a:lnTo>
                    <a:pt x="18890" y="18785"/>
                  </a:lnTo>
                  <a:lnTo>
                    <a:pt x="18969" y="18706"/>
                  </a:lnTo>
                  <a:lnTo>
                    <a:pt x="19048" y="18627"/>
                  </a:lnTo>
                  <a:lnTo>
                    <a:pt x="19140" y="18561"/>
                  </a:lnTo>
                  <a:lnTo>
                    <a:pt x="19245" y="18496"/>
                  </a:lnTo>
                  <a:lnTo>
                    <a:pt x="19337" y="18443"/>
                  </a:lnTo>
                  <a:lnTo>
                    <a:pt x="19456" y="18403"/>
                  </a:lnTo>
                  <a:lnTo>
                    <a:pt x="19574" y="18377"/>
                  </a:lnTo>
                  <a:lnTo>
                    <a:pt x="19693" y="18351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53"/>
                  </a:lnTo>
                  <a:lnTo>
                    <a:pt x="1672" y="119"/>
                  </a:lnTo>
                  <a:lnTo>
                    <a:pt x="1461" y="198"/>
                  </a:lnTo>
                  <a:lnTo>
                    <a:pt x="1251" y="290"/>
                  </a:lnTo>
                  <a:lnTo>
                    <a:pt x="1053" y="409"/>
                  </a:lnTo>
                  <a:lnTo>
                    <a:pt x="869" y="554"/>
                  </a:lnTo>
                  <a:lnTo>
                    <a:pt x="698" y="698"/>
                  </a:lnTo>
                  <a:lnTo>
                    <a:pt x="553" y="870"/>
                  </a:lnTo>
                  <a:lnTo>
                    <a:pt x="408" y="1054"/>
                  </a:lnTo>
                  <a:lnTo>
                    <a:pt x="290" y="1251"/>
                  </a:lnTo>
                  <a:lnTo>
                    <a:pt x="198" y="1462"/>
                  </a:lnTo>
                  <a:lnTo>
                    <a:pt x="119" y="1673"/>
                  </a:lnTo>
                  <a:lnTo>
                    <a:pt x="53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13" y="2633"/>
                  </a:lnTo>
                  <a:lnTo>
                    <a:pt x="53" y="2870"/>
                  </a:lnTo>
                  <a:lnTo>
                    <a:pt x="119" y="3094"/>
                  </a:lnTo>
                  <a:lnTo>
                    <a:pt x="198" y="3305"/>
                  </a:lnTo>
                  <a:lnTo>
                    <a:pt x="290" y="3515"/>
                  </a:lnTo>
                  <a:lnTo>
                    <a:pt x="408" y="3713"/>
                  </a:lnTo>
                  <a:lnTo>
                    <a:pt x="553" y="3897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53" y="4358"/>
                  </a:lnTo>
                  <a:lnTo>
                    <a:pt x="1251" y="4476"/>
                  </a:lnTo>
                  <a:lnTo>
                    <a:pt x="1461" y="4582"/>
                  </a:lnTo>
                  <a:lnTo>
                    <a:pt x="1672" y="4661"/>
                  </a:lnTo>
                  <a:lnTo>
                    <a:pt x="1909" y="4713"/>
                  </a:lnTo>
                  <a:lnTo>
                    <a:pt x="2146" y="4753"/>
                  </a:lnTo>
                  <a:lnTo>
                    <a:pt x="2383" y="4766"/>
                  </a:lnTo>
                  <a:lnTo>
                    <a:pt x="2554" y="4753"/>
                  </a:lnTo>
                  <a:lnTo>
                    <a:pt x="2725" y="4740"/>
                  </a:lnTo>
                  <a:lnTo>
                    <a:pt x="2883" y="4713"/>
                  </a:lnTo>
                  <a:lnTo>
                    <a:pt x="3041" y="4674"/>
                  </a:lnTo>
                  <a:lnTo>
                    <a:pt x="3199" y="4621"/>
                  </a:lnTo>
                  <a:lnTo>
                    <a:pt x="3344" y="4555"/>
                  </a:lnTo>
                  <a:lnTo>
                    <a:pt x="3489" y="4490"/>
                  </a:lnTo>
                  <a:lnTo>
                    <a:pt x="3633" y="4411"/>
                  </a:lnTo>
                  <a:lnTo>
                    <a:pt x="17692" y="18469"/>
                  </a:lnTo>
                  <a:lnTo>
                    <a:pt x="17626" y="18588"/>
                  </a:lnTo>
                  <a:lnTo>
                    <a:pt x="17573" y="18719"/>
                  </a:lnTo>
                  <a:lnTo>
                    <a:pt x="17534" y="18851"/>
                  </a:lnTo>
                  <a:lnTo>
                    <a:pt x="17494" y="18983"/>
                  </a:lnTo>
                  <a:lnTo>
                    <a:pt x="17468" y="19127"/>
                  </a:lnTo>
                  <a:lnTo>
                    <a:pt x="17442" y="19259"/>
                  </a:lnTo>
                  <a:lnTo>
                    <a:pt x="17442" y="19404"/>
                  </a:lnTo>
                  <a:lnTo>
                    <a:pt x="17429" y="19549"/>
                  </a:lnTo>
                  <a:lnTo>
                    <a:pt x="17442" y="19786"/>
                  </a:lnTo>
                  <a:lnTo>
                    <a:pt x="17481" y="20022"/>
                  </a:lnTo>
                  <a:lnTo>
                    <a:pt x="17534" y="20259"/>
                  </a:lnTo>
                  <a:lnTo>
                    <a:pt x="17613" y="20470"/>
                  </a:lnTo>
                  <a:lnTo>
                    <a:pt x="17718" y="20681"/>
                  </a:lnTo>
                  <a:lnTo>
                    <a:pt x="17837" y="20878"/>
                  </a:lnTo>
                  <a:lnTo>
                    <a:pt x="17968" y="21062"/>
                  </a:lnTo>
                  <a:lnTo>
                    <a:pt x="18126" y="21234"/>
                  </a:lnTo>
                  <a:lnTo>
                    <a:pt x="18297" y="21378"/>
                  </a:lnTo>
                  <a:lnTo>
                    <a:pt x="18482" y="21523"/>
                  </a:lnTo>
                  <a:lnTo>
                    <a:pt x="18679" y="21642"/>
                  </a:lnTo>
                  <a:lnTo>
                    <a:pt x="18890" y="21734"/>
                  </a:lnTo>
                  <a:lnTo>
                    <a:pt x="19100" y="21826"/>
                  </a:lnTo>
                  <a:lnTo>
                    <a:pt x="19337" y="21879"/>
                  </a:lnTo>
                  <a:lnTo>
                    <a:pt x="19561" y="21918"/>
                  </a:lnTo>
                  <a:lnTo>
                    <a:pt x="19811" y="21931"/>
                  </a:lnTo>
                  <a:lnTo>
                    <a:pt x="20048" y="21918"/>
                  </a:lnTo>
                  <a:lnTo>
                    <a:pt x="20285" y="21879"/>
                  </a:lnTo>
                  <a:lnTo>
                    <a:pt x="20522" y="21826"/>
                  </a:lnTo>
                  <a:lnTo>
                    <a:pt x="20733" y="21734"/>
                  </a:lnTo>
                  <a:lnTo>
                    <a:pt x="20943" y="21642"/>
                  </a:lnTo>
                  <a:lnTo>
                    <a:pt x="21141" y="21523"/>
                  </a:lnTo>
                  <a:lnTo>
                    <a:pt x="21325" y="21378"/>
                  </a:lnTo>
                  <a:lnTo>
                    <a:pt x="21496" y="21234"/>
                  </a:lnTo>
                  <a:lnTo>
                    <a:pt x="21641" y="21062"/>
                  </a:lnTo>
                  <a:lnTo>
                    <a:pt x="21786" y="20878"/>
                  </a:lnTo>
                  <a:lnTo>
                    <a:pt x="21904" y="20681"/>
                  </a:lnTo>
                  <a:lnTo>
                    <a:pt x="21996" y="20470"/>
                  </a:lnTo>
                  <a:lnTo>
                    <a:pt x="22075" y="20259"/>
                  </a:lnTo>
                  <a:lnTo>
                    <a:pt x="22141" y="20022"/>
                  </a:lnTo>
                  <a:lnTo>
                    <a:pt x="22181" y="19786"/>
                  </a:lnTo>
                  <a:lnTo>
                    <a:pt x="22194" y="19549"/>
                  </a:lnTo>
                  <a:lnTo>
                    <a:pt x="22181" y="19298"/>
                  </a:lnTo>
                  <a:lnTo>
                    <a:pt x="22141" y="19075"/>
                  </a:lnTo>
                  <a:lnTo>
                    <a:pt x="22075" y="18838"/>
                  </a:lnTo>
                  <a:lnTo>
                    <a:pt x="21996" y="18627"/>
                  </a:lnTo>
                  <a:lnTo>
                    <a:pt x="21904" y="18417"/>
                  </a:lnTo>
                  <a:lnTo>
                    <a:pt x="21786" y="18219"/>
                  </a:lnTo>
                  <a:lnTo>
                    <a:pt x="21641" y="18035"/>
                  </a:lnTo>
                  <a:lnTo>
                    <a:pt x="21496" y="17864"/>
                  </a:lnTo>
                  <a:lnTo>
                    <a:pt x="21325" y="17719"/>
                  </a:lnTo>
                  <a:lnTo>
                    <a:pt x="21141" y="17574"/>
                  </a:lnTo>
                  <a:lnTo>
                    <a:pt x="20943" y="17456"/>
                  </a:lnTo>
                  <a:lnTo>
                    <a:pt x="20733" y="17350"/>
                  </a:lnTo>
                  <a:lnTo>
                    <a:pt x="20522" y="17271"/>
                  </a:lnTo>
                  <a:lnTo>
                    <a:pt x="20285" y="17219"/>
                  </a:lnTo>
                  <a:lnTo>
                    <a:pt x="20048" y="17179"/>
                  </a:lnTo>
                  <a:lnTo>
                    <a:pt x="19811" y="17166"/>
                  </a:lnTo>
                  <a:lnTo>
                    <a:pt x="19627" y="17179"/>
                  </a:lnTo>
                  <a:lnTo>
                    <a:pt x="19443" y="17192"/>
                  </a:lnTo>
                  <a:lnTo>
                    <a:pt x="19272" y="17232"/>
                  </a:lnTo>
                  <a:lnTo>
                    <a:pt x="19100" y="17284"/>
                  </a:lnTo>
                  <a:lnTo>
                    <a:pt x="18929" y="17337"/>
                  </a:lnTo>
                  <a:lnTo>
                    <a:pt x="18771" y="17403"/>
                  </a:lnTo>
                  <a:lnTo>
                    <a:pt x="18613" y="17495"/>
                  </a:lnTo>
                  <a:lnTo>
                    <a:pt x="18469" y="17587"/>
                  </a:lnTo>
                  <a:lnTo>
                    <a:pt x="4449" y="3555"/>
                  </a:lnTo>
                  <a:lnTo>
                    <a:pt x="4515" y="3423"/>
                  </a:lnTo>
                  <a:lnTo>
                    <a:pt x="4581" y="3292"/>
                  </a:lnTo>
                  <a:lnTo>
                    <a:pt x="4634" y="3147"/>
                  </a:lnTo>
                  <a:lnTo>
                    <a:pt x="4686" y="3002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5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73"/>
                  </a:lnTo>
                  <a:lnTo>
                    <a:pt x="4581" y="1462"/>
                  </a:lnTo>
                  <a:lnTo>
                    <a:pt x="4476" y="1251"/>
                  </a:lnTo>
                  <a:lnTo>
                    <a:pt x="4357" y="1054"/>
                  </a:lnTo>
                  <a:lnTo>
                    <a:pt x="4213" y="870"/>
                  </a:lnTo>
                  <a:lnTo>
                    <a:pt x="4068" y="698"/>
                  </a:lnTo>
                  <a:lnTo>
                    <a:pt x="3897" y="554"/>
                  </a:lnTo>
                  <a:lnTo>
                    <a:pt x="3712" y="409"/>
                  </a:lnTo>
                  <a:lnTo>
                    <a:pt x="3515" y="290"/>
                  </a:lnTo>
                  <a:lnTo>
                    <a:pt x="3304" y="198"/>
                  </a:lnTo>
                  <a:lnTo>
                    <a:pt x="3094" y="119"/>
                  </a:lnTo>
                  <a:lnTo>
                    <a:pt x="2857" y="53"/>
                  </a:lnTo>
                  <a:lnTo>
                    <a:pt x="2633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0"/>
            <p:cNvSpPr/>
            <p:nvPr/>
          </p:nvSpPr>
          <p:spPr>
            <a:xfrm>
              <a:off x="5554800" y="2456500"/>
              <a:ext cx="1028750" cy="321200"/>
            </a:xfrm>
            <a:custGeom>
              <a:rect b="b" l="l" r="r" t="t"/>
              <a:pathLst>
                <a:path extrusionOk="0" h="12848" w="41150">
                  <a:moveTo>
                    <a:pt x="38767" y="1185"/>
                  </a:moveTo>
                  <a:lnTo>
                    <a:pt x="38886" y="1198"/>
                  </a:lnTo>
                  <a:lnTo>
                    <a:pt x="39004" y="1211"/>
                  </a:lnTo>
                  <a:lnTo>
                    <a:pt x="39123" y="1238"/>
                  </a:lnTo>
                  <a:lnTo>
                    <a:pt x="39228" y="1277"/>
                  </a:lnTo>
                  <a:lnTo>
                    <a:pt x="39333" y="1330"/>
                  </a:lnTo>
                  <a:lnTo>
                    <a:pt x="39439" y="1396"/>
                  </a:lnTo>
                  <a:lnTo>
                    <a:pt x="39531" y="1461"/>
                  </a:lnTo>
                  <a:lnTo>
                    <a:pt x="39610" y="1540"/>
                  </a:lnTo>
                  <a:lnTo>
                    <a:pt x="39689" y="1619"/>
                  </a:lnTo>
                  <a:lnTo>
                    <a:pt x="39755" y="1712"/>
                  </a:lnTo>
                  <a:lnTo>
                    <a:pt x="39820" y="1817"/>
                  </a:lnTo>
                  <a:lnTo>
                    <a:pt x="39873" y="1922"/>
                  </a:lnTo>
                  <a:lnTo>
                    <a:pt x="39912" y="2027"/>
                  </a:lnTo>
                  <a:lnTo>
                    <a:pt x="39939" y="2146"/>
                  </a:lnTo>
                  <a:lnTo>
                    <a:pt x="39952" y="2264"/>
                  </a:lnTo>
                  <a:lnTo>
                    <a:pt x="39965" y="2383"/>
                  </a:lnTo>
                  <a:lnTo>
                    <a:pt x="39952" y="2501"/>
                  </a:lnTo>
                  <a:lnTo>
                    <a:pt x="39939" y="2620"/>
                  </a:lnTo>
                  <a:lnTo>
                    <a:pt x="39912" y="2738"/>
                  </a:lnTo>
                  <a:lnTo>
                    <a:pt x="39873" y="2857"/>
                  </a:lnTo>
                  <a:lnTo>
                    <a:pt x="39820" y="2962"/>
                  </a:lnTo>
                  <a:lnTo>
                    <a:pt x="39755" y="3054"/>
                  </a:lnTo>
                  <a:lnTo>
                    <a:pt x="39689" y="3146"/>
                  </a:lnTo>
                  <a:lnTo>
                    <a:pt x="39610" y="3225"/>
                  </a:lnTo>
                  <a:lnTo>
                    <a:pt x="39531" y="3304"/>
                  </a:lnTo>
                  <a:lnTo>
                    <a:pt x="39439" y="3383"/>
                  </a:lnTo>
                  <a:lnTo>
                    <a:pt x="39333" y="3436"/>
                  </a:lnTo>
                  <a:lnTo>
                    <a:pt x="39228" y="3489"/>
                  </a:lnTo>
                  <a:lnTo>
                    <a:pt x="39123" y="3528"/>
                  </a:lnTo>
                  <a:lnTo>
                    <a:pt x="39004" y="3554"/>
                  </a:lnTo>
                  <a:lnTo>
                    <a:pt x="38886" y="3581"/>
                  </a:lnTo>
                  <a:lnTo>
                    <a:pt x="38649" y="3581"/>
                  </a:lnTo>
                  <a:lnTo>
                    <a:pt x="38530" y="3554"/>
                  </a:lnTo>
                  <a:lnTo>
                    <a:pt x="38412" y="3528"/>
                  </a:lnTo>
                  <a:lnTo>
                    <a:pt x="38307" y="3489"/>
                  </a:lnTo>
                  <a:lnTo>
                    <a:pt x="38201" y="3436"/>
                  </a:lnTo>
                  <a:lnTo>
                    <a:pt x="38096" y="3383"/>
                  </a:lnTo>
                  <a:lnTo>
                    <a:pt x="38004" y="3304"/>
                  </a:lnTo>
                  <a:lnTo>
                    <a:pt x="37925" y="3225"/>
                  </a:lnTo>
                  <a:lnTo>
                    <a:pt x="37846" y="3146"/>
                  </a:lnTo>
                  <a:lnTo>
                    <a:pt x="37780" y="3054"/>
                  </a:lnTo>
                  <a:lnTo>
                    <a:pt x="37714" y="2962"/>
                  </a:lnTo>
                  <a:lnTo>
                    <a:pt x="37662" y="2857"/>
                  </a:lnTo>
                  <a:lnTo>
                    <a:pt x="37622" y="2738"/>
                  </a:lnTo>
                  <a:lnTo>
                    <a:pt x="37596" y="2620"/>
                  </a:lnTo>
                  <a:lnTo>
                    <a:pt x="37569" y="2501"/>
                  </a:lnTo>
                  <a:lnTo>
                    <a:pt x="37569" y="2383"/>
                  </a:lnTo>
                  <a:lnTo>
                    <a:pt x="37569" y="2264"/>
                  </a:lnTo>
                  <a:lnTo>
                    <a:pt x="37596" y="2146"/>
                  </a:lnTo>
                  <a:lnTo>
                    <a:pt x="37622" y="2027"/>
                  </a:lnTo>
                  <a:lnTo>
                    <a:pt x="37662" y="1922"/>
                  </a:lnTo>
                  <a:lnTo>
                    <a:pt x="37714" y="1817"/>
                  </a:lnTo>
                  <a:lnTo>
                    <a:pt x="37780" y="1712"/>
                  </a:lnTo>
                  <a:lnTo>
                    <a:pt x="37846" y="1619"/>
                  </a:lnTo>
                  <a:lnTo>
                    <a:pt x="37925" y="1540"/>
                  </a:lnTo>
                  <a:lnTo>
                    <a:pt x="38004" y="1461"/>
                  </a:lnTo>
                  <a:lnTo>
                    <a:pt x="38096" y="1396"/>
                  </a:lnTo>
                  <a:lnTo>
                    <a:pt x="38201" y="1330"/>
                  </a:lnTo>
                  <a:lnTo>
                    <a:pt x="38307" y="1277"/>
                  </a:lnTo>
                  <a:lnTo>
                    <a:pt x="38412" y="1238"/>
                  </a:lnTo>
                  <a:lnTo>
                    <a:pt x="38530" y="1211"/>
                  </a:lnTo>
                  <a:lnTo>
                    <a:pt x="38649" y="1198"/>
                  </a:lnTo>
                  <a:lnTo>
                    <a:pt x="38767" y="1185"/>
                  </a:lnTo>
                  <a:close/>
                  <a:moveTo>
                    <a:pt x="38767" y="0"/>
                  </a:moveTo>
                  <a:lnTo>
                    <a:pt x="38557" y="13"/>
                  </a:lnTo>
                  <a:lnTo>
                    <a:pt x="38359" y="40"/>
                  </a:lnTo>
                  <a:lnTo>
                    <a:pt x="38162" y="79"/>
                  </a:lnTo>
                  <a:lnTo>
                    <a:pt x="37977" y="145"/>
                  </a:lnTo>
                  <a:lnTo>
                    <a:pt x="37793" y="211"/>
                  </a:lnTo>
                  <a:lnTo>
                    <a:pt x="37622" y="303"/>
                  </a:lnTo>
                  <a:lnTo>
                    <a:pt x="37451" y="408"/>
                  </a:lnTo>
                  <a:lnTo>
                    <a:pt x="37293" y="514"/>
                  </a:lnTo>
                  <a:lnTo>
                    <a:pt x="37148" y="645"/>
                  </a:lnTo>
                  <a:lnTo>
                    <a:pt x="37017" y="777"/>
                  </a:lnTo>
                  <a:lnTo>
                    <a:pt x="36885" y="922"/>
                  </a:lnTo>
                  <a:lnTo>
                    <a:pt x="36780" y="1080"/>
                  </a:lnTo>
                  <a:lnTo>
                    <a:pt x="36674" y="1251"/>
                  </a:lnTo>
                  <a:lnTo>
                    <a:pt x="36595" y="1422"/>
                  </a:lnTo>
                  <a:lnTo>
                    <a:pt x="36516" y="1606"/>
                  </a:lnTo>
                  <a:lnTo>
                    <a:pt x="36464" y="1790"/>
                  </a:lnTo>
                  <a:lnTo>
                    <a:pt x="1" y="1790"/>
                  </a:lnTo>
                  <a:lnTo>
                    <a:pt x="1" y="12848"/>
                  </a:lnTo>
                  <a:lnTo>
                    <a:pt x="1186" y="12848"/>
                  </a:lnTo>
                  <a:lnTo>
                    <a:pt x="1186" y="2975"/>
                  </a:lnTo>
                  <a:lnTo>
                    <a:pt x="36464" y="2975"/>
                  </a:lnTo>
                  <a:lnTo>
                    <a:pt x="36516" y="3160"/>
                  </a:lnTo>
                  <a:lnTo>
                    <a:pt x="36595" y="3344"/>
                  </a:lnTo>
                  <a:lnTo>
                    <a:pt x="36674" y="3528"/>
                  </a:lnTo>
                  <a:lnTo>
                    <a:pt x="36780" y="3686"/>
                  </a:lnTo>
                  <a:lnTo>
                    <a:pt x="36885" y="3844"/>
                  </a:lnTo>
                  <a:lnTo>
                    <a:pt x="37017" y="3989"/>
                  </a:lnTo>
                  <a:lnTo>
                    <a:pt x="37148" y="4134"/>
                  </a:lnTo>
                  <a:lnTo>
                    <a:pt x="37293" y="4252"/>
                  </a:lnTo>
                  <a:lnTo>
                    <a:pt x="37451" y="4371"/>
                  </a:lnTo>
                  <a:lnTo>
                    <a:pt x="37622" y="4463"/>
                  </a:lnTo>
                  <a:lnTo>
                    <a:pt x="37793" y="4555"/>
                  </a:lnTo>
                  <a:lnTo>
                    <a:pt x="37977" y="4634"/>
                  </a:lnTo>
                  <a:lnTo>
                    <a:pt x="38162" y="4686"/>
                  </a:lnTo>
                  <a:lnTo>
                    <a:pt x="38359" y="4726"/>
                  </a:lnTo>
                  <a:lnTo>
                    <a:pt x="38557" y="4752"/>
                  </a:lnTo>
                  <a:lnTo>
                    <a:pt x="38767" y="4765"/>
                  </a:lnTo>
                  <a:lnTo>
                    <a:pt x="39004" y="4752"/>
                  </a:lnTo>
                  <a:lnTo>
                    <a:pt x="39241" y="4713"/>
                  </a:lnTo>
                  <a:lnTo>
                    <a:pt x="39478" y="4660"/>
                  </a:lnTo>
                  <a:lnTo>
                    <a:pt x="39689" y="4581"/>
                  </a:lnTo>
                  <a:lnTo>
                    <a:pt x="39899" y="4476"/>
                  </a:lnTo>
                  <a:lnTo>
                    <a:pt x="40097" y="4357"/>
                  </a:lnTo>
                  <a:lnTo>
                    <a:pt x="40281" y="4226"/>
                  </a:lnTo>
                  <a:lnTo>
                    <a:pt x="40452" y="4068"/>
                  </a:lnTo>
                  <a:lnTo>
                    <a:pt x="40597" y="3897"/>
                  </a:lnTo>
                  <a:lnTo>
                    <a:pt x="40742" y="3712"/>
                  </a:lnTo>
                  <a:lnTo>
                    <a:pt x="40860" y="3515"/>
                  </a:lnTo>
                  <a:lnTo>
                    <a:pt x="40952" y="3304"/>
                  </a:lnTo>
                  <a:lnTo>
                    <a:pt x="41031" y="3094"/>
                  </a:lnTo>
                  <a:lnTo>
                    <a:pt x="41097" y="2870"/>
                  </a:lnTo>
                  <a:lnTo>
                    <a:pt x="41137" y="2633"/>
                  </a:lnTo>
                  <a:lnTo>
                    <a:pt x="41150" y="2383"/>
                  </a:lnTo>
                  <a:lnTo>
                    <a:pt x="41137" y="2146"/>
                  </a:lnTo>
                  <a:lnTo>
                    <a:pt x="41097" y="1909"/>
                  </a:lnTo>
                  <a:lnTo>
                    <a:pt x="41031" y="1685"/>
                  </a:lnTo>
                  <a:lnTo>
                    <a:pt x="40952" y="1461"/>
                  </a:lnTo>
                  <a:lnTo>
                    <a:pt x="40860" y="1251"/>
                  </a:lnTo>
                  <a:lnTo>
                    <a:pt x="40742" y="1053"/>
                  </a:lnTo>
                  <a:lnTo>
                    <a:pt x="40597" y="869"/>
                  </a:lnTo>
                  <a:lnTo>
                    <a:pt x="40452" y="698"/>
                  </a:lnTo>
                  <a:lnTo>
                    <a:pt x="40281" y="553"/>
                  </a:lnTo>
                  <a:lnTo>
                    <a:pt x="40097" y="408"/>
                  </a:lnTo>
                  <a:lnTo>
                    <a:pt x="39899" y="290"/>
                  </a:lnTo>
                  <a:lnTo>
                    <a:pt x="39689" y="198"/>
                  </a:lnTo>
                  <a:lnTo>
                    <a:pt x="39478" y="119"/>
                  </a:lnTo>
                  <a:lnTo>
                    <a:pt x="39241" y="53"/>
                  </a:lnTo>
                  <a:lnTo>
                    <a:pt x="39004" y="13"/>
                  </a:lnTo>
                  <a:lnTo>
                    <a:pt x="3876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0"/>
            <p:cNvSpPr/>
            <p:nvPr/>
          </p:nvSpPr>
          <p:spPr>
            <a:xfrm>
              <a:off x="2383075" y="650125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10952" y="1185"/>
                  </a:moveTo>
                  <a:lnTo>
                    <a:pt x="11071" y="1199"/>
                  </a:lnTo>
                  <a:lnTo>
                    <a:pt x="11176" y="1238"/>
                  </a:lnTo>
                  <a:lnTo>
                    <a:pt x="11294" y="1278"/>
                  </a:lnTo>
                  <a:lnTo>
                    <a:pt x="11400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76" y="1528"/>
                  </a:lnTo>
                  <a:lnTo>
                    <a:pt x="11755" y="1620"/>
                  </a:lnTo>
                  <a:lnTo>
                    <a:pt x="11821" y="1712"/>
                  </a:lnTo>
                  <a:lnTo>
                    <a:pt x="11874" y="1804"/>
                  </a:lnTo>
                  <a:lnTo>
                    <a:pt x="11926" y="1909"/>
                  </a:lnTo>
                  <a:lnTo>
                    <a:pt x="11966" y="2028"/>
                  </a:lnTo>
                  <a:lnTo>
                    <a:pt x="12005" y="2133"/>
                  </a:lnTo>
                  <a:lnTo>
                    <a:pt x="12018" y="2252"/>
                  </a:lnTo>
                  <a:lnTo>
                    <a:pt x="12018" y="2383"/>
                  </a:lnTo>
                  <a:lnTo>
                    <a:pt x="12018" y="2502"/>
                  </a:lnTo>
                  <a:lnTo>
                    <a:pt x="12005" y="2620"/>
                  </a:lnTo>
                  <a:lnTo>
                    <a:pt x="11966" y="2739"/>
                  </a:lnTo>
                  <a:lnTo>
                    <a:pt x="11926" y="2844"/>
                  </a:lnTo>
                  <a:lnTo>
                    <a:pt x="11874" y="2949"/>
                  </a:lnTo>
                  <a:lnTo>
                    <a:pt x="11821" y="3041"/>
                  </a:lnTo>
                  <a:lnTo>
                    <a:pt x="11755" y="3134"/>
                  </a:lnTo>
                  <a:lnTo>
                    <a:pt x="11676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400" y="3436"/>
                  </a:lnTo>
                  <a:lnTo>
                    <a:pt x="11294" y="3476"/>
                  </a:lnTo>
                  <a:lnTo>
                    <a:pt x="11176" y="3515"/>
                  </a:lnTo>
                  <a:lnTo>
                    <a:pt x="11071" y="3555"/>
                  </a:lnTo>
                  <a:lnTo>
                    <a:pt x="10952" y="3568"/>
                  </a:lnTo>
                  <a:lnTo>
                    <a:pt x="10821" y="3581"/>
                  </a:lnTo>
                  <a:lnTo>
                    <a:pt x="10702" y="3568"/>
                  </a:lnTo>
                  <a:lnTo>
                    <a:pt x="10584" y="3555"/>
                  </a:lnTo>
                  <a:lnTo>
                    <a:pt x="10465" y="3515"/>
                  </a:lnTo>
                  <a:lnTo>
                    <a:pt x="10360" y="3476"/>
                  </a:lnTo>
                  <a:lnTo>
                    <a:pt x="10254" y="3436"/>
                  </a:lnTo>
                  <a:lnTo>
                    <a:pt x="10162" y="3371"/>
                  </a:lnTo>
                  <a:lnTo>
                    <a:pt x="10070" y="3305"/>
                  </a:lnTo>
                  <a:lnTo>
                    <a:pt x="9978" y="3226"/>
                  </a:lnTo>
                  <a:lnTo>
                    <a:pt x="9899" y="3134"/>
                  </a:lnTo>
                  <a:lnTo>
                    <a:pt x="9833" y="3041"/>
                  </a:lnTo>
                  <a:lnTo>
                    <a:pt x="9767" y="2949"/>
                  </a:lnTo>
                  <a:lnTo>
                    <a:pt x="9728" y="2844"/>
                  </a:lnTo>
                  <a:lnTo>
                    <a:pt x="9688" y="2739"/>
                  </a:lnTo>
                  <a:lnTo>
                    <a:pt x="9649" y="2620"/>
                  </a:lnTo>
                  <a:lnTo>
                    <a:pt x="9636" y="2502"/>
                  </a:lnTo>
                  <a:lnTo>
                    <a:pt x="9623" y="2383"/>
                  </a:lnTo>
                  <a:lnTo>
                    <a:pt x="9636" y="2252"/>
                  </a:lnTo>
                  <a:lnTo>
                    <a:pt x="9649" y="2133"/>
                  </a:lnTo>
                  <a:lnTo>
                    <a:pt x="9688" y="2028"/>
                  </a:lnTo>
                  <a:lnTo>
                    <a:pt x="9728" y="1909"/>
                  </a:lnTo>
                  <a:lnTo>
                    <a:pt x="9767" y="1804"/>
                  </a:lnTo>
                  <a:lnTo>
                    <a:pt x="9833" y="1712"/>
                  </a:lnTo>
                  <a:lnTo>
                    <a:pt x="9899" y="1620"/>
                  </a:lnTo>
                  <a:lnTo>
                    <a:pt x="9978" y="1528"/>
                  </a:lnTo>
                  <a:lnTo>
                    <a:pt x="10070" y="1449"/>
                  </a:lnTo>
                  <a:lnTo>
                    <a:pt x="10162" y="1383"/>
                  </a:lnTo>
                  <a:lnTo>
                    <a:pt x="10254" y="1330"/>
                  </a:lnTo>
                  <a:lnTo>
                    <a:pt x="10360" y="1278"/>
                  </a:lnTo>
                  <a:lnTo>
                    <a:pt x="10465" y="1238"/>
                  </a:lnTo>
                  <a:lnTo>
                    <a:pt x="10584" y="1199"/>
                  </a:lnTo>
                  <a:lnTo>
                    <a:pt x="10702" y="1185"/>
                  </a:lnTo>
                  <a:close/>
                  <a:moveTo>
                    <a:pt x="10821" y="1"/>
                  </a:moveTo>
                  <a:lnTo>
                    <a:pt x="10584" y="14"/>
                  </a:lnTo>
                  <a:lnTo>
                    <a:pt x="10347" y="53"/>
                  </a:lnTo>
                  <a:lnTo>
                    <a:pt x="10123" y="106"/>
                  </a:lnTo>
                  <a:lnTo>
                    <a:pt x="9899" y="185"/>
                  </a:lnTo>
                  <a:lnTo>
                    <a:pt x="9688" y="290"/>
                  </a:lnTo>
                  <a:lnTo>
                    <a:pt x="9491" y="409"/>
                  </a:lnTo>
                  <a:lnTo>
                    <a:pt x="9320" y="540"/>
                  </a:lnTo>
                  <a:lnTo>
                    <a:pt x="9149" y="698"/>
                  </a:lnTo>
                  <a:lnTo>
                    <a:pt x="8991" y="870"/>
                  </a:lnTo>
                  <a:lnTo>
                    <a:pt x="8859" y="1054"/>
                  </a:lnTo>
                  <a:lnTo>
                    <a:pt x="8741" y="1251"/>
                  </a:lnTo>
                  <a:lnTo>
                    <a:pt x="8635" y="1449"/>
                  </a:lnTo>
                  <a:lnTo>
                    <a:pt x="8556" y="1672"/>
                  </a:lnTo>
                  <a:lnTo>
                    <a:pt x="8491" y="1896"/>
                  </a:lnTo>
                  <a:lnTo>
                    <a:pt x="8464" y="2133"/>
                  </a:lnTo>
                  <a:lnTo>
                    <a:pt x="8451" y="2383"/>
                  </a:lnTo>
                  <a:lnTo>
                    <a:pt x="8451" y="2581"/>
                  </a:lnTo>
                  <a:lnTo>
                    <a:pt x="8477" y="2778"/>
                  </a:lnTo>
                  <a:lnTo>
                    <a:pt x="8530" y="2976"/>
                  </a:lnTo>
                  <a:lnTo>
                    <a:pt x="8583" y="3173"/>
                  </a:lnTo>
                  <a:lnTo>
                    <a:pt x="8662" y="3357"/>
                  </a:lnTo>
                  <a:lnTo>
                    <a:pt x="8741" y="3529"/>
                  </a:lnTo>
                  <a:lnTo>
                    <a:pt x="8846" y="3687"/>
                  </a:lnTo>
                  <a:lnTo>
                    <a:pt x="8964" y="3844"/>
                  </a:lnTo>
                  <a:lnTo>
                    <a:pt x="9083" y="3989"/>
                  </a:lnTo>
                  <a:lnTo>
                    <a:pt x="9215" y="4134"/>
                  </a:lnTo>
                  <a:lnTo>
                    <a:pt x="9373" y="4253"/>
                  </a:lnTo>
                  <a:lnTo>
                    <a:pt x="9531" y="4371"/>
                  </a:lnTo>
                  <a:lnTo>
                    <a:pt x="9688" y="4463"/>
                  </a:lnTo>
                  <a:lnTo>
                    <a:pt x="9873" y="4555"/>
                  </a:lnTo>
                  <a:lnTo>
                    <a:pt x="10057" y="4621"/>
                  </a:lnTo>
                  <a:lnTo>
                    <a:pt x="10241" y="4687"/>
                  </a:lnTo>
                  <a:lnTo>
                    <a:pt x="10241" y="11571"/>
                  </a:lnTo>
                  <a:lnTo>
                    <a:pt x="0" y="21457"/>
                  </a:lnTo>
                  <a:lnTo>
                    <a:pt x="0" y="53774"/>
                  </a:lnTo>
                  <a:lnTo>
                    <a:pt x="1185" y="53774"/>
                  </a:lnTo>
                  <a:lnTo>
                    <a:pt x="1185" y="21957"/>
                  </a:lnTo>
                  <a:lnTo>
                    <a:pt x="11426" y="12072"/>
                  </a:lnTo>
                  <a:lnTo>
                    <a:pt x="11426" y="4687"/>
                  </a:lnTo>
                  <a:lnTo>
                    <a:pt x="11610" y="4621"/>
                  </a:lnTo>
                  <a:lnTo>
                    <a:pt x="11795" y="4555"/>
                  </a:lnTo>
                  <a:lnTo>
                    <a:pt x="11966" y="4463"/>
                  </a:lnTo>
                  <a:lnTo>
                    <a:pt x="12137" y="4358"/>
                  </a:lnTo>
                  <a:lnTo>
                    <a:pt x="12295" y="4253"/>
                  </a:lnTo>
                  <a:lnTo>
                    <a:pt x="12440" y="4121"/>
                  </a:lnTo>
                  <a:lnTo>
                    <a:pt x="12571" y="3989"/>
                  </a:lnTo>
                  <a:lnTo>
                    <a:pt x="12703" y="3844"/>
                  </a:lnTo>
                  <a:lnTo>
                    <a:pt x="12808" y="3687"/>
                  </a:lnTo>
                  <a:lnTo>
                    <a:pt x="12914" y="3529"/>
                  </a:lnTo>
                  <a:lnTo>
                    <a:pt x="12992" y="3344"/>
                  </a:lnTo>
                  <a:lnTo>
                    <a:pt x="13071" y="3173"/>
                  </a:lnTo>
                  <a:lnTo>
                    <a:pt x="13124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3" y="2383"/>
                  </a:lnTo>
                  <a:lnTo>
                    <a:pt x="13190" y="2133"/>
                  </a:lnTo>
                  <a:lnTo>
                    <a:pt x="13150" y="1896"/>
                  </a:lnTo>
                  <a:lnTo>
                    <a:pt x="13098" y="1672"/>
                  </a:lnTo>
                  <a:lnTo>
                    <a:pt x="13019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63" y="870"/>
                  </a:lnTo>
                  <a:lnTo>
                    <a:pt x="12505" y="698"/>
                  </a:lnTo>
                  <a:lnTo>
                    <a:pt x="12334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55" y="185"/>
                  </a:lnTo>
                  <a:lnTo>
                    <a:pt x="11531" y="106"/>
                  </a:lnTo>
                  <a:lnTo>
                    <a:pt x="11308" y="53"/>
                  </a:lnTo>
                  <a:lnTo>
                    <a:pt x="11071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0"/>
            <p:cNvSpPr/>
            <p:nvPr/>
          </p:nvSpPr>
          <p:spPr>
            <a:xfrm>
              <a:off x="2233000" y="650125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10939" y="1185"/>
                  </a:moveTo>
                  <a:lnTo>
                    <a:pt x="11058" y="1199"/>
                  </a:lnTo>
                  <a:lnTo>
                    <a:pt x="11176" y="1238"/>
                  </a:lnTo>
                  <a:lnTo>
                    <a:pt x="11282" y="1278"/>
                  </a:lnTo>
                  <a:lnTo>
                    <a:pt x="11387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63" y="1528"/>
                  </a:lnTo>
                  <a:lnTo>
                    <a:pt x="11742" y="1620"/>
                  </a:lnTo>
                  <a:lnTo>
                    <a:pt x="11808" y="1712"/>
                  </a:lnTo>
                  <a:lnTo>
                    <a:pt x="11874" y="1804"/>
                  </a:lnTo>
                  <a:lnTo>
                    <a:pt x="11927" y="1909"/>
                  </a:lnTo>
                  <a:lnTo>
                    <a:pt x="11966" y="2028"/>
                  </a:lnTo>
                  <a:lnTo>
                    <a:pt x="11993" y="2133"/>
                  </a:lnTo>
                  <a:lnTo>
                    <a:pt x="12006" y="2252"/>
                  </a:lnTo>
                  <a:lnTo>
                    <a:pt x="12019" y="2383"/>
                  </a:lnTo>
                  <a:lnTo>
                    <a:pt x="12006" y="2502"/>
                  </a:lnTo>
                  <a:lnTo>
                    <a:pt x="11993" y="2620"/>
                  </a:lnTo>
                  <a:lnTo>
                    <a:pt x="11966" y="2739"/>
                  </a:lnTo>
                  <a:lnTo>
                    <a:pt x="11927" y="2844"/>
                  </a:lnTo>
                  <a:lnTo>
                    <a:pt x="11874" y="2949"/>
                  </a:lnTo>
                  <a:lnTo>
                    <a:pt x="11808" y="3041"/>
                  </a:lnTo>
                  <a:lnTo>
                    <a:pt x="11742" y="3134"/>
                  </a:lnTo>
                  <a:lnTo>
                    <a:pt x="11663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387" y="3436"/>
                  </a:lnTo>
                  <a:lnTo>
                    <a:pt x="11282" y="3476"/>
                  </a:lnTo>
                  <a:lnTo>
                    <a:pt x="11176" y="3515"/>
                  </a:lnTo>
                  <a:lnTo>
                    <a:pt x="11058" y="3555"/>
                  </a:lnTo>
                  <a:lnTo>
                    <a:pt x="10939" y="3568"/>
                  </a:lnTo>
                  <a:lnTo>
                    <a:pt x="10821" y="3581"/>
                  </a:lnTo>
                  <a:lnTo>
                    <a:pt x="10703" y="3568"/>
                  </a:lnTo>
                  <a:lnTo>
                    <a:pt x="10584" y="3555"/>
                  </a:lnTo>
                  <a:lnTo>
                    <a:pt x="10466" y="3515"/>
                  </a:lnTo>
                  <a:lnTo>
                    <a:pt x="10347" y="3476"/>
                  </a:lnTo>
                  <a:lnTo>
                    <a:pt x="10242" y="3436"/>
                  </a:lnTo>
                  <a:lnTo>
                    <a:pt x="10150" y="3371"/>
                  </a:lnTo>
                  <a:lnTo>
                    <a:pt x="10057" y="3305"/>
                  </a:lnTo>
                  <a:lnTo>
                    <a:pt x="9979" y="3226"/>
                  </a:lnTo>
                  <a:lnTo>
                    <a:pt x="9900" y="3134"/>
                  </a:lnTo>
                  <a:lnTo>
                    <a:pt x="9821" y="3041"/>
                  </a:lnTo>
                  <a:lnTo>
                    <a:pt x="9768" y="2949"/>
                  </a:lnTo>
                  <a:lnTo>
                    <a:pt x="9715" y="2844"/>
                  </a:lnTo>
                  <a:lnTo>
                    <a:pt x="9676" y="2739"/>
                  </a:lnTo>
                  <a:lnTo>
                    <a:pt x="9649" y="2620"/>
                  </a:lnTo>
                  <a:lnTo>
                    <a:pt x="9623" y="2502"/>
                  </a:lnTo>
                  <a:lnTo>
                    <a:pt x="9623" y="2383"/>
                  </a:lnTo>
                  <a:lnTo>
                    <a:pt x="9623" y="2252"/>
                  </a:lnTo>
                  <a:lnTo>
                    <a:pt x="9649" y="2133"/>
                  </a:lnTo>
                  <a:lnTo>
                    <a:pt x="9676" y="2028"/>
                  </a:lnTo>
                  <a:lnTo>
                    <a:pt x="9715" y="1909"/>
                  </a:lnTo>
                  <a:lnTo>
                    <a:pt x="9768" y="1804"/>
                  </a:lnTo>
                  <a:lnTo>
                    <a:pt x="9821" y="1712"/>
                  </a:lnTo>
                  <a:lnTo>
                    <a:pt x="9900" y="1620"/>
                  </a:lnTo>
                  <a:lnTo>
                    <a:pt x="9979" y="1528"/>
                  </a:lnTo>
                  <a:lnTo>
                    <a:pt x="10057" y="1449"/>
                  </a:lnTo>
                  <a:lnTo>
                    <a:pt x="10150" y="1383"/>
                  </a:lnTo>
                  <a:lnTo>
                    <a:pt x="10242" y="1330"/>
                  </a:lnTo>
                  <a:lnTo>
                    <a:pt x="10347" y="1278"/>
                  </a:lnTo>
                  <a:lnTo>
                    <a:pt x="10466" y="1238"/>
                  </a:lnTo>
                  <a:lnTo>
                    <a:pt x="10584" y="1199"/>
                  </a:lnTo>
                  <a:lnTo>
                    <a:pt x="10703" y="1185"/>
                  </a:lnTo>
                  <a:close/>
                  <a:moveTo>
                    <a:pt x="10821" y="1"/>
                  </a:moveTo>
                  <a:lnTo>
                    <a:pt x="10571" y="14"/>
                  </a:lnTo>
                  <a:lnTo>
                    <a:pt x="10334" y="53"/>
                  </a:lnTo>
                  <a:lnTo>
                    <a:pt x="10110" y="106"/>
                  </a:lnTo>
                  <a:lnTo>
                    <a:pt x="9900" y="185"/>
                  </a:lnTo>
                  <a:lnTo>
                    <a:pt x="9689" y="290"/>
                  </a:lnTo>
                  <a:lnTo>
                    <a:pt x="9491" y="409"/>
                  </a:lnTo>
                  <a:lnTo>
                    <a:pt x="9307" y="540"/>
                  </a:lnTo>
                  <a:lnTo>
                    <a:pt x="9136" y="698"/>
                  </a:lnTo>
                  <a:lnTo>
                    <a:pt x="8978" y="870"/>
                  </a:lnTo>
                  <a:lnTo>
                    <a:pt x="8846" y="1054"/>
                  </a:lnTo>
                  <a:lnTo>
                    <a:pt x="8728" y="1251"/>
                  </a:lnTo>
                  <a:lnTo>
                    <a:pt x="8623" y="1449"/>
                  </a:lnTo>
                  <a:lnTo>
                    <a:pt x="8544" y="1672"/>
                  </a:lnTo>
                  <a:lnTo>
                    <a:pt x="8491" y="1896"/>
                  </a:lnTo>
                  <a:lnTo>
                    <a:pt x="8452" y="2133"/>
                  </a:lnTo>
                  <a:lnTo>
                    <a:pt x="8438" y="2383"/>
                  </a:lnTo>
                  <a:lnTo>
                    <a:pt x="8452" y="2581"/>
                  </a:lnTo>
                  <a:lnTo>
                    <a:pt x="8478" y="2778"/>
                  </a:lnTo>
                  <a:lnTo>
                    <a:pt x="8517" y="2976"/>
                  </a:lnTo>
                  <a:lnTo>
                    <a:pt x="8570" y="3173"/>
                  </a:lnTo>
                  <a:lnTo>
                    <a:pt x="8649" y="3357"/>
                  </a:lnTo>
                  <a:lnTo>
                    <a:pt x="8741" y="3529"/>
                  </a:lnTo>
                  <a:lnTo>
                    <a:pt x="8833" y="3687"/>
                  </a:lnTo>
                  <a:lnTo>
                    <a:pt x="8952" y="3844"/>
                  </a:lnTo>
                  <a:lnTo>
                    <a:pt x="9070" y="3989"/>
                  </a:lnTo>
                  <a:lnTo>
                    <a:pt x="9215" y="4134"/>
                  </a:lnTo>
                  <a:lnTo>
                    <a:pt x="9360" y="4253"/>
                  </a:lnTo>
                  <a:lnTo>
                    <a:pt x="9518" y="4371"/>
                  </a:lnTo>
                  <a:lnTo>
                    <a:pt x="9689" y="4463"/>
                  </a:lnTo>
                  <a:lnTo>
                    <a:pt x="9860" y="4555"/>
                  </a:lnTo>
                  <a:lnTo>
                    <a:pt x="10044" y="4621"/>
                  </a:lnTo>
                  <a:lnTo>
                    <a:pt x="10229" y="4687"/>
                  </a:lnTo>
                  <a:lnTo>
                    <a:pt x="10229" y="11571"/>
                  </a:lnTo>
                  <a:lnTo>
                    <a:pt x="1" y="21457"/>
                  </a:lnTo>
                  <a:lnTo>
                    <a:pt x="1" y="53774"/>
                  </a:lnTo>
                  <a:lnTo>
                    <a:pt x="1172" y="53774"/>
                  </a:lnTo>
                  <a:lnTo>
                    <a:pt x="1172" y="21957"/>
                  </a:lnTo>
                  <a:lnTo>
                    <a:pt x="11413" y="12072"/>
                  </a:lnTo>
                  <a:lnTo>
                    <a:pt x="11413" y="4687"/>
                  </a:lnTo>
                  <a:lnTo>
                    <a:pt x="11598" y="4621"/>
                  </a:lnTo>
                  <a:lnTo>
                    <a:pt x="11782" y="4555"/>
                  </a:lnTo>
                  <a:lnTo>
                    <a:pt x="11953" y="4463"/>
                  </a:lnTo>
                  <a:lnTo>
                    <a:pt x="12124" y="4358"/>
                  </a:lnTo>
                  <a:lnTo>
                    <a:pt x="12282" y="4253"/>
                  </a:lnTo>
                  <a:lnTo>
                    <a:pt x="12427" y="4121"/>
                  </a:lnTo>
                  <a:lnTo>
                    <a:pt x="12559" y="3989"/>
                  </a:lnTo>
                  <a:lnTo>
                    <a:pt x="12690" y="3844"/>
                  </a:lnTo>
                  <a:lnTo>
                    <a:pt x="12809" y="3687"/>
                  </a:lnTo>
                  <a:lnTo>
                    <a:pt x="12901" y="3529"/>
                  </a:lnTo>
                  <a:lnTo>
                    <a:pt x="12993" y="3344"/>
                  </a:lnTo>
                  <a:lnTo>
                    <a:pt x="13059" y="3173"/>
                  </a:lnTo>
                  <a:lnTo>
                    <a:pt x="13125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4" y="2383"/>
                  </a:lnTo>
                  <a:lnTo>
                    <a:pt x="13190" y="2133"/>
                  </a:lnTo>
                  <a:lnTo>
                    <a:pt x="13151" y="1896"/>
                  </a:lnTo>
                  <a:lnTo>
                    <a:pt x="13085" y="1672"/>
                  </a:lnTo>
                  <a:lnTo>
                    <a:pt x="13006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51" y="870"/>
                  </a:lnTo>
                  <a:lnTo>
                    <a:pt x="12506" y="698"/>
                  </a:lnTo>
                  <a:lnTo>
                    <a:pt x="12335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42" y="185"/>
                  </a:lnTo>
                  <a:lnTo>
                    <a:pt x="11519" y="106"/>
                  </a:lnTo>
                  <a:lnTo>
                    <a:pt x="11295" y="53"/>
                  </a:lnTo>
                  <a:lnTo>
                    <a:pt x="11058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0"/>
            <p:cNvSpPr/>
            <p:nvPr/>
          </p:nvSpPr>
          <p:spPr>
            <a:xfrm>
              <a:off x="1807825" y="1140475"/>
              <a:ext cx="250775" cy="1716875"/>
            </a:xfrm>
            <a:custGeom>
              <a:rect b="b" l="l" r="r" t="t"/>
              <a:pathLst>
                <a:path extrusionOk="0" h="68675" w="10031">
                  <a:moveTo>
                    <a:pt x="7648" y="1172"/>
                  </a:moveTo>
                  <a:lnTo>
                    <a:pt x="7780" y="1185"/>
                  </a:lnTo>
                  <a:lnTo>
                    <a:pt x="7898" y="1198"/>
                  </a:lnTo>
                  <a:lnTo>
                    <a:pt x="8004" y="1225"/>
                  </a:lnTo>
                  <a:lnTo>
                    <a:pt x="8122" y="1277"/>
                  </a:lnTo>
                  <a:lnTo>
                    <a:pt x="8228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504" y="1527"/>
                  </a:lnTo>
                  <a:lnTo>
                    <a:pt x="8583" y="1606"/>
                  </a:lnTo>
                  <a:lnTo>
                    <a:pt x="8649" y="1698"/>
                  </a:lnTo>
                  <a:lnTo>
                    <a:pt x="8701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33" y="2133"/>
                  </a:lnTo>
                  <a:lnTo>
                    <a:pt x="8846" y="2251"/>
                  </a:lnTo>
                  <a:lnTo>
                    <a:pt x="8846" y="2370"/>
                  </a:lnTo>
                  <a:lnTo>
                    <a:pt x="8846" y="2501"/>
                  </a:lnTo>
                  <a:lnTo>
                    <a:pt x="8833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1" y="2949"/>
                  </a:lnTo>
                  <a:lnTo>
                    <a:pt x="8649" y="3041"/>
                  </a:lnTo>
                  <a:lnTo>
                    <a:pt x="8583" y="3133"/>
                  </a:lnTo>
                  <a:lnTo>
                    <a:pt x="8504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28" y="3423"/>
                  </a:lnTo>
                  <a:lnTo>
                    <a:pt x="8122" y="3476"/>
                  </a:lnTo>
                  <a:lnTo>
                    <a:pt x="8004" y="3515"/>
                  </a:lnTo>
                  <a:lnTo>
                    <a:pt x="7898" y="3541"/>
                  </a:lnTo>
                  <a:lnTo>
                    <a:pt x="7780" y="3568"/>
                  </a:lnTo>
                  <a:lnTo>
                    <a:pt x="7530" y="3568"/>
                  </a:lnTo>
                  <a:lnTo>
                    <a:pt x="7411" y="3541"/>
                  </a:lnTo>
                  <a:lnTo>
                    <a:pt x="7293" y="3515"/>
                  </a:lnTo>
                  <a:lnTo>
                    <a:pt x="7188" y="3476"/>
                  </a:lnTo>
                  <a:lnTo>
                    <a:pt x="7082" y="3423"/>
                  </a:lnTo>
                  <a:lnTo>
                    <a:pt x="6990" y="3370"/>
                  </a:lnTo>
                  <a:lnTo>
                    <a:pt x="6898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61" y="3041"/>
                  </a:lnTo>
                  <a:lnTo>
                    <a:pt x="6595" y="2949"/>
                  </a:lnTo>
                  <a:lnTo>
                    <a:pt x="6556" y="2844"/>
                  </a:lnTo>
                  <a:lnTo>
                    <a:pt x="6516" y="2725"/>
                  </a:lnTo>
                  <a:lnTo>
                    <a:pt x="6477" y="2620"/>
                  </a:lnTo>
                  <a:lnTo>
                    <a:pt x="6464" y="2501"/>
                  </a:lnTo>
                  <a:lnTo>
                    <a:pt x="6464" y="2370"/>
                  </a:lnTo>
                  <a:lnTo>
                    <a:pt x="6464" y="2251"/>
                  </a:lnTo>
                  <a:lnTo>
                    <a:pt x="6477" y="2133"/>
                  </a:lnTo>
                  <a:lnTo>
                    <a:pt x="6516" y="2014"/>
                  </a:lnTo>
                  <a:lnTo>
                    <a:pt x="6556" y="1909"/>
                  </a:lnTo>
                  <a:lnTo>
                    <a:pt x="6595" y="1804"/>
                  </a:lnTo>
                  <a:lnTo>
                    <a:pt x="6661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98" y="1448"/>
                  </a:lnTo>
                  <a:lnTo>
                    <a:pt x="6990" y="1383"/>
                  </a:lnTo>
                  <a:lnTo>
                    <a:pt x="7082" y="1317"/>
                  </a:lnTo>
                  <a:lnTo>
                    <a:pt x="7188" y="1277"/>
                  </a:lnTo>
                  <a:lnTo>
                    <a:pt x="7293" y="1225"/>
                  </a:lnTo>
                  <a:lnTo>
                    <a:pt x="7411" y="1198"/>
                  </a:lnTo>
                  <a:lnTo>
                    <a:pt x="7530" y="1185"/>
                  </a:lnTo>
                  <a:lnTo>
                    <a:pt x="7648" y="1172"/>
                  </a:lnTo>
                  <a:close/>
                  <a:moveTo>
                    <a:pt x="7648" y="0"/>
                  </a:moveTo>
                  <a:lnTo>
                    <a:pt x="7411" y="14"/>
                  </a:lnTo>
                  <a:lnTo>
                    <a:pt x="7174" y="40"/>
                  </a:lnTo>
                  <a:lnTo>
                    <a:pt x="6951" y="106"/>
                  </a:lnTo>
                  <a:lnTo>
                    <a:pt x="6727" y="185"/>
                  </a:lnTo>
                  <a:lnTo>
                    <a:pt x="6516" y="277"/>
                  </a:lnTo>
                  <a:lnTo>
                    <a:pt x="6332" y="408"/>
                  </a:lnTo>
                  <a:lnTo>
                    <a:pt x="6148" y="540"/>
                  </a:lnTo>
                  <a:lnTo>
                    <a:pt x="5977" y="698"/>
                  </a:lnTo>
                  <a:lnTo>
                    <a:pt x="5819" y="856"/>
                  </a:lnTo>
                  <a:lnTo>
                    <a:pt x="5687" y="1040"/>
                  </a:lnTo>
                  <a:lnTo>
                    <a:pt x="5569" y="1238"/>
                  </a:lnTo>
                  <a:lnTo>
                    <a:pt x="5463" y="1448"/>
                  </a:lnTo>
                  <a:lnTo>
                    <a:pt x="5384" y="1672"/>
                  </a:lnTo>
                  <a:lnTo>
                    <a:pt x="5318" y="1896"/>
                  </a:lnTo>
                  <a:lnTo>
                    <a:pt x="5292" y="2133"/>
                  </a:lnTo>
                  <a:lnTo>
                    <a:pt x="5279" y="2370"/>
                  </a:lnTo>
                  <a:lnTo>
                    <a:pt x="5279" y="2580"/>
                  </a:lnTo>
                  <a:lnTo>
                    <a:pt x="5305" y="2778"/>
                  </a:lnTo>
                  <a:lnTo>
                    <a:pt x="5358" y="2975"/>
                  </a:lnTo>
                  <a:lnTo>
                    <a:pt x="5411" y="3160"/>
                  </a:lnTo>
                  <a:lnTo>
                    <a:pt x="5490" y="3344"/>
                  </a:lnTo>
                  <a:lnTo>
                    <a:pt x="5569" y="3515"/>
                  </a:lnTo>
                  <a:lnTo>
                    <a:pt x="5674" y="3686"/>
                  </a:lnTo>
                  <a:lnTo>
                    <a:pt x="5779" y="3844"/>
                  </a:lnTo>
                  <a:lnTo>
                    <a:pt x="5911" y="3989"/>
                  </a:lnTo>
                  <a:lnTo>
                    <a:pt x="6042" y="4121"/>
                  </a:lnTo>
                  <a:lnTo>
                    <a:pt x="6200" y="4252"/>
                  </a:lnTo>
                  <a:lnTo>
                    <a:pt x="6345" y="4357"/>
                  </a:lnTo>
                  <a:lnTo>
                    <a:pt x="6516" y="4463"/>
                  </a:lnTo>
                  <a:lnTo>
                    <a:pt x="6687" y="4555"/>
                  </a:lnTo>
                  <a:lnTo>
                    <a:pt x="6872" y="4621"/>
                  </a:lnTo>
                  <a:lnTo>
                    <a:pt x="7069" y="4673"/>
                  </a:lnTo>
                  <a:lnTo>
                    <a:pt x="7069" y="26156"/>
                  </a:lnTo>
                  <a:lnTo>
                    <a:pt x="0" y="33212"/>
                  </a:lnTo>
                  <a:lnTo>
                    <a:pt x="0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38" y="4621"/>
                  </a:lnTo>
                  <a:lnTo>
                    <a:pt x="8622" y="4555"/>
                  </a:lnTo>
                  <a:lnTo>
                    <a:pt x="8794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67" y="4121"/>
                  </a:lnTo>
                  <a:lnTo>
                    <a:pt x="9399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41" y="3515"/>
                  </a:lnTo>
                  <a:lnTo>
                    <a:pt x="9820" y="3344"/>
                  </a:lnTo>
                  <a:lnTo>
                    <a:pt x="9899" y="3160"/>
                  </a:lnTo>
                  <a:lnTo>
                    <a:pt x="9952" y="2975"/>
                  </a:lnTo>
                  <a:lnTo>
                    <a:pt x="10005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8" y="1896"/>
                  </a:lnTo>
                  <a:lnTo>
                    <a:pt x="9926" y="1672"/>
                  </a:lnTo>
                  <a:lnTo>
                    <a:pt x="9847" y="1448"/>
                  </a:lnTo>
                  <a:lnTo>
                    <a:pt x="9741" y="1238"/>
                  </a:lnTo>
                  <a:lnTo>
                    <a:pt x="9623" y="1040"/>
                  </a:lnTo>
                  <a:lnTo>
                    <a:pt x="9491" y="856"/>
                  </a:lnTo>
                  <a:lnTo>
                    <a:pt x="9333" y="698"/>
                  </a:lnTo>
                  <a:lnTo>
                    <a:pt x="9162" y="540"/>
                  </a:lnTo>
                  <a:lnTo>
                    <a:pt x="8978" y="408"/>
                  </a:lnTo>
                  <a:lnTo>
                    <a:pt x="8794" y="277"/>
                  </a:lnTo>
                  <a:lnTo>
                    <a:pt x="8583" y="185"/>
                  </a:lnTo>
                  <a:lnTo>
                    <a:pt x="8359" y="106"/>
                  </a:lnTo>
                  <a:lnTo>
                    <a:pt x="8135" y="40"/>
                  </a:lnTo>
                  <a:lnTo>
                    <a:pt x="7898" y="14"/>
                  </a:lnTo>
                  <a:lnTo>
                    <a:pt x="764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0"/>
            <p:cNvSpPr/>
            <p:nvPr/>
          </p:nvSpPr>
          <p:spPr>
            <a:xfrm>
              <a:off x="2707875" y="605375"/>
              <a:ext cx="681575" cy="1406550"/>
            </a:xfrm>
            <a:custGeom>
              <a:rect b="b" l="l" r="r" t="t"/>
              <a:pathLst>
                <a:path extrusionOk="0" h="56262" w="27263">
                  <a:moveTo>
                    <a:pt x="25011" y="1185"/>
                  </a:moveTo>
                  <a:lnTo>
                    <a:pt x="25130" y="1212"/>
                  </a:lnTo>
                  <a:lnTo>
                    <a:pt x="25248" y="1238"/>
                  </a:lnTo>
                  <a:lnTo>
                    <a:pt x="25353" y="1277"/>
                  </a:lnTo>
                  <a:lnTo>
                    <a:pt x="25459" y="1330"/>
                  </a:lnTo>
                  <a:lnTo>
                    <a:pt x="25551" y="1383"/>
                  </a:lnTo>
                  <a:lnTo>
                    <a:pt x="25643" y="1462"/>
                  </a:lnTo>
                  <a:lnTo>
                    <a:pt x="25735" y="1527"/>
                  </a:lnTo>
                  <a:lnTo>
                    <a:pt x="25814" y="1620"/>
                  </a:lnTo>
                  <a:lnTo>
                    <a:pt x="25880" y="1712"/>
                  </a:lnTo>
                  <a:lnTo>
                    <a:pt x="25946" y="1804"/>
                  </a:lnTo>
                  <a:lnTo>
                    <a:pt x="25985" y="1909"/>
                  </a:lnTo>
                  <a:lnTo>
                    <a:pt x="26038" y="2028"/>
                  </a:lnTo>
                  <a:lnTo>
                    <a:pt x="26064" y="2133"/>
                  </a:lnTo>
                  <a:lnTo>
                    <a:pt x="26077" y="2251"/>
                  </a:lnTo>
                  <a:lnTo>
                    <a:pt x="26091" y="2383"/>
                  </a:lnTo>
                  <a:lnTo>
                    <a:pt x="26077" y="2502"/>
                  </a:lnTo>
                  <a:lnTo>
                    <a:pt x="26064" y="2620"/>
                  </a:lnTo>
                  <a:lnTo>
                    <a:pt x="26038" y="2738"/>
                  </a:lnTo>
                  <a:lnTo>
                    <a:pt x="25985" y="2844"/>
                  </a:lnTo>
                  <a:lnTo>
                    <a:pt x="25946" y="2949"/>
                  </a:lnTo>
                  <a:lnTo>
                    <a:pt x="25880" y="3054"/>
                  </a:lnTo>
                  <a:lnTo>
                    <a:pt x="25814" y="3147"/>
                  </a:lnTo>
                  <a:lnTo>
                    <a:pt x="25735" y="3226"/>
                  </a:lnTo>
                  <a:lnTo>
                    <a:pt x="25643" y="3305"/>
                  </a:lnTo>
                  <a:lnTo>
                    <a:pt x="25551" y="3370"/>
                  </a:lnTo>
                  <a:lnTo>
                    <a:pt x="25459" y="3436"/>
                  </a:lnTo>
                  <a:lnTo>
                    <a:pt x="25353" y="3489"/>
                  </a:lnTo>
                  <a:lnTo>
                    <a:pt x="25248" y="3528"/>
                  </a:lnTo>
                  <a:lnTo>
                    <a:pt x="25130" y="3555"/>
                  </a:lnTo>
                  <a:lnTo>
                    <a:pt x="25011" y="3568"/>
                  </a:lnTo>
                  <a:lnTo>
                    <a:pt x="24893" y="3581"/>
                  </a:lnTo>
                  <a:lnTo>
                    <a:pt x="24761" y="3568"/>
                  </a:lnTo>
                  <a:lnTo>
                    <a:pt x="24643" y="3555"/>
                  </a:lnTo>
                  <a:lnTo>
                    <a:pt x="24537" y="3528"/>
                  </a:lnTo>
                  <a:lnTo>
                    <a:pt x="24419" y="3489"/>
                  </a:lnTo>
                  <a:lnTo>
                    <a:pt x="24313" y="3436"/>
                  </a:lnTo>
                  <a:lnTo>
                    <a:pt x="24221" y="3370"/>
                  </a:lnTo>
                  <a:lnTo>
                    <a:pt x="24129" y="3305"/>
                  </a:lnTo>
                  <a:lnTo>
                    <a:pt x="24037" y="3226"/>
                  </a:lnTo>
                  <a:lnTo>
                    <a:pt x="23958" y="3147"/>
                  </a:lnTo>
                  <a:lnTo>
                    <a:pt x="23892" y="3054"/>
                  </a:lnTo>
                  <a:lnTo>
                    <a:pt x="23840" y="2949"/>
                  </a:lnTo>
                  <a:lnTo>
                    <a:pt x="23787" y="2844"/>
                  </a:lnTo>
                  <a:lnTo>
                    <a:pt x="23747" y="2738"/>
                  </a:lnTo>
                  <a:lnTo>
                    <a:pt x="23721" y="2620"/>
                  </a:lnTo>
                  <a:lnTo>
                    <a:pt x="23695" y="2502"/>
                  </a:lnTo>
                  <a:lnTo>
                    <a:pt x="23695" y="2383"/>
                  </a:lnTo>
                  <a:lnTo>
                    <a:pt x="23695" y="2251"/>
                  </a:lnTo>
                  <a:lnTo>
                    <a:pt x="23721" y="2133"/>
                  </a:lnTo>
                  <a:lnTo>
                    <a:pt x="23747" y="2028"/>
                  </a:lnTo>
                  <a:lnTo>
                    <a:pt x="23787" y="1909"/>
                  </a:lnTo>
                  <a:lnTo>
                    <a:pt x="23840" y="1804"/>
                  </a:lnTo>
                  <a:lnTo>
                    <a:pt x="23892" y="1712"/>
                  </a:lnTo>
                  <a:lnTo>
                    <a:pt x="23958" y="1620"/>
                  </a:lnTo>
                  <a:lnTo>
                    <a:pt x="24037" y="1527"/>
                  </a:lnTo>
                  <a:lnTo>
                    <a:pt x="24129" y="1462"/>
                  </a:lnTo>
                  <a:lnTo>
                    <a:pt x="24221" y="1383"/>
                  </a:lnTo>
                  <a:lnTo>
                    <a:pt x="24313" y="1330"/>
                  </a:lnTo>
                  <a:lnTo>
                    <a:pt x="24419" y="1277"/>
                  </a:lnTo>
                  <a:lnTo>
                    <a:pt x="24537" y="1238"/>
                  </a:lnTo>
                  <a:lnTo>
                    <a:pt x="24643" y="1212"/>
                  </a:lnTo>
                  <a:lnTo>
                    <a:pt x="24761" y="1185"/>
                  </a:lnTo>
                  <a:close/>
                  <a:moveTo>
                    <a:pt x="24893" y="0"/>
                  </a:moveTo>
                  <a:lnTo>
                    <a:pt x="24643" y="14"/>
                  </a:lnTo>
                  <a:lnTo>
                    <a:pt x="24406" y="53"/>
                  </a:lnTo>
                  <a:lnTo>
                    <a:pt x="24182" y="106"/>
                  </a:lnTo>
                  <a:lnTo>
                    <a:pt x="23958" y="185"/>
                  </a:lnTo>
                  <a:lnTo>
                    <a:pt x="23761" y="290"/>
                  </a:lnTo>
                  <a:lnTo>
                    <a:pt x="23563" y="409"/>
                  </a:lnTo>
                  <a:lnTo>
                    <a:pt x="23379" y="540"/>
                  </a:lnTo>
                  <a:lnTo>
                    <a:pt x="23208" y="698"/>
                  </a:lnTo>
                  <a:lnTo>
                    <a:pt x="23050" y="869"/>
                  </a:lnTo>
                  <a:lnTo>
                    <a:pt x="22918" y="1054"/>
                  </a:lnTo>
                  <a:lnTo>
                    <a:pt x="22800" y="1251"/>
                  </a:lnTo>
                  <a:lnTo>
                    <a:pt x="22694" y="1448"/>
                  </a:lnTo>
                  <a:lnTo>
                    <a:pt x="22615" y="1672"/>
                  </a:lnTo>
                  <a:lnTo>
                    <a:pt x="22563" y="1896"/>
                  </a:lnTo>
                  <a:lnTo>
                    <a:pt x="22523" y="2133"/>
                  </a:lnTo>
                  <a:lnTo>
                    <a:pt x="22510" y="2383"/>
                  </a:lnTo>
                  <a:lnTo>
                    <a:pt x="22523" y="2581"/>
                  </a:lnTo>
                  <a:lnTo>
                    <a:pt x="22550" y="2791"/>
                  </a:lnTo>
                  <a:lnTo>
                    <a:pt x="22589" y="2975"/>
                  </a:lnTo>
                  <a:lnTo>
                    <a:pt x="22642" y="3173"/>
                  </a:lnTo>
                  <a:lnTo>
                    <a:pt x="22721" y="3357"/>
                  </a:lnTo>
                  <a:lnTo>
                    <a:pt x="22800" y="3528"/>
                  </a:lnTo>
                  <a:lnTo>
                    <a:pt x="22905" y="3686"/>
                  </a:lnTo>
                  <a:lnTo>
                    <a:pt x="23023" y="3844"/>
                  </a:lnTo>
                  <a:lnTo>
                    <a:pt x="23142" y="3989"/>
                  </a:lnTo>
                  <a:lnTo>
                    <a:pt x="23287" y="4134"/>
                  </a:lnTo>
                  <a:lnTo>
                    <a:pt x="23432" y="4252"/>
                  </a:lnTo>
                  <a:lnTo>
                    <a:pt x="23589" y="4371"/>
                  </a:lnTo>
                  <a:lnTo>
                    <a:pt x="23747" y="4463"/>
                  </a:lnTo>
                  <a:lnTo>
                    <a:pt x="23932" y="4555"/>
                  </a:lnTo>
                  <a:lnTo>
                    <a:pt x="24103" y="4621"/>
                  </a:lnTo>
                  <a:lnTo>
                    <a:pt x="24300" y="4687"/>
                  </a:lnTo>
                  <a:lnTo>
                    <a:pt x="24300" y="36977"/>
                  </a:lnTo>
                  <a:lnTo>
                    <a:pt x="0" y="36977"/>
                  </a:lnTo>
                  <a:lnTo>
                    <a:pt x="0" y="56261"/>
                  </a:lnTo>
                  <a:lnTo>
                    <a:pt x="1172" y="56261"/>
                  </a:lnTo>
                  <a:lnTo>
                    <a:pt x="1172" y="38162"/>
                  </a:lnTo>
                  <a:lnTo>
                    <a:pt x="25485" y="38162"/>
                  </a:lnTo>
                  <a:lnTo>
                    <a:pt x="25485" y="4687"/>
                  </a:lnTo>
                  <a:lnTo>
                    <a:pt x="25669" y="4621"/>
                  </a:lnTo>
                  <a:lnTo>
                    <a:pt x="25854" y="4555"/>
                  </a:lnTo>
                  <a:lnTo>
                    <a:pt x="26025" y="4463"/>
                  </a:lnTo>
                  <a:lnTo>
                    <a:pt x="26196" y="4371"/>
                  </a:lnTo>
                  <a:lnTo>
                    <a:pt x="26354" y="4252"/>
                  </a:lnTo>
                  <a:lnTo>
                    <a:pt x="26499" y="4134"/>
                  </a:lnTo>
                  <a:lnTo>
                    <a:pt x="26630" y="3989"/>
                  </a:lnTo>
                  <a:lnTo>
                    <a:pt x="26762" y="3844"/>
                  </a:lnTo>
                  <a:lnTo>
                    <a:pt x="26867" y="3686"/>
                  </a:lnTo>
                  <a:lnTo>
                    <a:pt x="26972" y="3528"/>
                  </a:lnTo>
                  <a:lnTo>
                    <a:pt x="27065" y="3357"/>
                  </a:lnTo>
                  <a:lnTo>
                    <a:pt x="27130" y="3173"/>
                  </a:lnTo>
                  <a:lnTo>
                    <a:pt x="27183" y="2975"/>
                  </a:lnTo>
                  <a:lnTo>
                    <a:pt x="27236" y="2791"/>
                  </a:lnTo>
                  <a:lnTo>
                    <a:pt x="27262" y="2581"/>
                  </a:lnTo>
                  <a:lnTo>
                    <a:pt x="27262" y="2383"/>
                  </a:lnTo>
                  <a:lnTo>
                    <a:pt x="27249" y="2133"/>
                  </a:lnTo>
                  <a:lnTo>
                    <a:pt x="27223" y="1896"/>
                  </a:lnTo>
                  <a:lnTo>
                    <a:pt x="27157" y="1672"/>
                  </a:lnTo>
                  <a:lnTo>
                    <a:pt x="27078" y="1448"/>
                  </a:lnTo>
                  <a:lnTo>
                    <a:pt x="26986" y="1251"/>
                  </a:lnTo>
                  <a:lnTo>
                    <a:pt x="26854" y="1054"/>
                  </a:lnTo>
                  <a:lnTo>
                    <a:pt x="26722" y="869"/>
                  </a:lnTo>
                  <a:lnTo>
                    <a:pt x="26564" y="698"/>
                  </a:lnTo>
                  <a:lnTo>
                    <a:pt x="26406" y="540"/>
                  </a:lnTo>
                  <a:lnTo>
                    <a:pt x="26222" y="409"/>
                  </a:lnTo>
                  <a:lnTo>
                    <a:pt x="26025" y="290"/>
                  </a:lnTo>
                  <a:lnTo>
                    <a:pt x="25814" y="185"/>
                  </a:lnTo>
                  <a:lnTo>
                    <a:pt x="25590" y="106"/>
                  </a:lnTo>
                  <a:lnTo>
                    <a:pt x="25367" y="53"/>
                  </a:lnTo>
                  <a:lnTo>
                    <a:pt x="25130" y="14"/>
                  </a:lnTo>
                  <a:lnTo>
                    <a:pt x="2489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0"/>
            <p:cNvSpPr/>
            <p:nvPr/>
          </p:nvSpPr>
          <p:spPr>
            <a:xfrm>
              <a:off x="3940300" y="605375"/>
              <a:ext cx="687500" cy="639125"/>
            </a:xfrm>
            <a:custGeom>
              <a:rect b="b" l="l" r="r" t="t"/>
              <a:pathLst>
                <a:path extrusionOk="0" h="25565" w="27500">
                  <a:moveTo>
                    <a:pt x="25235" y="1185"/>
                  </a:moveTo>
                  <a:lnTo>
                    <a:pt x="25367" y="1212"/>
                  </a:lnTo>
                  <a:lnTo>
                    <a:pt x="25472" y="1238"/>
                  </a:lnTo>
                  <a:lnTo>
                    <a:pt x="25591" y="1277"/>
                  </a:lnTo>
                  <a:lnTo>
                    <a:pt x="25696" y="1330"/>
                  </a:lnTo>
                  <a:lnTo>
                    <a:pt x="25788" y="1383"/>
                  </a:lnTo>
                  <a:lnTo>
                    <a:pt x="25880" y="1462"/>
                  </a:lnTo>
                  <a:lnTo>
                    <a:pt x="25959" y="1527"/>
                  </a:lnTo>
                  <a:lnTo>
                    <a:pt x="26038" y="1620"/>
                  </a:lnTo>
                  <a:lnTo>
                    <a:pt x="26117" y="1712"/>
                  </a:lnTo>
                  <a:lnTo>
                    <a:pt x="26170" y="1804"/>
                  </a:lnTo>
                  <a:lnTo>
                    <a:pt x="26222" y="1909"/>
                  </a:lnTo>
                  <a:lnTo>
                    <a:pt x="26262" y="2028"/>
                  </a:lnTo>
                  <a:lnTo>
                    <a:pt x="26288" y="2133"/>
                  </a:lnTo>
                  <a:lnTo>
                    <a:pt x="26315" y="2251"/>
                  </a:lnTo>
                  <a:lnTo>
                    <a:pt x="26315" y="2383"/>
                  </a:lnTo>
                  <a:lnTo>
                    <a:pt x="26315" y="2502"/>
                  </a:lnTo>
                  <a:lnTo>
                    <a:pt x="26288" y="2620"/>
                  </a:lnTo>
                  <a:lnTo>
                    <a:pt x="26262" y="2738"/>
                  </a:lnTo>
                  <a:lnTo>
                    <a:pt x="26222" y="2844"/>
                  </a:lnTo>
                  <a:lnTo>
                    <a:pt x="26170" y="2949"/>
                  </a:lnTo>
                  <a:lnTo>
                    <a:pt x="26117" y="3054"/>
                  </a:lnTo>
                  <a:lnTo>
                    <a:pt x="26038" y="3147"/>
                  </a:lnTo>
                  <a:lnTo>
                    <a:pt x="25959" y="3226"/>
                  </a:lnTo>
                  <a:lnTo>
                    <a:pt x="25880" y="3305"/>
                  </a:lnTo>
                  <a:lnTo>
                    <a:pt x="25788" y="3370"/>
                  </a:lnTo>
                  <a:lnTo>
                    <a:pt x="25696" y="3436"/>
                  </a:lnTo>
                  <a:lnTo>
                    <a:pt x="25591" y="3489"/>
                  </a:lnTo>
                  <a:lnTo>
                    <a:pt x="25472" y="3528"/>
                  </a:lnTo>
                  <a:lnTo>
                    <a:pt x="25367" y="3555"/>
                  </a:lnTo>
                  <a:lnTo>
                    <a:pt x="25235" y="3568"/>
                  </a:lnTo>
                  <a:lnTo>
                    <a:pt x="25117" y="3581"/>
                  </a:lnTo>
                  <a:lnTo>
                    <a:pt x="24998" y="3568"/>
                  </a:lnTo>
                  <a:lnTo>
                    <a:pt x="24880" y="3555"/>
                  </a:lnTo>
                  <a:lnTo>
                    <a:pt x="24761" y="3528"/>
                  </a:lnTo>
                  <a:lnTo>
                    <a:pt x="24656" y="3489"/>
                  </a:lnTo>
                  <a:lnTo>
                    <a:pt x="24551" y="3436"/>
                  </a:lnTo>
                  <a:lnTo>
                    <a:pt x="24445" y="3370"/>
                  </a:lnTo>
                  <a:lnTo>
                    <a:pt x="24353" y="3305"/>
                  </a:lnTo>
                  <a:lnTo>
                    <a:pt x="24274" y="3226"/>
                  </a:lnTo>
                  <a:lnTo>
                    <a:pt x="24195" y="3147"/>
                  </a:lnTo>
                  <a:lnTo>
                    <a:pt x="24129" y="3054"/>
                  </a:lnTo>
                  <a:lnTo>
                    <a:pt x="24064" y="2949"/>
                  </a:lnTo>
                  <a:lnTo>
                    <a:pt x="24011" y="2844"/>
                  </a:lnTo>
                  <a:lnTo>
                    <a:pt x="23971" y="2738"/>
                  </a:lnTo>
                  <a:lnTo>
                    <a:pt x="23945" y="2620"/>
                  </a:lnTo>
                  <a:lnTo>
                    <a:pt x="23932" y="2502"/>
                  </a:lnTo>
                  <a:lnTo>
                    <a:pt x="23919" y="2383"/>
                  </a:lnTo>
                  <a:lnTo>
                    <a:pt x="23932" y="2251"/>
                  </a:lnTo>
                  <a:lnTo>
                    <a:pt x="23945" y="2133"/>
                  </a:lnTo>
                  <a:lnTo>
                    <a:pt x="23971" y="2028"/>
                  </a:lnTo>
                  <a:lnTo>
                    <a:pt x="24011" y="1909"/>
                  </a:lnTo>
                  <a:lnTo>
                    <a:pt x="24064" y="1804"/>
                  </a:lnTo>
                  <a:lnTo>
                    <a:pt x="24129" y="1712"/>
                  </a:lnTo>
                  <a:lnTo>
                    <a:pt x="24195" y="1620"/>
                  </a:lnTo>
                  <a:lnTo>
                    <a:pt x="24274" y="1527"/>
                  </a:lnTo>
                  <a:lnTo>
                    <a:pt x="24353" y="1462"/>
                  </a:lnTo>
                  <a:lnTo>
                    <a:pt x="24445" y="1383"/>
                  </a:lnTo>
                  <a:lnTo>
                    <a:pt x="24551" y="1330"/>
                  </a:lnTo>
                  <a:lnTo>
                    <a:pt x="24656" y="1277"/>
                  </a:lnTo>
                  <a:lnTo>
                    <a:pt x="24761" y="1238"/>
                  </a:lnTo>
                  <a:lnTo>
                    <a:pt x="24880" y="1212"/>
                  </a:lnTo>
                  <a:lnTo>
                    <a:pt x="24998" y="1185"/>
                  </a:lnTo>
                  <a:close/>
                  <a:moveTo>
                    <a:pt x="25117" y="0"/>
                  </a:moveTo>
                  <a:lnTo>
                    <a:pt x="24880" y="14"/>
                  </a:lnTo>
                  <a:lnTo>
                    <a:pt x="24643" y="53"/>
                  </a:lnTo>
                  <a:lnTo>
                    <a:pt x="24419" y="106"/>
                  </a:lnTo>
                  <a:lnTo>
                    <a:pt x="24195" y="185"/>
                  </a:lnTo>
                  <a:lnTo>
                    <a:pt x="23985" y="290"/>
                  </a:lnTo>
                  <a:lnTo>
                    <a:pt x="23787" y="409"/>
                  </a:lnTo>
                  <a:lnTo>
                    <a:pt x="23603" y="540"/>
                  </a:lnTo>
                  <a:lnTo>
                    <a:pt x="23432" y="698"/>
                  </a:lnTo>
                  <a:lnTo>
                    <a:pt x="23287" y="869"/>
                  </a:lnTo>
                  <a:lnTo>
                    <a:pt x="23142" y="1054"/>
                  </a:lnTo>
                  <a:lnTo>
                    <a:pt x="23024" y="1251"/>
                  </a:lnTo>
                  <a:lnTo>
                    <a:pt x="22932" y="1448"/>
                  </a:lnTo>
                  <a:lnTo>
                    <a:pt x="22853" y="1672"/>
                  </a:lnTo>
                  <a:lnTo>
                    <a:pt x="22787" y="1896"/>
                  </a:lnTo>
                  <a:lnTo>
                    <a:pt x="22747" y="2133"/>
                  </a:lnTo>
                  <a:lnTo>
                    <a:pt x="22734" y="2383"/>
                  </a:lnTo>
                  <a:lnTo>
                    <a:pt x="22747" y="2581"/>
                  </a:lnTo>
                  <a:lnTo>
                    <a:pt x="22774" y="2791"/>
                  </a:lnTo>
                  <a:lnTo>
                    <a:pt x="22813" y="2975"/>
                  </a:lnTo>
                  <a:lnTo>
                    <a:pt x="22879" y="3173"/>
                  </a:lnTo>
                  <a:lnTo>
                    <a:pt x="22945" y="3357"/>
                  </a:lnTo>
                  <a:lnTo>
                    <a:pt x="23037" y="3528"/>
                  </a:lnTo>
                  <a:lnTo>
                    <a:pt x="23142" y="3686"/>
                  </a:lnTo>
                  <a:lnTo>
                    <a:pt x="23247" y="3844"/>
                  </a:lnTo>
                  <a:lnTo>
                    <a:pt x="23379" y="3989"/>
                  </a:lnTo>
                  <a:lnTo>
                    <a:pt x="23511" y="4134"/>
                  </a:lnTo>
                  <a:lnTo>
                    <a:pt x="23656" y="4252"/>
                  </a:lnTo>
                  <a:lnTo>
                    <a:pt x="23813" y="4371"/>
                  </a:lnTo>
                  <a:lnTo>
                    <a:pt x="23985" y="4463"/>
                  </a:lnTo>
                  <a:lnTo>
                    <a:pt x="24156" y="4555"/>
                  </a:lnTo>
                  <a:lnTo>
                    <a:pt x="24340" y="4621"/>
                  </a:lnTo>
                  <a:lnTo>
                    <a:pt x="24524" y="4687"/>
                  </a:lnTo>
                  <a:lnTo>
                    <a:pt x="24524" y="18535"/>
                  </a:lnTo>
                  <a:lnTo>
                    <a:pt x="1" y="18535"/>
                  </a:lnTo>
                  <a:lnTo>
                    <a:pt x="1" y="25564"/>
                  </a:lnTo>
                  <a:lnTo>
                    <a:pt x="1185" y="25564"/>
                  </a:lnTo>
                  <a:lnTo>
                    <a:pt x="1185" y="19719"/>
                  </a:lnTo>
                  <a:lnTo>
                    <a:pt x="25709" y="19719"/>
                  </a:lnTo>
                  <a:lnTo>
                    <a:pt x="25709" y="4687"/>
                  </a:lnTo>
                  <a:lnTo>
                    <a:pt x="25893" y="4621"/>
                  </a:lnTo>
                  <a:lnTo>
                    <a:pt x="26078" y="4555"/>
                  </a:lnTo>
                  <a:lnTo>
                    <a:pt x="26262" y="4463"/>
                  </a:lnTo>
                  <a:lnTo>
                    <a:pt x="26420" y="4371"/>
                  </a:lnTo>
                  <a:lnTo>
                    <a:pt x="26578" y="4252"/>
                  </a:lnTo>
                  <a:lnTo>
                    <a:pt x="26723" y="4134"/>
                  </a:lnTo>
                  <a:lnTo>
                    <a:pt x="26867" y="3989"/>
                  </a:lnTo>
                  <a:lnTo>
                    <a:pt x="26986" y="3844"/>
                  </a:lnTo>
                  <a:lnTo>
                    <a:pt x="27104" y="3686"/>
                  </a:lnTo>
                  <a:lnTo>
                    <a:pt x="27197" y="3528"/>
                  </a:lnTo>
                  <a:lnTo>
                    <a:pt x="27289" y="3357"/>
                  </a:lnTo>
                  <a:lnTo>
                    <a:pt x="27368" y="3173"/>
                  </a:lnTo>
                  <a:lnTo>
                    <a:pt x="27420" y="2975"/>
                  </a:lnTo>
                  <a:lnTo>
                    <a:pt x="27460" y="2791"/>
                  </a:lnTo>
                  <a:lnTo>
                    <a:pt x="27486" y="2581"/>
                  </a:lnTo>
                  <a:lnTo>
                    <a:pt x="27499" y="2383"/>
                  </a:lnTo>
                  <a:lnTo>
                    <a:pt x="27486" y="2133"/>
                  </a:lnTo>
                  <a:lnTo>
                    <a:pt x="27447" y="1896"/>
                  </a:lnTo>
                  <a:lnTo>
                    <a:pt x="27394" y="1672"/>
                  </a:lnTo>
                  <a:lnTo>
                    <a:pt x="27315" y="1448"/>
                  </a:lnTo>
                  <a:lnTo>
                    <a:pt x="27210" y="1251"/>
                  </a:lnTo>
                  <a:lnTo>
                    <a:pt x="27091" y="1054"/>
                  </a:lnTo>
                  <a:lnTo>
                    <a:pt x="26960" y="869"/>
                  </a:lnTo>
                  <a:lnTo>
                    <a:pt x="26802" y="698"/>
                  </a:lnTo>
                  <a:lnTo>
                    <a:pt x="26630" y="540"/>
                  </a:lnTo>
                  <a:lnTo>
                    <a:pt x="26446" y="409"/>
                  </a:lnTo>
                  <a:lnTo>
                    <a:pt x="26249" y="290"/>
                  </a:lnTo>
                  <a:lnTo>
                    <a:pt x="26038" y="185"/>
                  </a:lnTo>
                  <a:lnTo>
                    <a:pt x="25828" y="106"/>
                  </a:lnTo>
                  <a:lnTo>
                    <a:pt x="25604" y="53"/>
                  </a:lnTo>
                  <a:lnTo>
                    <a:pt x="25367" y="14"/>
                  </a:lnTo>
                  <a:lnTo>
                    <a:pt x="2511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0"/>
            <p:cNvSpPr/>
            <p:nvPr/>
          </p:nvSpPr>
          <p:spPr>
            <a:xfrm>
              <a:off x="4630725" y="784075"/>
              <a:ext cx="118825" cy="460425"/>
            </a:xfrm>
            <a:custGeom>
              <a:rect b="b" l="l" r="r" t="t"/>
              <a:pathLst>
                <a:path extrusionOk="0" h="18417" w="4753">
                  <a:moveTo>
                    <a:pt x="2370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5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5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0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78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78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20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9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" y="2593"/>
                  </a:lnTo>
                  <a:lnTo>
                    <a:pt x="27" y="2791"/>
                  </a:lnTo>
                  <a:lnTo>
                    <a:pt x="80" y="2988"/>
                  </a:lnTo>
                  <a:lnTo>
                    <a:pt x="132" y="3173"/>
                  </a:lnTo>
                  <a:lnTo>
                    <a:pt x="198" y="3357"/>
                  </a:lnTo>
                  <a:lnTo>
                    <a:pt x="290" y="3528"/>
                  </a:lnTo>
                  <a:lnTo>
                    <a:pt x="396" y="3699"/>
                  </a:lnTo>
                  <a:lnTo>
                    <a:pt x="501" y="3857"/>
                  </a:lnTo>
                  <a:lnTo>
                    <a:pt x="633" y="4002"/>
                  </a:lnTo>
                  <a:lnTo>
                    <a:pt x="764" y="4134"/>
                  </a:lnTo>
                  <a:lnTo>
                    <a:pt x="909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4" y="4634"/>
                  </a:lnTo>
                  <a:lnTo>
                    <a:pt x="1778" y="4686"/>
                  </a:lnTo>
                  <a:lnTo>
                    <a:pt x="1778" y="18416"/>
                  </a:lnTo>
                  <a:lnTo>
                    <a:pt x="2963" y="18416"/>
                  </a:lnTo>
                  <a:lnTo>
                    <a:pt x="2963" y="4686"/>
                  </a:lnTo>
                  <a:lnTo>
                    <a:pt x="3160" y="4634"/>
                  </a:lnTo>
                  <a:lnTo>
                    <a:pt x="3331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76" y="4134"/>
                  </a:lnTo>
                  <a:lnTo>
                    <a:pt x="4121" y="4002"/>
                  </a:lnTo>
                  <a:lnTo>
                    <a:pt x="4239" y="3857"/>
                  </a:lnTo>
                  <a:lnTo>
                    <a:pt x="4358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4" y="2988"/>
                  </a:lnTo>
                  <a:lnTo>
                    <a:pt x="4713" y="2791"/>
                  </a:lnTo>
                  <a:lnTo>
                    <a:pt x="4740" y="2593"/>
                  </a:lnTo>
                  <a:lnTo>
                    <a:pt x="4753" y="2383"/>
                  </a:lnTo>
                  <a:lnTo>
                    <a:pt x="4740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305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0"/>
            <p:cNvSpPr/>
            <p:nvPr/>
          </p:nvSpPr>
          <p:spPr>
            <a:xfrm>
              <a:off x="4760725" y="784075"/>
              <a:ext cx="118825" cy="460425"/>
            </a:xfrm>
            <a:custGeom>
              <a:rect b="b" l="l" r="r" t="t"/>
              <a:pathLst>
                <a:path extrusionOk="0" h="18417" w="4753">
                  <a:moveTo>
                    <a:pt x="2370" y="1185"/>
                  </a:moveTo>
                  <a:lnTo>
                    <a:pt x="2501" y="1198"/>
                  </a:ln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1"/>
                  </a:lnTo>
                  <a:lnTo>
                    <a:pt x="3225" y="1540"/>
                  </a:lnTo>
                  <a:lnTo>
                    <a:pt x="3304" y="1619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2"/>
                  </a:lnTo>
                  <a:lnTo>
                    <a:pt x="3515" y="2027"/>
                  </a:lnTo>
                  <a:lnTo>
                    <a:pt x="3554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54" y="2620"/>
                  </a:lnTo>
                  <a:lnTo>
                    <a:pt x="3515" y="2738"/>
                  </a:lnTo>
                  <a:lnTo>
                    <a:pt x="3475" y="2844"/>
                  </a:lnTo>
                  <a:lnTo>
                    <a:pt x="3423" y="2949"/>
                  </a:lnTo>
                  <a:lnTo>
                    <a:pt x="3370" y="3054"/>
                  </a:lnTo>
                  <a:lnTo>
                    <a:pt x="3304" y="3146"/>
                  </a:lnTo>
                  <a:lnTo>
                    <a:pt x="3225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5" y="3528"/>
                  </a:lnTo>
                  <a:lnTo>
                    <a:pt x="2620" y="3554"/>
                  </a:lnTo>
                  <a:lnTo>
                    <a:pt x="2501" y="3581"/>
                  </a:lnTo>
                  <a:lnTo>
                    <a:pt x="2251" y="3581"/>
                  </a:lnTo>
                  <a:lnTo>
                    <a:pt x="2133" y="3554"/>
                  </a:lnTo>
                  <a:lnTo>
                    <a:pt x="2014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19" y="3304"/>
                  </a:lnTo>
                  <a:lnTo>
                    <a:pt x="1527" y="3225"/>
                  </a:lnTo>
                  <a:lnTo>
                    <a:pt x="1448" y="3146"/>
                  </a:lnTo>
                  <a:lnTo>
                    <a:pt x="1382" y="3054"/>
                  </a:lnTo>
                  <a:lnTo>
                    <a:pt x="1317" y="2949"/>
                  </a:lnTo>
                  <a:lnTo>
                    <a:pt x="1277" y="2844"/>
                  </a:lnTo>
                  <a:lnTo>
                    <a:pt x="1238" y="2738"/>
                  </a:lnTo>
                  <a:lnTo>
                    <a:pt x="1198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8" y="2146"/>
                  </a:lnTo>
                  <a:lnTo>
                    <a:pt x="1238" y="2027"/>
                  </a:lnTo>
                  <a:lnTo>
                    <a:pt x="1277" y="1922"/>
                  </a:lnTo>
                  <a:lnTo>
                    <a:pt x="1317" y="1817"/>
                  </a:lnTo>
                  <a:lnTo>
                    <a:pt x="1382" y="1712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19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4" y="1238"/>
                  </a:lnTo>
                  <a:lnTo>
                    <a:pt x="2133" y="1211"/>
                  </a:lnTo>
                  <a:lnTo>
                    <a:pt x="2251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8" y="198"/>
                  </a:lnTo>
                  <a:lnTo>
                    <a:pt x="1238" y="290"/>
                  </a:lnTo>
                  <a:lnTo>
                    <a:pt x="1040" y="408"/>
                  </a:lnTo>
                  <a:lnTo>
                    <a:pt x="869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8" y="1053"/>
                  </a:lnTo>
                  <a:lnTo>
                    <a:pt x="290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0" y="2593"/>
                  </a:lnTo>
                  <a:lnTo>
                    <a:pt x="27" y="2791"/>
                  </a:lnTo>
                  <a:lnTo>
                    <a:pt x="79" y="2988"/>
                  </a:lnTo>
                  <a:lnTo>
                    <a:pt x="132" y="3173"/>
                  </a:lnTo>
                  <a:lnTo>
                    <a:pt x="211" y="3357"/>
                  </a:lnTo>
                  <a:lnTo>
                    <a:pt x="290" y="3528"/>
                  </a:lnTo>
                  <a:lnTo>
                    <a:pt x="395" y="3699"/>
                  </a:lnTo>
                  <a:lnTo>
                    <a:pt x="501" y="3857"/>
                  </a:lnTo>
                  <a:lnTo>
                    <a:pt x="632" y="4002"/>
                  </a:lnTo>
                  <a:lnTo>
                    <a:pt x="764" y="4134"/>
                  </a:lnTo>
                  <a:lnTo>
                    <a:pt x="922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3" y="4634"/>
                  </a:lnTo>
                  <a:lnTo>
                    <a:pt x="1791" y="4686"/>
                  </a:lnTo>
                  <a:lnTo>
                    <a:pt x="1791" y="18416"/>
                  </a:lnTo>
                  <a:lnTo>
                    <a:pt x="2962" y="18416"/>
                  </a:lnTo>
                  <a:lnTo>
                    <a:pt x="2962" y="4686"/>
                  </a:lnTo>
                  <a:lnTo>
                    <a:pt x="3160" y="4634"/>
                  </a:lnTo>
                  <a:lnTo>
                    <a:pt x="3344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89" y="4134"/>
                  </a:lnTo>
                  <a:lnTo>
                    <a:pt x="4120" y="4002"/>
                  </a:lnTo>
                  <a:lnTo>
                    <a:pt x="4239" y="3857"/>
                  </a:lnTo>
                  <a:lnTo>
                    <a:pt x="4357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3" y="2988"/>
                  </a:lnTo>
                  <a:lnTo>
                    <a:pt x="4713" y="2791"/>
                  </a:lnTo>
                  <a:lnTo>
                    <a:pt x="4739" y="2593"/>
                  </a:lnTo>
                  <a:lnTo>
                    <a:pt x="4752" y="2383"/>
                  </a:lnTo>
                  <a:lnTo>
                    <a:pt x="4739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4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699" y="408"/>
                  </a:lnTo>
                  <a:lnTo>
                    <a:pt x="3502" y="290"/>
                  </a:lnTo>
                  <a:lnTo>
                    <a:pt x="3304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0"/>
            <p:cNvSpPr/>
            <p:nvPr/>
          </p:nvSpPr>
          <p:spPr>
            <a:xfrm>
              <a:off x="2939550" y="694875"/>
              <a:ext cx="1050800" cy="1344350"/>
            </a:xfrm>
            <a:custGeom>
              <a:rect b="b" l="l" r="r" t="t"/>
              <a:pathLst>
                <a:path extrusionOk="0" h="53774" w="42032">
                  <a:moveTo>
                    <a:pt x="39649" y="1173"/>
                  </a:moveTo>
                  <a:lnTo>
                    <a:pt x="39767" y="1186"/>
                  </a:lnTo>
                  <a:lnTo>
                    <a:pt x="39886" y="1199"/>
                  </a:lnTo>
                  <a:lnTo>
                    <a:pt x="40004" y="1238"/>
                  </a:lnTo>
                  <a:lnTo>
                    <a:pt x="40123" y="1278"/>
                  </a:lnTo>
                  <a:lnTo>
                    <a:pt x="40228" y="1317"/>
                  </a:lnTo>
                  <a:lnTo>
                    <a:pt x="40320" y="1383"/>
                  </a:lnTo>
                  <a:lnTo>
                    <a:pt x="40412" y="1449"/>
                  </a:lnTo>
                  <a:lnTo>
                    <a:pt x="40491" y="1528"/>
                  </a:lnTo>
                  <a:lnTo>
                    <a:pt x="40570" y="1620"/>
                  </a:lnTo>
                  <a:lnTo>
                    <a:pt x="40649" y="1712"/>
                  </a:lnTo>
                  <a:lnTo>
                    <a:pt x="40702" y="1804"/>
                  </a:lnTo>
                  <a:lnTo>
                    <a:pt x="40755" y="1910"/>
                  </a:lnTo>
                  <a:lnTo>
                    <a:pt x="40794" y="2015"/>
                  </a:lnTo>
                  <a:lnTo>
                    <a:pt x="40821" y="2133"/>
                  </a:lnTo>
                  <a:lnTo>
                    <a:pt x="40847" y="2252"/>
                  </a:lnTo>
                  <a:lnTo>
                    <a:pt x="40847" y="2370"/>
                  </a:lnTo>
                  <a:lnTo>
                    <a:pt x="40847" y="2502"/>
                  </a:lnTo>
                  <a:lnTo>
                    <a:pt x="40821" y="2620"/>
                  </a:lnTo>
                  <a:lnTo>
                    <a:pt x="40794" y="2726"/>
                  </a:lnTo>
                  <a:lnTo>
                    <a:pt x="40755" y="2844"/>
                  </a:lnTo>
                  <a:lnTo>
                    <a:pt x="40702" y="2950"/>
                  </a:lnTo>
                  <a:lnTo>
                    <a:pt x="40649" y="3042"/>
                  </a:lnTo>
                  <a:lnTo>
                    <a:pt x="40570" y="3134"/>
                  </a:lnTo>
                  <a:lnTo>
                    <a:pt x="40491" y="3226"/>
                  </a:lnTo>
                  <a:lnTo>
                    <a:pt x="40412" y="3305"/>
                  </a:lnTo>
                  <a:lnTo>
                    <a:pt x="40320" y="3371"/>
                  </a:lnTo>
                  <a:lnTo>
                    <a:pt x="40228" y="3423"/>
                  </a:lnTo>
                  <a:lnTo>
                    <a:pt x="40123" y="3476"/>
                  </a:lnTo>
                  <a:lnTo>
                    <a:pt x="40004" y="3516"/>
                  </a:lnTo>
                  <a:lnTo>
                    <a:pt x="39886" y="3555"/>
                  </a:lnTo>
                  <a:lnTo>
                    <a:pt x="39767" y="3568"/>
                  </a:lnTo>
                  <a:lnTo>
                    <a:pt x="39531" y="3568"/>
                  </a:lnTo>
                  <a:lnTo>
                    <a:pt x="39412" y="3555"/>
                  </a:lnTo>
                  <a:lnTo>
                    <a:pt x="39294" y="3516"/>
                  </a:lnTo>
                  <a:lnTo>
                    <a:pt x="39188" y="3476"/>
                  </a:lnTo>
                  <a:lnTo>
                    <a:pt x="39083" y="3423"/>
                  </a:lnTo>
                  <a:lnTo>
                    <a:pt x="38978" y="3371"/>
                  </a:lnTo>
                  <a:lnTo>
                    <a:pt x="38886" y="3305"/>
                  </a:lnTo>
                  <a:lnTo>
                    <a:pt x="38807" y="3226"/>
                  </a:lnTo>
                  <a:lnTo>
                    <a:pt x="38728" y="3134"/>
                  </a:lnTo>
                  <a:lnTo>
                    <a:pt x="38662" y="3042"/>
                  </a:lnTo>
                  <a:lnTo>
                    <a:pt x="38596" y="2950"/>
                  </a:lnTo>
                  <a:lnTo>
                    <a:pt x="38543" y="2844"/>
                  </a:lnTo>
                  <a:lnTo>
                    <a:pt x="38504" y="2726"/>
                  </a:lnTo>
                  <a:lnTo>
                    <a:pt x="38477" y="2620"/>
                  </a:lnTo>
                  <a:lnTo>
                    <a:pt x="38464" y="2502"/>
                  </a:lnTo>
                  <a:lnTo>
                    <a:pt x="38451" y="2370"/>
                  </a:lnTo>
                  <a:lnTo>
                    <a:pt x="38464" y="2252"/>
                  </a:lnTo>
                  <a:lnTo>
                    <a:pt x="38477" y="2133"/>
                  </a:lnTo>
                  <a:lnTo>
                    <a:pt x="38504" y="2015"/>
                  </a:lnTo>
                  <a:lnTo>
                    <a:pt x="38543" y="1910"/>
                  </a:lnTo>
                  <a:lnTo>
                    <a:pt x="38596" y="1804"/>
                  </a:lnTo>
                  <a:lnTo>
                    <a:pt x="38662" y="1712"/>
                  </a:lnTo>
                  <a:lnTo>
                    <a:pt x="38728" y="1620"/>
                  </a:lnTo>
                  <a:lnTo>
                    <a:pt x="38807" y="1528"/>
                  </a:lnTo>
                  <a:lnTo>
                    <a:pt x="38886" y="1449"/>
                  </a:lnTo>
                  <a:lnTo>
                    <a:pt x="38978" y="1383"/>
                  </a:lnTo>
                  <a:lnTo>
                    <a:pt x="39083" y="1317"/>
                  </a:lnTo>
                  <a:lnTo>
                    <a:pt x="39188" y="1278"/>
                  </a:lnTo>
                  <a:lnTo>
                    <a:pt x="39294" y="1238"/>
                  </a:lnTo>
                  <a:lnTo>
                    <a:pt x="39412" y="1199"/>
                  </a:lnTo>
                  <a:lnTo>
                    <a:pt x="39531" y="1186"/>
                  </a:lnTo>
                  <a:lnTo>
                    <a:pt x="39649" y="1173"/>
                  </a:lnTo>
                  <a:close/>
                  <a:moveTo>
                    <a:pt x="39649" y="1"/>
                  </a:moveTo>
                  <a:lnTo>
                    <a:pt x="39412" y="14"/>
                  </a:lnTo>
                  <a:lnTo>
                    <a:pt x="39175" y="40"/>
                  </a:lnTo>
                  <a:lnTo>
                    <a:pt x="38951" y="106"/>
                  </a:lnTo>
                  <a:lnTo>
                    <a:pt x="38728" y="185"/>
                  </a:lnTo>
                  <a:lnTo>
                    <a:pt x="38517" y="291"/>
                  </a:lnTo>
                  <a:lnTo>
                    <a:pt x="38319" y="409"/>
                  </a:lnTo>
                  <a:lnTo>
                    <a:pt x="38135" y="541"/>
                  </a:lnTo>
                  <a:lnTo>
                    <a:pt x="37964" y="699"/>
                  </a:lnTo>
                  <a:lnTo>
                    <a:pt x="37819" y="870"/>
                  </a:lnTo>
                  <a:lnTo>
                    <a:pt x="37674" y="1041"/>
                  </a:lnTo>
                  <a:lnTo>
                    <a:pt x="37556" y="1238"/>
                  </a:lnTo>
                  <a:lnTo>
                    <a:pt x="37464" y="1449"/>
                  </a:lnTo>
                  <a:lnTo>
                    <a:pt x="37385" y="1673"/>
                  </a:lnTo>
                  <a:lnTo>
                    <a:pt x="37319" y="1897"/>
                  </a:lnTo>
                  <a:lnTo>
                    <a:pt x="37280" y="2133"/>
                  </a:lnTo>
                  <a:lnTo>
                    <a:pt x="37266" y="2370"/>
                  </a:lnTo>
                  <a:lnTo>
                    <a:pt x="37280" y="2607"/>
                  </a:lnTo>
                  <a:lnTo>
                    <a:pt x="37319" y="2844"/>
                  </a:lnTo>
                  <a:lnTo>
                    <a:pt x="37372" y="3068"/>
                  </a:lnTo>
                  <a:lnTo>
                    <a:pt x="37451" y="3279"/>
                  </a:lnTo>
                  <a:lnTo>
                    <a:pt x="25156" y="12717"/>
                  </a:lnTo>
                  <a:lnTo>
                    <a:pt x="25156" y="41308"/>
                  </a:lnTo>
                  <a:lnTo>
                    <a:pt x="1" y="41308"/>
                  </a:lnTo>
                  <a:lnTo>
                    <a:pt x="1" y="53774"/>
                  </a:lnTo>
                  <a:lnTo>
                    <a:pt x="1185" y="53774"/>
                  </a:lnTo>
                  <a:lnTo>
                    <a:pt x="1185" y="42493"/>
                  </a:lnTo>
                  <a:lnTo>
                    <a:pt x="26328" y="42493"/>
                  </a:lnTo>
                  <a:lnTo>
                    <a:pt x="26328" y="13296"/>
                  </a:lnTo>
                  <a:lnTo>
                    <a:pt x="38162" y="4226"/>
                  </a:lnTo>
                  <a:lnTo>
                    <a:pt x="38319" y="4345"/>
                  </a:lnTo>
                  <a:lnTo>
                    <a:pt x="38491" y="4450"/>
                  </a:lnTo>
                  <a:lnTo>
                    <a:pt x="38662" y="4542"/>
                  </a:lnTo>
                  <a:lnTo>
                    <a:pt x="38846" y="4608"/>
                  </a:lnTo>
                  <a:lnTo>
                    <a:pt x="39043" y="4674"/>
                  </a:lnTo>
                  <a:lnTo>
                    <a:pt x="39241" y="4713"/>
                  </a:lnTo>
                  <a:lnTo>
                    <a:pt x="39438" y="4740"/>
                  </a:lnTo>
                  <a:lnTo>
                    <a:pt x="39649" y="4753"/>
                  </a:lnTo>
                  <a:lnTo>
                    <a:pt x="39899" y="4740"/>
                  </a:lnTo>
                  <a:lnTo>
                    <a:pt x="40136" y="4700"/>
                  </a:lnTo>
                  <a:lnTo>
                    <a:pt x="40360" y="4648"/>
                  </a:lnTo>
                  <a:lnTo>
                    <a:pt x="40570" y="4569"/>
                  </a:lnTo>
                  <a:lnTo>
                    <a:pt x="40781" y="4463"/>
                  </a:lnTo>
                  <a:lnTo>
                    <a:pt x="40979" y="4345"/>
                  </a:lnTo>
                  <a:lnTo>
                    <a:pt x="41163" y="4213"/>
                  </a:lnTo>
                  <a:lnTo>
                    <a:pt x="41334" y="4055"/>
                  </a:lnTo>
                  <a:lnTo>
                    <a:pt x="41492" y="3884"/>
                  </a:lnTo>
                  <a:lnTo>
                    <a:pt x="41624" y="3700"/>
                  </a:lnTo>
                  <a:lnTo>
                    <a:pt x="41742" y="3502"/>
                  </a:lnTo>
                  <a:lnTo>
                    <a:pt x="41847" y="3305"/>
                  </a:lnTo>
                  <a:lnTo>
                    <a:pt x="41926" y="3081"/>
                  </a:lnTo>
                  <a:lnTo>
                    <a:pt x="41979" y="2857"/>
                  </a:lnTo>
                  <a:lnTo>
                    <a:pt x="42018" y="2620"/>
                  </a:lnTo>
                  <a:lnTo>
                    <a:pt x="42032" y="2370"/>
                  </a:lnTo>
                  <a:lnTo>
                    <a:pt x="42018" y="2133"/>
                  </a:lnTo>
                  <a:lnTo>
                    <a:pt x="41979" y="1897"/>
                  </a:lnTo>
                  <a:lnTo>
                    <a:pt x="41926" y="1673"/>
                  </a:lnTo>
                  <a:lnTo>
                    <a:pt x="41847" y="1449"/>
                  </a:lnTo>
                  <a:lnTo>
                    <a:pt x="41742" y="1238"/>
                  </a:lnTo>
                  <a:lnTo>
                    <a:pt x="41624" y="1041"/>
                  </a:lnTo>
                  <a:lnTo>
                    <a:pt x="41492" y="870"/>
                  </a:lnTo>
                  <a:lnTo>
                    <a:pt x="41334" y="699"/>
                  </a:lnTo>
                  <a:lnTo>
                    <a:pt x="41163" y="541"/>
                  </a:lnTo>
                  <a:lnTo>
                    <a:pt x="40979" y="409"/>
                  </a:lnTo>
                  <a:lnTo>
                    <a:pt x="40781" y="291"/>
                  </a:lnTo>
                  <a:lnTo>
                    <a:pt x="40570" y="185"/>
                  </a:lnTo>
                  <a:lnTo>
                    <a:pt x="40360" y="106"/>
                  </a:lnTo>
                  <a:lnTo>
                    <a:pt x="40136" y="40"/>
                  </a:lnTo>
                  <a:lnTo>
                    <a:pt x="39899" y="14"/>
                  </a:lnTo>
                  <a:lnTo>
                    <a:pt x="3964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0"/>
            <p:cNvSpPr/>
            <p:nvPr/>
          </p:nvSpPr>
          <p:spPr>
            <a:xfrm>
              <a:off x="2970825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54" y="50404"/>
                  </a:lnTo>
                  <a:lnTo>
                    <a:pt x="3146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83" y="50720"/>
                  </a:lnTo>
                  <a:lnTo>
                    <a:pt x="3436" y="50825"/>
                  </a:lnTo>
                  <a:lnTo>
                    <a:pt x="3488" y="50931"/>
                  </a:lnTo>
                  <a:lnTo>
                    <a:pt x="3528" y="51036"/>
                  </a:lnTo>
                  <a:lnTo>
                    <a:pt x="3554" y="51154"/>
                  </a:lnTo>
                  <a:lnTo>
                    <a:pt x="3581" y="51273"/>
                  </a:lnTo>
                  <a:lnTo>
                    <a:pt x="3581" y="51391"/>
                  </a:lnTo>
                  <a:lnTo>
                    <a:pt x="3581" y="51510"/>
                  </a:lnTo>
                  <a:lnTo>
                    <a:pt x="3554" y="51628"/>
                  </a:lnTo>
                  <a:lnTo>
                    <a:pt x="3528" y="51747"/>
                  </a:lnTo>
                  <a:lnTo>
                    <a:pt x="3488" y="51852"/>
                  </a:lnTo>
                  <a:lnTo>
                    <a:pt x="3436" y="51957"/>
                  </a:lnTo>
                  <a:lnTo>
                    <a:pt x="3383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46" y="52313"/>
                  </a:lnTo>
                  <a:lnTo>
                    <a:pt x="3054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64" y="52589"/>
                  </a:lnTo>
                  <a:lnTo>
                    <a:pt x="2146" y="52563"/>
                  </a:lnTo>
                  <a:lnTo>
                    <a:pt x="2027" y="52536"/>
                  </a:lnTo>
                  <a:lnTo>
                    <a:pt x="1922" y="52497"/>
                  </a:lnTo>
                  <a:lnTo>
                    <a:pt x="1817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40" y="52234"/>
                  </a:lnTo>
                  <a:lnTo>
                    <a:pt x="1461" y="52155"/>
                  </a:lnTo>
                  <a:lnTo>
                    <a:pt x="1395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211" y="51628"/>
                  </a:lnTo>
                  <a:lnTo>
                    <a:pt x="1198" y="51510"/>
                  </a:lnTo>
                  <a:lnTo>
                    <a:pt x="1185" y="51391"/>
                  </a:lnTo>
                  <a:lnTo>
                    <a:pt x="1198" y="51273"/>
                  </a:lnTo>
                  <a:lnTo>
                    <a:pt x="1211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95" y="50720"/>
                  </a:lnTo>
                  <a:lnTo>
                    <a:pt x="1461" y="50628"/>
                  </a:lnTo>
                  <a:lnTo>
                    <a:pt x="1540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17" y="50338"/>
                  </a:lnTo>
                  <a:lnTo>
                    <a:pt x="1922" y="50286"/>
                  </a:lnTo>
                  <a:lnTo>
                    <a:pt x="2027" y="50246"/>
                  </a:lnTo>
                  <a:lnTo>
                    <a:pt x="2146" y="50220"/>
                  </a:lnTo>
                  <a:lnTo>
                    <a:pt x="2264" y="50207"/>
                  </a:lnTo>
                  <a:lnTo>
                    <a:pt x="2383" y="50193"/>
                  </a:lnTo>
                  <a:close/>
                  <a:moveTo>
                    <a:pt x="12032" y="1"/>
                  </a:moveTo>
                  <a:lnTo>
                    <a:pt x="12032" y="31817"/>
                  </a:lnTo>
                  <a:lnTo>
                    <a:pt x="1790" y="41690"/>
                  </a:lnTo>
                  <a:lnTo>
                    <a:pt x="1790" y="49088"/>
                  </a:lnTo>
                  <a:lnTo>
                    <a:pt x="1593" y="49140"/>
                  </a:lnTo>
                  <a:lnTo>
                    <a:pt x="1422" y="49219"/>
                  </a:lnTo>
                  <a:lnTo>
                    <a:pt x="1237" y="49311"/>
                  </a:lnTo>
                  <a:lnTo>
                    <a:pt x="1080" y="49404"/>
                  </a:lnTo>
                  <a:lnTo>
                    <a:pt x="922" y="49522"/>
                  </a:lnTo>
                  <a:lnTo>
                    <a:pt x="777" y="49640"/>
                  </a:lnTo>
                  <a:lnTo>
                    <a:pt x="632" y="49785"/>
                  </a:lnTo>
                  <a:lnTo>
                    <a:pt x="513" y="49930"/>
                  </a:lnTo>
                  <a:lnTo>
                    <a:pt x="395" y="50088"/>
                  </a:lnTo>
                  <a:lnTo>
                    <a:pt x="303" y="50246"/>
                  </a:lnTo>
                  <a:lnTo>
                    <a:pt x="211" y="50417"/>
                  </a:lnTo>
                  <a:lnTo>
                    <a:pt x="145" y="50601"/>
                  </a:lnTo>
                  <a:lnTo>
                    <a:pt x="79" y="50786"/>
                  </a:lnTo>
                  <a:lnTo>
                    <a:pt x="40" y="50983"/>
                  </a:lnTo>
                  <a:lnTo>
                    <a:pt x="13" y="51181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19" y="52102"/>
                  </a:lnTo>
                  <a:lnTo>
                    <a:pt x="198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53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61" y="53590"/>
                  </a:lnTo>
                  <a:lnTo>
                    <a:pt x="1672" y="53669"/>
                  </a:lnTo>
                  <a:lnTo>
                    <a:pt x="1909" y="53721"/>
                  </a:lnTo>
                  <a:lnTo>
                    <a:pt x="2146" y="53761"/>
                  </a:lnTo>
                  <a:lnTo>
                    <a:pt x="2383" y="53774"/>
                  </a:lnTo>
                  <a:lnTo>
                    <a:pt x="2633" y="53761"/>
                  </a:lnTo>
                  <a:lnTo>
                    <a:pt x="2857" y="53721"/>
                  </a:lnTo>
                  <a:lnTo>
                    <a:pt x="3094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97" y="53221"/>
                  </a:lnTo>
                  <a:lnTo>
                    <a:pt x="4068" y="53076"/>
                  </a:lnTo>
                  <a:lnTo>
                    <a:pt x="4226" y="52905"/>
                  </a:lnTo>
                  <a:lnTo>
                    <a:pt x="4357" y="52721"/>
                  </a:lnTo>
                  <a:lnTo>
                    <a:pt x="4476" y="52523"/>
                  </a:lnTo>
                  <a:lnTo>
                    <a:pt x="4581" y="52313"/>
                  </a:lnTo>
                  <a:lnTo>
                    <a:pt x="4660" y="52102"/>
                  </a:lnTo>
                  <a:lnTo>
                    <a:pt x="4713" y="51865"/>
                  </a:lnTo>
                  <a:lnTo>
                    <a:pt x="4752" y="51641"/>
                  </a:lnTo>
                  <a:lnTo>
                    <a:pt x="4765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86" y="50786"/>
                  </a:lnTo>
                  <a:lnTo>
                    <a:pt x="4634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70" y="50075"/>
                  </a:lnTo>
                  <a:lnTo>
                    <a:pt x="4252" y="49917"/>
                  </a:lnTo>
                  <a:lnTo>
                    <a:pt x="4120" y="49772"/>
                  </a:lnTo>
                  <a:lnTo>
                    <a:pt x="3989" y="49640"/>
                  </a:lnTo>
                  <a:lnTo>
                    <a:pt x="3844" y="49509"/>
                  </a:lnTo>
                  <a:lnTo>
                    <a:pt x="3686" y="49404"/>
                  </a:lnTo>
                  <a:lnTo>
                    <a:pt x="3515" y="49298"/>
                  </a:lnTo>
                  <a:lnTo>
                    <a:pt x="3344" y="49219"/>
                  </a:lnTo>
                  <a:lnTo>
                    <a:pt x="3159" y="49140"/>
                  </a:lnTo>
                  <a:lnTo>
                    <a:pt x="2975" y="49088"/>
                  </a:lnTo>
                  <a:lnTo>
                    <a:pt x="2975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0"/>
            <p:cNvSpPr/>
            <p:nvPr/>
          </p:nvSpPr>
          <p:spPr>
            <a:xfrm>
              <a:off x="2441325" y="3138025"/>
              <a:ext cx="481475" cy="119175"/>
            </a:xfrm>
            <a:custGeom>
              <a:rect b="b" l="l" r="r" t="t"/>
              <a:pathLst>
                <a:path extrusionOk="0" h="4767" w="19259">
                  <a:moveTo>
                    <a:pt x="2488" y="1186"/>
                  </a:moveTo>
                  <a:lnTo>
                    <a:pt x="2620" y="1212"/>
                  </a:lnTo>
                  <a:lnTo>
                    <a:pt x="2725" y="1238"/>
                  </a:lnTo>
                  <a:lnTo>
                    <a:pt x="2843" y="1278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2"/>
                  </a:lnTo>
                  <a:lnTo>
                    <a:pt x="3212" y="1541"/>
                  </a:lnTo>
                  <a:lnTo>
                    <a:pt x="3291" y="1620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3"/>
                  </a:lnTo>
                  <a:lnTo>
                    <a:pt x="3515" y="2028"/>
                  </a:lnTo>
                  <a:lnTo>
                    <a:pt x="3541" y="2147"/>
                  </a:lnTo>
                  <a:lnTo>
                    <a:pt x="3567" y="2265"/>
                  </a:lnTo>
                  <a:lnTo>
                    <a:pt x="3567" y="2383"/>
                  </a:lnTo>
                  <a:lnTo>
                    <a:pt x="3567" y="2502"/>
                  </a:lnTo>
                  <a:lnTo>
                    <a:pt x="3541" y="2620"/>
                  </a:lnTo>
                  <a:lnTo>
                    <a:pt x="3515" y="2739"/>
                  </a:lnTo>
                  <a:lnTo>
                    <a:pt x="3475" y="2844"/>
                  </a:lnTo>
                  <a:lnTo>
                    <a:pt x="3423" y="2950"/>
                  </a:lnTo>
                  <a:lnTo>
                    <a:pt x="3370" y="3055"/>
                  </a:lnTo>
                  <a:lnTo>
                    <a:pt x="3291" y="3147"/>
                  </a:lnTo>
                  <a:lnTo>
                    <a:pt x="3212" y="3226"/>
                  </a:lnTo>
                  <a:lnTo>
                    <a:pt x="3133" y="3305"/>
                  </a:lnTo>
                  <a:lnTo>
                    <a:pt x="3041" y="3371"/>
                  </a:lnTo>
                  <a:lnTo>
                    <a:pt x="2949" y="3437"/>
                  </a:lnTo>
                  <a:lnTo>
                    <a:pt x="2843" y="3489"/>
                  </a:lnTo>
                  <a:lnTo>
                    <a:pt x="2725" y="3529"/>
                  </a:lnTo>
                  <a:lnTo>
                    <a:pt x="2620" y="3555"/>
                  </a:lnTo>
                  <a:lnTo>
                    <a:pt x="2488" y="3568"/>
                  </a:lnTo>
                  <a:lnTo>
                    <a:pt x="2370" y="3581"/>
                  </a:lnTo>
                  <a:lnTo>
                    <a:pt x="2251" y="3568"/>
                  </a:lnTo>
                  <a:lnTo>
                    <a:pt x="2133" y="3555"/>
                  </a:lnTo>
                  <a:lnTo>
                    <a:pt x="2014" y="3529"/>
                  </a:lnTo>
                  <a:lnTo>
                    <a:pt x="1909" y="3489"/>
                  </a:lnTo>
                  <a:lnTo>
                    <a:pt x="1803" y="3437"/>
                  </a:lnTo>
                  <a:lnTo>
                    <a:pt x="1698" y="3371"/>
                  </a:lnTo>
                  <a:lnTo>
                    <a:pt x="1606" y="3305"/>
                  </a:lnTo>
                  <a:lnTo>
                    <a:pt x="1527" y="3226"/>
                  </a:lnTo>
                  <a:lnTo>
                    <a:pt x="1448" y="3147"/>
                  </a:lnTo>
                  <a:lnTo>
                    <a:pt x="1382" y="3055"/>
                  </a:lnTo>
                  <a:lnTo>
                    <a:pt x="1316" y="2950"/>
                  </a:lnTo>
                  <a:lnTo>
                    <a:pt x="1264" y="2844"/>
                  </a:lnTo>
                  <a:lnTo>
                    <a:pt x="1224" y="2739"/>
                  </a:lnTo>
                  <a:lnTo>
                    <a:pt x="1198" y="2620"/>
                  </a:lnTo>
                  <a:lnTo>
                    <a:pt x="1185" y="2502"/>
                  </a:lnTo>
                  <a:lnTo>
                    <a:pt x="1172" y="2383"/>
                  </a:lnTo>
                  <a:lnTo>
                    <a:pt x="1185" y="2265"/>
                  </a:lnTo>
                  <a:lnTo>
                    <a:pt x="1198" y="2147"/>
                  </a:lnTo>
                  <a:lnTo>
                    <a:pt x="1224" y="2028"/>
                  </a:lnTo>
                  <a:lnTo>
                    <a:pt x="1264" y="1923"/>
                  </a:lnTo>
                  <a:lnTo>
                    <a:pt x="1316" y="1817"/>
                  </a:lnTo>
                  <a:lnTo>
                    <a:pt x="1382" y="1712"/>
                  </a:lnTo>
                  <a:lnTo>
                    <a:pt x="1448" y="1620"/>
                  </a:lnTo>
                  <a:lnTo>
                    <a:pt x="1527" y="1541"/>
                  </a:lnTo>
                  <a:lnTo>
                    <a:pt x="1606" y="1462"/>
                  </a:lnTo>
                  <a:lnTo>
                    <a:pt x="1698" y="1396"/>
                  </a:lnTo>
                  <a:lnTo>
                    <a:pt x="1803" y="1330"/>
                  </a:lnTo>
                  <a:lnTo>
                    <a:pt x="1909" y="1278"/>
                  </a:lnTo>
                  <a:lnTo>
                    <a:pt x="2014" y="1238"/>
                  </a:lnTo>
                  <a:lnTo>
                    <a:pt x="2133" y="1212"/>
                  </a:lnTo>
                  <a:lnTo>
                    <a:pt x="2251" y="1186"/>
                  </a:lnTo>
                  <a:close/>
                  <a:moveTo>
                    <a:pt x="17007" y="1186"/>
                  </a:moveTo>
                  <a:lnTo>
                    <a:pt x="17126" y="1212"/>
                  </a:lnTo>
                  <a:lnTo>
                    <a:pt x="17231" y="1238"/>
                  </a:lnTo>
                  <a:lnTo>
                    <a:pt x="17350" y="1278"/>
                  </a:lnTo>
                  <a:lnTo>
                    <a:pt x="17455" y="1330"/>
                  </a:lnTo>
                  <a:lnTo>
                    <a:pt x="17547" y="1396"/>
                  </a:lnTo>
                  <a:lnTo>
                    <a:pt x="17639" y="1462"/>
                  </a:lnTo>
                  <a:lnTo>
                    <a:pt x="17731" y="1541"/>
                  </a:lnTo>
                  <a:lnTo>
                    <a:pt x="17810" y="1620"/>
                  </a:lnTo>
                  <a:lnTo>
                    <a:pt x="17876" y="1712"/>
                  </a:lnTo>
                  <a:lnTo>
                    <a:pt x="17929" y="1817"/>
                  </a:lnTo>
                  <a:lnTo>
                    <a:pt x="17981" y="1923"/>
                  </a:lnTo>
                  <a:lnTo>
                    <a:pt x="18021" y="2028"/>
                  </a:lnTo>
                  <a:lnTo>
                    <a:pt x="18047" y="2147"/>
                  </a:lnTo>
                  <a:lnTo>
                    <a:pt x="18074" y="2265"/>
                  </a:lnTo>
                  <a:lnTo>
                    <a:pt x="18074" y="2383"/>
                  </a:lnTo>
                  <a:lnTo>
                    <a:pt x="18074" y="2502"/>
                  </a:lnTo>
                  <a:lnTo>
                    <a:pt x="18047" y="2620"/>
                  </a:lnTo>
                  <a:lnTo>
                    <a:pt x="18021" y="2739"/>
                  </a:lnTo>
                  <a:lnTo>
                    <a:pt x="17981" y="2844"/>
                  </a:lnTo>
                  <a:lnTo>
                    <a:pt x="17929" y="2950"/>
                  </a:lnTo>
                  <a:lnTo>
                    <a:pt x="17876" y="3055"/>
                  </a:lnTo>
                  <a:lnTo>
                    <a:pt x="17810" y="3147"/>
                  </a:lnTo>
                  <a:lnTo>
                    <a:pt x="17731" y="3226"/>
                  </a:lnTo>
                  <a:lnTo>
                    <a:pt x="17639" y="3305"/>
                  </a:lnTo>
                  <a:lnTo>
                    <a:pt x="17547" y="3371"/>
                  </a:lnTo>
                  <a:lnTo>
                    <a:pt x="17455" y="3437"/>
                  </a:lnTo>
                  <a:lnTo>
                    <a:pt x="17350" y="3489"/>
                  </a:lnTo>
                  <a:lnTo>
                    <a:pt x="17231" y="3529"/>
                  </a:lnTo>
                  <a:lnTo>
                    <a:pt x="17126" y="3555"/>
                  </a:lnTo>
                  <a:lnTo>
                    <a:pt x="17007" y="3568"/>
                  </a:lnTo>
                  <a:lnTo>
                    <a:pt x="16876" y="3581"/>
                  </a:lnTo>
                  <a:lnTo>
                    <a:pt x="16757" y="3568"/>
                  </a:lnTo>
                  <a:lnTo>
                    <a:pt x="16639" y="3555"/>
                  </a:lnTo>
                  <a:lnTo>
                    <a:pt x="16520" y="3529"/>
                  </a:lnTo>
                  <a:lnTo>
                    <a:pt x="16415" y="3489"/>
                  </a:lnTo>
                  <a:lnTo>
                    <a:pt x="16310" y="3437"/>
                  </a:lnTo>
                  <a:lnTo>
                    <a:pt x="16217" y="3371"/>
                  </a:lnTo>
                  <a:lnTo>
                    <a:pt x="16125" y="3305"/>
                  </a:lnTo>
                  <a:lnTo>
                    <a:pt x="16033" y="3226"/>
                  </a:lnTo>
                  <a:lnTo>
                    <a:pt x="15954" y="3147"/>
                  </a:lnTo>
                  <a:lnTo>
                    <a:pt x="15888" y="3055"/>
                  </a:lnTo>
                  <a:lnTo>
                    <a:pt x="15823" y="2950"/>
                  </a:lnTo>
                  <a:lnTo>
                    <a:pt x="15783" y="2844"/>
                  </a:lnTo>
                  <a:lnTo>
                    <a:pt x="15730" y="2739"/>
                  </a:lnTo>
                  <a:lnTo>
                    <a:pt x="15704" y="2620"/>
                  </a:lnTo>
                  <a:lnTo>
                    <a:pt x="15691" y="2502"/>
                  </a:lnTo>
                  <a:lnTo>
                    <a:pt x="15678" y="2383"/>
                  </a:lnTo>
                  <a:lnTo>
                    <a:pt x="15691" y="2265"/>
                  </a:lnTo>
                  <a:lnTo>
                    <a:pt x="15704" y="2147"/>
                  </a:lnTo>
                  <a:lnTo>
                    <a:pt x="15730" y="2028"/>
                  </a:lnTo>
                  <a:lnTo>
                    <a:pt x="15783" y="1923"/>
                  </a:lnTo>
                  <a:lnTo>
                    <a:pt x="15823" y="1817"/>
                  </a:lnTo>
                  <a:lnTo>
                    <a:pt x="15888" y="1712"/>
                  </a:lnTo>
                  <a:lnTo>
                    <a:pt x="15954" y="1620"/>
                  </a:lnTo>
                  <a:lnTo>
                    <a:pt x="16033" y="1541"/>
                  </a:lnTo>
                  <a:lnTo>
                    <a:pt x="16125" y="1462"/>
                  </a:lnTo>
                  <a:lnTo>
                    <a:pt x="16217" y="1396"/>
                  </a:lnTo>
                  <a:lnTo>
                    <a:pt x="16310" y="1330"/>
                  </a:lnTo>
                  <a:lnTo>
                    <a:pt x="16415" y="1278"/>
                  </a:lnTo>
                  <a:lnTo>
                    <a:pt x="16520" y="1238"/>
                  </a:lnTo>
                  <a:lnTo>
                    <a:pt x="16639" y="1212"/>
                  </a:lnTo>
                  <a:lnTo>
                    <a:pt x="16757" y="1186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54"/>
                  </a:lnTo>
                  <a:lnTo>
                    <a:pt x="1672" y="106"/>
                  </a:lnTo>
                  <a:lnTo>
                    <a:pt x="1448" y="185"/>
                  </a:lnTo>
                  <a:lnTo>
                    <a:pt x="1237" y="290"/>
                  </a:lnTo>
                  <a:lnTo>
                    <a:pt x="1040" y="409"/>
                  </a:lnTo>
                  <a:lnTo>
                    <a:pt x="856" y="554"/>
                  </a:lnTo>
                  <a:lnTo>
                    <a:pt x="698" y="699"/>
                  </a:lnTo>
                  <a:lnTo>
                    <a:pt x="540" y="870"/>
                  </a:lnTo>
                  <a:lnTo>
                    <a:pt x="395" y="1054"/>
                  </a:lnTo>
                  <a:lnTo>
                    <a:pt x="277" y="1251"/>
                  </a:lnTo>
                  <a:lnTo>
                    <a:pt x="184" y="1462"/>
                  </a:lnTo>
                  <a:lnTo>
                    <a:pt x="105" y="1673"/>
                  </a:lnTo>
                  <a:lnTo>
                    <a:pt x="40" y="1910"/>
                  </a:lnTo>
                  <a:lnTo>
                    <a:pt x="0" y="2147"/>
                  </a:lnTo>
                  <a:lnTo>
                    <a:pt x="0" y="2383"/>
                  </a:lnTo>
                  <a:lnTo>
                    <a:pt x="0" y="2620"/>
                  </a:lnTo>
                  <a:lnTo>
                    <a:pt x="40" y="2857"/>
                  </a:lnTo>
                  <a:lnTo>
                    <a:pt x="105" y="3094"/>
                  </a:lnTo>
                  <a:lnTo>
                    <a:pt x="184" y="3305"/>
                  </a:lnTo>
                  <a:lnTo>
                    <a:pt x="277" y="3516"/>
                  </a:lnTo>
                  <a:lnTo>
                    <a:pt x="395" y="3713"/>
                  </a:lnTo>
                  <a:lnTo>
                    <a:pt x="540" y="3897"/>
                  </a:lnTo>
                  <a:lnTo>
                    <a:pt x="698" y="4068"/>
                  </a:lnTo>
                  <a:lnTo>
                    <a:pt x="856" y="4213"/>
                  </a:lnTo>
                  <a:lnTo>
                    <a:pt x="1040" y="4358"/>
                  </a:lnTo>
                  <a:lnTo>
                    <a:pt x="1237" y="4476"/>
                  </a:lnTo>
                  <a:lnTo>
                    <a:pt x="1448" y="4569"/>
                  </a:lnTo>
                  <a:lnTo>
                    <a:pt x="1672" y="4661"/>
                  </a:lnTo>
                  <a:lnTo>
                    <a:pt x="1896" y="4713"/>
                  </a:lnTo>
                  <a:lnTo>
                    <a:pt x="2133" y="4753"/>
                  </a:lnTo>
                  <a:lnTo>
                    <a:pt x="2370" y="4766"/>
                  </a:lnTo>
                  <a:lnTo>
                    <a:pt x="2580" y="4753"/>
                  </a:lnTo>
                  <a:lnTo>
                    <a:pt x="2778" y="4727"/>
                  </a:lnTo>
                  <a:lnTo>
                    <a:pt x="2975" y="4687"/>
                  </a:lnTo>
                  <a:lnTo>
                    <a:pt x="3159" y="4621"/>
                  </a:lnTo>
                  <a:lnTo>
                    <a:pt x="3344" y="4555"/>
                  </a:lnTo>
                  <a:lnTo>
                    <a:pt x="3515" y="4463"/>
                  </a:lnTo>
                  <a:lnTo>
                    <a:pt x="3686" y="4371"/>
                  </a:lnTo>
                  <a:lnTo>
                    <a:pt x="3844" y="4253"/>
                  </a:lnTo>
                  <a:lnTo>
                    <a:pt x="3989" y="4121"/>
                  </a:lnTo>
                  <a:lnTo>
                    <a:pt x="4120" y="3989"/>
                  </a:lnTo>
                  <a:lnTo>
                    <a:pt x="4252" y="3845"/>
                  </a:lnTo>
                  <a:lnTo>
                    <a:pt x="4357" y="3687"/>
                  </a:lnTo>
                  <a:lnTo>
                    <a:pt x="4462" y="3516"/>
                  </a:lnTo>
                  <a:lnTo>
                    <a:pt x="4541" y="3344"/>
                  </a:lnTo>
                  <a:lnTo>
                    <a:pt x="4620" y="3160"/>
                  </a:lnTo>
                  <a:lnTo>
                    <a:pt x="4673" y="2976"/>
                  </a:lnTo>
                  <a:lnTo>
                    <a:pt x="14572" y="2976"/>
                  </a:lnTo>
                  <a:lnTo>
                    <a:pt x="14638" y="3160"/>
                  </a:lnTo>
                  <a:lnTo>
                    <a:pt x="14704" y="3344"/>
                  </a:lnTo>
                  <a:lnTo>
                    <a:pt x="14796" y="3516"/>
                  </a:lnTo>
                  <a:lnTo>
                    <a:pt x="14888" y="3687"/>
                  </a:lnTo>
                  <a:lnTo>
                    <a:pt x="15006" y="3845"/>
                  </a:lnTo>
                  <a:lnTo>
                    <a:pt x="15125" y="3989"/>
                  </a:lnTo>
                  <a:lnTo>
                    <a:pt x="15270" y="4121"/>
                  </a:lnTo>
                  <a:lnTo>
                    <a:pt x="15415" y="4253"/>
                  </a:lnTo>
                  <a:lnTo>
                    <a:pt x="15572" y="4371"/>
                  </a:lnTo>
                  <a:lnTo>
                    <a:pt x="15730" y="4463"/>
                  </a:lnTo>
                  <a:lnTo>
                    <a:pt x="15915" y="4555"/>
                  </a:lnTo>
                  <a:lnTo>
                    <a:pt x="16086" y="4621"/>
                  </a:lnTo>
                  <a:lnTo>
                    <a:pt x="16283" y="4687"/>
                  </a:lnTo>
                  <a:lnTo>
                    <a:pt x="16481" y="4727"/>
                  </a:lnTo>
                  <a:lnTo>
                    <a:pt x="16678" y="4753"/>
                  </a:lnTo>
                  <a:lnTo>
                    <a:pt x="16876" y="4766"/>
                  </a:lnTo>
                  <a:lnTo>
                    <a:pt x="17126" y="4753"/>
                  </a:lnTo>
                  <a:lnTo>
                    <a:pt x="17363" y="4713"/>
                  </a:lnTo>
                  <a:lnTo>
                    <a:pt x="17586" y="4661"/>
                  </a:lnTo>
                  <a:lnTo>
                    <a:pt x="17810" y="4569"/>
                  </a:lnTo>
                  <a:lnTo>
                    <a:pt x="18008" y="4476"/>
                  </a:lnTo>
                  <a:lnTo>
                    <a:pt x="18205" y="4358"/>
                  </a:lnTo>
                  <a:lnTo>
                    <a:pt x="18389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0" y="3713"/>
                  </a:lnTo>
                  <a:lnTo>
                    <a:pt x="18969" y="3516"/>
                  </a:lnTo>
                  <a:lnTo>
                    <a:pt x="19074" y="3305"/>
                  </a:lnTo>
                  <a:lnTo>
                    <a:pt x="19153" y="3094"/>
                  </a:lnTo>
                  <a:lnTo>
                    <a:pt x="19206" y="2857"/>
                  </a:lnTo>
                  <a:lnTo>
                    <a:pt x="19245" y="2620"/>
                  </a:lnTo>
                  <a:lnTo>
                    <a:pt x="19258" y="2383"/>
                  </a:lnTo>
                  <a:lnTo>
                    <a:pt x="19245" y="2147"/>
                  </a:lnTo>
                  <a:lnTo>
                    <a:pt x="19206" y="1910"/>
                  </a:lnTo>
                  <a:lnTo>
                    <a:pt x="19153" y="1673"/>
                  </a:lnTo>
                  <a:lnTo>
                    <a:pt x="19074" y="1462"/>
                  </a:lnTo>
                  <a:lnTo>
                    <a:pt x="18969" y="1251"/>
                  </a:lnTo>
                  <a:lnTo>
                    <a:pt x="18850" y="1054"/>
                  </a:lnTo>
                  <a:lnTo>
                    <a:pt x="18719" y="870"/>
                  </a:lnTo>
                  <a:lnTo>
                    <a:pt x="18561" y="699"/>
                  </a:lnTo>
                  <a:lnTo>
                    <a:pt x="18389" y="554"/>
                  </a:lnTo>
                  <a:lnTo>
                    <a:pt x="18205" y="409"/>
                  </a:lnTo>
                  <a:lnTo>
                    <a:pt x="18008" y="290"/>
                  </a:lnTo>
                  <a:lnTo>
                    <a:pt x="17810" y="185"/>
                  </a:lnTo>
                  <a:lnTo>
                    <a:pt x="17586" y="106"/>
                  </a:lnTo>
                  <a:lnTo>
                    <a:pt x="17363" y="54"/>
                  </a:lnTo>
                  <a:lnTo>
                    <a:pt x="17126" y="14"/>
                  </a:lnTo>
                  <a:lnTo>
                    <a:pt x="16876" y="1"/>
                  </a:lnTo>
                  <a:lnTo>
                    <a:pt x="16678" y="14"/>
                  </a:lnTo>
                  <a:lnTo>
                    <a:pt x="16481" y="40"/>
                  </a:lnTo>
                  <a:lnTo>
                    <a:pt x="16283" y="80"/>
                  </a:lnTo>
                  <a:lnTo>
                    <a:pt x="16086" y="146"/>
                  </a:lnTo>
                  <a:lnTo>
                    <a:pt x="15915" y="212"/>
                  </a:lnTo>
                  <a:lnTo>
                    <a:pt x="15730" y="304"/>
                  </a:lnTo>
                  <a:lnTo>
                    <a:pt x="15572" y="396"/>
                  </a:lnTo>
                  <a:lnTo>
                    <a:pt x="15415" y="514"/>
                  </a:lnTo>
                  <a:lnTo>
                    <a:pt x="15270" y="633"/>
                  </a:lnTo>
                  <a:lnTo>
                    <a:pt x="15125" y="778"/>
                  </a:lnTo>
                  <a:lnTo>
                    <a:pt x="15006" y="922"/>
                  </a:lnTo>
                  <a:lnTo>
                    <a:pt x="14888" y="1080"/>
                  </a:lnTo>
                  <a:lnTo>
                    <a:pt x="14796" y="1251"/>
                  </a:lnTo>
                  <a:lnTo>
                    <a:pt x="14704" y="1423"/>
                  </a:lnTo>
                  <a:lnTo>
                    <a:pt x="14638" y="1607"/>
                  </a:lnTo>
                  <a:lnTo>
                    <a:pt x="14572" y="1791"/>
                  </a:lnTo>
                  <a:lnTo>
                    <a:pt x="4673" y="1791"/>
                  </a:lnTo>
                  <a:lnTo>
                    <a:pt x="4620" y="1607"/>
                  </a:lnTo>
                  <a:lnTo>
                    <a:pt x="4541" y="1423"/>
                  </a:lnTo>
                  <a:lnTo>
                    <a:pt x="4462" y="1251"/>
                  </a:lnTo>
                  <a:lnTo>
                    <a:pt x="4357" y="1080"/>
                  </a:lnTo>
                  <a:lnTo>
                    <a:pt x="4252" y="922"/>
                  </a:lnTo>
                  <a:lnTo>
                    <a:pt x="4120" y="778"/>
                  </a:lnTo>
                  <a:lnTo>
                    <a:pt x="3989" y="633"/>
                  </a:lnTo>
                  <a:lnTo>
                    <a:pt x="3844" y="514"/>
                  </a:lnTo>
                  <a:lnTo>
                    <a:pt x="3686" y="396"/>
                  </a:lnTo>
                  <a:lnTo>
                    <a:pt x="3515" y="304"/>
                  </a:lnTo>
                  <a:lnTo>
                    <a:pt x="3344" y="212"/>
                  </a:lnTo>
                  <a:lnTo>
                    <a:pt x="3159" y="146"/>
                  </a:lnTo>
                  <a:lnTo>
                    <a:pt x="2975" y="80"/>
                  </a:lnTo>
                  <a:lnTo>
                    <a:pt x="2778" y="40"/>
                  </a:lnTo>
                  <a:lnTo>
                    <a:pt x="258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0"/>
            <p:cNvSpPr/>
            <p:nvPr/>
          </p:nvSpPr>
          <p:spPr>
            <a:xfrm>
              <a:off x="1084150" y="2637825"/>
              <a:ext cx="931350" cy="455800"/>
            </a:xfrm>
            <a:custGeom>
              <a:rect b="b" l="l" r="r" t="t"/>
              <a:pathLst>
                <a:path extrusionOk="0" h="18232" w="37254">
                  <a:moveTo>
                    <a:pt x="2489" y="1185"/>
                  </a:moveTo>
                  <a:lnTo>
                    <a:pt x="2620" y="1198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3"/>
                  </a:lnTo>
                  <a:lnTo>
                    <a:pt x="3134" y="1448"/>
                  </a:lnTo>
                  <a:lnTo>
                    <a:pt x="3213" y="1527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09"/>
                  </a:lnTo>
                  <a:lnTo>
                    <a:pt x="3516" y="2014"/>
                  </a:lnTo>
                  <a:lnTo>
                    <a:pt x="3542" y="2133"/>
                  </a:lnTo>
                  <a:lnTo>
                    <a:pt x="3568" y="2251"/>
                  </a:lnTo>
                  <a:lnTo>
                    <a:pt x="3568" y="2370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41"/>
                  </a:lnTo>
                  <a:lnTo>
                    <a:pt x="3292" y="3133"/>
                  </a:lnTo>
                  <a:lnTo>
                    <a:pt x="3213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5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5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33"/>
                  </a:lnTo>
                  <a:lnTo>
                    <a:pt x="1383" y="3041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70"/>
                  </a:lnTo>
                  <a:lnTo>
                    <a:pt x="1186" y="2251"/>
                  </a:lnTo>
                  <a:lnTo>
                    <a:pt x="1199" y="2133"/>
                  </a:lnTo>
                  <a:lnTo>
                    <a:pt x="1225" y="2014"/>
                  </a:lnTo>
                  <a:lnTo>
                    <a:pt x="1265" y="1909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27"/>
                  </a:lnTo>
                  <a:lnTo>
                    <a:pt x="1607" y="1448"/>
                  </a:lnTo>
                  <a:lnTo>
                    <a:pt x="1699" y="1383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198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40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38"/>
                  </a:lnTo>
                  <a:lnTo>
                    <a:pt x="185" y="1448"/>
                  </a:lnTo>
                  <a:lnTo>
                    <a:pt x="106" y="1672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699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4"/>
                  </a:lnTo>
                  <a:lnTo>
                    <a:pt x="1238" y="4463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39"/>
                  </a:lnTo>
                  <a:lnTo>
                    <a:pt x="2370" y="4752"/>
                  </a:lnTo>
                  <a:lnTo>
                    <a:pt x="2528" y="4752"/>
                  </a:lnTo>
                  <a:lnTo>
                    <a:pt x="2686" y="4739"/>
                  </a:lnTo>
                  <a:lnTo>
                    <a:pt x="2844" y="4713"/>
                  </a:lnTo>
                  <a:lnTo>
                    <a:pt x="2989" y="4673"/>
                  </a:lnTo>
                  <a:lnTo>
                    <a:pt x="16547" y="18232"/>
                  </a:lnTo>
                  <a:lnTo>
                    <a:pt x="37254" y="18232"/>
                  </a:lnTo>
                  <a:lnTo>
                    <a:pt x="37254" y="17047"/>
                  </a:lnTo>
                  <a:lnTo>
                    <a:pt x="17034" y="17047"/>
                  </a:lnTo>
                  <a:lnTo>
                    <a:pt x="4055" y="4068"/>
                  </a:lnTo>
                  <a:lnTo>
                    <a:pt x="4200" y="3897"/>
                  </a:lnTo>
                  <a:lnTo>
                    <a:pt x="4345" y="3712"/>
                  </a:lnTo>
                  <a:lnTo>
                    <a:pt x="4463" y="3515"/>
                  </a:lnTo>
                  <a:lnTo>
                    <a:pt x="4569" y="3304"/>
                  </a:lnTo>
                  <a:lnTo>
                    <a:pt x="4648" y="3081"/>
                  </a:lnTo>
                  <a:lnTo>
                    <a:pt x="4700" y="2857"/>
                  </a:lnTo>
                  <a:lnTo>
                    <a:pt x="4740" y="2620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2"/>
                  </a:lnTo>
                  <a:lnTo>
                    <a:pt x="4569" y="1448"/>
                  </a:lnTo>
                  <a:lnTo>
                    <a:pt x="4463" y="1238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0"/>
            <p:cNvSpPr/>
            <p:nvPr/>
          </p:nvSpPr>
          <p:spPr>
            <a:xfrm>
              <a:off x="1084150" y="2820125"/>
              <a:ext cx="931350" cy="443650"/>
            </a:xfrm>
            <a:custGeom>
              <a:rect b="b" l="l" r="r" t="t"/>
              <a:pathLst>
                <a:path extrusionOk="0" h="17746" w="37254">
                  <a:moveTo>
                    <a:pt x="2370" y="1172"/>
                  </a:moveTo>
                  <a:lnTo>
                    <a:pt x="2489" y="1186"/>
                  </a:lnTo>
                  <a:lnTo>
                    <a:pt x="2620" y="1199"/>
                  </a:lnTo>
                  <a:lnTo>
                    <a:pt x="2726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2" y="1383"/>
                  </a:lnTo>
                  <a:lnTo>
                    <a:pt x="3134" y="1449"/>
                  </a:lnTo>
                  <a:lnTo>
                    <a:pt x="3213" y="1528"/>
                  </a:lnTo>
                  <a:lnTo>
                    <a:pt x="3292" y="1620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10"/>
                  </a:lnTo>
                  <a:lnTo>
                    <a:pt x="3516" y="2015"/>
                  </a:lnTo>
                  <a:lnTo>
                    <a:pt x="3542" y="2133"/>
                  </a:lnTo>
                  <a:lnTo>
                    <a:pt x="3568" y="2252"/>
                  </a:lnTo>
                  <a:lnTo>
                    <a:pt x="3568" y="2370"/>
                  </a:lnTo>
                  <a:lnTo>
                    <a:pt x="3568" y="2502"/>
                  </a:lnTo>
                  <a:lnTo>
                    <a:pt x="3542" y="2620"/>
                  </a:lnTo>
                  <a:lnTo>
                    <a:pt x="3516" y="2726"/>
                  </a:lnTo>
                  <a:lnTo>
                    <a:pt x="3476" y="2844"/>
                  </a:lnTo>
                  <a:lnTo>
                    <a:pt x="3423" y="2950"/>
                  </a:lnTo>
                  <a:lnTo>
                    <a:pt x="3371" y="3042"/>
                  </a:lnTo>
                  <a:lnTo>
                    <a:pt x="3292" y="3134"/>
                  </a:lnTo>
                  <a:lnTo>
                    <a:pt x="3213" y="3226"/>
                  </a:lnTo>
                  <a:lnTo>
                    <a:pt x="3134" y="3305"/>
                  </a:lnTo>
                  <a:lnTo>
                    <a:pt x="3042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6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6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1"/>
                  </a:lnTo>
                  <a:lnTo>
                    <a:pt x="1607" y="3305"/>
                  </a:lnTo>
                  <a:lnTo>
                    <a:pt x="1528" y="3226"/>
                  </a:lnTo>
                  <a:lnTo>
                    <a:pt x="1449" y="3134"/>
                  </a:lnTo>
                  <a:lnTo>
                    <a:pt x="1383" y="3042"/>
                  </a:lnTo>
                  <a:lnTo>
                    <a:pt x="1317" y="2950"/>
                  </a:lnTo>
                  <a:lnTo>
                    <a:pt x="1265" y="2844"/>
                  </a:lnTo>
                  <a:lnTo>
                    <a:pt x="1225" y="2726"/>
                  </a:lnTo>
                  <a:lnTo>
                    <a:pt x="1199" y="2620"/>
                  </a:lnTo>
                  <a:lnTo>
                    <a:pt x="1186" y="2502"/>
                  </a:lnTo>
                  <a:lnTo>
                    <a:pt x="1172" y="2370"/>
                  </a:lnTo>
                  <a:lnTo>
                    <a:pt x="1186" y="2252"/>
                  </a:lnTo>
                  <a:lnTo>
                    <a:pt x="1199" y="2133"/>
                  </a:lnTo>
                  <a:lnTo>
                    <a:pt x="1225" y="2015"/>
                  </a:lnTo>
                  <a:lnTo>
                    <a:pt x="1265" y="1910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20"/>
                  </a:lnTo>
                  <a:lnTo>
                    <a:pt x="1528" y="1528"/>
                  </a:lnTo>
                  <a:lnTo>
                    <a:pt x="1607" y="1449"/>
                  </a:lnTo>
                  <a:lnTo>
                    <a:pt x="1699" y="1383"/>
                  </a:lnTo>
                  <a:lnTo>
                    <a:pt x="1804" y="1317"/>
                  </a:lnTo>
                  <a:lnTo>
                    <a:pt x="1910" y="1278"/>
                  </a:lnTo>
                  <a:lnTo>
                    <a:pt x="2015" y="1238"/>
                  </a:lnTo>
                  <a:lnTo>
                    <a:pt x="2133" y="1199"/>
                  </a:lnTo>
                  <a:lnTo>
                    <a:pt x="2252" y="1186"/>
                  </a:lnTo>
                  <a:lnTo>
                    <a:pt x="2370" y="1172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1"/>
                  </a:lnTo>
                  <a:lnTo>
                    <a:pt x="1041" y="409"/>
                  </a:lnTo>
                  <a:lnTo>
                    <a:pt x="856" y="541"/>
                  </a:lnTo>
                  <a:lnTo>
                    <a:pt x="685" y="699"/>
                  </a:lnTo>
                  <a:lnTo>
                    <a:pt x="541" y="870"/>
                  </a:lnTo>
                  <a:lnTo>
                    <a:pt x="396" y="1041"/>
                  </a:lnTo>
                  <a:lnTo>
                    <a:pt x="277" y="1238"/>
                  </a:lnTo>
                  <a:lnTo>
                    <a:pt x="185" y="1449"/>
                  </a:lnTo>
                  <a:lnTo>
                    <a:pt x="106" y="1673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5"/>
                  </a:lnTo>
                  <a:lnTo>
                    <a:pt x="277" y="3502"/>
                  </a:lnTo>
                  <a:lnTo>
                    <a:pt x="396" y="3700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5"/>
                  </a:lnTo>
                  <a:lnTo>
                    <a:pt x="1238" y="4463"/>
                  </a:lnTo>
                  <a:lnTo>
                    <a:pt x="1449" y="4569"/>
                  </a:lnTo>
                  <a:lnTo>
                    <a:pt x="1673" y="4648"/>
                  </a:lnTo>
                  <a:lnTo>
                    <a:pt x="1896" y="4700"/>
                  </a:lnTo>
                  <a:lnTo>
                    <a:pt x="2133" y="4740"/>
                  </a:lnTo>
                  <a:lnTo>
                    <a:pt x="2370" y="4753"/>
                  </a:lnTo>
                  <a:lnTo>
                    <a:pt x="2634" y="4740"/>
                  </a:lnTo>
                  <a:lnTo>
                    <a:pt x="2884" y="4700"/>
                  </a:lnTo>
                  <a:lnTo>
                    <a:pt x="3121" y="4635"/>
                  </a:lnTo>
                  <a:lnTo>
                    <a:pt x="3344" y="4542"/>
                  </a:lnTo>
                  <a:lnTo>
                    <a:pt x="16547" y="17745"/>
                  </a:lnTo>
                  <a:lnTo>
                    <a:pt x="37254" y="17745"/>
                  </a:lnTo>
                  <a:lnTo>
                    <a:pt x="37254" y="16561"/>
                  </a:lnTo>
                  <a:lnTo>
                    <a:pt x="17034" y="16561"/>
                  </a:lnTo>
                  <a:lnTo>
                    <a:pt x="4279" y="3805"/>
                  </a:lnTo>
                  <a:lnTo>
                    <a:pt x="4384" y="3647"/>
                  </a:lnTo>
                  <a:lnTo>
                    <a:pt x="4476" y="3489"/>
                  </a:lnTo>
                  <a:lnTo>
                    <a:pt x="4555" y="3318"/>
                  </a:lnTo>
                  <a:lnTo>
                    <a:pt x="4621" y="3134"/>
                  </a:lnTo>
                  <a:lnTo>
                    <a:pt x="4674" y="2963"/>
                  </a:lnTo>
                  <a:lnTo>
                    <a:pt x="4713" y="2765"/>
                  </a:lnTo>
                  <a:lnTo>
                    <a:pt x="4740" y="2568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3"/>
                  </a:lnTo>
                  <a:lnTo>
                    <a:pt x="4569" y="1449"/>
                  </a:lnTo>
                  <a:lnTo>
                    <a:pt x="4463" y="1238"/>
                  </a:lnTo>
                  <a:lnTo>
                    <a:pt x="4345" y="1041"/>
                  </a:lnTo>
                  <a:lnTo>
                    <a:pt x="4213" y="870"/>
                  </a:lnTo>
                  <a:lnTo>
                    <a:pt x="4055" y="699"/>
                  </a:lnTo>
                  <a:lnTo>
                    <a:pt x="3884" y="541"/>
                  </a:lnTo>
                  <a:lnTo>
                    <a:pt x="3700" y="409"/>
                  </a:lnTo>
                  <a:lnTo>
                    <a:pt x="3502" y="291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0"/>
            <p:cNvSpPr/>
            <p:nvPr/>
          </p:nvSpPr>
          <p:spPr>
            <a:xfrm>
              <a:off x="1084150" y="3024175"/>
              <a:ext cx="931350" cy="434425"/>
            </a:xfrm>
            <a:custGeom>
              <a:rect b="b" l="l" r="r" t="t"/>
              <a:pathLst>
                <a:path extrusionOk="0" h="17377" w="37254">
                  <a:moveTo>
                    <a:pt x="2489" y="1185"/>
                  </a:move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2"/>
                  </a:lnTo>
                  <a:lnTo>
                    <a:pt x="3134" y="1461"/>
                  </a:lnTo>
                  <a:lnTo>
                    <a:pt x="3213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8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55" y="2528"/>
                  </a:lnTo>
                  <a:lnTo>
                    <a:pt x="3529" y="2673"/>
                  </a:lnTo>
                  <a:lnTo>
                    <a:pt x="3489" y="2804"/>
                  </a:lnTo>
                  <a:lnTo>
                    <a:pt x="3437" y="2936"/>
                  </a:lnTo>
                  <a:lnTo>
                    <a:pt x="2923" y="3436"/>
                  </a:lnTo>
                  <a:lnTo>
                    <a:pt x="2805" y="3502"/>
                  </a:lnTo>
                  <a:lnTo>
                    <a:pt x="2660" y="3541"/>
                  </a:lnTo>
                  <a:lnTo>
                    <a:pt x="2515" y="3568"/>
                  </a:lnTo>
                  <a:lnTo>
                    <a:pt x="2370" y="3581"/>
                  </a:lnTo>
                  <a:lnTo>
                    <a:pt x="2252" y="3568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8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82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33"/>
                  </a:lnTo>
                  <a:lnTo>
                    <a:pt x="1" y="2383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85" y="4068"/>
                  </a:lnTo>
                  <a:lnTo>
                    <a:pt x="856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52"/>
                  </a:lnTo>
                  <a:lnTo>
                    <a:pt x="2370" y="4766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73" y="4621"/>
                  </a:lnTo>
                  <a:lnTo>
                    <a:pt x="3318" y="4568"/>
                  </a:lnTo>
                  <a:lnTo>
                    <a:pt x="3450" y="4502"/>
                  </a:lnTo>
                  <a:lnTo>
                    <a:pt x="3595" y="4423"/>
                  </a:lnTo>
                  <a:lnTo>
                    <a:pt x="16547" y="17376"/>
                  </a:lnTo>
                  <a:lnTo>
                    <a:pt x="37254" y="17376"/>
                  </a:lnTo>
                  <a:lnTo>
                    <a:pt x="37254" y="16205"/>
                  </a:lnTo>
                  <a:lnTo>
                    <a:pt x="17034" y="16205"/>
                  </a:lnTo>
                  <a:lnTo>
                    <a:pt x="4424" y="3581"/>
                  </a:lnTo>
                  <a:lnTo>
                    <a:pt x="4503" y="3449"/>
                  </a:lnTo>
                  <a:lnTo>
                    <a:pt x="4569" y="3304"/>
                  </a:lnTo>
                  <a:lnTo>
                    <a:pt x="4621" y="3160"/>
                  </a:lnTo>
                  <a:lnTo>
                    <a:pt x="4661" y="3015"/>
                  </a:lnTo>
                  <a:lnTo>
                    <a:pt x="4700" y="2857"/>
                  </a:lnTo>
                  <a:lnTo>
                    <a:pt x="4727" y="2699"/>
                  </a:lnTo>
                  <a:lnTo>
                    <a:pt x="4740" y="2541"/>
                  </a:lnTo>
                  <a:lnTo>
                    <a:pt x="4753" y="2383"/>
                  </a:lnTo>
                  <a:lnTo>
                    <a:pt x="4740" y="2133"/>
                  </a:lnTo>
                  <a:lnTo>
                    <a:pt x="4700" y="1909"/>
                  </a:lnTo>
                  <a:lnTo>
                    <a:pt x="4648" y="1672"/>
                  </a:lnTo>
                  <a:lnTo>
                    <a:pt x="4569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1128575" y="3519125"/>
              <a:ext cx="933000" cy="118825"/>
            </a:xfrm>
            <a:custGeom>
              <a:rect b="b" l="l" r="r" t="t"/>
              <a:pathLst>
                <a:path extrusionOk="0" h="4753" w="37320">
                  <a:moveTo>
                    <a:pt x="2502" y="1185"/>
                  </a:moveTo>
                  <a:lnTo>
                    <a:pt x="2620" y="1198"/>
                  </a:lnTo>
                  <a:lnTo>
                    <a:pt x="2739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55" y="1382"/>
                  </a:lnTo>
                  <a:lnTo>
                    <a:pt x="3147" y="1448"/>
                  </a:lnTo>
                  <a:lnTo>
                    <a:pt x="3226" y="1527"/>
                  </a:lnTo>
                  <a:lnTo>
                    <a:pt x="3305" y="1619"/>
                  </a:lnTo>
                  <a:lnTo>
                    <a:pt x="3371" y="1712"/>
                  </a:lnTo>
                  <a:lnTo>
                    <a:pt x="3437" y="1804"/>
                  </a:lnTo>
                  <a:lnTo>
                    <a:pt x="3489" y="1909"/>
                  </a:lnTo>
                  <a:lnTo>
                    <a:pt x="3529" y="2014"/>
                  </a:lnTo>
                  <a:lnTo>
                    <a:pt x="3555" y="2133"/>
                  </a:lnTo>
                  <a:lnTo>
                    <a:pt x="3581" y="2251"/>
                  </a:lnTo>
                  <a:lnTo>
                    <a:pt x="3581" y="2370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25"/>
                  </a:lnTo>
                  <a:lnTo>
                    <a:pt x="3489" y="2844"/>
                  </a:lnTo>
                  <a:lnTo>
                    <a:pt x="3437" y="2949"/>
                  </a:lnTo>
                  <a:lnTo>
                    <a:pt x="3371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70"/>
                  </a:lnTo>
                  <a:lnTo>
                    <a:pt x="2950" y="3423"/>
                  </a:lnTo>
                  <a:lnTo>
                    <a:pt x="2844" y="3475"/>
                  </a:lnTo>
                  <a:lnTo>
                    <a:pt x="2739" y="3515"/>
                  </a:lnTo>
                  <a:lnTo>
                    <a:pt x="2620" y="3554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7" y="3554"/>
                  </a:lnTo>
                  <a:lnTo>
                    <a:pt x="2028" y="3515"/>
                  </a:lnTo>
                  <a:lnTo>
                    <a:pt x="1923" y="3475"/>
                  </a:lnTo>
                  <a:lnTo>
                    <a:pt x="1818" y="3423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33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8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6" y="2370"/>
                  </a:lnTo>
                  <a:lnTo>
                    <a:pt x="1199" y="2251"/>
                  </a:lnTo>
                  <a:lnTo>
                    <a:pt x="1212" y="2133"/>
                  </a:lnTo>
                  <a:lnTo>
                    <a:pt x="1238" y="2014"/>
                  </a:lnTo>
                  <a:lnTo>
                    <a:pt x="1278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19"/>
                  </a:lnTo>
                  <a:lnTo>
                    <a:pt x="1541" y="1527"/>
                  </a:lnTo>
                  <a:lnTo>
                    <a:pt x="1620" y="1448"/>
                  </a:lnTo>
                  <a:lnTo>
                    <a:pt x="1712" y="1382"/>
                  </a:lnTo>
                  <a:lnTo>
                    <a:pt x="1818" y="1330"/>
                  </a:lnTo>
                  <a:lnTo>
                    <a:pt x="1923" y="1277"/>
                  </a:lnTo>
                  <a:lnTo>
                    <a:pt x="2028" y="1238"/>
                  </a:lnTo>
                  <a:lnTo>
                    <a:pt x="2147" y="1198"/>
                  </a:lnTo>
                  <a:lnTo>
                    <a:pt x="2265" y="1185"/>
                  </a:lnTo>
                  <a:close/>
                  <a:moveTo>
                    <a:pt x="2384" y="0"/>
                  </a:moveTo>
                  <a:lnTo>
                    <a:pt x="2147" y="13"/>
                  </a:lnTo>
                  <a:lnTo>
                    <a:pt x="1910" y="40"/>
                  </a:lnTo>
                  <a:lnTo>
                    <a:pt x="1673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40"/>
                  </a:lnTo>
                  <a:lnTo>
                    <a:pt x="699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1" y="1238"/>
                  </a:lnTo>
                  <a:lnTo>
                    <a:pt x="198" y="1448"/>
                  </a:lnTo>
                  <a:lnTo>
                    <a:pt x="106" y="1672"/>
                  </a:lnTo>
                  <a:lnTo>
                    <a:pt x="54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4" y="2857"/>
                  </a:lnTo>
                  <a:lnTo>
                    <a:pt x="106" y="3081"/>
                  </a:lnTo>
                  <a:lnTo>
                    <a:pt x="198" y="3304"/>
                  </a:lnTo>
                  <a:lnTo>
                    <a:pt x="291" y="3515"/>
                  </a:lnTo>
                  <a:lnTo>
                    <a:pt x="409" y="3699"/>
                  </a:lnTo>
                  <a:lnTo>
                    <a:pt x="554" y="3883"/>
                  </a:lnTo>
                  <a:lnTo>
                    <a:pt x="699" y="4055"/>
                  </a:lnTo>
                  <a:lnTo>
                    <a:pt x="870" y="4213"/>
                  </a:lnTo>
                  <a:lnTo>
                    <a:pt x="1054" y="4344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3" y="4647"/>
                  </a:lnTo>
                  <a:lnTo>
                    <a:pt x="1910" y="4700"/>
                  </a:lnTo>
                  <a:lnTo>
                    <a:pt x="2147" y="4739"/>
                  </a:lnTo>
                  <a:lnTo>
                    <a:pt x="2384" y="4752"/>
                  </a:lnTo>
                  <a:lnTo>
                    <a:pt x="2594" y="4752"/>
                  </a:lnTo>
                  <a:lnTo>
                    <a:pt x="2792" y="4726"/>
                  </a:lnTo>
                  <a:lnTo>
                    <a:pt x="2989" y="4673"/>
                  </a:lnTo>
                  <a:lnTo>
                    <a:pt x="3173" y="4621"/>
                  </a:lnTo>
                  <a:lnTo>
                    <a:pt x="3358" y="4542"/>
                  </a:lnTo>
                  <a:lnTo>
                    <a:pt x="3529" y="4463"/>
                  </a:lnTo>
                  <a:lnTo>
                    <a:pt x="3700" y="4357"/>
                  </a:lnTo>
                  <a:lnTo>
                    <a:pt x="3858" y="4252"/>
                  </a:lnTo>
                  <a:lnTo>
                    <a:pt x="4003" y="4120"/>
                  </a:lnTo>
                  <a:lnTo>
                    <a:pt x="4134" y="3989"/>
                  </a:lnTo>
                  <a:lnTo>
                    <a:pt x="4266" y="3831"/>
                  </a:lnTo>
                  <a:lnTo>
                    <a:pt x="4371" y="3673"/>
                  </a:lnTo>
                  <a:lnTo>
                    <a:pt x="4477" y="3515"/>
                  </a:lnTo>
                  <a:lnTo>
                    <a:pt x="4556" y="3344"/>
                  </a:lnTo>
                  <a:lnTo>
                    <a:pt x="4634" y="3159"/>
                  </a:lnTo>
                  <a:lnTo>
                    <a:pt x="4687" y="2962"/>
                  </a:lnTo>
                  <a:lnTo>
                    <a:pt x="37319" y="2962"/>
                  </a:lnTo>
                  <a:lnTo>
                    <a:pt x="37319" y="1790"/>
                  </a:lnTo>
                  <a:lnTo>
                    <a:pt x="4687" y="1790"/>
                  </a:lnTo>
                  <a:lnTo>
                    <a:pt x="4634" y="1593"/>
                  </a:lnTo>
                  <a:lnTo>
                    <a:pt x="4556" y="1409"/>
                  </a:lnTo>
                  <a:lnTo>
                    <a:pt x="4477" y="1238"/>
                  </a:lnTo>
                  <a:lnTo>
                    <a:pt x="4371" y="1067"/>
                  </a:lnTo>
                  <a:lnTo>
                    <a:pt x="4266" y="922"/>
                  </a:lnTo>
                  <a:lnTo>
                    <a:pt x="4134" y="764"/>
                  </a:lnTo>
                  <a:lnTo>
                    <a:pt x="4003" y="632"/>
                  </a:lnTo>
                  <a:lnTo>
                    <a:pt x="3858" y="500"/>
                  </a:lnTo>
                  <a:lnTo>
                    <a:pt x="3700" y="395"/>
                  </a:lnTo>
                  <a:lnTo>
                    <a:pt x="3529" y="290"/>
                  </a:lnTo>
                  <a:lnTo>
                    <a:pt x="3358" y="211"/>
                  </a:lnTo>
                  <a:lnTo>
                    <a:pt x="3173" y="132"/>
                  </a:lnTo>
                  <a:lnTo>
                    <a:pt x="2989" y="79"/>
                  </a:lnTo>
                  <a:lnTo>
                    <a:pt x="2792" y="27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1294775" y="3652725"/>
              <a:ext cx="766800" cy="118825"/>
            </a:xfrm>
            <a:custGeom>
              <a:rect b="b" l="l" r="r" t="t"/>
              <a:pathLst>
                <a:path extrusionOk="0" h="4753" w="30672">
                  <a:moveTo>
                    <a:pt x="2383" y="1172"/>
                  </a:moveTo>
                  <a:lnTo>
                    <a:pt x="2502" y="1185"/>
                  </a:lnTo>
                  <a:lnTo>
                    <a:pt x="2620" y="1199"/>
                  </a:lnTo>
                  <a:lnTo>
                    <a:pt x="2739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54" y="1383"/>
                  </a:lnTo>
                  <a:lnTo>
                    <a:pt x="3147" y="1449"/>
                  </a:lnTo>
                  <a:lnTo>
                    <a:pt x="3226" y="1528"/>
                  </a:lnTo>
                  <a:lnTo>
                    <a:pt x="3305" y="1620"/>
                  </a:lnTo>
                  <a:lnTo>
                    <a:pt x="3370" y="1712"/>
                  </a:lnTo>
                  <a:lnTo>
                    <a:pt x="3436" y="1804"/>
                  </a:lnTo>
                  <a:lnTo>
                    <a:pt x="3489" y="1909"/>
                  </a:lnTo>
                  <a:lnTo>
                    <a:pt x="3528" y="2015"/>
                  </a:lnTo>
                  <a:lnTo>
                    <a:pt x="3555" y="2133"/>
                  </a:lnTo>
                  <a:lnTo>
                    <a:pt x="3581" y="2252"/>
                  </a:lnTo>
                  <a:lnTo>
                    <a:pt x="3581" y="2370"/>
                  </a:lnTo>
                  <a:lnTo>
                    <a:pt x="3581" y="2502"/>
                  </a:lnTo>
                  <a:lnTo>
                    <a:pt x="3555" y="2620"/>
                  </a:lnTo>
                  <a:lnTo>
                    <a:pt x="3528" y="2725"/>
                  </a:lnTo>
                  <a:lnTo>
                    <a:pt x="3489" y="2844"/>
                  </a:lnTo>
                  <a:lnTo>
                    <a:pt x="3436" y="2949"/>
                  </a:lnTo>
                  <a:lnTo>
                    <a:pt x="3370" y="3041"/>
                  </a:lnTo>
                  <a:lnTo>
                    <a:pt x="3305" y="3134"/>
                  </a:lnTo>
                  <a:lnTo>
                    <a:pt x="3226" y="3226"/>
                  </a:lnTo>
                  <a:lnTo>
                    <a:pt x="3147" y="3305"/>
                  </a:lnTo>
                  <a:lnTo>
                    <a:pt x="3054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39" y="3515"/>
                  </a:lnTo>
                  <a:lnTo>
                    <a:pt x="2620" y="3542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2"/>
                  </a:lnTo>
                  <a:lnTo>
                    <a:pt x="2028" y="3515"/>
                  </a:lnTo>
                  <a:lnTo>
                    <a:pt x="1922" y="3476"/>
                  </a:lnTo>
                  <a:lnTo>
                    <a:pt x="1817" y="3423"/>
                  </a:lnTo>
                  <a:lnTo>
                    <a:pt x="1712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7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8" y="2502"/>
                  </a:lnTo>
                  <a:lnTo>
                    <a:pt x="1185" y="2370"/>
                  </a:lnTo>
                  <a:lnTo>
                    <a:pt x="1198" y="2252"/>
                  </a:lnTo>
                  <a:lnTo>
                    <a:pt x="1212" y="2133"/>
                  </a:lnTo>
                  <a:lnTo>
                    <a:pt x="1238" y="2015"/>
                  </a:lnTo>
                  <a:lnTo>
                    <a:pt x="1277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12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lnTo>
                    <a:pt x="2383" y="1172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72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9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53" y="869"/>
                  </a:lnTo>
                  <a:lnTo>
                    <a:pt x="409" y="1041"/>
                  </a:lnTo>
                  <a:lnTo>
                    <a:pt x="290" y="1238"/>
                  </a:lnTo>
                  <a:lnTo>
                    <a:pt x="198" y="1449"/>
                  </a:lnTo>
                  <a:lnTo>
                    <a:pt x="119" y="1672"/>
                  </a:lnTo>
                  <a:lnTo>
                    <a:pt x="53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3" y="2857"/>
                  </a:lnTo>
                  <a:lnTo>
                    <a:pt x="119" y="3081"/>
                  </a:lnTo>
                  <a:lnTo>
                    <a:pt x="198" y="3305"/>
                  </a:lnTo>
                  <a:lnTo>
                    <a:pt x="290" y="3502"/>
                  </a:lnTo>
                  <a:lnTo>
                    <a:pt x="409" y="3700"/>
                  </a:lnTo>
                  <a:lnTo>
                    <a:pt x="553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54" y="4345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2" y="4647"/>
                  </a:lnTo>
                  <a:lnTo>
                    <a:pt x="1909" y="4700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94" y="4740"/>
                  </a:lnTo>
                  <a:lnTo>
                    <a:pt x="2791" y="4713"/>
                  </a:lnTo>
                  <a:lnTo>
                    <a:pt x="2989" y="4674"/>
                  </a:lnTo>
                  <a:lnTo>
                    <a:pt x="3173" y="4621"/>
                  </a:lnTo>
                  <a:lnTo>
                    <a:pt x="3357" y="4542"/>
                  </a:lnTo>
                  <a:lnTo>
                    <a:pt x="3528" y="4463"/>
                  </a:lnTo>
                  <a:lnTo>
                    <a:pt x="3699" y="4358"/>
                  </a:lnTo>
                  <a:lnTo>
                    <a:pt x="3857" y="4239"/>
                  </a:lnTo>
                  <a:lnTo>
                    <a:pt x="4002" y="4121"/>
                  </a:lnTo>
                  <a:lnTo>
                    <a:pt x="4134" y="3989"/>
                  </a:lnTo>
                  <a:lnTo>
                    <a:pt x="4265" y="3831"/>
                  </a:lnTo>
                  <a:lnTo>
                    <a:pt x="4371" y="3673"/>
                  </a:lnTo>
                  <a:lnTo>
                    <a:pt x="4476" y="3515"/>
                  </a:lnTo>
                  <a:lnTo>
                    <a:pt x="4555" y="3331"/>
                  </a:lnTo>
                  <a:lnTo>
                    <a:pt x="4634" y="3160"/>
                  </a:lnTo>
                  <a:lnTo>
                    <a:pt x="4687" y="2962"/>
                  </a:lnTo>
                  <a:lnTo>
                    <a:pt x="30671" y="2962"/>
                  </a:lnTo>
                  <a:lnTo>
                    <a:pt x="30671" y="1791"/>
                  </a:lnTo>
                  <a:lnTo>
                    <a:pt x="4687" y="1791"/>
                  </a:lnTo>
                  <a:lnTo>
                    <a:pt x="4634" y="1593"/>
                  </a:lnTo>
                  <a:lnTo>
                    <a:pt x="4555" y="1409"/>
                  </a:lnTo>
                  <a:lnTo>
                    <a:pt x="4476" y="1238"/>
                  </a:lnTo>
                  <a:lnTo>
                    <a:pt x="4371" y="1067"/>
                  </a:lnTo>
                  <a:lnTo>
                    <a:pt x="4265" y="909"/>
                  </a:lnTo>
                  <a:lnTo>
                    <a:pt x="4134" y="764"/>
                  </a:lnTo>
                  <a:lnTo>
                    <a:pt x="4002" y="632"/>
                  </a:lnTo>
                  <a:lnTo>
                    <a:pt x="3857" y="501"/>
                  </a:lnTo>
                  <a:lnTo>
                    <a:pt x="3699" y="396"/>
                  </a:lnTo>
                  <a:lnTo>
                    <a:pt x="3528" y="290"/>
                  </a:lnTo>
                  <a:lnTo>
                    <a:pt x="3357" y="198"/>
                  </a:lnTo>
                  <a:lnTo>
                    <a:pt x="3173" y="132"/>
                  </a:lnTo>
                  <a:lnTo>
                    <a:pt x="2989" y="80"/>
                  </a:lnTo>
                  <a:lnTo>
                    <a:pt x="2791" y="27"/>
                  </a:lnTo>
                  <a:lnTo>
                    <a:pt x="259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0"/>
            <p:cNvSpPr/>
            <p:nvPr/>
          </p:nvSpPr>
          <p:spPr>
            <a:xfrm>
              <a:off x="2461400" y="3703400"/>
              <a:ext cx="119150" cy="1067925"/>
            </a:xfrm>
            <a:custGeom>
              <a:rect b="b" l="l" r="r" t="t"/>
              <a:pathLst>
                <a:path extrusionOk="0" h="42717" w="4766">
                  <a:moveTo>
                    <a:pt x="2383" y="39136"/>
                  </a:moveTo>
                  <a:lnTo>
                    <a:pt x="2501" y="39149"/>
                  </a:lnTo>
                  <a:lnTo>
                    <a:pt x="2620" y="39162"/>
                  </a:lnTo>
                  <a:lnTo>
                    <a:pt x="2738" y="39189"/>
                  </a:lnTo>
                  <a:lnTo>
                    <a:pt x="2843" y="39228"/>
                  </a:lnTo>
                  <a:lnTo>
                    <a:pt x="2949" y="39281"/>
                  </a:lnTo>
                  <a:lnTo>
                    <a:pt x="3054" y="39347"/>
                  </a:lnTo>
                  <a:lnTo>
                    <a:pt x="3146" y="39412"/>
                  </a:lnTo>
                  <a:lnTo>
                    <a:pt x="3225" y="39491"/>
                  </a:lnTo>
                  <a:lnTo>
                    <a:pt x="3304" y="39570"/>
                  </a:lnTo>
                  <a:lnTo>
                    <a:pt x="3370" y="39662"/>
                  </a:lnTo>
                  <a:lnTo>
                    <a:pt x="3436" y="39768"/>
                  </a:lnTo>
                  <a:lnTo>
                    <a:pt x="3488" y="39873"/>
                  </a:lnTo>
                  <a:lnTo>
                    <a:pt x="3528" y="39978"/>
                  </a:lnTo>
                  <a:lnTo>
                    <a:pt x="3554" y="40097"/>
                  </a:lnTo>
                  <a:lnTo>
                    <a:pt x="3567" y="40215"/>
                  </a:lnTo>
                  <a:lnTo>
                    <a:pt x="3581" y="40334"/>
                  </a:lnTo>
                  <a:lnTo>
                    <a:pt x="3567" y="40452"/>
                  </a:lnTo>
                  <a:lnTo>
                    <a:pt x="3554" y="40571"/>
                  </a:lnTo>
                  <a:lnTo>
                    <a:pt x="3528" y="40689"/>
                  </a:lnTo>
                  <a:lnTo>
                    <a:pt x="3488" y="40795"/>
                  </a:lnTo>
                  <a:lnTo>
                    <a:pt x="3436" y="40900"/>
                  </a:lnTo>
                  <a:lnTo>
                    <a:pt x="3370" y="41005"/>
                  </a:lnTo>
                  <a:lnTo>
                    <a:pt x="3304" y="41097"/>
                  </a:lnTo>
                  <a:lnTo>
                    <a:pt x="3225" y="41176"/>
                  </a:lnTo>
                  <a:lnTo>
                    <a:pt x="3146" y="41255"/>
                  </a:lnTo>
                  <a:lnTo>
                    <a:pt x="3054" y="41321"/>
                  </a:lnTo>
                  <a:lnTo>
                    <a:pt x="2949" y="41387"/>
                  </a:lnTo>
                  <a:lnTo>
                    <a:pt x="2843" y="41440"/>
                  </a:lnTo>
                  <a:lnTo>
                    <a:pt x="2738" y="41479"/>
                  </a:lnTo>
                  <a:lnTo>
                    <a:pt x="2620" y="41505"/>
                  </a:lnTo>
                  <a:lnTo>
                    <a:pt x="2501" y="41519"/>
                  </a:lnTo>
                  <a:lnTo>
                    <a:pt x="2383" y="41532"/>
                  </a:lnTo>
                  <a:lnTo>
                    <a:pt x="2264" y="41519"/>
                  </a:lnTo>
                  <a:lnTo>
                    <a:pt x="2146" y="41505"/>
                  </a:lnTo>
                  <a:lnTo>
                    <a:pt x="2027" y="41479"/>
                  </a:lnTo>
                  <a:lnTo>
                    <a:pt x="1922" y="41440"/>
                  </a:lnTo>
                  <a:lnTo>
                    <a:pt x="1817" y="41387"/>
                  </a:lnTo>
                  <a:lnTo>
                    <a:pt x="1711" y="41321"/>
                  </a:lnTo>
                  <a:lnTo>
                    <a:pt x="1619" y="41255"/>
                  </a:lnTo>
                  <a:lnTo>
                    <a:pt x="1540" y="41176"/>
                  </a:lnTo>
                  <a:lnTo>
                    <a:pt x="1461" y="41097"/>
                  </a:lnTo>
                  <a:lnTo>
                    <a:pt x="1395" y="41005"/>
                  </a:lnTo>
                  <a:lnTo>
                    <a:pt x="1330" y="40900"/>
                  </a:lnTo>
                  <a:lnTo>
                    <a:pt x="1277" y="40795"/>
                  </a:lnTo>
                  <a:lnTo>
                    <a:pt x="1237" y="40689"/>
                  </a:lnTo>
                  <a:lnTo>
                    <a:pt x="1211" y="40571"/>
                  </a:lnTo>
                  <a:lnTo>
                    <a:pt x="1185" y="40452"/>
                  </a:lnTo>
                  <a:lnTo>
                    <a:pt x="1185" y="40334"/>
                  </a:lnTo>
                  <a:lnTo>
                    <a:pt x="1185" y="40215"/>
                  </a:lnTo>
                  <a:lnTo>
                    <a:pt x="1211" y="40097"/>
                  </a:lnTo>
                  <a:lnTo>
                    <a:pt x="1237" y="39978"/>
                  </a:lnTo>
                  <a:lnTo>
                    <a:pt x="1277" y="39873"/>
                  </a:lnTo>
                  <a:lnTo>
                    <a:pt x="1330" y="39768"/>
                  </a:lnTo>
                  <a:lnTo>
                    <a:pt x="1395" y="39662"/>
                  </a:lnTo>
                  <a:lnTo>
                    <a:pt x="1461" y="39570"/>
                  </a:lnTo>
                  <a:lnTo>
                    <a:pt x="1540" y="39491"/>
                  </a:lnTo>
                  <a:lnTo>
                    <a:pt x="1619" y="39412"/>
                  </a:lnTo>
                  <a:lnTo>
                    <a:pt x="1711" y="39347"/>
                  </a:lnTo>
                  <a:lnTo>
                    <a:pt x="1817" y="39281"/>
                  </a:lnTo>
                  <a:lnTo>
                    <a:pt x="1922" y="39228"/>
                  </a:lnTo>
                  <a:lnTo>
                    <a:pt x="2027" y="39189"/>
                  </a:lnTo>
                  <a:lnTo>
                    <a:pt x="2146" y="39162"/>
                  </a:lnTo>
                  <a:lnTo>
                    <a:pt x="2264" y="39149"/>
                  </a:lnTo>
                  <a:lnTo>
                    <a:pt x="2383" y="39136"/>
                  </a:lnTo>
                  <a:close/>
                  <a:moveTo>
                    <a:pt x="1790" y="1"/>
                  </a:moveTo>
                  <a:lnTo>
                    <a:pt x="1790" y="38030"/>
                  </a:lnTo>
                  <a:lnTo>
                    <a:pt x="1606" y="38083"/>
                  </a:lnTo>
                  <a:lnTo>
                    <a:pt x="1422" y="38162"/>
                  </a:lnTo>
                  <a:lnTo>
                    <a:pt x="1251" y="38241"/>
                  </a:lnTo>
                  <a:lnTo>
                    <a:pt x="1079" y="38346"/>
                  </a:lnTo>
                  <a:lnTo>
                    <a:pt x="921" y="38451"/>
                  </a:lnTo>
                  <a:lnTo>
                    <a:pt x="777" y="38583"/>
                  </a:lnTo>
                  <a:lnTo>
                    <a:pt x="632" y="38715"/>
                  </a:lnTo>
                  <a:lnTo>
                    <a:pt x="513" y="38860"/>
                  </a:lnTo>
                  <a:lnTo>
                    <a:pt x="395" y="39017"/>
                  </a:lnTo>
                  <a:lnTo>
                    <a:pt x="303" y="39189"/>
                  </a:lnTo>
                  <a:lnTo>
                    <a:pt x="211" y="39360"/>
                  </a:lnTo>
                  <a:lnTo>
                    <a:pt x="145" y="39544"/>
                  </a:lnTo>
                  <a:lnTo>
                    <a:pt x="79" y="39728"/>
                  </a:lnTo>
                  <a:lnTo>
                    <a:pt x="40" y="39926"/>
                  </a:lnTo>
                  <a:lnTo>
                    <a:pt x="13" y="40123"/>
                  </a:lnTo>
                  <a:lnTo>
                    <a:pt x="0" y="40334"/>
                  </a:lnTo>
                  <a:lnTo>
                    <a:pt x="13" y="40571"/>
                  </a:lnTo>
                  <a:lnTo>
                    <a:pt x="53" y="40808"/>
                  </a:lnTo>
                  <a:lnTo>
                    <a:pt x="105" y="41045"/>
                  </a:lnTo>
                  <a:lnTo>
                    <a:pt x="198" y="41255"/>
                  </a:lnTo>
                  <a:lnTo>
                    <a:pt x="290" y="41466"/>
                  </a:lnTo>
                  <a:lnTo>
                    <a:pt x="408" y="41663"/>
                  </a:lnTo>
                  <a:lnTo>
                    <a:pt x="553" y="41848"/>
                  </a:lnTo>
                  <a:lnTo>
                    <a:pt x="698" y="42019"/>
                  </a:lnTo>
                  <a:lnTo>
                    <a:pt x="869" y="42164"/>
                  </a:lnTo>
                  <a:lnTo>
                    <a:pt x="1053" y="42308"/>
                  </a:lnTo>
                  <a:lnTo>
                    <a:pt x="1251" y="42427"/>
                  </a:lnTo>
                  <a:lnTo>
                    <a:pt x="1461" y="42519"/>
                  </a:lnTo>
                  <a:lnTo>
                    <a:pt x="1672" y="42611"/>
                  </a:lnTo>
                  <a:lnTo>
                    <a:pt x="1909" y="42664"/>
                  </a:lnTo>
                  <a:lnTo>
                    <a:pt x="2146" y="42703"/>
                  </a:lnTo>
                  <a:lnTo>
                    <a:pt x="2383" y="42716"/>
                  </a:lnTo>
                  <a:lnTo>
                    <a:pt x="2620" y="42703"/>
                  </a:lnTo>
                  <a:lnTo>
                    <a:pt x="2857" y="42664"/>
                  </a:lnTo>
                  <a:lnTo>
                    <a:pt x="3093" y="42611"/>
                  </a:lnTo>
                  <a:lnTo>
                    <a:pt x="3304" y="42519"/>
                  </a:lnTo>
                  <a:lnTo>
                    <a:pt x="3515" y="42427"/>
                  </a:lnTo>
                  <a:lnTo>
                    <a:pt x="3712" y="42308"/>
                  </a:lnTo>
                  <a:lnTo>
                    <a:pt x="3896" y="42164"/>
                  </a:lnTo>
                  <a:lnTo>
                    <a:pt x="4068" y="42019"/>
                  </a:lnTo>
                  <a:lnTo>
                    <a:pt x="4212" y="41848"/>
                  </a:lnTo>
                  <a:lnTo>
                    <a:pt x="4357" y="41663"/>
                  </a:lnTo>
                  <a:lnTo>
                    <a:pt x="4476" y="41466"/>
                  </a:lnTo>
                  <a:lnTo>
                    <a:pt x="4568" y="41255"/>
                  </a:lnTo>
                  <a:lnTo>
                    <a:pt x="4660" y="41045"/>
                  </a:lnTo>
                  <a:lnTo>
                    <a:pt x="4713" y="40808"/>
                  </a:lnTo>
                  <a:lnTo>
                    <a:pt x="4752" y="40571"/>
                  </a:lnTo>
                  <a:lnTo>
                    <a:pt x="4765" y="40334"/>
                  </a:lnTo>
                  <a:lnTo>
                    <a:pt x="4752" y="40123"/>
                  </a:lnTo>
                  <a:lnTo>
                    <a:pt x="4726" y="39926"/>
                  </a:lnTo>
                  <a:lnTo>
                    <a:pt x="4686" y="39728"/>
                  </a:lnTo>
                  <a:lnTo>
                    <a:pt x="4620" y="39544"/>
                  </a:lnTo>
                  <a:lnTo>
                    <a:pt x="4555" y="39360"/>
                  </a:lnTo>
                  <a:lnTo>
                    <a:pt x="4462" y="39189"/>
                  </a:lnTo>
                  <a:lnTo>
                    <a:pt x="4370" y="39017"/>
                  </a:lnTo>
                  <a:lnTo>
                    <a:pt x="4252" y="38860"/>
                  </a:lnTo>
                  <a:lnTo>
                    <a:pt x="4120" y="38715"/>
                  </a:lnTo>
                  <a:lnTo>
                    <a:pt x="3989" y="38583"/>
                  </a:lnTo>
                  <a:lnTo>
                    <a:pt x="3844" y="38451"/>
                  </a:lnTo>
                  <a:lnTo>
                    <a:pt x="3686" y="38346"/>
                  </a:lnTo>
                  <a:lnTo>
                    <a:pt x="3515" y="38241"/>
                  </a:lnTo>
                  <a:lnTo>
                    <a:pt x="3344" y="38162"/>
                  </a:lnTo>
                  <a:lnTo>
                    <a:pt x="3159" y="38083"/>
                  </a:lnTo>
                  <a:lnTo>
                    <a:pt x="2975" y="38030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0"/>
            <p:cNvSpPr/>
            <p:nvPr/>
          </p:nvSpPr>
          <p:spPr>
            <a:xfrm>
              <a:off x="2685825" y="3741900"/>
              <a:ext cx="403825" cy="1186075"/>
            </a:xfrm>
            <a:custGeom>
              <a:rect b="b" l="l" r="r" t="t"/>
              <a:pathLst>
                <a:path extrusionOk="0" h="47443" w="16153">
                  <a:moveTo>
                    <a:pt x="13783" y="1186"/>
                  </a:moveTo>
                  <a:lnTo>
                    <a:pt x="13901" y="1199"/>
                  </a:lnTo>
                  <a:lnTo>
                    <a:pt x="14020" y="1212"/>
                  </a:lnTo>
                  <a:lnTo>
                    <a:pt x="14138" y="1238"/>
                  </a:lnTo>
                  <a:lnTo>
                    <a:pt x="14243" y="1278"/>
                  </a:lnTo>
                  <a:lnTo>
                    <a:pt x="14349" y="1330"/>
                  </a:lnTo>
                  <a:lnTo>
                    <a:pt x="14454" y="1396"/>
                  </a:lnTo>
                  <a:lnTo>
                    <a:pt x="14546" y="1462"/>
                  </a:lnTo>
                  <a:lnTo>
                    <a:pt x="14625" y="1541"/>
                  </a:lnTo>
                  <a:lnTo>
                    <a:pt x="14704" y="1620"/>
                  </a:lnTo>
                  <a:lnTo>
                    <a:pt x="14770" y="1712"/>
                  </a:lnTo>
                  <a:lnTo>
                    <a:pt x="14836" y="1818"/>
                  </a:lnTo>
                  <a:lnTo>
                    <a:pt x="14875" y="1923"/>
                  </a:lnTo>
                  <a:lnTo>
                    <a:pt x="14928" y="2028"/>
                  </a:lnTo>
                  <a:lnTo>
                    <a:pt x="14954" y="2147"/>
                  </a:lnTo>
                  <a:lnTo>
                    <a:pt x="14967" y="2265"/>
                  </a:lnTo>
                  <a:lnTo>
                    <a:pt x="14981" y="2384"/>
                  </a:lnTo>
                  <a:lnTo>
                    <a:pt x="14967" y="2502"/>
                  </a:lnTo>
                  <a:lnTo>
                    <a:pt x="14954" y="2620"/>
                  </a:lnTo>
                  <a:lnTo>
                    <a:pt x="14928" y="2739"/>
                  </a:lnTo>
                  <a:lnTo>
                    <a:pt x="14875" y="2844"/>
                  </a:lnTo>
                  <a:lnTo>
                    <a:pt x="14836" y="2950"/>
                  </a:lnTo>
                  <a:lnTo>
                    <a:pt x="14770" y="3055"/>
                  </a:lnTo>
                  <a:lnTo>
                    <a:pt x="14704" y="3147"/>
                  </a:lnTo>
                  <a:lnTo>
                    <a:pt x="14625" y="3226"/>
                  </a:lnTo>
                  <a:lnTo>
                    <a:pt x="14546" y="3305"/>
                  </a:lnTo>
                  <a:lnTo>
                    <a:pt x="14454" y="3371"/>
                  </a:lnTo>
                  <a:lnTo>
                    <a:pt x="14349" y="3437"/>
                  </a:lnTo>
                  <a:lnTo>
                    <a:pt x="14243" y="3489"/>
                  </a:lnTo>
                  <a:lnTo>
                    <a:pt x="14138" y="3529"/>
                  </a:lnTo>
                  <a:lnTo>
                    <a:pt x="14020" y="3555"/>
                  </a:lnTo>
                  <a:lnTo>
                    <a:pt x="13901" y="3581"/>
                  </a:lnTo>
                  <a:lnTo>
                    <a:pt x="13651" y="3581"/>
                  </a:lnTo>
                  <a:lnTo>
                    <a:pt x="13533" y="3555"/>
                  </a:lnTo>
                  <a:lnTo>
                    <a:pt x="13427" y="3529"/>
                  </a:lnTo>
                  <a:lnTo>
                    <a:pt x="13309" y="3489"/>
                  </a:lnTo>
                  <a:lnTo>
                    <a:pt x="13204" y="3437"/>
                  </a:lnTo>
                  <a:lnTo>
                    <a:pt x="13111" y="3371"/>
                  </a:lnTo>
                  <a:lnTo>
                    <a:pt x="13019" y="3305"/>
                  </a:lnTo>
                  <a:lnTo>
                    <a:pt x="12927" y="3226"/>
                  </a:lnTo>
                  <a:lnTo>
                    <a:pt x="12861" y="3147"/>
                  </a:lnTo>
                  <a:lnTo>
                    <a:pt x="12782" y="3055"/>
                  </a:lnTo>
                  <a:lnTo>
                    <a:pt x="12730" y="2950"/>
                  </a:lnTo>
                  <a:lnTo>
                    <a:pt x="12677" y="2844"/>
                  </a:lnTo>
                  <a:lnTo>
                    <a:pt x="12637" y="2739"/>
                  </a:lnTo>
                  <a:lnTo>
                    <a:pt x="12611" y="2620"/>
                  </a:lnTo>
                  <a:lnTo>
                    <a:pt x="12585" y="2502"/>
                  </a:lnTo>
                  <a:lnTo>
                    <a:pt x="12585" y="2384"/>
                  </a:lnTo>
                  <a:lnTo>
                    <a:pt x="12585" y="2265"/>
                  </a:lnTo>
                  <a:lnTo>
                    <a:pt x="12611" y="2147"/>
                  </a:lnTo>
                  <a:lnTo>
                    <a:pt x="12637" y="2028"/>
                  </a:lnTo>
                  <a:lnTo>
                    <a:pt x="12677" y="1923"/>
                  </a:lnTo>
                  <a:lnTo>
                    <a:pt x="12730" y="1818"/>
                  </a:lnTo>
                  <a:lnTo>
                    <a:pt x="12782" y="1712"/>
                  </a:lnTo>
                  <a:lnTo>
                    <a:pt x="12861" y="1620"/>
                  </a:lnTo>
                  <a:lnTo>
                    <a:pt x="12927" y="1541"/>
                  </a:lnTo>
                  <a:lnTo>
                    <a:pt x="13019" y="1462"/>
                  </a:lnTo>
                  <a:lnTo>
                    <a:pt x="13111" y="1396"/>
                  </a:lnTo>
                  <a:lnTo>
                    <a:pt x="13204" y="1330"/>
                  </a:lnTo>
                  <a:lnTo>
                    <a:pt x="13309" y="1278"/>
                  </a:lnTo>
                  <a:lnTo>
                    <a:pt x="13427" y="1238"/>
                  </a:lnTo>
                  <a:lnTo>
                    <a:pt x="13533" y="1212"/>
                  </a:lnTo>
                  <a:lnTo>
                    <a:pt x="13651" y="1199"/>
                  </a:lnTo>
                  <a:lnTo>
                    <a:pt x="13783" y="1186"/>
                  </a:lnTo>
                  <a:close/>
                  <a:moveTo>
                    <a:pt x="13783" y="1"/>
                  </a:moveTo>
                  <a:lnTo>
                    <a:pt x="13533" y="14"/>
                  </a:lnTo>
                  <a:lnTo>
                    <a:pt x="13296" y="54"/>
                  </a:lnTo>
                  <a:lnTo>
                    <a:pt x="13072" y="106"/>
                  </a:lnTo>
                  <a:lnTo>
                    <a:pt x="12848" y="198"/>
                  </a:lnTo>
                  <a:lnTo>
                    <a:pt x="12651" y="291"/>
                  </a:lnTo>
                  <a:lnTo>
                    <a:pt x="12453" y="409"/>
                  </a:lnTo>
                  <a:lnTo>
                    <a:pt x="12269" y="554"/>
                  </a:lnTo>
                  <a:lnTo>
                    <a:pt x="12098" y="699"/>
                  </a:lnTo>
                  <a:lnTo>
                    <a:pt x="11940" y="870"/>
                  </a:lnTo>
                  <a:lnTo>
                    <a:pt x="11808" y="1054"/>
                  </a:lnTo>
                  <a:lnTo>
                    <a:pt x="11690" y="1251"/>
                  </a:lnTo>
                  <a:lnTo>
                    <a:pt x="11584" y="1462"/>
                  </a:lnTo>
                  <a:lnTo>
                    <a:pt x="11505" y="1673"/>
                  </a:lnTo>
                  <a:lnTo>
                    <a:pt x="11453" y="1910"/>
                  </a:lnTo>
                  <a:lnTo>
                    <a:pt x="11413" y="2147"/>
                  </a:lnTo>
                  <a:lnTo>
                    <a:pt x="11400" y="2384"/>
                  </a:lnTo>
                  <a:lnTo>
                    <a:pt x="11413" y="2594"/>
                  </a:lnTo>
                  <a:lnTo>
                    <a:pt x="11440" y="2792"/>
                  </a:lnTo>
                  <a:lnTo>
                    <a:pt x="11479" y="2989"/>
                  </a:lnTo>
                  <a:lnTo>
                    <a:pt x="11532" y="3173"/>
                  </a:lnTo>
                  <a:lnTo>
                    <a:pt x="11611" y="3358"/>
                  </a:lnTo>
                  <a:lnTo>
                    <a:pt x="11690" y="3529"/>
                  </a:lnTo>
                  <a:lnTo>
                    <a:pt x="11795" y="3700"/>
                  </a:lnTo>
                  <a:lnTo>
                    <a:pt x="11913" y="3858"/>
                  </a:lnTo>
                  <a:lnTo>
                    <a:pt x="12032" y="4003"/>
                  </a:lnTo>
                  <a:lnTo>
                    <a:pt x="12177" y="4134"/>
                  </a:lnTo>
                  <a:lnTo>
                    <a:pt x="12322" y="4266"/>
                  </a:lnTo>
                  <a:lnTo>
                    <a:pt x="12480" y="4371"/>
                  </a:lnTo>
                  <a:lnTo>
                    <a:pt x="12651" y="4477"/>
                  </a:lnTo>
                  <a:lnTo>
                    <a:pt x="12822" y="4556"/>
                  </a:lnTo>
                  <a:lnTo>
                    <a:pt x="13006" y="4635"/>
                  </a:lnTo>
                  <a:lnTo>
                    <a:pt x="13190" y="4687"/>
                  </a:lnTo>
                  <a:lnTo>
                    <a:pt x="13190" y="33410"/>
                  </a:lnTo>
                  <a:lnTo>
                    <a:pt x="1" y="46613"/>
                  </a:lnTo>
                  <a:lnTo>
                    <a:pt x="830" y="47442"/>
                  </a:lnTo>
                  <a:lnTo>
                    <a:pt x="14375" y="33897"/>
                  </a:lnTo>
                  <a:lnTo>
                    <a:pt x="14375" y="4687"/>
                  </a:lnTo>
                  <a:lnTo>
                    <a:pt x="14559" y="4635"/>
                  </a:lnTo>
                  <a:lnTo>
                    <a:pt x="14744" y="4556"/>
                  </a:lnTo>
                  <a:lnTo>
                    <a:pt x="14915" y="4477"/>
                  </a:lnTo>
                  <a:lnTo>
                    <a:pt x="15086" y="4371"/>
                  </a:lnTo>
                  <a:lnTo>
                    <a:pt x="15244" y="4253"/>
                  </a:lnTo>
                  <a:lnTo>
                    <a:pt x="15389" y="4134"/>
                  </a:lnTo>
                  <a:lnTo>
                    <a:pt x="15520" y="4003"/>
                  </a:lnTo>
                  <a:lnTo>
                    <a:pt x="15652" y="3845"/>
                  </a:lnTo>
                  <a:lnTo>
                    <a:pt x="15757" y="3700"/>
                  </a:lnTo>
                  <a:lnTo>
                    <a:pt x="15863" y="3529"/>
                  </a:lnTo>
                  <a:lnTo>
                    <a:pt x="15955" y="3358"/>
                  </a:lnTo>
                  <a:lnTo>
                    <a:pt x="16021" y="3173"/>
                  </a:lnTo>
                  <a:lnTo>
                    <a:pt x="16086" y="2989"/>
                  </a:lnTo>
                  <a:lnTo>
                    <a:pt x="16126" y="2792"/>
                  </a:lnTo>
                  <a:lnTo>
                    <a:pt x="16152" y="2594"/>
                  </a:lnTo>
                  <a:lnTo>
                    <a:pt x="16152" y="2384"/>
                  </a:lnTo>
                  <a:lnTo>
                    <a:pt x="16139" y="2147"/>
                  </a:lnTo>
                  <a:lnTo>
                    <a:pt x="16113" y="1910"/>
                  </a:lnTo>
                  <a:lnTo>
                    <a:pt x="16047" y="1673"/>
                  </a:lnTo>
                  <a:lnTo>
                    <a:pt x="15968" y="1462"/>
                  </a:lnTo>
                  <a:lnTo>
                    <a:pt x="15876" y="1251"/>
                  </a:lnTo>
                  <a:lnTo>
                    <a:pt x="15757" y="1054"/>
                  </a:lnTo>
                  <a:lnTo>
                    <a:pt x="15612" y="870"/>
                  </a:lnTo>
                  <a:lnTo>
                    <a:pt x="15454" y="699"/>
                  </a:lnTo>
                  <a:lnTo>
                    <a:pt x="15297" y="554"/>
                  </a:lnTo>
                  <a:lnTo>
                    <a:pt x="15112" y="409"/>
                  </a:lnTo>
                  <a:lnTo>
                    <a:pt x="14915" y="291"/>
                  </a:lnTo>
                  <a:lnTo>
                    <a:pt x="14704" y="198"/>
                  </a:lnTo>
                  <a:lnTo>
                    <a:pt x="14480" y="106"/>
                  </a:lnTo>
                  <a:lnTo>
                    <a:pt x="14257" y="54"/>
                  </a:lnTo>
                  <a:lnTo>
                    <a:pt x="14020" y="14"/>
                  </a:lnTo>
                  <a:lnTo>
                    <a:pt x="137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0"/>
            <p:cNvSpPr/>
            <p:nvPr/>
          </p:nvSpPr>
          <p:spPr>
            <a:xfrm>
              <a:off x="3121200" y="2079350"/>
              <a:ext cx="330100" cy="1344350"/>
            </a:xfrm>
            <a:custGeom>
              <a:rect b="b" l="l" r="r" t="t"/>
              <a:pathLst>
                <a:path extrusionOk="0" h="53774" w="13204">
                  <a:moveTo>
                    <a:pt x="2383" y="50193"/>
                  </a:moveTo>
                  <a:lnTo>
                    <a:pt x="2502" y="50207"/>
                  </a:lnTo>
                  <a:lnTo>
                    <a:pt x="2620" y="50220"/>
                  </a:lnTo>
                  <a:lnTo>
                    <a:pt x="2739" y="50246"/>
                  </a:lnTo>
                  <a:lnTo>
                    <a:pt x="2844" y="50286"/>
                  </a:lnTo>
                  <a:lnTo>
                    <a:pt x="2949" y="50338"/>
                  </a:lnTo>
                  <a:lnTo>
                    <a:pt x="3055" y="50404"/>
                  </a:lnTo>
                  <a:lnTo>
                    <a:pt x="3147" y="50470"/>
                  </a:lnTo>
                  <a:lnTo>
                    <a:pt x="3226" y="50549"/>
                  </a:lnTo>
                  <a:lnTo>
                    <a:pt x="3305" y="50628"/>
                  </a:lnTo>
                  <a:lnTo>
                    <a:pt x="3371" y="50720"/>
                  </a:lnTo>
                  <a:lnTo>
                    <a:pt x="3437" y="50825"/>
                  </a:lnTo>
                  <a:lnTo>
                    <a:pt x="3489" y="50931"/>
                  </a:lnTo>
                  <a:lnTo>
                    <a:pt x="3529" y="51036"/>
                  </a:lnTo>
                  <a:lnTo>
                    <a:pt x="3555" y="51154"/>
                  </a:lnTo>
                  <a:lnTo>
                    <a:pt x="3568" y="51273"/>
                  </a:lnTo>
                  <a:lnTo>
                    <a:pt x="3581" y="51391"/>
                  </a:lnTo>
                  <a:lnTo>
                    <a:pt x="3568" y="51510"/>
                  </a:lnTo>
                  <a:lnTo>
                    <a:pt x="3555" y="51628"/>
                  </a:lnTo>
                  <a:lnTo>
                    <a:pt x="3529" y="51747"/>
                  </a:lnTo>
                  <a:lnTo>
                    <a:pt x="3489" y="51852"/>
                  </a:lnTo>
                  <a:lnTo>
                    <a:pt x="3437" y="51957"/>
                  </a:lnTo>
                  <a:lnTo>
                    <a:pt x="3371" y="52063"/>
                  </a:lnTo>
                  <a:lnTo>
                    <a:pt x="3305" y="52155"/>
                  </a:lnTo>
                  <a:lnTo>
                    <a:pt x="3226" y="52234"/>
                  </a:lnTo>
                  <a:lnTo>
                    <a:pt x="3147" y="52313"/>
                  </a:lnTo>
                  <a:lnTo>
                    <a:pt x="3055" y="52379"/>
                  </a:lnTo>
                  <a:lnTo>
                    <a:pt x="2949" y="52444"/>
                  </a:lnTo>
                  <a:lnTo>
                    <a:pt x="2844" y="52497"/>
                  </a:lnTo>
                  <a:lnTo>
                    <a:pt x="2739" y="52536"/>
                  </a:lnTo>
                  <a:lnTo>
                    <a:pt x="2620" y="52563"/>
                  </a:lnTo>
                  <a:lnTo>
                    <a:pt x="2502" y="52589"/>
                  </a:lnTo>
                  <a:lnTo>
                    <a:pt x="2252" y="52589"/>
                  </a:lnTo>
                  <a:lnTo>
                    <a:pt x="2133" y="52563"/>
                  </a:lnTo>
                  <a:lnTo>
                    <a:pt x="2028" y="52536"/>
                  </a:lnTo>
                  <a:lnTo>
                    <a:pt x="1910" y="52497"/>
                  </a:lnTo>
                  <a:lnTo>
                    <a:pt x="1804" y="52444"/>
                  </a:lnTo>
                  <a:lnTo>
                    <a:pt x="1712" y="52379"/>
                  </a:lnTo>
                  <a:lnTo>
                    <a:pt x="1620" y="52313"/>
                  </a:lnTo>
                  <a:lnTo>
                    <a:pt x="1528" y="52234"/>
                  </a:lnTo>
                  <a:lnTo>
                    <a:pt x="1462" y="52155"/>
                  </a:lnTo>
                  <a:lnTo>
                    <a:pt x="1383" y="52063"/>
                  </a:lnTo>
                  <a:lnTo>
                    <a:pt x="1330" y="51957"/>
                  </a:lnTo>
                  <a:lnTo>
                    <a:pt x="1278" y="51852"/>
                  </a:lnTo>
                  <a:lnTo>
                    <a:pt x="1238" y="51747"/>
                  </a:lnTo>
                  <a:lnTo>
                    <a:pt x="1212" y="51628"/>
                  </a:lnTo>
                  <a:lnTo>
                    <a:pt x="1186" y="51510"/>
                  </a:lnTo>
                  <a:lnTo>
                    <a:pt x="1186" y="51391"/>
                  </a:lnTo>
                  <a:lnTo>
                    <a:pt x="1186" y="51273"/>
                  </a:lnTo>
                  <a:lnTo>
                    <a:pt x="1212" y="51154"/>
                  </a:lnTo>
                  <a:lnTo>
                    <a:pt x="1238" y="51036"/>
                  </a:lnTo>
                  <a:lnTo>
                    <a:pt x="1278" y="50931"/>
                  </a:lnTo>
                  <a:lnTo>
                    <a:pt x="1330" y="50825"/>
                  </a:lnTo>
                  <a:lnTo>
                    <a:pt x="1383" y="50720"/>
                  </a:lnTo>
                  <a:lnTo>
                    <a:pt x="1462" y="50628"/>
                  </a:lnTo>
                  <a:lnTo>
                    <a:pt x="1528" y="50549"/>
                  </a:lnTo>
                  <a:lnTo>
                    <a:pt x="1620" y="50470"/>
                  </a:lnTo>
                  <a:lnTo>
                    <a:pt x="1712" y="50404"/>
                  </a:lnTo>
                  <a:lnTo>
                    <a:pt x="1804" y="50338"/>
                  </a:lnTo>
                  <a:lnTo>
                    <a:pt x="1910" y="50286"/>
                  </a:lnTo>
                  <a:lnTo>
                    <a:pt x="2028" y="50246"/>
                  </a:lnTo>
                  <a:lnTo>
                    <a:pt x="2133" y="50220"/>
                  </a:lnTo>
                  <a:lnTo>
                    <a:pt x="2252" y="50207"/>
                  </a:lnTo>
                  <a:lnTo>
                    <a:pt x="2383" y="50193"/>
                  </a:lnTo>
                  <a:close/>
                  <a:moveTo>
                    <a:pt x="12019" y="1"/>
                  </a:moveTo>
                  <a:lnTo>
                    <a:pt x="12019" y="31817"/>
                  </a:lnTo>
                  <a:lnTo>
                    <a:pt x="1778" y="41690"/>
                  </a:lnTo>
                  <a:lnTo>
                    <a:pt x="1778" y="49088"/>
                  </a:lnTo>
                  <a:lnTo>
                    <a:pt x="1594" y="49140"/>
                  </a:lnTo>
                  <a:lnTo>
                    <a:pt x="1409" y="49219"/>
                  </a:lnTo>
                  <a:lnTo>
                    <a:pt x="1238" y="49311"/>
                  </a:lnTo>
                  <a:lnTo>
                    <a:pt x="1067" y="49404"/>
                  </a:lnTo>
                  <a:lnTo>
                    <a:pt x="922" y="49522"/>
                  </a:lnTo>
                  <a:lnTo>
                    <a:pt x="764" y="49640"/>
                  </a:lnTo>
                  <a:lnTo>
                    <a:pt x="633" y="49785"/>
                  </a:lnTo>
                  <a:lnTo>
                    <a:pt x="514" y="49930"/>
                  </a:lnTo>
                  <a:lnTo>
                    <a:pt x="396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80" y="50786"/>
                  </a:lnTo>
                  <a:lnTo>
                    <a:pt x="40" y="50983"/>
                  </a:lnTo>
                  <a:lnTo>
                    <a:pt x="14" y="51181"/>
                  </a:lnTo>
                  <a:lnTo>
                    <a:pt x="1" y="51391"/>
                  </a:lnTo>
                  <a:lnTo>
                    <a:pt x="14" y="51641"/>
                  </a:lnTo>
                  <a:lnTo>
                    <a:pt x="53" y="51865"/>
                  </a:lnTo>
                  <a:lnTo>
                    <a:pt x="106" y="52102"/>
                  </a:lnTo>
                  <a:lnTo>
                    <a:pt x="185" y="52313"/>
                  </a:lnTo>
                  <a:lnTo>
                    <a:pt x="290" y="52523"/>
                  </a:lnTo>
                  <a:lnTo>
                    <a:pt x="409" y="52721"/>
                  </a:lnTo>
                  <a:lnTo>
                    <a:pt x="541" y="52905"/>
                  </a:lnTo>
                  <a:lnTo>
                    <a:pt x="698" y="53076"/>
                  </a:lnTo>
                  <a:lnTo>
                    <a:pt x="870" y="53221"/>
                  </a:lnTo>
                  <a:lnTo>
                    <a:pt x="1054" y="53366"/>
                  </a:lnTo>
                  <a:lnTo>
                    <a:pt x="1251" y="53484"/>
                  </a:lnTo>
                  <a:lnTo>
                    <a:pt x="1449" y="53590"/>
                  </a:lnTo>
                  <a:lnTo>
                    <a:pt x="1673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1" y="53669"/>
                  </a:lnTo>
                  <a:lnTo>
                    <a:pt x="3305" y="53590"/>
                  </a:lnTo>
                  <a:lnTo>
                    <a:pt x="3515" y="53484"/>
                  </a:lnTo>
                  <a:lnTo>
                    <a:pt x="3713" y="53366"/>
                  </a:lnTo>
                  <a:lnTo>
                    <a:pt x="3897" y="53221"/>
                  </a:lnTo>
                  <a:lnTo>
                    <a:pt x="4055" y="53076"/>
                  </a:lnTo>
                  <a:lnTo>
                    <a:pt x="4213" y="52905"/>
                  </a:lnTo>
                  <a:lnTo>
                    <a:pt x="4358" y="52721"/>
                  </a:lnTo>
                  <a:lnTo>
                    <a:pt x="4476" y="52523"/>
                  </a:lnTo>
                  <a:lnTo>
                    <a:pt x="4569" y="52313"/>
                  </a:lnTo>
                  <a:lnTo>
                    <a:pt x="4648" y="52102"/>
                  </a:lnTo>
                  <a:lnTo>
                    <a:pt x="4713" y="51865"/>
                  </a:lnTo>
                  <a:lnTo>
                    <a:pt x="4740" y="51641"/>
                  </a:lnTo>
                  <a:lnTo>
                    <a:pt x="4753" y="51391"/>
                  </a:lnTo>
                  <a:lnTo>
                    <a:pt x="4753" y="51181"/>
                  </a:lnTo>
                  <a:lnTo>
                    <a:pt x="4727" y="50983"/>
                  </a:lnTo>
                  <a:lnTo>
                    <a:pt x="4687" y="50786"/>
                  </a:lnTo>
                  <a:lnTo>
                    <a:pt x="4621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58" y="50075"/>
                  </a:lnTo>
                  <a:lnTo>
                    <a:pt x="4253" y="49917"/>
                  </a:lnTo>
                  <a:lnTo>
                    <a:pt x="4121" y="49772"/>
                  </a:lnTo>
                  <a:lnTo>
                    <a:pt x="3989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1" y="49219"/>
                  </a:lnTo>
                  <a:lnTo>
                    <a:pt x="3160" y="49140"/>
                  </a:lnTo>
                  <a:lnTo>
                    <a:pt x="2963" y="49088"/>
                  </a:lnTo>
                  <a:lnTo>
                    <a:pt x="2963" y="42203"/>
                  </a:lnTo>
                  <a:lnTo>
                    <a:pt x="13204" y="32317"/>
                  </a:lnTo>
                  <a:lnTo>
                    <a:pt x="1320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0"/>
            <p:cNvSpPr/>
            <p:nvPr/>
          </p:nvSpPr>
          <p:spPr>
            <a:xfrm>
              <a:off x="3971900" y="1701900"/>
              <a:ext cx="510100" cy="834925"/>
            </a:xfrm>
            <a:custGeom>
              <a:rect b="b" l="l" r="r" t="t"/>
              <a:pathLst>
                <a:path extrusionOk="0" h="33397" w="20404">
                  <a:moveTo>
                    <a:pt x="2502" y="29829"/>
                  </a:moveTo>
                  <a:lnTo>
                    <a:pt x="2620" y="29842"/>
                  </a:lnTo>
                  <a:lnTo>
                    <a:pt x="2738" y="29881"/>
                  </a:lnTo>
                  <a:lnTo>
                    <a:pt x="2844" y="29921"/>
                  </a:lnTo>
                  <a:lnTo>
                    <a:pt x="2949" y="29974"/>
                  </a:lnTo>
                  <a:lnTo>
                    <a:pt x="3054" y="30026"/>
                  </a:lnTo>
                  <a:lnTo>
                    <a:pt x="3147" y="30092"/>
                  </a:lnTo>
                  <a:lnTo>
                    <a:pt x="3225" y="30171"/>
                  </a:lnTo>
                  <a:lnTo>
                    <a:pt x="3304" y="30263"/>
                  </a:lnTo>
                  <a:lnTo>
                    <a:pt x="3370" y="30355"/>
                  </a:lnTo>
                  <a:lnTo>
                    <a:pt x="3436" y="30448"/>
                  </a:lnTo>
                  <a:lnTo>
                    <a:pt x="3489" y="30553"/>
                  </a:lnTo>
                  <a:lnTo>
                    <a:pt x="3528" y="30671"/>
                  </a:lnTo>
                  <a:lnTo>
                    <a:pt x="3555" y="30777"/>
                  </a:lnTo>
                  <a:lnTo>
                    <a:pt x="3568" y="30895"/>
                  </a:lnTo>
                  <a:lnTo>
                    <a:pt x="3581" y="31027"/>
                  </a:lnTo>
                  <a:lnTo>
                    <a:pt x="3568" y="31145"/>
                  </a:lnTo>
                  <a:lnTo>
                    <a:pt x="3555" y="31264"/>
                  </a:lnTo>
                  <a:lnTo>
                    <a:pt x="3528" y="31382"/>
                  </a:lnTo>
                  <a:lnTo>
                    <a:pt x="3489" y="31487"/>
                  </a:lnTo>
                  <a:lnTo>
                    <a:pt x="3436" y="31593"/>
                  </a:lnTo>
                  <a:lnTo>
                    <a:pt x="3370" y="31685"/>
                  </a:lnTo>
                  <a:lnTo>
                    <a:pt x="3304" y="31777"/>
                  </a:lnTo>
                  <a:lnTo>
                    <a:pt x="3225" y="31869"/>
                  </a:lnTo>
                  <a:lnTo>
                    <a:pt x="3147" y="31948"/>
                  </a:lnTo>
                  <a:lnTo>
                    <a:pt x="3054" y="32014"/>
                  </a:lnTo>
                  <a:lnTo>
                    <a:pt x="2949" y="32067"/>
                  </a:lnTo>
                  <a:lnTo>
                    <a:pt x="2844" y="32119"/>
                  </a:lnTo>
                  <a:lnTo>
                    <a:pt x="2738" y="32159"/>
                  </a:lnTo>
                  <a:lnTo>
                    <a:pt x="2620" y="32198"/>
                  </a:lnTo>
                  <a:lnTo>
                    <a:pt x="2502" y="32211"/>
                  </a:lnTo>
                  <a:lnTo>
                    <a:pt x="2251" y="32211"/>
                  </a:lnTo>
                  <a:lnTo>
                    <a:pt x="2133" y="32198"/>
                  </a:lnTo>
                  <a:lnTo>
                    <a:pt x="2028" y="32159"/>
                  </a:lnTo>
                  <a:lnTo>
                    <a:pt x="1909" y="32119"/>
                  </a:lnTo>
                  <a:lnTo>
                    <a:pt x="1804" y="32067"/>
                  </a:lnTo>
                  <a:lnTo>
                    <a:pt x="1712" y="32014"/>
                  </a:lnTo>
                  <a:lnTo>
                    <a:pt x="1620" y="31948"/>
                  </a:lnTo>
                  <a:lnTo>
                    <a:pt x="1527" y="31869"/>
                  </a:lnTo>
                  <a:lnTo>
                    <a:pt x="1462" y="31777"/>
                  </a:lnTo>
                  <a:lnTo>
                    <a:pt x="1383" y="31685"/>
                  </a:lnTo>
                  <a:lnTo>
                    <a:pt x="1330" y="31593"/>
                  </a:lnTo>
                  <a:lnTo>
                    <a:pt x="1277" y="31487"/>
                  </a:lnTo>
                  <a:lnTo>
                    <a:pt x="1238" y="31382"/>
                  </a:lnTo>
                  <a:lnTo>
                    <a:pt x="1211" y="31264"/>
                  </a:lnTo>
                  <a:lnTo>
                    <a:pt x="1185" y="31145"/>
                  </a:lnTo>
                  <a:lnTo>
                    <a:pt x="1185" y="31027"/>
                  </a:lnTo>
                  <a:lnTo>
                    <a:pt x="1185" y="30895"/>
                  </a:lnTo>
                  <a:lnTo>
                    <a:pt x="1211" y="30777"/>
                  </a:lnTo>
                  <a:lnTo>
                    <a:pt x="1238" y="30671"/>
                  </a:lnTo>
                  <a:lnTo>
                    <a:pt x="1277" y="30553"/>
                  </a:lnTo>
                  <a:lnTo>
                    <a:pt x="1330" y="30448"/>
                  </a:lnTo>
                  <a:lnTo>
                    <a:pt x="1383" y="30355"/>
                  </a:lnTo>
                  <a:lnTo>
                    <a:pt x="1462" y="30263"/>
                  </a:lnTo>
                  <a:lnTo>
                    <a:pt x="1527" y="30171"/>
                  </a:lnTo>
                  <a:lnTo>
                    <a:pt x="1620" y="30092"/>
                  </a:lnTo>
                  <a:lnTo>
                    <a:pt x="1712" y="30026"/>
                  </a:lnTo>
                  <a:lnTo>
                    <a:pt x="1804" y="29974"/>
                  </a:lnTo>
                  <a:lnTo>
                    <a:pt x="1909" y="29921"/>
                  </a:lnTo>
                  <a:lnTo>
                    <a:pt x="2028" y="29881"/>
                  </a:lnTo>
                  <a:lnTo>
                    <a:pt x="2133" y="29842"/>
                  </a:lnTo>
                  <a:lnTo>
                    <a:pt x="2251" y="29829"/>
                  </a:lnTo>
                  <a:close/>
                  <a:moveTo>
                    <a:pt x="1751" y="0"/>
                  </a:moveTo>
                  <a:lnTo>
                    <a:pt x="1751" y="28723"/>
                  </a:lnTo>
                  <a:lnTo>
                    <a:pt x="1567" y="28789"/>
                  </a:lnTo>
                  <a:lnTo>
                    <a:pt x="1383" y="28868"/>
                  </a:lnTo>
                  <a:lnTo>
                    <a:pt x="1211" y="28947"/>
                  </a:lnTo>
                  <a:lnTo>
                    <a:pt x="1054" y="29052"/>
                  </a:lnTo>
                  <a:lnTo>
                    <a:pt x="896" y="29158"/>
                  </a:lnTo>
                  <a:lnTo>
                    <a:pt x="751" y="29289"/>
                  </a:lnTo>
                  <a:lnTo>
                    <a:pt x="619" y="29421"/>
                  </a:lnTo>
                  <a:lnTo>
                    <a:pt x="501" y="29566"/>
                  </a:lnTo>
                  <a:lnTo>
                    <a:pt x="382" y="29724"/>
                  </a:lnTo>
                  <a:lnTo>
                    <a:pt x="290" y="29895"/>
                  </a:lnTo>
                  <a:lnTo>
                    <a:pt x="198" y="30066"/>
                  </a:lnTo>
                  <a:lnTo>
                    <a:pt x="132" y="30237"/>
                  </a:lnTo>
                  <a:lnTo>
                    <a:pt x="79" y="30421"/>
                  </a:lnTo>
                  <a:lnTo>
                    <a:pt x="40" y="30619"/>
                  </a:lnTo>
                  <a:lnTo>
                    <a:pt x="14" y="30816"/>
                  </a:lnTo>
                  <a:lnTo>
                    <a:pt x="0" y="31027"/>
                  </a:lnTo>
                  <a:lnTo>
                    <a:pt x="14" y="31264"/>
                  </a:lnTo>
                  <a:lnTo>
                    <a:pt x="53" y="31501"/>
                  </a:lnTo>
                  <a:lnTo>
                    <a:pt x="106" y="31724"/>
                  </a:lnTo>
                  <a:lnTo>
                    <a:pt x="185" y="31948"/>
                  </a:lnTo>
                  <a:lnTo>
                    <a:pt x="290" y="32159"/>
                  </a:lnTo>
                  <a:lnTo>
                    <a:pt x="409" y="32343"/>
                  </a:lnTo>
                  <a:lnTo>
                    <a:pt x="540" y="32527"/>
                  </a:lnTo>
                  <a:lnTo>
                    <a:pt x="698" y="32698"/>
                  </a:lnTo>
                  <a:lnTo>
                    <a:pt x="869" y="32856"/>
                  </a:lnTo>
                  <a:lnTo>
                    <a:pt x="1054" y="32988"/>
                  </a:lnTo>
                  <a:lnTo>
                    <a:pt x="1251" y="33107"/>
                  </a:lnTo>
                  <a:lnTo>
                    <a:pt x="1448" y="33212"/>
                  </a:lnTo>
                  <a:lnTo>
                    <a:pt x="1672" y="33291"/>
                  </a:lnTo>
                  <a:lnTo>
                    <a:pt x="1896" y="33357"/>
                  </a:lnTo>
                  <a:lnTo>
                    <a:pt x="2133" y="33383"/>
                  </a:lnTo>
                  <a:lnTo>
                    <a:pt x="2383" y="33396"/>
                  </a:lnTo>
                  <a:lnTo>
                    <a:pt x="2620" y="33383"/>
                  </a:lnTo>
                  <a:lnTo>
                    <a:pt x="2857" y="33357"/>
                  </a:lnTo>
                  <a:lnTo>
                    <a:pt x="3081" y="33291"/>
                  </a:lnTo>
                  <a:lnTo>
                    <a:pt x="3304" y="33212"/>
                  </a:lnTo>
                  <a:lnTo>
                    <a:pt x="3515" y="33107"/>
                  </a:lnTo>
                  <a:lnTo>
                    <a:pt x="3713" y="32988"/>
                  </a:lnTo>
                  <a:lnTo>
                    <a:pt x="3897" y="32856"/>
                  </a:lnTo>
                  <a:lnTo>
                    <a:pt x="4055" y="32698"/>
                  </a:lnTo>
                  <a:lnTo>
                    <a:pt x="4213" y="32527"/>
                  </a:lnTo>
                  <a:lnTo>
                    <a:pt x="4358" y="32343"/>
                  </a:lnTo>
                  <a:lnTo>
                    <a:pt x="4476" y="32159"/>
                  </a:lnTo>
                  <a:lnTo>
                    <a:pt x="4568" y="31948"/>
                  </a:lnTo>
                  <a:lnTo>
                    <a:pt x="4647" y="31724"/>
                  </a:lnTo>
                  <a:lnTo>
                    <a:pt x="4713" y="31501"/>
                  </a:lnTo>
                  <a:lnTo>
                    <a:pt x="4752" y="31264"/>
                  </a:lnTo>
                  <a:lnTo>
                    <a:pt x="4752" y="31027"/>
                  </a:lnTo>
                  <a:lnTo>
                    <a:pt x="4752" y="30816"/>
                  </a:lnTo>
                  <a:lnTo>
                    <a:pt x="4726" y="30605"/>
                  </a:lnTo>
                  <a:lnTo>
                    <a:pt x="4673" y="30408"/>
                  </a:lnTo>
                  <a:lnTo>
                    <a:pt x="4621" y="30224"/>
                  </a:lnTo>
                  <a:lnTo>
                    <a:pt x="4542" y="30039"/>
                  </a:lnTo>
                  <a:lnTo>
                    <a:pt x="4450" y="29855"/>
                  </a:lnTo>
                  <a:lnTo>
                    <a:pt x="4358" y="29697"/>
                  </a:lnTo>
                  <a:lnTo>
                    <a:pt x="4239" y="29539"/>
                  </a:lnTo>
                  <a:lnTo>
                    <a:pt x="4107" y="29381"/>
                  </a:lnTo>
                  <a:lnTo>
                    <a:pt x="3963" y="29250"/>
                  </a:lnTo>
                  <a:lnTo>
                    <a:pt x="3818" y="29131"/>
                  </a:lnTo>
                  <a:lnTo>
                    <a:pt x="3660" y="29013"/>
                  </a:lnTo>
                  <a:lnTo>
                    <a:pt x="3489" y="28921"/>
                  </a:lnTo>
                  <a:lnTo>
                    <a:pt x="3304" y="28828"/>
                  </a:lnTo>
                  <a:lnTo>
                    <a:pt x="3120" y="28763"/>
                  </a:lnTo>
                  <a:lnTo>
                    <a:pt x="2923" y="28710"/>
                  </a:lnTo>
                  <a:lnTo>
                    <a:pt x="2923" y="1172"/>
                  </a:lnTo>
                  <a:lnTo>
                    <a:pt x="20404" y="1172"/>
                  </a:lnTo>
                  <a:lnTo>
                    <a:pt x="204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0"/>
            <p:cNvSpPr/>
            <p:nvPr/>
          </p:nvSpPr>
          <p:spPr>
            <a:xfrm>
              <a:off x="4109775" y="1804900"/>
              <a:ext cx="372225" cy="731925"/>
            </a:xfrm>
            <a:custGeom>
              <a:rect b="b" l="l" r="r" t="t"/>
              <a:pathLst>
                <a:path extrusionOk="0" h="29277" w="14889">
                  <a:moveTo>
                    <a:pt x="2502" y="25709"/>
                  </a:moveTo>
                  <a:lnTo>
                    <a:pt x="2620" y="25722"/>
                  </a:lnTo>
                  <a:lnTo>
                    <a:pt x="2726" y="25761"/>
                  </a:lnTo>
                  <a:lnTo>
                    <a:pt x="2844" y="25801"/>
                  </a:lnTo>
                  <a:lnTo>
                    <a:pt x="2950" y="25854"/>
                  </a:lnTo>
                  <a:lnTo>
                    <a:pt x="3042" y="25906"/>
                  </a:lnTo>
                  <a:lnTo>
                    <a:pt x="3134" y="25972"/>
                  </a:lnTo>
                  <a:lnTo>
                    <a:pt x="3226" y="26051"/>
                  </a:lnTo>
                  <a:lnTo>
                    <a:pt x="3305" y="26143"/>
                  </a:lnTo>
                  <a:lnTo>
                    <a:pt x="3371" y="26235"/>
                  </a:lnTo>
                  <a:lnTo>
                    <a:pt x="3423" y="26328"/>
                  </a:lnTo>
                  <a:lnTo>
                    <a:pt x="3476" y="26433"/>
                  </a:lnTo>
                  <a:lnTo>
                    <a:pt x="3516" y="26551"/>
                  </a:lnTo>
                  <a:lnTo>
                    <a:pt x="3555" y="26657"/>
                  </a:lnTo>
                  <a:lnTo>
                    <a:pt x="3568" y="26775"/>
                  </a:lnTo>
                  <a:lnTo>
                    <a:pt x="3568" y="26907"/>
                  </a:lnTo>
                  <a:lnTo>
                    <a:pt x="3568" y="27025"/>
                  </a:lnTo>
                  <a:lnTo>
                    <a:pt x="3555" y="27144"/>
                  </a:lnTo>
                  <a:lnTo>
                    <a:pt x="3516" y="27262"/>
                  </a:lnTo>
                  <a:lnTo>
                    <a:pt x="3476" y="27367"/>
                  </a:lnTo>
                  <a:lnTo>
                    <a:pt x="3423" y="27473"/>
                  </a:lnTo>
                  <a:lnTo>
                    <a:pt x="3371" y="27565"/>
                  </a:lnTo>
                  <a:lnTo>
                    <a:pt x="3305" y="27657"/>
                  </a:lnTo>
                  <a:lnTo>
                    <a:pt x="3226" y="27749"/>
                  </a:lnTo>
                  <a:lnTo>
                    <a:pt x="3134" y="27828"/>
                  </a:lnTo>
                  <a:lnTo>
                    <a:pt x="3042" y="27894"/>
                  </a:lnTo>
                  <a:lnTo>
                    <a:pt x="2950" y="27947"/>
                  </a:lnTo>
                  <a:lnTo>
                    <a:pt x="2844" y="27999"/>
                  </a:lnTo>
                  <a:lnTo>
                    <a:pt x="2726" y="28039"/>
                  </a:lnTo>
                  <a:lnTo>
                    <a:pt x="2620" y="28078"/>
                  </a:lnTo>
                  <a:lnTo>
                    <a:pt x="2502" y="28091"/>
                  </a:lnTo>
                  <a:lnTo>
                    <a:pt x="2252" y="28091"/>
                  </a:lnTo>
                  <a:lnTo>
                    <a:pt x="2133" y="28078"/>
                  </a:lnTo>
                  <a:lnTo>
                    <a:pt x="2015" y="28039"/>
                  </a:lnTo>
                  <a:lnTo>
                    <a:pt x="1910" y="27999"/>
                  </a:lnTo>
                  <a:lnTo>
                    <a:pt x="1804" y="27947"/>
                  </a:lnTo>
                  <a:lnTo>
                    <a:pt x="1712" y="27894"/>
                  </a:lnTo>
                  <a:lnTo>
                    <a:pt x="1620" y="27828"/>
                  </a:lnTo>
                  <a:lnTo>
                    <a:pt x="1528" y="27749"/>
                  </a:lnTo>
                  <a:lnTo>
                    <a:pt x="1449" y="27657"/>
                  </a:lnTo>
                  <a:lnTo>
                    <a:pt x="1383" y="27565"/>
                  </a:lnTo>
                  <a:lnTo>
                    <a:pt x="1317" y="27473"/>
                  </a:lnTo>
                  <a:lnTo>
                    <a:pt x="1278" y="27367"/>
                  </a:lnTo>
                  <a:lnTo>
                    <a:pt x="1238" y="27262"/>
                  </a:lnTo>
                  <a:lnTo>
                    <a:pt x="1199" y="27144"/>
                  </a:lnTo>
                  <a:lnTo>
                    <a:pt x="1186" y="27025"/>
                  </a:lnTo>
                  <a:lnTo>
                    <a:pt x="1172" y="26907"/>
                  </a:lnTo>
                  <a:lnTo>
                    <a:pt x="1186" y="26775"/>
                  </a:lnTo>
                  <a:lnTo>
                    <a:pt x="1199" y="26657"/>
                  </a:lnTo>
                  <a:lnTo>
                    <a:pt x="1238" y="26551"/>
                  </a:lnTo>
                  <a:lnTo>
                    <a:pt x="1278" y="26433"/>
                  </a:lnTo>
                  <a:lnTo>
                    <a:pt x="1317" y="26328"/>
                  </a:lnTo>
                  <a:lnTo>
                    <a:pt x="1383" y="26235"/>
                  </a:lnTo>
                  <a:lnTo>
                    <a:pt x="1449" y="26143"/>
                  </a:lnTo>
                  <a:lnTo>
                    <a:pt x="1528" y="26051"/>
                  </a:lnTo>
                  <a:lnTo>
                    <a:pt x="1620" y="25972"/>
                  </a:lnTo>
                  <a:lnTo>
                    <a:pt x="1712" y="25906"/>
                  </a:lnTo>
                  <a:lnTo>
                    <a:pt x="1804" y="25854"/>
                  </a:lnTo>
                  <a:lnTo>
                    <a:pt x="1910" y="25801"/>
                  </a:lnTo>
                  <a:lnTo>
                    <a:pt x="2015" y="25761"/>
                  </a:lnTo>
                  <a:lnTo>
                    <a:pt x="2133" y="25722"/>
                  </a:lnTo>
                  <a:lnTo>
                    <a:pt x="2252" y="25709"/>
                  </a:lnTo>
                  <a:close/>
                  <a:moveTo>
                    <a:pt x="1725" y="1"/>
                  </a:moveTo>
                  <a:lnTo>
                    <a:pt x="1725" y="24616"/>
                  </a:lnTo>
                  <a:lnTo>
                    <a:pt x="1541" y="24669"/>
                  </a:lnTo>
                  <a:lnTo>
                    <a:pt x="1357" y="24748"/>
                  </a:lnTo>
                  <a:lnTo>
                    <a:pt x="1186" y="24840"/>
                  </a:lnTo>
                  <a:lnTo>
                    <a:pt x="1028" y="24945"/>
                  </a:lnTo>
                  <a:lnTo>
                    <a:pt x="883" y="25051"/>
                  </a:lnTo>
                  <a:lnTo>
                    <a:pt x="738" y="25182"/>
                  </a:lnTo>
                  <a:lnTo>
                    <a:pt x="606" y="25314"/>
                  </a:lnTo>
                  <a:lnTo>
                    <a:pt x="488" y="25459"/>
                  </a:lnTo>
                  <a:lnTo>
                    <a:pt x="383" y="25617"/>
                  </a:lnTo>
                  <a:lnTo>
                    <a:pt x="277" y="25775"/>
                  </a:lnTo>
                  <a:lnTo>
                    <a:pt x="198" y="25946"/>
                  </a:lnTo>
                  <a:lnTo>
                    <a:pt x="133" y="26130"/>
                  </a:lnTo>
                  <a:lnTo>
                    <a:pt x="67" y="26314"/>
                  </a:lnTo>
                  <a:lnTo>
                    <a:pt x="27" y="26499"/>
                  </a:lnTo>
                  <a:lnTo>
                    <a:pt x="1" y="26696"/>
                  </a:lnTo>
                  <a:lnTo>
                    <a:pt x="1" y="26907"/>
                  </a:lnTo>
                  <a:lnTo>
                    <a:pt x="14" y="27144"/>
                  </a:lnTo>
                  <a:lnTo>
                    <a:pt x="40" y="27381"/>
                  </a:lnTo>
                  <a:lnTo>
                    <a:pt x="106" y="27604"/>
                  </a:lnTo>
                  <a:lnTo>
                    <a:pt x="185" y="27828"/>
                  </a:lnTo>
                  <a:lnTo>
                    <a:pt x="291" y="28039"/>
                  </a:lnTo>
                  <a:lnTo>
                    <a:pt x="409" y="28223"/>
                  </a:lnTo>
                  <a:lnTo>
                    <a:pt x="541" y="28407"/>
                  </a:lnTo>
                  <a:lnTo>
                    <a:pt x="699" y="28578"/>
                  </a:lnTo>
                  <a:lnTo>
                    <a:pt x="870" y="28736"/>
                  </a:lnTo>
                  <a:lnTo>
                    <a:pt x="1041" y="28868"/>
                  </a:lnTo>
                  <a:lnTo>
                    <a:pt x="1238" y="28987"/>
                  </a:lnTo>
                  <a:lnTo>
                    <a:pt x="1449" y="29092"/>
                  </a:lnTo>
                  <a:lnTo>
                    <a:pt x="1673" y="29171"/>
                  </a:lnTo>
                  <a:lnTo>
                    <a:pt x="1896" y="29237"/>
                  </a:lnTo>
                  <a:lnTo>
                    <a:pt x="2133" y="29263"/>
                  </a:lnTo>
                  <a:lnTo>
                    <a:pt x="2370" y="29276"/>
                  </a:lnTo>
                  <a:lnTo>
                    <a:pt x="2620" y="29263"/>
                  </a:lnTo>
                  <a:lnTo>
                    <a:pt x="2857" y="29237"/>
                  </a:lnTo>
                  <a:lnTo>
                    <a:pt x="3081" y="29171"/>
                  </a:lnTo>
                  <a:lnTo>
                    <a:pt x="3305" y="29092"/>
                  </a:lnTo>
                  <a:lnTo>
                    <a:pt x="3502" y="28987"/>
                  </a:lnTo>
                  <a:lnTo>
                    <a:pt x="3700" y="28868"/>
                  </a:lnTo>
                  <a:lnTo>
                    <a:pt x="3884" y="28736"/>
                  </a:lnTo>
                  <a:lnTo>
                    <a:pt x="4055" y="28578"/>
                  </a:lnTo>
                  <a:lnTo>
                    <a:pt x="4213" y="28407"/>
                  </a:lnTo>
                  <a:lnTo>
                    <a:pt x="4345" y="28223"/>
                  </a:lnTo>
                  <a:lnTo>
                    <a:pt x="4463" y="28039"/>
                  </a:lnTo>
                  <a:lnTo>
                    <a:pt x="4569" y="27828"/>
                  </a:lnTo>
                  <a:lnTo>
                    <a:pt x="4648" y="27604"/>
                  </a:lnTo>
                  <a:lnTo>
                    <a:pt x="4700" y="27381"/>
                  </a:lnTo>
                  <a:lnTo>
                    <a:pt x="4740" y="27144"/>
                  </a:lnTo>
                  <a:lnTo>
                    <a:pt x="4753" y="26907"/>
                  </a:lnTo>
                  <a:lnTo>
                    <a:pt x="4740" y="26696"/>
                  </a:lnTo>
                  <a:lnTo>
                    <a:pt x="4713" y="26485"/>
                  </a:lnTo>
                  <a:lnTo>
                    <a:pt x="4674" y="26288"/>
                  </a:lnTo>
                  <a:lnTo>
                    <a:pt x="4608" y="26091"/>
                  </a:lnTo>
                  <a:lnTo>
                    <a:pt x="4542" y="25906"/>
                  </a:lnTo>
                  <a:lnTo>
                    <a:pt x="4450" y="25735"/>
                  </a:lnTo>
                  <a:lnTo>
                    <a:pt x="4345" y="25564"/>
                  </a:lnTo>
                  <a:lnTo>
                    <a:pt x="4226" y="25406"/>
                  </a:lnTo>
                  <a:lnTo>
                    <a:pt x="4095" y="25261"/>
                  </a:lnTo>
                  <a:lnTo>
                    <a:pt x="3950" y="25116"/>
                  </a:lnTo>
                  <a:lnTo>
                    <a:pt x="3805" y="24998"/>
                  </a:lnTo>
                  <a:lnTo>
                    <a:pt x="3634" y="24880"/>
                  </a:lnTo>
                  <a:lnTo>
                    <a:pt x="3463" y="24787"/>
                  </a:lnTo>
                  <a:lnTo>
                    <a:pt x="3292" y="24708"/>
                  </a:lnTo>
                  <a:lnTo>
                    <a:pt x="3094" y="24629"/>
                  </a:lnTo>
                  <a:lnTo>
                    <a:pt x="2897" y="24577"/>
                  </a:lnTo>
                  <a:lnTo>
                    <a:pt x="2897" y="1172"/>
                  </a:lnTo>
                  <a:lnTo>
                    <a:pt x="14889" y="1172"/>
                  </a:lnTo>
                  <a:lnTo>
                    <a:pt x="1488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0"/>
            <p:cNvSpPr/>
            <p:nvPr/>
          </p:nvSpPr>
          <p:spPr>
            <a:xfrm>
              <a:off x="3884350" y="1915475"/>
              <a:ext cx="571000" cy="841175"/>
            </a:xfrm>
            <a:custGeom>
              <a:rect b="b" l="l" r="r" t="t"/>
              <a:pathLst>
                <a:path extrusionOk="0" h="33647" w="22840">
                  <a:moveTo>
                    <a:pt x="2502" y="30079"/>
                  </a:moveTo>
                  <a:lnTo>
                    <a:pt x="2620" y="30092"/>
                  </a:lnTo>
                  <a:lnTo>
                    <a:pt x="2739" y="30132"/>
                  </a:lnTo>
                  <a:lnTo>
                    <a:pt x="2844" y="30171"/>
                  </a:lnTo>
                  <a:lnTo>
                    <a:pt x="2950" y="30224"/>
                  </a:lnTo>
                  <a:lnTo>
                    <a:pt x="3055" y="30277"/>
                  </a:lnTo>
                  <a:lnTo>
                    <a:pt x="3147" y="30342"/>
                  </a:lnTo>
                  <a:lnTo>
                    <a:pt x="3226" y="30421"/>
                  </a:lnTo>
                  <a:lnTo>
                    <a:pt x="3305" y="30513"/>
                  </a:lnTo>
                  <a:lnTo>
                    <a:pt x="3371" y="30606"/>
                  </a:lnTo>
                  <a:lnTo>
                    <a:pt x="3437" y="30698"/>
                  </a:lnTo>
                  <a:lnTo>
                    <a:pt x="3489" y="30803"/>
                  </a:lnTo>
                  <a:lnTo>
                    <a:pt x="3529" y="30908"/>
                  </a:lnTo>
                  <a:lnTo>
                    <a:pt x="3555" y="31027"/>
                  </a:lnTo>
                  <a:lnTo>
                    <a:pt x="3568" y="31145"/>
                  </a:lnTo>
                  <a:lnTo>
                    <a:pt x="3581" y="31264"/>
                  </a:lnTo>
                  <a:lnTo>
                    <a:pt x="3568" y="31395"/>
                  </a:lnTo>
                  <a:lnTo>
                    <a:pt x="3555" y="31514"/>
                  </a:lnTo>
                  <a:lnTo>
                    <a:pt x="3529" y="31632"/>
                  </a:lnTo>
                  <a:lnTo>
                    <a:pt x="3489" y="31738"/>
                  </a:lnTo>
                  <a:lnTo>
                    <a:pt x="3437" y="31843"/>
                  </a:lnTo>
                  <a:lnTo>
                    <a:pt x="3371" y="31935"/>
                  </a:lnTo>
                  <a:lnTo>
                    <a:pt x="3305" y="32027"/>
                  </a:lnTo>
                  <a:lnTo>
                    <a:pt x="3226" y="32119"/>
                  </a:lnTo>
                  <a:lnTo>
                    <a:pt x="3147" y="32198"/>
                  </a:lnTo>
                  <a:lnTo>
                    <a:pt x="3055" y="32264"/>
                  </a:lnTo>
                  <a:lnTo>
                    <a:pt x="2950" y="32317"/>
                  </a:lnTo>
                  <a:lnTo>
                    <a:pt x="2844" y="32370"/>
                  </a:lnTo>
                  <a:lnTo>
                    <a:pt x="2739" y="32409"/>
                  </a:lnTo>
                  <a:lnTo>
                    <a:pt x="2620" y="32449"/>
                  </a:lnTo>
                  <a:lnTo>
                    <a:pt x="2502" y="32462"/>
                  </a:lnTo>
                  <a:lnTo>
                    <a:pt x="2265" y="32462"/>
                  </a:lnTo>
                  <a:lnTo>
                    <a:pt x="2147" y="32449"/>
                  </a:lnTo>
                  <a:lnTo>
                    <a:pt x="2028" y="32409"/>
                  </a:lnTo>
                  <a:lnTo>
                    <a:pt x="1923" y="32370"/>
                  </a:lnTo>
                  <a:lnTo>
                    <a:pt x="1818" y="32317"/>
                  </a:lnTo>
                  <a:lnTo>
                    <a:pt x="1712" y="32264"/>
                  </a:lnTo>
                  <a:lnTo>
                    <a:pt x="1620" y="32198"/>
                  </a:lnTo>
                  <a:lnTo>
                    <a:pt x="1541" y="32119"/>
                  </a:lnTo>
                  <a:lnTo>
                    <a:pt x="1462" y="32027"/>
                  </a:lnTo>
                  <a:lnTo>
                    <a:pt x="1396" y="31935"/>
                  </a:lnTo>
                  <a:lnTo>
                    <a:pt x="1330" y="31843"/>
                  </a:lnTo>
                  <a:lnTo>
                    <a:pt x="1278" y="31738"/>
                  </a:lnTo>
                  <a:lnTo>
                    <a:pt x="1238" y="31632"/>
                  </a:lnTo>
                  <a:lnTo>
                    <a:pt x="1212" y="31514"/>
                  </a:lnTo>
                  <a:lnTo>
                    <a:pt x="1186" y="31395"/>
                  </a:lnTo>
                  <a:lnTo>
                    <a:pt x="1186" y="31264"/>
                  </a:lnTo>
                  <a:lnTo>
                    <a:pt x="1186" y="31145"/>
                  </a:lnTo>
                  <a:lnTo>
                    <a:pt x="1212" y="31027"/>
                  </a:lnTo>
                  <a:lnTo>
                    <a:pt x="1238" y="30908"/>
                  </a:lnTo>
                  <a:lnTo>
                    <a:pt x="1278" y="30803"/>
                  </a:lnTo>
                  <a:lnTo>
                    <a:pt x="1330" y="30698"/>
                  </a:lnTo>
                  <a:lnTo>
                    <a:pt x="1396" y="30606"/>
                  </a:lnTo>
                  <a:lnTo>
                    <a:pt x="1462" y="30513"/>
                  </a:lnTo>
                  <a:lnTo>
                    <a:pt x="1541" y="30421"/>
                  </a:lnTo>
                  <a:lnTo>
                    <a:pt x="1620" y="30342"/>
                  </a:lnTo>
                  <a:lnTo>
                    <a:pt x="1712" y="30277"/>
                  </a:lnTo>
                  <a:lnTo>
                    <a:pt x="1818" y="30224"/>
                  </a:lnTo>
                  <a:lnTo>
                    <a:pt x="1923" y="30171"/>
                  </a:lnTo>
                  <a:lnTo>
                    <a:pt x="2028" y="30132"/>
                  </a:lnTo>
                  <a:lnTo>
                    <a:pt x="2147" y="30092"/>
                  </a:lnTo>
                  <a:lnTo>
                    <a:pt x="2265" y="30079"/>
                  </a:lnTo>
                  <a:close/>
                  <a:moveTo>
                    <a:pt x="17021" y="0"/>
                  </a:moveTo>
                  <a:lnTo>
                    <a:pt x="17021" y="30685"/>
                  </a:lnTo>
                  <a:lnTo>
                    <a:pt x="4687" y="30685"/>
                  </a:lnTo>
                  <a:lnTo>
                    <a:pt x="4635" y="30487"/>
                  </a:lnTo>
                  <a:lnTo>
                    <a:pt x="4556" y="30303"/>
                  </a:lnTo>
                  <a:lnTo>
                    <a:pt x="4477" y="30132"/>
                  </a:lnTo>
                  <a:lnTo>
                    <a:pt x="4371" y="29961"/>
                  </a:lnTo>
                  <a:lnTo>
                    <a:pt x="4266" y="29816"/>
                  </a:lnTo>
                  <a:lnTo>
                    <a:pt x="4134" y="29658"/>
                  </a:lnTo>
                  <a:lnTo>
                    <a:pt x="4003" y="29526"/>
                  </a:lnTo>
                  <a:lnTo>
                    <a:pt x="3858" y="29395"/>
                  </a:lnTo>
                  <a:lnTo>
                    <a:pt x="3700" y="29289"/>
                  </a:lnTo>
                  <a:lnTo>
                    <a:pt x="3529" y="29184"/>
                  </a:lnTo>
                  <a:lnTo>
                    <a:pt x="3358" y="29105"/>
                  </a:lnTo>
                  <a:lnTo>
                    <a:pt x="3173" y="29026"/>
                  </a:lnTo>
                  <a:lnTo>
                    <a:pt x="2989" y="28973"/>
                  </a:lnTo>
                  <a:lnTo>
                    <a:pt x="2792" y="28921"/>
                  </a:lnTo>
                  <a:lnTo>
                    <a:pt x="2594" y="28894"/>
                  </a:lnTo>
                  <a:lnTo>
                    <a:pt x="2384" y="28894"/>
                  </a:lnTo>
                  <a:lnTo>
                    <a:pt x="2147" y="28908"/>
                  </a:lnTo>
                  <a:lnTo>
                    <a:pt x="1910" y="28934"/>
                  </a:lnTo>
                  <a:lnTo>
                    <a:pt x="1673" y="29000"/>
                  </a:lnTo>
                  <a:lnTo>
                    <a:pt x="1462" y="29079"/>
                  </a:lnTo>
                  <a:lnTo>
                    <a:pt x="1251" y="29184"/>
                  </a:lnTo>
                  <a:lnTo>
                    <a:pt x="1054" y="29302"/>
                  </a:lnTo>
                  <a:lnTo>
                    <a:pt x="870" y="29434"/>
                  </a:lnTo>
                  <a:lnTo>
                    <a:pt x="699" y="29592"/>
                  </a:lnTo>
                  <a:lnTo>
                    <a:pt x="554" y="29763"/>
                  </a:lnTo>
                  <a:lnTo>
                    <a:pt x="409" y="29947"/>
                  </a:lnTo>
                  <a:lnTo>
                    <a:pt x="291" y="30132"/>
                  </a:lnTo>
                  <a:lnTo>
                    <a:pt x="185" y="30342"/>
                  </a:lnTo>
                  <a:lnTo>
                    <a:pt x="106" y="30566"/>
                  </a:lnTo>
                  <a:lnTo>
                    <a:pt x="54" y="30790"/>
                  </a:lnTo>
                  <a:lnTo>
                    <a:pt x="14" y="31027"/>
                  </a:lnTo>
                  <a:lnTo>
                    <a:pt x="1" y="31264"/>
                  </a:lnTo>
                  <a:lnTo>
                    <a:pt x="14" y="31514"/>
                  </a:lnTo>
                  <a:lnTo>
                    <a:pt x="54" y="31751"/>
                  </a:lnTo>
                  <a:lnTo>
                    <a:pt x="106" y="31975"/>
                  </a:lnTo>
                  <a:lnTo>
                    <a:pt x="185" y="32198"/>
                  </a:lnTo>
                  <a:lnTo>
                    <a:pt x="291" y="32409"/>
                  </a:lnTo>
                  <a:lnTo>
                    <a:pt x="409" y="32593"/>
                  </a:lnTo>
                  <a:lnTo>
                    <a:pt x="554" y="32778"/>
                  </a:lnTo>
                  <a:lnTo>
                    <a:pt x="699" y="32949"/>
                  </a:lnTo>
                  <a:lnTo>
                    <a:pt x="870" y="33107"/>
                  </a:lnTo>
                  <a:lnTo>
                    <a:pt x="1054" y="33238"/>
                  </a:lnTo>
                  <a:lnTo>
                    <a:pt x="1251" y="33357"/>
                  </a:lnTo>
                  <a:lnTo>
                    <a:pt x="1462" y="33462"/>
                  </a:lnTo>
                  <a:lnTo>
                    <a:pt x="1673" y="33541"/>
                  </a:lnTo>
                  <a:lnTo>
                    <a:pt x="1910" y="33607"/>
                  </a:lnTo>
                  <a:lnTo>
                    <a:pt x="2147" y="33633"/>
                  </a:lnTo>
                  <a:lnTo>
                    <a:pt x="2384" y="33646"/>
                  </a:lnTo>
                  <a:lnTo>
                    <a:pt x="2594" y="33646"/>
                  </a:lnTo>
                  <a:lnTo>
                    <a:pt x="2792" y="33620"/>
                  </a:lnTo>
                  <a:lnTo>
                    <a:pt x="2989" y="33567"/>
                  </a:lnTo>
                  <a:lnTo>
                    <a:pt x="3173" y="33515"/>
                  </a:lnTo>
                  <a:lnTo>
                    <a:pt x="3358" y="33436"/>
                  </a:lnTo>
                  <a:lnTo>
                    <a:pt x="3529" y="33357"/>
                  </a:lnTo>
                  <a:lnTo>
                    <a:pt x="3700" y="33251"/>
                  </a:lnTo>
                  <a:lnTo>
                    <a:pt x="3858" y="33146"/>
                  </a:lnTo>
                  <a:lnTo>
                    <a:pt x="4003" y="33015"/>
                  </a:lnTo>
                  <a:lnTo>
                    <a:pt x="4134" y="32883"/>
                  </a:lnTo>
                  <a:lnTo>
                    <a:pt x="4266" y="32725"/>
                  </a:lnTo>
                  <a:lnTo>
                    <a:pt x="4371" y="32580"/>
                  </a:lnTo>
                  <a:lnTo>
                    <a:pt x="4477" y="32409"/>
                  </a:lnTo>
                  <a:lnTo>
                    <a:pt x="4556" y="32238"/>
                  </a:lnTo>
                  <a:lnTo>
                    <a:pt x="4635" y="32054"/>
                  </a:lnTo>
                  <a:lnTo>
                    <a:pt x="4687" y="31856"/>
                  </a:lnTo>
                  <a:lnTo>
                    <a:pt x="18206" y="31856"/>
                  </a:lnTo>
                  <a:lnTo>
                    <a:pt x="18206" y="1185"/>
                  </a:lnTo>
                  <a:lnTo>
                    <a:pt x="22840" y="1185"/>
                  </a:lnTo>
                  <a:lnTo>
                    <a:pt x="2284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0"/>
            <p:cNvSpPr/>
            <p:nvPr/>
          </p:nvSpPr>
          <p:spPr>
            <a:xfrm>
              <a:off x="3839600" y="2840875"/>
              <a:ext cx="999800" cy="265925"/>
            </a:xfrm>
            <a:custGeom>
              <a:rect b="b" l="l" r="r" t="t"/>
              <a:pathLst>
                <a:path extrusionOk="0" h="10637" w="39992">
                  <a:moveTo>
                    <a:pt x="2502" y="7056"/>
                  </a:moveTo>
                  <a:lnTo>
                    <a:pt x="2620" y="7082"/>
                  </a:lnTo>
                  <a:lnTo>
                    <a:pt x="2739" y="7109"/>
                  </a:lnTo>
                  <a:lnTo>
                    <a:pt x="2857" y="7148"/>
                  </a:lnTo>
                  <a:lnTo>
                    <a:pt x="2949" y="7201"/>
                  </a:lnTo>
                  <a:lnTo>
                    <a:pt x="3055" y="7267"/>
                  </a:lnTo>
                  <a:lnTo>
                    <a:pt x="3147" y="7332"/>
                  </a:lnTo>
                  <a:lnTo>
                    <a:pt x="3226" y="7411"/>
                  </a:lnTo>
                  <a:lnTo>
                    <a:pt x="3305" y="7490"/>
                  </a:lnTo>
                  <a:lnTo>
                    <a:pt x="3384" y="7582"/>
                  </a:lnTo>
                  <a:lnTo>
                    <a:pt x="3436" y="7688"/>
                  </a:lnTo>
                  <a:lnTo>
                    <a:pt x="3489" y="7793"/>
                  </a:lnTo>
                  <a:lnTo>
                    <a:pt x="3529" y="7898"/>
                  </a:lnTo>
                  <a:lnTo>
                    <a:pt x="3555" y="8017"/>
                  </a:lnTo>
                  <a:lnTo>
                    <a:pt x="3581" y="8135"/>
                  </a:lnTo>
                  <a:lnTo>
                    <a:pt x="3581" y="8254"/>
                  </a:lnTo>
                  <a:lnTo>
                    <a:pt x="3581" y="8372"/>
                  </a:lnTo>
                  <a:lnTo>
                    <a:pt x="3555" y="8491"/>
                  </a:lnTo>
                  <a:lnTo>
                    <a:pt x="3529" y="8609"/>
                  </a:lnTo>
                  <a:lnTo>
                    <a:pt x="3489" y="8714"/>
                  </a:lnTo>
                  <a:lnTo>
                    <a:pt x="3436" y="8820"/>
                  </a:lnTo>
                  <a:lnTo>
                    <a:pt x="3384" y="8925"/>
                  </a:lnTo>
                  <a:lnTo>
                    <a:pt x="3305" y="9017"/>
                  </a:lnTo>
                  <a:lnTo>
                    <a:pt x="3226" y="9096"/>
                  </a:lnTo>
                  <a:lnTo>
                    <a:pt x="3147" y="9175"/>
                  </a:lnTo>
                  <a:lnTo>
                    <a:pt x="3055" y="9241"/>
                  </a:lnTo>
                  <a:lnTo>
                    <a:pt x="2949" y="9307"/>
                  </a:lnTo>
                  <a:lnTo>
                    <a:pt x="2857" y="9360"/>
                  </a:lnTo>
                  <a:lnTo>
                    <a:pt x="2739" y="9399"/>
                  </a:lnTo>
                  <a:lnTo>
                    <a:pt x="2620" y="9425"/>
                  </a:lnTo>
                  <a:lnTo>
                    <a:pt x="2502" y="9438"/>
                  </a:lnTo>
                  <a:lnTo>
                    <a:pt x="2383" y="9452"/>
                  </a:lnTo>
                  <a:lnTo>
                    <a:pt x="2265" y="9438"/>
                  </a:lnTo>
                  <a:lnTo>
                    <a:pt x="2146" y="9425"/>
                  </a:lnTo>
                  <a:lnTo>
                    <a:pt x="2028" y="9399"/>
                  </a:lnTo>
                  <a:lnTo>
                    <a:pt x="1923" y="9360"/>
                  </a:lnTo>
                  <a:lnTo>
                    <a:pt x="1817" y="9307"/>
                  </a:lnTo>
                  <a:lnTo>
                    <a:pt x="1712" y="9241"/>
                  </a:lnTo>
                  <a:lnTo>
                    <a:pt x="1620" y="9175"/>
                  </a:lnTo>
                  <a:lnTo>
                    <a:pt x="1541" y="9096"/>
                  </a:lnTo>
                  <a:lnTo>
                    <a:pt x="1462" y="9017"/>
                  </a:lnTo>
                  <a:lnTo>
                    <a:pt x="1396" y="8925"/>
                  </a:lnTo>
                  <a:lnTo>
                    <a:pt x="1330" y="8820"/>
                  </a:lnTo>
                  <a:lnTo>
                    <a:pt x="1278" y="8714"/>
                  </a:lnTo>
                  <a:lnTo>
                    <a:pt x="1238" y="8609"/>
                  </a:lnTo>
                  <a:lnTo>
                    <a:pt x="1212" y="8491"/>
                  </a:lnTo>
                  <a:lnTo>
                    <a:pt x="1199" y="8372"/>
                  </a:lnTo>
                  <a:lnTo>
                    <a:pt x="1185" y="8254"/>
                  </a:lnTo>
                  <a:lnTo>
                    <a:pt x="1199" y="8135"/>
                  </a:lnTo>
                  <a:lnTo>
                    <a:pt x="1212" y="8017"/>
                  </a:lnTo>
                  <a:lnTo>
                    <a:pt x="1238" y="7898"/>
                  </a:lnTo>
                  <a:lnTo>
                    <a:pt x="1278" y="7793"/>
                  </a:lnTo>
                  <a:lnTo>
                    <a:pt x="1330" y="7688"/>
                  </a:lnTo>
                  <a:lnTo>
                    <a:pt x="1396" y="7582"/>
                  </a:lnTo>
                  <a:lnTo>
                    <a:pt x="1462" y="7490"/>
                  </a:lnTo>
                  <a:lnTo>
                    <a:pt x="1541" y="7411"/>
                  </a:lnTo>
                  <a:lnTo>
                    <a:pt x="1620" y="7332"/>
                  </a:lnTo>
                  <a:lnTo>
                    <a:pt x="1712" y="7267"/>
                  </a:lnTo>
                  <a:lnTo>
                    <a:pt x="1817" y="7201"/>
                  </a:lnTo>
                  <a:lnTo>
                    <a:pt x="1923" y="7148"/>
                  </a:lnTo>
                  <a:lnTo>
                    <a:pt x="2028" y="7109"/>
                  </a:lnTo>
                  <a:lnTo>
                    <a:pt x="2146" y="7082"/>
                  </a:lnTo>
                  <a:lnTo>
                    <a:pt x="2265" y="7056"/>
                  </a:lnTo>
                  <a:close/>
                  <a:moveTo>
                    <a:pt x="13849" y="0"/>
                  </a:moveTo>
                  <a:lnTo>
                    <a:pt x="4213" y="6727"/>
                  </a:lnTo>
                  <a:lnTo>
                    <a:pt x="4042" y="6543"/>
                  </a:lnTo>
                  <a:lnTo>
                    <a:pt x="3844" y="6371"/>
                  </a:lnTo>
                  <a:lnTo>
                    <a:pt x="3634" y="6227"/>
                  </a:lnTo>
                  <a:lnTo>
                    <a:pt x="3410" y="6108"/>
                  </a:lnTo>
                  <a:lnTo>
                    <a:pt x="3173" y="6003"/>
                  </a:lnTo>
                  <a:lnTo>
                    <a:pt x="2923" y="5937"/>
                  </a:lnTo>
                  <a:lnTo>
                    <a:pt x="2660" y="5884"/>
                  </a:lnTo>
                  <a:lnTo>
                    <a:pt x="2383" y="5871"/>
                  </a:lnTo>
                  <a:lnTo>
                    <a:pt x="2146" y="5884"/>
                  </a:lnTo>
                  <a:lnTo>
                    <a:pt x="1909" y="5924"/>
                  </a:lnTo>
                  <a:lnTo>
                    <a:pt x="1672" y="5976"/>
                  </a:lnTo>
                  <a:lnTo>
                    <a:pt x="1462" y="6055"/>
                  </a:lnTo>
                  <a:lnTo>
                    <a:pt x="1251" y="6161"/>
                  </a:lnTo>
                  <a:lnTo>
                    <a:pt x="1054" y="6279"/>
                  </a:lnTo>
                  <a:lnTo>
                    <a:pt x="870" y="6424"/>
                  </a:lnTo>
                  <a:lnTo>
                    <a:pt x="698" y="6569"/>
                  </a:lnTo>
                  <a:lnTo>
                    <a:pt x="554" y="6740"/>
                  </a:lnTo>
                  <a:lnTo>
                    <a:pt x="409" y="6924"/>
                  </a:lnTo>
                  <a:lnTo>
                    <a:pt x="290" y="7122"/>
                  </a:lnTo>
                  <a:lnTo>
                    <a:pt x="198" y="7332"/>
                  </a:lnTo>
                  <a:lnTo>
                    <a:pt x="119" y="7543"/>
                  </a:lnTo>
                  <a:lnTo>
                    <a:pt x="53" y="7780"/>
                  </a:lnTo>
                  <a:lnTo>
                    <a:pt x="14" y="8017"/>
                  </a:lnTo>
                  <a:lnTo>
                    <a:pt x="1" y="8254"/>
                  </a:lnTo>
                  <a:lnTo>
                    <a:pt x="14" y="8491"/>
                  </a:lnTo>
                  <a:lnTo>
                    <a:pt x="53" y="8728"/>
                  </a:lnTo>
                  <a:lnTo>
                    <a:pt x="119" y="8965"/>
                  </a:lnTo>
                  <a:lnTo>
                    <a:pt x="198" y="9175"/>
                  </a:lnTo>
                  <a:lnTo>
                    <a:pt x="290" y="9386"/>
                  </a:lnTo>
                  <a:lnTo>
                    <a:pt x="409" y="9583"/>
                  </a:lnTo>
                  <a:lnTo>
                    <a:pt x="554" y="9768"/>
                  </a:lnTo>
                  <a:lnTo>
                    <a:pt x="698" y="9939"/>
                  </a:lnTo>
                  <a:lnTo>
                    <a:pt x="870" y="10083"/>
                  </a:lnTo>
                  <a:lnTo>
                    <a:pt x="1054" y="10228"/>
                  </a:lnTo>
                  <a:lnTo>
                    <a:pt x="1251" y="10347"/>
                  </a:lnTo>
                  <a:lnTo>
                    <a:pt x="1462" y="10439"/>
                  </a:lnTo>
                  <a:lnTo>
                    <a:pt x="1672" y="10531"/>
                  </a:lnTo>
                  <a:lnTo>
                    <a:pt x="1909" y="10584"/>
                  </a:lnTo>
                  <a:lnTo>
                    <a:pt x="2146" y="10623"/>
                  </a:lnTo>
                  <a:lnTo>
                    <a:pt x="2383" y="10636"/>
                  </a:lnTo>
                  <a:lnTo>
                    <a:pt x="2633" y="10623"/>
                  </a:lnTo>
                  <a:lnTo>
                    <a:pt x="2870" y="10584"/>
                  </a:lnTo>
                  <a:lnTo>
                    <a:pt x="3094" y="10531"/>
                  </a:lnTo>
                  <a:lnTo>
                    <a:pt x="3305" y="10439"/>
                  </a:lnTo>
                  <a:lnTo>
                    <a:pt x="3515" y="10347"/>
                  </a:lnTo>
                  <a:lnTo>
                    <a:pt x="3713" y="10228"/>
                  </a:lnTo>
                  <a:lnTo>
                    <a:pt x="3897" y="10083"/>
                  </a:lnTo>
                  <a:lnTo>
                    <a:pt x="4068" y="9939"/>
                  </a:lnTo>
                  <a:lnTo>
                    <a:pt x="4226" y="9768"/>
                  </a:lnTo>
                  <a:lnTo>
                    <a:pt x="4358" y="9583"/>
                  </a:lnTo>
                  <a:lnTo>
                    <a:pt x="4476" y="9386"/>
                  </a:lnTo>
                  <a:lnTo>
                    <a:pt x="4582" y="9175"/>
                  </a:lnTo>
                  <a:lnTo>
                    <a:pt x="4661" y="8965"/>
                  </a:lnTo>
                  <a:lnTo>
                    <a:pt x="4713" y="8728"/>
                  </a:lnTo>
                  <a:lnTo>
                    <a:pt x="4753" y="8491"/>
                  </a:lnTo>
                  <a:lnTo>
                    <a:pt x="4766" y="8254"/>
                  </a:lnTo>
                  <a:lnTo>
                    <a:pt x="4753" y="8030"/>
                  </a:lnTo>
                  <a:lnTo>
                    <a:pt x="4726" y="7819"/>
                  </a:lnTo>
                  <a:lnTo>
                    <a:pt x="14230" y="1185"/>
                  </a:lnTo>
                  <a:lnTo>
                    <a:pt x="39991" y="1185"/>
                  </a:lnTo>
                  <a:lnTo>
                    <a:pt x="3999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0"/>
            <p:cNvSpPr/>
            <p:nvPr/>
          </p:nvSpPr>
          <p:spPr>
            <a:xfrm>
              <a:off x="3839600" y="2976450"/>
              <a:ext cx="999800" cy="270200"/>
            </a:xfrm>
            <a:custGeom>
              <a:rect b="b" l="l" r="r" t="t"/>
              <a:pathLst>
                <a:path extrusionOk="0" h="10808" w="39992">
                  <a:moveTo>
                    <a:pt x="2383" y="7227"/>
                  </a:moveTo>
                  <a:lnTo>
                    <a:pt x="2502" y="7241"/>
                  </a:lnTo>
                  <a:lnTo>
                    <a:pt x="2620" y="7254"/>
                  </a:lnTo>
                  <a:lnTo>
                    <a:pt x="2739" y="7280"/>
                  </a:lnTo>
                  <a:lnTo>
                    <a:pt x="2857" y="7320"/>
                  </a:lnTo>
                  <a:lnTo>
                    <a:pt x="2949" y="7372"/>
                  </a:lnTo>
                  <a:lnTo>
                    <a:pt x="3055" y="7438"/>
                  </a:lnTo>
                  <a:lnTo>
                    <a:pt x="3147" y="7504"/>
                  </a:lnTo>
                  <a:lnTo>
                    <a:pt x="3226" y="7583"/>
                  </a:lnTo>
                  <a:lnTo>
                    <a:pt x="3305" y="7662"/>
                  </a:lnTo>
                  <a:lnTo>
                    <a:pt x="3384" y="7754"/>
                  </a:lnTo>
                  <a:lnTo>
                    <a:pt x="3436" y="7859"/>
                  </a:lnTo>
                  <a:lnTo>
                    <a:pt x="3489" y="7965"/>
                  </a:lnTo>
                  <a:lnTo>
                    <a:pt x="3529" y="8070"/>
                  </a:lnTo>
                  <a:lnTo>
                    <a:pt x="3555" y="8188"/>
                  </a:lnTo>
                  <a:lnTo>
                    <a:pt x="3581" y="8307"/>
                  </a:lnTo>
                  <a:lnTo>
                    <a:pt x="3581" y="8425"/>
                  </a:lnTo>
                  <a:lnTo>
                    <a:pt x="3581" y="8544"/>
                  </a:lnTo>
                  <a:lnTo>
                    <a:pt x="3555" y="8662"/>
                  </a:lnTo>
                  <a:lnTo>
                    <a:pt x="3529" y="8781"/>
                  </a:lnTo>
                  <a:lnTo>
                    <a:pt x="3489" y="8899"/>
                  </a:lnTo>
                  <a:lnTo>
                    <a:pt x="3436" y="8991"/>
                  </a:lnTo>
                  <a:lnTo>
                    <a:pt x="3384" y="9097"/>
                  </a:lnTo>
                  <a:lnTo>
                    <a:pt x="3305" y="9189"/>
                  </a:lnTo>
                  <a:lnTo>
                    <a:pt x="3226" y="9268"/>
                  </a:lnTo>
                  <a:lnTo>
                    <a:pt x="3147" y="9347"/>
                  </a:lnTo>
                  <a:lnTo>
                    <a:pt x="3055" y="9426"/>
                  </a:lnTo>
                  <a:lnTo>
                    <a:pt x="2949" y="9478"/>
                  </a:lnTo>
                  <a:lnTo>
                    <a:pt x="2857" y="9531"/>
                  </a:lnTo>
                  <a:lnTo>
                    <a:pt x="2739" y="9570"/>
                  </a:lnTo>
                  <a:lnTo>
                    <a:pt x="2620" y="9597"/>
                  </a:lnTo>
                  <a:lnTo>
                    <a:pt x="2502" y="9623"/>
                  </a:lnTo>
                  <a:lnTo>
                    <a:pt x="2265" y="9623"/>
                  </a:lnTo>
                  <a:lnTo>
                    <a:pt x="2146" y="9597"/>
                  </a:lnTo>
                  <a:lnTo>
                    <a:pt x="2028" y="9570"/>
                  </a:lnTo>
                  <a:lnTo>
                    <a:pt x="1923" y="9531"/>
                  </a:lnTo>
                  <a:lnTo>
                    <a:pt x="1817" y="9478"/>
                  </a:lnTo>
                  <a:lnTo>
                    <a:pt x="1712" y="9426"/>
                  </a:lnTo>
                  <a:lnTo>
                    <a:pt x="1620" y="9347"/>
                  </a:lnTo>
                  <a:lnTo>
                    <a:pt x="1541" y="9268"/>
                  </a:lnTo>
                  <a:lnTo>
                    <a:pt x="1462" y="9189"/>
                  </a:lnTo>
                  <a:lnTo>
                    <a:pt x="1396" y="9097"/>
                  </a:lnTo>
                  <a:lnTo>
                    <a:pt x="1330" y="8991"/>
                  </a:lnTo>
                  <a:lnTo>
                    <a:pt x="1278" y="8899"/>
                  </a:lnTo>
                  <a:lnTo>
                    <a:pt x="1238" y="8781"/>
                  </a:lnTo>
                  <a:lnTo>
                    <a:pt x="1212" y="8662"/>
                  </a:lnTo>
                  <a:lnTo>
                    <a:pt x="1199" y="8544"/>
                  </a:lnTo>
                  <a:lnTo>
                    <a:pt x="1185" y="8425"/>
                  </a:lnTo>
                  <a:lnTo>
                    <a:pt x="1199" y="8307"/>
                  </a:lnTo>
                  <a:lnTo>
                    <a:pt x="1212" y="8188"/>
                  </a:lnTo>
                  <a:lnTo>
                    <a:pt x="1238" y="8070"/>
                  </a:lnTo>
                  <a:lnTo>
                    <a:pt x="1278" y="7965"/>
                  </a:lnTo>
                  <a:lnTo>
                    <a:pt x="1330" y="7859"/>
                  </a:lnTo>
                  <a:lnTo>
                    <a:pt x="1396" y="7754"/>
                  </a:lnTo>
                  <a:lnTo>
                    <a:pt x="1462" y="7662"/>
                  </a:lnTo>
                  <a:lnTo>
                    <a:pt x="1541" y="7583"/>
                  </a:lnTo>
                  <a:lnTo>
                    <a:pt x="1620" y="7504"/>
                  </a:lnTo>
                  <a:lnTo>
                    <a:pt x="1712" y="7438"/>
                  </a:lnTo>
                  <a:lnTo>
                    <a:pt x="1817" y="7372"/>
                  </a:lnTo>
                  <a:lnTo>
                    <a:pt x="1923" y="7320"/>
                  </a:lnTo>
                  <a:lnTo>
                    <a:pt x="2028" y="7280"/>
                  </a:lnTo>
                  <a:lnTo>
                    <a:pt x="2146" y="7254"/>
                  </a:lnTo>
                  <a:lnTo>
                    <a:pt x="2265" y="7241"/>
                  </a:lnTo>
                  <a:lnTo>
                    <a:pt x="2383" y="7227"/>
                  </a:lnTo>
                  <a:close/>
                  <a:moveTo>
                    <a:pt x="13849" y="1"/>
                  </a:moveTo>
                  <a:lnTo>
                    <a:pt x="4121" y="6793"/>
                  </a:lnTo>
                  <a:lnTo>
                    <a:pt x="3950" y="6635"/>
                  </a:lnTo>
                  <a:lnTo>
                    <a:pt x="3752" y="6490"/>
                  </a:lnTo>
                  <a:lnTo>
                    <a:pt x="3555" y="6359"/>
                  </a:lnTo>
                  <a:lnTo>
                    <a:pt x="3344" y="6253"/>
                  </a:lnTo>
                  <a:lnTo>
                    <a:pt x="3120" y="6161"/>
                  </a:lnTo>
                  <a:lnTo>
                    <a:pt x="2884" y="6095"/>
                  </a:lnTo>
                  <a:lnTo>
                    <a:pt x="2633" y="6056"/>
                  </a:lnTo>
                  <a:lnTo>
                    <a:pt x="2383" y="6043"/>
                  </a:lnTo>
                  <a:lnTo>
                    <a:pt x="2146" y="6056"/>
                  </a:lnTo>
                  <a:lnTo>
                    <a:pt x="1909" y="6095"/>
                  </a:lnTo>
                  <a:lnTo>
                    <a:pt x="1672" y="6161"/>
                  </a:lnTo>
                  <a:lnTo>
                    <a:pt x="1462" y="6240"/>
                  </a:lnTo>
                  <a:lnTo>
                    <a:pt x="1251" y="6332"/>
                  </a:lnTo>
                  <a:lnTo>
                    <a:pt x="1054" y="6451"/>
                  </a:lnTo>
                  <a:lnTo>
                    <a:pt x="870" y="6596"/>
                  </a:lnTo>
                  <a:lnTo>
                    <a:pt x="698" y="6740"/>
                  </a:lnTo>
                  <a:lnTo>
                    <a:pt x="554" y="6911"/>
                  </a:lnTo>
                  <a:lnTo>
                    <a:pt x="409" y="7096"/>
                  </a:lnTo>
                  <a:lnTo>
                    <a:pt x="290" y="7293"/>
                  </a:lnTo>
                  <a:lnTo>
                    <a:pt x="198" y="7504"/>
                  </a:lnTo>
                  <a:lnTo>
                    <a:pt x="119" y="7714"/>
                  </a:lnTo>
                  <a:lnTo>
                    <a:pt x="53" y="7951"/>
                  </a:lnTo>
                  <a:lnTo>
                    <a:pt x="14" y="8188"/>
                  </a:lnTo>
                  <a:lnTo>
                    <a:pt x="1" y="8425"/>
                  </a:lnTo>
                  <a:lnTo>
                    <a:pt x="14" y="8675"/>
                  </a:lnTo>
                  <a:lnTo>
                    <a:pt x="53" y="8912"/>
                  </a:lnTo>
                  <a:lnTo>
                    <a:pt x="119" y="9136"/>
                  </a:lnTo>
                  <a:lnTo>
                    <a:pt x="198" y="9347"/>
                  </a:lnTo>
                  <a:lnTo>
                    <a:pt x="290" y="9557"/>
                  </a:lnTo>
                  <a:lnTo>
                    <a:pt x="409" y="9755"/>
                  </a:lnTo>
                  <a:lnTo>
                    <a:pt x="554" y="9939"/>
                  </a:lnTo>
                  <a:lnTo>
                    <a:pt x="698" y="10110"/>
                  </a:lnTo>
                  <a:lnTo>
                    <a:pt x="870" y="10268"/>
                  </a:lnTo>
                  <a:lnTo>
                    <a:pt x="1054" y="10400"/>
                  </a:lnTo>
                  <a:lnTo>
                    <a:pt x="1251" y="10518"/>
                  </a:lnTo>
                  <a:lnTo>
                    <a:pt x="1462" y="10624"/>
                  </a:lnTo>
                  <a:lnTo>
                    <a:pt x="1672" y="10703"/>
                  </a:lnTo>
                  <a:lnTo>
                    <a:pt x="1909" y="10755"/>
                  </a:lnTo>
                  <a:lnTo>
                    <a:pt x="2146" y="10795"/>
                  </a:lnTo>
                  <a:lnTo>
                    <a:pt x="2383" y="10808"/>
                  </a:lnTo>
                  <a:lnTo>
                    <a:pt x="2633" y="10795"/>
                  </a:lnTo>
                  <a:lnTo>
                    <a:pt x="2870" y="10755"/>
                  </a:lnTo>
                  <a:lnTo>
                    <a:pt x="3094" y="10703"/>
                  </a:lnTo>
                  <a:lnTo>
                    <a:pt x="3305" y="10624"/>
                  </a:lnTo>
                  <a:lnTo>
                    <a:pt x="3515" y="10518"/>
                  </a:lnTo>
                  <a:lnTo>
                    <a:pt x="3713" y="10400"/>
                  </a:lnTo>
                  <a:lnTo>
                    <a:pt x="3897" y="10268"/>
                  </a:lnTo>
                  <a:lnTo>
                    <a:pt x="4068" y="10110"/>
                  </a:lnTo>
                  <a:lnTo>
                    <a:pt x="4226" y="9939"/>
                  </a:lnTo>
                  <a:lnTo>
                    <a:pt x="4358" y="9755"/>
                  </a:lnTo>
                  <a:lnTo>
                    <a:pt x="4476" y="9557"/>
                  </a:lnTo>
                  <a:lnTo>
                    <a:pt x="4582" y="9347"/>
                  </a:lnTo>
                  <a:lnTo>
                    <a:pt x="4661" y="9136"/>
                  </a:lnTo>
                  <a:lnTo>
                    <a:pt x="4713" y="8912"/>
                  </a:lnTo>
                  <a:lnTo>
                    <a:pt x="4753" y="8675"/>
                  </a:lnTo>
                  <a:lnTo>
                    <a:pt x="4766" y="8425"/>
                  </a:lnTo>
                  <a:lnTo>
                    <a:pt x="4753" y="8280"/>
                  </a:lnTo>
                  <a:lnTo>
                    <a:pt x="4740" y="8123"/>
                  </a:lnTo>
                  <a:lnTo>
                    <a:pt x="4726" y="7978"/>
                  </a:lnTo>
                  <a:lnTo>
                    <a:pt x="4687" y="7833"/>
                  </a:lnTo>
                  <a:lnTo>
                    <a:pt x="14230" y="1172"/>
                  </a:lnTo>
                  <a:lnTo>
                    <a:pt x="39991" y="1172"/>
                  </a:lnTo>
                  <a:lnTo>
                    <a:pt x="399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0"/>
            <p:cNvSpPr/>
            <p:nvPr/>
          </p:nvSpPr>
          <p:spPr>
            <a:xfrm>
              <a:off x="3839600" y="3113675"/>
              <a:ext cx="998800" cy="282050"/>
            </a:xfrm>
            <a:custGeom>
              <a:rect b="b" l="l" r="r" t="t"/>
              <a:pathLst>
                <a:path extrusionOk="0" h="11282" w="39952">
                  <a:moveTo>
                    <a:pt x="2502" y="7715"/>
                  </a:moveTo>
                  <a:lnTo>
                    <a:pt x="2620" y="7741"/>
                  </a:lnTo>
                  <a:lnTo>
                    <a:pt x="2739" y="7767"/>
                  </a:lnTo>
                  <a:lnTo>
                    <a:pt x="2857" y="7807"/>
                  </a:lnTo>
                  <a:lnTo>
                    <a:pt x="2949" y="7859"/>
                  </a:lnTo>
                  <a:lnTo>
                    <a:pt x="3055" y="7912"/>
                  </a:lnTo>
                  <a:lnTo>
                    <a:pt x="3147" y="7991"/>
                  </a:lnTo>
                  <a:lnTo>
                    <a:pt x="3226" y="8057"/>
                  </a:lnTo>
                  <a:lnTo>
                    <a:pt x="3305" y="8149"/>
                  </a:lnTo>
                  <a:lnTo>
                    <a:pt x="3384" y="8241"/>
                  </a:lnTo>
                  <a:lnTo>
                    <a:pt x="3436" y="8333"/>
                  </a:lnTo>
                  <a:lnTo>
                    <a:pt x="3489" y="8439"/>
                  </a:lnTo>
                  <a:lnTo>
                    <a:pt x="3529" y="8557"/>
                  </a:lnTo>
                  <a:lnTo>
                    <a:pt x="3555" y="8662"/>
                  </a:lnTo>
                  <a:lnTo>
                    <a:pt x="3581" y="8781"/>
                  </a:lnTo>
                  <a:lnTo>
                    <a:pt x="3581" y="8913"/>
                  </a:lnTo>
                  <a:lnTo>
                    <a:pt x="3581" y="9031"/>
                  </a:lnTo>
                  <a:lnTo>
                    <a:pt x="3555" y="9149"/>
                  </a:lnTo>
                  <a:lnTo>
                    <a:pt x="3529" y="9268"/>
                  </a:lnTo>
                  <a:lnTo>
                    <a:pt x="3489" y="9373"/>
                  </a:lnTo>
                  <a:lnTo>
                    <a:pt x="3436" y="9479"/>
                  </a:lnTo>
                  <a:lnTo>
                    <a:pt x="3384" y="9584"/>
                  </a:lnTo>
                  <a:lnTo>
                    <a:pt x="3305" y="9676"/>
                  </a:lnTo>
                  <a:lnTo>
                    <a:pt x="3226" y="9755"/>
                  </a:lnTo>
                  <a:lnTo>
                    <a:pt x="3147" y="9834"/>
                  </a:lnTo>
                  <a:lnTo>
                    <a:pt x="3055" y="9900"/>
                  </a:lnTo>
                  <a:lnTo>
                    <a:pt x="2949" y="9966"/>
                  </a:lnTo>
                  <a:lnTo>
                    <a:pt x="2857" y="10018"/>
                  </a:lnTo>
                  <a:lnTo>
                    <a:pt x="2739" y="10058"/>
                  </a:lnTo>
                  <a:lnTo>
                    <a:pt x="2620" y="10084"/>
                  </a:lnTo>
                  <a:lnTo>
                    <a:pt x="2502" y="10097"/>
                  </a:lnTo>
                  <a:lnTo>
                    <a:pt x="2383" y="10110"/>
                  </a:lnTo>
                  <a:lnTo>
                    <a:pt x="2265" y="10097"/>
                  </a:lnTo>
                  <a:lnTo>
                    <a:pt x="2146" y="10084"/>
                  </a:lnTo>
                  <a:lnTo>
                    <a:pt x="2028" y="10058"/>
                  </a:lnTo>
                  <a:lnTo>
                    <a:pt x="1923" y="10018"/>
                  </a:lnTo>
                  <a:lnTo>
                    <a:pt x="1817" y="9966"/>
                  </a:lnTo>
                  <a:lnTo>
                    <a:pt x="1712" y="9900"/>
                  </a:lnTo>
                  <a:lnTo>
                    <a:pt x="1620" y="9834"/>
                  </a:lnTo>
                  <a:lnTo>
                    <a:pt x="1541" y="9755"/>
                  </a:lnTo>
                  <a:lnTo>
                    <a:pt x="1462" y="9676"/>
                  </a:lnTo>
                  <a:lnTo>
                    <a:pt x="1396" y="9584"/>
                  </a:lnTo>
                  <a:lnTo>
                    <a:pt x="1330" y="9479"/>
                  </a:lnTo>
                  <a:lnTo>
                    <a:pt x="1278" y="9373"/>
                  </a:lnTo>
                  <a:lnTo>
                    <a:pt x="1238" y="9268"/>
                  </a:lnTo>
                  <a:lnTo>
                    <a:pt x="1212" y="9149"/>
                  </a:lnTo>
                  <a:lnTo>
                    <a:pt x="1199" y="9031"/>
                  </a:lnTo>
                  <a:lnTo>
                    <a:pt x="1185" y="8913"/>
                  </a:lnTo>
                  <a:lnTo>
                    <a:pt x="1199" y="8781"/>
                  </a:lnTo>
                  <a:lnTo>
                    <a:pt x="1212" y="8662"/>
                  </a:lnTo>
                  <a:lnTo>
                    <a:pt x="1238" y="8557"/>
                  </a:lnTo>
                  <a:lnTo>
                    <a:pt x="1278" y="8439"/>
                  </a:lnTo>
                  <a:lnTo>
                    <a:pt x="1330" y="8333"/>
                  </a:lnTo>
                  <a:lnTo>
                    <a:pt x="1396" y="8241"/>
                  </a:lnTo>
                  <a:lnTo>
                    <a:pt x="1462" y="8149"/>
                  </a:lnTo>
                  <a:lnTo>
                    <a:pt x="1541" y="8057"/>
                  </a:lnTo>
                  <a:lnTo>
                    <a:pt x="1620" y="7991"/>
                  </a:lnTo>
                  <a:lnTo>
                    <a:pt x="1712" y="7912"/>
                  </a:lnTo>
                  <a:lnTo>
                    <a:pt x="1817" y="7859"/>
                  </a:lnTo>
                  <a:lnTo>
                    <a:pt x="1923" y="7807"/>
                  </a:lnTo>
                  <a:lnTo>
                    <a:pt x="2028" y="7767"/>
                  </a:lnTo>
                  <a:lnTo>
                    <a:pt x="2146" y="7741"/>
                  </a:lnTo>
                  <a:lnTo>
                    <a:pt x="2265" y="7715"/>
                  </a:lnTo>
                  <a:close/>
                  <a:moveTo>
                    <a:pt x="13822" y="1"/>
                  </a:moveTo>
                  <a:lnTo>
                    <a:pt x="3792" y="6991"/>
                  </a:lnTo>
                  <a:lnTo>
                    <a:pt x="3647" y="6898"/>
                  </a:lnTo>
                  <a:lnTo>
                    <a:pt x="3489" y="6806"/>
                  </a:lnTo>
                  <a:lnTo>
                    <a:pt x="3318" y="6714"/>
                  </a:lnTo>
                  <a:lnTo>
                    <a:pt x="3147" y="6648"/>
                  </a:lnTo>
                  <a:lnTo>
                    <a:pt x="2963" y="6596"/>
                  </a:lnTo>
                  <a:lnTo>
                    <a:pt x="2778" y="6556"/>
                  </a:lnTo>
                  <a:lnTo>
                    <a:pt x="2581" y="6543"/>
                  </a:lnTo>
                  <a:lnTo>
                    <a:pt x="2383" y="6530"/>
                  </a:lnTo>
                  <a:lnTo>
                    <a:pt x="2146" y="6543"/>
                  </a:lnTo>
                  <a:lnTo>
                    <a:pt x="1909" y="6583"/>
                  </a:lnTo>
                  <a:lnTo>
                    <a:pt x="1672" y="6635"/>
                  </a:lnTo>
                  <a:lnTo>
                    <a:pt x="1462" y="6714"/>
                  </a:lnTo>
                  <a:lnTo>
                    <a:pt x="1251" y="6820"/>
                  </a:lnTo>
                  <a:lnTo>
                    <a:pt x="1054" y="6938"/>
                  </a:lnTo>
                  <a:lnTo>
                    <a:pt x="870" y="7070"/>
                  </a:lnTo>
                  <a:lnTo>
                    <a:pt x="698" y="7228"/>
                  </a:lnTo>
                  <a:lnTo>
                    <a:pt x="554" y="7399"/>
                  </a:lnTo>
                  <a:lnTo>
                    <a:pt x="409" y="7583"/>
                  </a:lnTo>
                  <a:lnTo>
                    <a:pt x="290" y="7780"/>
                  </a:lnTo>
                  <a:lnTo>
                    <a:pt x="198" y="7978"/>
                  </a:lnTo>
                  <a:lnTo>
                    <a:pt x="119" y="8202"/>
                  </a:lnTo>
                  <a:lnTo>
                    <a:pt x="53" y="8425"/>
                  </a:lnTo>
                  <a:lnTo>
                    <a:pt x="14" y="8662"/>
                  </a:lnTo>
                  <a:lnTo>
                    <a:pt x="1" y="8913"/>
                  </a:lnTo>
                  <a:lnTo>
                    <a:pt x="14" y="9149"/>
                  </a:lnTo>
                  <a:lnTo>
                    <a:pt x="53" y="9386"/>
                  </a:lnTo>
                  <a:lnTo>
                    <a:pt x="119" y="9610"/>
                  </a:lnTo>
                  <a:lnTo>
                    <a:pt x="198" y="9834"/>
                  </a:lnTo>
                  <a:lnTo>
                    <a:pt x="290" y="10045"/>
                  </a:lnTo>
                  <a:lnTo>
                    <a:pt x="409" y="10242"/>
                  </a:lnTo>
                  <a:lnTo>
                    <a:pt x="554" y="10426"/>
                  </a:lnTo>
                  <a:lnTo>
                    <a:pt x="698" y="10584"/>
                  </a:lnTo>
                  <a:lnTo>
                    <a:pt x="870" y="10742"/>
                  </a:lnTo>
                  <a:lnTo>
                    <a:pt x="1054" y="10887"/>
                  </a:lnTo>
                  <a:lnTo>
                    <a:pt x="1251" y="11006"/>
                  </a:lnTo>
                  <a:lnTo>
                    <a:pt x="1462" y="11098"/>
                  </a:lnTo>
                  <a:lnTo>
                    <a:pt x="1672" y="11177"/>
                  </a:lnTo>
                  <a:lnTo>
                    <a:pt x="1909" y="11242"/>
                  </a:lnTo>
                  <a:lnTo>
                    <a:pt x="2146" y="11282"/>
                  </a:lnTo>
                  <a:lnTo>
                    <a:pt x="2633" y="11282"/>
                  </a:lnTo>
                  <a:lnTo>
                    <a:pt x="2870" y="11242"/>
                  </a:lnTo>
                  <a:lnTo>
                    <a:pt x="3094" y="11177"/>
                  </a:lnTo>
                  <a:lnTo>
                    <a:pt x="3305" y="11098"/>
                  </a:lnTo>
                  <a:lnTo>
                    <a:pt x="3515" y="11006"/>
                  </a:lnTo>
                  <a:lnTo>
                    <a:pt x="3713" y="10887"/>
                  </a:lnTo>
                  <a:lnTo>
                    <a:pt x="3897" y="10742"/>
                  </a:lnTo>
                  <a:lnTo>
                    <a:pt x="4068" y="10584"/>
                  </a:lnTo>
                  <a:lnTo>
                    <a:pt x="4226" y="10426"/>
                  </a:lnTo>
                  <a:lnTo>
                    <a:pt x="4358" y="10242"/>
                  </a:lnTo>
                  <a:lnTo>
                    <a:pt x="4476" y="10045"/>
                  </a:lnTo>
                  <a:lnTo>
                    <a:pt x="4582" y="9834"/>
                  </a:lnTo>
                  <a:lnTo>
                    <a:pt x="4661" y="9610"/>
                  </a:lnTo>
                  <a:lnTo>
                    <a:pt x="4713" y="9386"/>
                  </a:lnTo>
                  <a:lnTo>
                    <a:pt x="4753" y="9149"/>
                  </a:lnTo>
                  <a:lnTo>
                    <a:pt x="4766" y="8913"/>
                  </a:lnTo>
                  <a:lnTo>
                    <a:pt x="4753" y="8649"/>
                  </a:lnTo>
                  <a:lnTo>
                    <a:pt x="4713" y="8386"/>
                  </a:lnTo>
                  <a:lnTo>
                    <a:pt x="4634" y="8149"/>
                  </a:lnTo>
                  <a:lnTo>
                    <a:pt x="4542" y="7912"/>
                  </a:lnTo>
                  <a:lnTo>
                    <a:pt x="14191" y="1186"/>
                  </a:lnTo>
                  <a:lnTo>
                    <a:pt x="39952" y="1186"/>
                  </a:lnTo>
                  <a:lnTo>
                    <a:pt x="3995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0"/>
            <p:cNvSpPr/>
            <p:nvPr/>
          </p:nvSpPr>
          <p:spPr>
            <a:xfrm>
              <a:off x="2810225" y="580025"/>
              <a:ext cx="1066600" cy="1448350"/>
            </a:xfrm>
            <a:custGeom>
              <a:rect b="b" l="l" r="r" t="t"/>
              <a:pathLst>
                <a:path extrusionOk="0" h="57934" w="42664">
                  <a:moveTo>
                    <a:pt x="40281" y="1172"/>
                  </a:moveTo>
                  <a:lnTo>
                    <a:pt x="40399" y="1186"/>
                  </a:lnTo>
                  <a:lnTo>
                    <a:pt x="40518" y="1199"/>
                  </a:lnTo>
                  <a:lnTo>
                    <a:pt x="40636" y="1238"/>
                  </a:lnTo>
                  <a:lnTo>
                    <a:pt x="40741" y="1278"/>
                  </a:lnTo>
                  <a:lnTo>
                    <a:pt x="40847" y="1317"/>
                  </a:lnTo>
                  <a:lnTo>
                    <a:pt x="40952" y="1383"/>
                  </a:lnTo>
                  <a:lnTo>
                    <a:pt x="41044" y="1449"/>
                  </a:lnTo>
                  <a:lnTo>
                    <a:pt x="41123" y="1528"/>
                  </a:lnTo>
                  <a:lnTo>
                    <a:pt x="41202" y="1620"/>
                  </a:lnTo>
                  <a:lnTo>
                    <a:pt x="41268" y="1712"/>
                  </a:lnTo>
                  <a:lnTo>
                    <a:pt x="41334" y="1804"/>
                  </a:lnTo>
                  <a:lnTo>
                    <a:pt x="41386" y="1910"/>
                  </a:lnTo>
                  <a:lnTo>
                    <a:pt x="41426" y="2015"/>
                  </a:lnTo>
                  <a:lnTo>
                    <a:pt x="41452" y="2133"/>
                  </a:lnTo>
                  <a:lnTo>
                    <a:pt x="41478" y="2252"/>
                  </a:lnTo>
                  <a:lnTo>
                    <a:pt x="41478" y="2370"/>
                  </a:lnTo>
                  <a:lnTo>
                    <a:pt x="41478" y="2502"/>
                  </a:lnTo>
                  <a:lnTo>
                    <a:pt x="41452" y="2620"/>
                  </a:lnTo>
                  <a:lnTo>
                    <a:pt x="41426" y="2726"/>
                  </a:lnTo>
                  <a:lnTo>
                    <a:pt x="41386" y="2844"/>
                  </a:lnTo>
                  <a:lnTo>
                    <a:pt x="41334" y="2950"/>
                  </a:lnTo>
                  <a:lnTo>
                    <a:pt x="41268" y="3042"/>
                  </a:lnTo>
                  <a:lnTo>
                    <a:pt x="41202" y="3134"/>
                  </a:lnTo>
                  <a:lnTo>
                    <a:pt x="41123" y="3226"/>
                  </a:lnTo>
                  <a:lnTo>
                    <a:pt x="41044" y="3305"/>
                  </a:lnTo>
                  <a:lnTo>
                    <a:pt x="40952" y="3371"/>
                  </a:lnTo>
                  <a:lnTo>
                    <a:pt x="40847" y="3423"/>
                  </a:lnTo>
                  <a:lnTo>
                    <a:pt x="40741" y="3476"/>
                  </a:lnTo>
                  <a:lnTo>
                    <a:pt x="40636" y="3516"/>
                  </a:lnTo>
                  <a:lnTo>
                    <a:pt x="40518" y="3555"/>
                  </a:lnTo>
                  <a:lnTo>
                    <a:pt x="40399" y="3568"/>
                  </a:lnTo>
                  <a:lnTo>
                    <a:pt x="40162" y="3568"/>
                  </a:lnTo>
                  <a:lnTo>
                    <a:pt x="40044" y="3555"/>
                  </a:lnTo>
                  <a:lnTo>
                    <a:pt x="39925" y="3516"/>
                  </a:lnTo>
                  <a:lnTo>
                    <a:pt x="39820" y="3476"/>
                  </a:lnTo>
                  <a:lnTo>
                    <a:pt x="39715" y="3423"/>
                  </a:lnTo>
                  <a:lnTo>
                    <a:pt x="39609" y="3371"/>
                  </a:lnTo>
                  <a:lnTo>
                    <a:pt x="39517" y="3305"/>
                  </a:lnTo>
                  <a:lnTo>
                    <a:pt x="39438" y="3226"/>
                  </a:lnTo>
                  <a:lnTo>
                    <a:pt x="39359" y="3134"/>
                  </a:lnTo>
                  <a:lnTo>
                    <a:pt x="39293" y="3042"/>
                  </a:lnTo>
                  <a:lnTo>
                    <a:pt x="39228" y="2950"/>
                  </a:lnTo>
                  <a:lnTo>
                    <a:pt x="39175" y="2844"/>
                  </a:lnTo>
                  <a:lnTo>
                    <a:pt x="39135" y="2726"/>
                  </a:lnTo>
                  <a:lnTo>
                    <a:pt x="39109" y="2620"/>
                  </a:lnTo>
                  <a:lnTo>
                    <a:pt x="39096" y="2502"/>
                  </a:lnTo>
                  <a:lnTo>
                    <a:pt x="39083" y="2370"/>
                  </a:lnTo>
                  <a:lnTo>
                    <a:pt x="39096" y="2252"/>
                  </a:lnTo>
                  <a:lnTo>
                    <a:pt x="39109" y="2133"/>
                  </a:lnTo>
                  <a:lnTo>
                    <a:pt x="39135" y="2015"/>
                  </a:lnTo>
                  <a:lnTo>
                    <a:pt x="39175" y="1910"/>
                  </a:lnTo>
                  <a:lnTo>
                    <a:pt x="39228" y="1804"/>
                  </a:lnTo>
                  <a:lnTo>
                    <a:pt x="39293" y="1712"/>
                  </a:lnTo>
                  <a:lnTo>
                    <a:pt x="39359" y="1620"/>
                  </a:lnTo>
                  <a:lnTo>
                    <a:pt x="39438" y="1528"/>
                  </a:lnTo>
                  <a:lnTo>
                    <a:pt x="39517" y="1449"/>
                  </a:lnTo>
                  <a:lnTo>
                    <a:pt x="39609" y="1383"/>
                  </a:lnTo>
                  <a:lnTo>
                    <a:pt x="39715" y="1317"/>
                  </a:lnTo>
                  <a:lnTo>
                    <a:pt x="39820" y="1278"/>
                  </a:lnTo>
                  <a:lnTo>
                    <a:pt x="39925" y="1238"/>
                  </a:lnTo>
                  <a:lnTo>
                    <a:pt x="40044" y="1199"/>
                  </a:lnTo>
                  <a:lnTo>
                    <a:pt x="40162" y="1186"/>
                  </a:lnTo>
                  <a:lnTo>
                    <a:pt x="40281" y="1172"/>
                  </a:lnTo>
                  <a:close/>
                  <a:moveTo>
                    <a:pt x="40281" y="1"/>
                  </a:moveTo>
                  <a:lnTo>
                    <a:pt x="40044" y="14"/>
                  </a:lnTo>
                  <a:lnTo>
                    <a:pt x="39807" y="40"/>
                  </a:lnTo>
                  <a:lnTo>
                    <a:pt x="39570" y="106"/>
                  </a:lnTo>
                  <a:lnTo>
                    <a:pt x="39359" y="185"/>
                  </a:lnTo>
                  <a:lnTo>
                    <a:pt x="39149" y="290"/>
                  </a:lnTo>
                  <a:lnTo>
                    <a:pt x="38951" y="409"/>
                  </a:lnTo>
                  <a:lnTo>
                    <a:pt x="38767" y="541"/>
                  </a:lnTo>
                  <a:lnTo>
                    <a:pt x="38596" y="699"/>
                  </a:lnTo>
                  <a:lnTo>
                    <a:pt x="38451" y="870"/>
                  </a:lnTo>
                  <a:lnTo>
                    <a:pt x="38306" y="1041"/>
                  </a:lnTo>
                  <a:lnTo>
                    <a:pt x="38188" y="1238"/>
                  </a:lnTo>
                  <a:lnTo>
                    <a:pt x="38095" y="1449"/>
                  </a:lnTo>
                  <a:lnTo>
                    <a:pt x="38016" y="1673"/>
                  </a:lnTo>
                  <a:lnTo>
                    <a:pt x="37951" y="1896"/>
                  </a:lnTo>
                  <a:lnTo>
                    <a:pt x="37911" y="2133"/>
                  </a:lnTo>
                  <a:lnTo>
                    <a:pt x="37898" y="2370"/>
                  </a:lnTo>
                  <a:lnTo>
                    <a:pt x="37911" y="2515"/>
                  </a:lnTo>
                  <a:lnTo>
                    <a:pt x="37924" y="2660"/>
                  </a:lnTo>
                  <a:lnTo>
                    <a:pt x="37938" y="2792"/>
                  </a:lnTo>
                  <a:lnTo>
                    <a:pt x="37964" y="2936"/>
                  </a:lnTo>
                  <a:lnTo>
                    <a:pt x="38003" y="3068"/>
                  </a:lnTo>
                  <a:lnTo>
                    <a:pt x="38043" y="3186"/>
                  </a:lnTo>
                  <a:lnTo>
                    <a:pt x="38161" y="3437"/>
                  </a:lnTo>
                  <a:lnTo>
                    <a:pt x="25156" y="13559"/>
                  </a:lnTo>
                  <a:lnTo>
                    <a:pt x="25156" y="42150"/>
                  </a:lnTo>
                  <a:lnTo>
                    <a:pt x="0" y="42150"/>
                  </a:lnTo>
                  <a:lnTo>
                    <a:pt x="0" y="57934"/>
                  </a:lnTo>
                  <a:lnTo>
                    <a:pt x="1185" y="57934"/>
                  </a:lnTo>
                  <a:lnTo>
                    <a:pt x="1185" y="43335"/>
                  </a:lnTo>
                  <a:lnTo>
                    <a:pt x="26340" y="43335"/>
                  </a:lnTo>
                  <a:lnTo>
                    <a:pt x="26340" y="14139"/>
                  </a:lnTo>
                  <a:lnTo>
                    <a:pt x="38925" y="4332"/>
                  </a:lnTo>
                  <a:lnTo>
                    <a:pt x="39083" y="4424"/>
                  </a:lnTo>
                  <a:lnTo>
                    <a:pt x="39228" y="4516"/>
                  </a:lnTo>
                  <a:lnTo>
                    <a:pt x="39399" y="4582"/>
                  </a:lnTo>
                  <a:lnTo>
                    <a:pt x="39557" y="4648"/>
                  </a:lnTo>
                  <a:lnTo>
                    <a:pt x="39741" y="4687"/>
                  </a:lnTo>
                  <a:lnTo>
                    <a:pt x="39912" y="4727"/>
                  </a:lnTo>
                  <a:lnTo>
                    <a:pt x="40096" y="4753"/>
                  </a:lnTo>
                  <a:lnTo>
                    <a:pt x="40281" y="4753"/>
                  </a:lnTo>
                  <a:lnTo>
                    <a:pt x="40531" y="4740"/>
                  </a:lnTo>
                  <a:lnTo>
                    <a:pt x="40754" y="4700"/>
                  </a:lnTo>
                  <a:lnTo>
                    <a:pt x="40991" y="4648"/>
                  </a:lnTo>
                  <a:lnTo>
                    <a:pt x="41202" y="4569"/>
                  </a:lnTo>
                  <a:lnTo>
                    <a:pt x="41413" y="4463"/>
                  </a:lnTo>
                  <a:lnTo>
                    <a:pt x="41610" y="4345"/>
                  </a:lnTo>
                  <a:lnTo>
                    <a:pt x="41794" y="4213"/>
                  </a:lnTo>
                  <a:lnTo>
                    <a:pt x="41966" y="4055"/>
                  </a:lnTo>
                  <a:lnTo>
                    <a:pt x="42110" y="3884"/>
                  </a:lnTo>
                  <a:lnTo>
                    <a:pt x="42255" y="3700"/>
                  </a:lnTo>
                  <a:lnTo>
                    <a:pt x="42374" y="3502"/>
                  </a:lnTo>
                  <a:lnTo>
                    <a:pt x="42479" y="3305"/>
                  </a:lnTo>
                  <a:lnTo>
                    <a:pt x="42558" y="3081"/>
                  </a:lnTo>
                  <a:lnTo>
                    <a:pt x="42611" y="2857"/>
                  </a:lnTo>
                  <a:lnTo>
                    <a:pt x="42650" y="2620"/>
                  </a:lnTo>
                  <a:lnTo>
                    <a:pt x="42663" y="2370"/>
                  </a:lnTo>
                  <a:lnTo>
                    <a:pt x="42650" y="2133"/>
                  </a:lnTo>
                  <a:lnTo>
                    <a:pt x="42611" y="1896"/>
                  </a:lnTo>
                  <a:lnTo>
                    <a:pt x="42558" y="1673"/>
                  </a:lnTo>
                  <a:lnTo>
                    <a:pt x="42479" y="1449"/>
                  </a:lnTo>
                  <a:lnTo>
                    <a:pt x="42374" y="1238"/>
                  </a:lnTo>
                  <a:lnTo>
                    <a:pt x="42255" y="1041"/>
                  </a:lnTo>
                  <a:lnTo>
                    <a:pt x="42110" y="870"/>
                  </a:lnTo>
                  <a:lnTo>
                    <a:pt x="41966" y="699"/>
                  </a:lnTo>
                  <a:lnTo>
                    <a:pt x="41794" y="541"/>
                  </a:lnTo>
                  <a:lnTo>
                    <a:pt x="41610" y="409"/>
                  </a:lnTo>
                  <a:lnTo>
                    <a:pt x="41413" y="290"/>
                  </a:lnTo>
                  <a:lnTo>
                    <a:pt x="41202" y="185"/>
                  </a:lnTo>
                  <a:lnTo>
                    <a:pt x="40991" y="106"/>
                  </a:lnTo>
                  <a:lnTo>
                    <a:pt x="40754" y="40"/>
                  </a:lnTo>
                  <a:lnTo>
                    <a:pt x="40531" y="14"/>
                  </a:lnTo>
                  <a:lnTo>
                    <a:pt x="4028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0"/>
            <p:cNvSpPr/>
            <p:nvPr/>
          </p:nvSpPr>
          <p:spPr>
            <a:xfrm>
              <a:off x="3802425" y="605375"/>
              <a:ext cx="687800" cy="639125"/>
            </a:xfrm>
            <a:custGeom>
              <a:rect b="b" l="l" r="r" t="t"/>
              <a:pathLst>
                <a:path extrusionOk="0" h="25565" w="27512">
                  <a:moveTo>
                    <a:pt x="25261" y="1185"/>
                  </a:moveTo>
                  <a:lnTo>
                    <a:pt x="25379" y="1212"/>
                  </a:lnTo>
                  <a:lnTo>
                    <a:pt x="25498" y="1238"/>
                  </a:lnTo>
                  <a:lnTo>
                    <a:pt x="25603" y="1277"/>
                  </a:lnTo>
                  <a:lnTo>
                    <a:pt x="25709" y="1330"/>
                  </a:lnTo>
                  <a:lnTo>
                    <a:pt x="25801" y="1383"/>
                  </a:lnTo>
                  <a:lnTo>
                    <a:pt x="25893" y="1462"/>
                  </a:lnTo>
                  <a:lnTo>
                    <a:pt x="25985" y="1527"/>
                  </a:lnTo>
                  <a:lnTo>
                    <a:pt x="26064" y="1620"/>
                  </a:lnTo>
                  <a:lnTo>
                    <a:pt x="26130" y="1712"/>
                  </a:lnTo>
                  <a:lnTo>
                    <a:pt x="26196" y="1804"/>
                  </a:lnTo>
                  <a:lnTo>
                    <a:pt x="26235" y="1909"/>
                  </a:lnTo>
                  <a:lnTo>
                    <a:pt x="26275" y="2028"/>
                  </a:lnTo>
                  <a:lnTo>
                    <a:pt x="26314" y="2133"/>
                  </a:lnTo>
                  <a:lnTo>
                    <a:pt x="26327" y="2251"/>
                  </a:lnTo>
                  <a:lnTo>
                    <a:pt x="26340" y="2383"/>
                  </a:lnTo>
                  <a:lnTo>
                    <a:pt x="26327" y="2502"/>
                  </a:lnTo>
                  <a:lnTo>
                    <a:pt x="26314" y="2620"/>
                  </a:lnTo>
                  <a:lnTo>
                    <a:pt x="26275" y="2738"/>
                  </a:lnTo>
                  <a:lnTo>
                    <a:pt x="26235" y="2844"/>
                  </a:lnTo>
                  <a:lnTo>
                    <a:pt x="26196" y="2949"/>
                  </a:lnTo>
                  <a:lnTo>
                    <a:pt x="26130" y="3054"/>
                  </a:lnTo>
                  <a:lnTo>
                    <a:pt x="26064" y="3147"/>
                  </a:lnTo>
                  <a:lnTo>
                    <a:pt x="25985" y="3226"/>
                  </a:lnTo>
                  <a:lnTo>
                    <a:pt x="25893" y="3305"/>
                  </a:lnTo>
                  <a:lnTo>
                    <a:pt x="25801" y="3370"/>
                  </a:lnTo>
                  <a:lnTo>
                    <a:pt x="25709" y="3436"/>
                  </a:lnTo>
                  <a:lnTo>
                    <a:pt x="25603" y="3489"/>
                  </a:lnTo>
                  <a:lnTo>
                    <a:pt x="25498" y="3528"/>
                  </a:lnTo>
                  <a:lnTo>
                    <a:pt x="25379" y="3555"/>
                  </a:lnTo>
                  <a:lnTo>
                    <a:pt x="25261" y="3568"/>
                  </a:lnTo>
                  <a:lnTo>
                    <a:pt x="25143" y="3581"/>
                  </a:lnTo>
                  <a:lnTo>
                    <a:pt x="25011" y="3568"/>
                  </a:lnTo>
                  <a:lnTo>
                    <a:pt x="24892" y="3555"/>
                  </a:lnTo>
                  <a:lnTo>
                    <a:pt x="24787" y="3528"/>
                  </a:lnTo>
                  <a:lnTo>
                    <a:pt x="24669" y="3489"/>
                  </a:lnTo>
                  <a:lnTo>
                    <a:pt x="24563" y="3436"/>
                  </a:lnTo>
                  <a:lnTo>
                    <a:pt x="24471" y="3370"/>
                  </a:lnTo>
                  <a:lnTo>
                    <a:pt x="24379" y="3305"/>
                  </a:lnTo>
                  <a:lnTo>
                    <a:pt x="24287" y="3226"/>
                  </a:lnTo>
                  <a:lnTo>
                    <a:pt x="24208" y="3147"/>
                  </a:lnTo>
                  <a:lnTo>
                    <a:pt x="24142" y="3054"/>
                  </a:lnTo>
                  <a:lnTo>
                    <a:pt x="24089" y="2949"/>
                  </a:lnTo>
                  <a:lnTo>
                    <a:pt x="24037" y="2844"/>
                  </a:lnTo>
                  <a:lnTo>
                    <a:pt x="23997" y="2738"/>
                  </a:lnTo>
                  <a:lnTo>
                    <a:pt x="23958" y="2620"/>
                  </a:lnTo>
                  <a:lnTo>
                    <a:pt x="23945" y="2502"/>
                  </a:lnTo>
                  <a:lnTo>
                    <a:pt x="23945" y="2383"/>
                  </a:lnTo>
                  <a:lnTo>
                    <a:pt x="23945" y="2251"/>
                  </a:lnTo>
                  <a:lnTo>
                    <a:pt x="23958" y="2133"/>
                  </a:lnTo>
                  <a:lnTo>
                    <a:pt x="23997" y="2028"/>
                  </a:lnTo>
                  <a:lnTo>
                    <a:pt x="24037" y="1909"/>
                  </a:lnTo>
                  <a:lnTo>
                    <a:pt x="24089" y="1804"/>
                  </a:lnTo>
                  <a:lnTo>
                    <a:pt x="24142" y="1712"/>
                  </a:lnTo>
                  <a:lnTo>
                    <a:pt x="24208" y="1620"/>
                  </a:lnTo>
                  <a:lnTo>
                    <a:pt x="24287" y="1527"/>
                  </a:lnTo>
                  <a:lnTo>
                    <a:pt x="24379" y="1462"/>
                  </a:lnTo>
                  <a:lnTo>
                    <a:pt x="24471" y="1383"/>
                  </a:lnTo>
                  <a:lnTo>
                    <a:pt x="24563" y="1330"/>
                  </a:lnTo>
                  <a:lnTo>
                    <a:pt x="24669" y="1277"/>
                  </a:lnTo>
                  <a:lnTo>
                    <a:pt x="24787" y="1238"/>
                  </a:lnTo>
                  <a:lnTo>
                    <a:pt x="24892" y="1212"/>
                  </a:lnTo>
                  <a:lnTo>
                    <a:pt x="25011" y="1185"/>
                  </a:lnTo>
                  <a:close/>
                  <a:moveTo>
                    <a:pt x="25143" y="0"/>
                  </a:moveTo>
                  <a:lnTo>
                    <a:pt x="24892" y="14"/>
                  </a:lnTo>
                  <a:lnTo>
                    <a:pt x="24655" y="53"/>
                  </a:lnTo>
                  <a:lnTo>
                    <a:pt x="24432" y="106"/>
                  </a:lnTo>
                  <a:lnTo>
                    <a:pt x="24208" y="185"/>
                  </a:lnTo>
                  <a:lnTo>
                    <a:pt x="24010" y="290"/>
                  </a:lnTo>
                  <a:lnTo>
                    <a:pt x="23813" y="409"/>
                  </a:lnTo>
                  <a:lnTo>
                    <a:pt x="23629" y="540"/>
                  </a:lnTo>
                  <a:lnTo>
                    <a:pt x="23458" y="698"/>
                  </a:lnTo>
                  <a:lnTo>
                    <a:pt x="23300" y="869"/>
                  </a:lnTo>
                  <a:lnTo>
                    <a:pt x="23168" y="1054"/>
                  </a:lnTo>
                  <a:lnTo>
                    <a:pt x="23050" y="1251"/>
                  </a:lnTo>
                  <a:lnTo>
                    <a:pt x="22944" y="1448"/>
                  </a:lnTo>
                  <a:lnTo>
                    <a:pt x="22865" y="1672"/>
                  </a:lnTo>
                  <a:lnTo>
                    <a:pt x="22813" y="1896"/>
                  </a:lnTo>
                  <a:lnTo>
                    <a:pt x="22773" y="2133"/>
                  </a:lnTo>
                  <a:lnTo>
                    <a:pt x="22760" y="2383"/>
                  </a:lnTo>
                  <a:lnTo>
                    <a:pt x="22773" y="2581"/>
                  </a:lnTo>
                  <a:lnTo>
                    <a:pt x="22799" y="2791"/>
                  </a:lnTo>
                  <a:lnTo>
                    <a:pt x="22839" y="2975"/>
                  </a:lnTo>
                  <a:lnTo>
                    <a:pt x="22892" y="3173"/>
                  </a:lnTo>
                  <a:lnTo>
                    <a:pt x="22971" y="3357"/>
                  </a:lnTo>
                  <a:lnTo>
                    <a:pt x="23050" y="3528"/>
                  </a:lnTo>
                  <a:lnTo>
                    <a:pt x="23155" y="3686"/>
                  </a:lnTo>
                  <a:lnTo>
                    <a:pt x="23273" y="3844"/>
                  </a:lnTo>
                  <a:lnTo>
                    <a:pt x="23392" y="3989"/>
                  </a:lnTo>
                  <a:lnTo>
                    <a:pt x="23523" y="4134"/>
                  </a:lnTo>
                  <a:lnTo>
                    <a:pt x="23681" y="4252"/>
                  </a:lnTo>
                  <a:lnTo>
                    <a:pt x="23839" y="4371"/>
                  </a:lnTo>
                  <a:lnTo>
                    <a:pt x="23997" y="4463"/>
                  </a:lnTo>
                  <a:lnTo>
                    <a:pt x="24168" y="4555"/>
                  </a:lnTo>
                  <a:lnTo>
                    <a:pt x="24353" y="4621"/>
                  </a:lnTo>
                  <a:lnTo>
                    <a:pt x="24550" y="4687"/>
                  </a:lnTo>
                  <a:lnTo>
                    <a:pt x="24550" y="15191"/>
                  </a:lnTo>
                  <a:lnTo>
                    <a:pt x="0" y="15191"/>
                  </a:lnTo>
                  <a:lnTo>
                    <a:pt x="0" y="25564"/>
                  </a:lnTo>
                  <a:lnTo>
                    <a:pt x="1185" y="25564"/>
                  </a:lnTo>
                  <a:lnTo>
                    <a:pt x="1185" y="16376"/>
                  </a:lnTo>
                  <a:lnTo>
                    <a:pt x="25722" y="16376"/>
                  </a:lnTo>
                  <a:lnTo>
                    <a:pt x="25722" y="4687"/>
                  </a:lnTo>
                  <a:lnTo>
                    <a:pt x="25919" y="4621"/>
                  </a:lnTo>
                  <a:lnTo>
                    <a:pt x="26103" y="4555"/>
                  </a:lnTo>
                  <a:lnTo>
                    <a:pt x="26275" y="4463"/>
                  </a:lnTo>
                  <a:lnTo>
                    <a:pt x="26446" y="4371"/>
                  </a:lnTo>
                  <a:lnTo>
                    <a:pt x="26604" y="4252"/>
                  </a:lnTo>
                  <a:lnTo>
                    <a:pt x="26748" y="4134"/>
                  </a:lnTo>
                  <a:lnTo>
                    <a:pt x="26880" y="3989"/>
                  </a:lnTo>
                  <a:lnTo>
                    <a:pt x="27012" y="3844"/>
                  </a:lnTo>
                  <a:lnTo>
                    <a:pt x="27117" y="3686"/>
                  </a:lnTo>
                  <a:lnTo>
                    <a:pt x="27222" y="3528"/>
                  </a:lnTo>
                  <a:lnTo>
                    <a:pt x="27301" y="3357"/>
                  </a:lnTo>
                  <a:lnTo>
                    <a:pt x="27380" y="3173"/>
                  </a:lnTo>
                  <a:lnTo>
                    <a:pt x="27433" y="2975"/>
                  </a:lnTo>
                  <a:lnTo>
                    <a:pt x="27486" y="2791"/>
                  </a:lnTo>
                  <a:lnTo>
                    <a:pt x="27512" y="2581"/>
                  </a:lnTo>
                  <a:lnTo>
                    <a:pt x="27512" y="2383"/>
                  </a:lnTo>
                  <a:lnTo>
                    <a:pt x="27499" y="2133"/>
                  </a:lnTo>
                  <a:lnTo>
                    <a:pt x="27472" y="1896"/>
                  </a:lnTo>
                  <a:lnTo>
                    <a:pt x="27407" y="1672"/>
                  </a:lnTo>
                  <a:lnTo>
                    <a:pt x="27328" y="1448"/>
                  </a:lnTo>
                  <a:lnTo>
                    <a:pt x="27222" y="1251"/>
                  </a:lnTo>
                  <a:lnTo>
                    <a:pt x="27104" y="1054"/>
                  </a:lnTo>
                  <a:lnTo>
                    <a:pt x="26972" y="869"/>
                  </a:lnTo>
                  <a:lnTo>
                    <a:pt x="26814" y="698"/>
                  </a:lnTo>
                  <a:lnTo>
                    <a:pt x="26643" y="540"/>
                  </a:lnTo>
                  <a:lnTo>
                    <a:pt x="26472" y="409"/>
                  </a:lnTo>
                  <a:lnTo>
                    <a:pt x="26275" y="290"/>
                  </a:lnTo>
                  <a:lnTo>
                    <a:pt x="26064" y="185"/>
                  </a:lnTo>
                  <a:lnTo>
                    <a:pt x="25840" y="106"/>
                  </a:lnTo>
                  <a:lnTo>
                    <a:pt x="25616" y="53"/>
                  </a:lnTo>
                  <a:lnTo>
                    <a:pt x="25379" y="14"/>
                  </a:lnTo>
                  <a:lnTo>
                    <a:pt x="2514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0"/>
            <p:cNvSpPr/>
            <p:nvPr/>
          </p:nvSpPr>
          <p:spPr>
            <a:xfrm>
              <a:off x="4481975" y="1366550"/>
              <a:ext cx="1241350" cy="823400"/>
            </a:xfrm>
            <a:custGeom>
              <a:rect b="b" l="l" r="r" t="t"/>
              <a:pathLst>
                <a:path extrusionOk="0" h="32936" w="49654">
                  <a:moveTo>
                    <a:pt x="47271" y="29355"/>
                  </a:moveTo>
                  <a:lnTo>
                    <a:pt x="47389" y="29369"/>
                  </a:lnTo>
                  <a:lnTo>
                    <a:pt x="47508" y="29382"/>
                  </a:lnTo>
                  <a:lnTo>
                    <a:pt x="47626" y="29408"/>
                  </a:lnTo>
                  <a:lnTo>
                    <a:pt x="47732" y="29447"/>
                  </a:lnTo>
                  <a:lnTo>
                    <a:pt x="47837" y="29500"/>
                  </a:lnTo>
                  <a:lnTo>
                    <a:pt x="47942" y="29566"/>
                  </a:lnTo>
                  <a:lnTo>
                    <a:pt x="48034" y="29632"/>
                  </a:lnTo>
                  <a:lnTo>
                    <a:pt x="48113" y="29711"/>
                  </a:lnTo>
                  <a:lnTo>
                    <a:pt x="48192" y="29790"/>
                  </a:lnTo>
                  <a:lnTo>
                    <a:pt x="48258" y="29882"/>
                  </a:lnTo>
                  <a:lnTo>
                    <a:pt x="48324" y="29987"/>
                  </a:lnTo>
                  <a:lnTo>
                    <a:pt x="48377" y="30092"/>
                  </a:lnTo>
                  <a:lnTo>
                    <a:pt x="48416" y="30198"/>
                  </a:lnTo>
                  <a:lnTo>
                    <a:pt x="48442" y="30316"/>
                  </a:lnTo>
                  <a:lnTo>
                    <a:pt x="48456" y="30435"/>
                  </a:lnTo>
                  <a:lnTo>
                    <a:pt x="48469" y="30553"/>
                  </a:lnTo>
                  <a:lnTo>
                    <a:pt x="48456" y="30685"/>
                  </a:lnTo>
                  <a:lnTo>
                    <a:pt x="48442" y="30803"/>
                  </a:lnTo>
                  <a:lnTo>
                    <a:pt x="48416" y="30909"/>
                  </a:lnTo>
                  <a:lnTo>
                    <a:pt x="48377" y="31027"/>
                  </a:lnTo>
                  <a:lnTo>
                    <a:pt x="48324" y="31132"/>
                  </a:lnTo>
                  <a:lnTo>
                    <a:pt x="48258" y="31225"/>
                  </a:lnTo>
                  <a:lnTo>
                    <a:pt x="48192" y="31317"/>
                  </a:lnTo>
                  <a:lnTo>
                    <a:pt x="48113" y="31409"/>
                  </a:lnTo>
                  <a:lnTo>
                    <a:pt x="48034" y="31475"/>
                  </a:lnTo>
                  <a:lnTo>
                    <a:pt x="47942" y="31554"/>
                  </a:lnTo>
                  <a:lnTo>
                    <a:pt x="47837" y="31606"/>
                  </a:lnTo>
                  <a:lnTo>
                    <a:pt x="47732" y="31659"/>
                  </a:lnTo>
                  <a:lnTo>
                    <a:pt x="47626" y="31698"/>
                  </a:lnTo>
                  <a:lnTo>
                    <a:pt x="47508" y="31725"/>
                  </a:lnTo>
                  <a:lnTo>
                    <a:pt x="47389" y="31751"/>
                  </a:lnTo>
                  <a:lnTo>
                    <a:pt x="47152" y="31751"/>
                  </a:lnTo>
                  <a:lnTo>
                    <a:pt x="47034" y="31725"/>
                  </a:lnTo>
                  <a:lnTo>
                    <a:pt x="46915" y="31698"/>
                  </a:lnTo>
                  <a:lnTo>
                    <a:pt x="46797" y="31659"/>
                  </a:lnTo>
                  <a:lnTo>
                    <a:pt x="46705" y="31606"/>
                  </a:lnTo>
                  <a:lnTo>
                    <a:pt x="46600" y="31554"/>
                  </a:lnTo>
                  <a:lnTo>
                    <a:pt x="46507" y="31475"/>
                  </a:lnTo>
                  <a:lnTo>
                    <a:pt x="46428" y="31409"/>
                  </a:lnTo>
                  <a:lnTo>
                    <a:pt x="46349" y="31317"/>
                  </a:lnTo>
                  <a:lnTo>
                    <a:pt x="46270" y="31225"/>
                  </a:lnTo>
                  <a:lnTo>
                    <a:pt x="46218" y="31132"/>
                  </a:lnTo>
                  <a:lnTo>
                    <a:pt x="46165" y="31027"/>
                  </a:lnTo>
                  <a:lnTo>
                    <a:pt x="46126" y="30909"/>
                  </a:lnTo>
                  <a:lnTo>
                    <a:pt x="46099" y="30803"/>
                  </a:lnTo>
                  <a:lnTo>
                    <a:pt x="46073" y="30685"/>
                  </a:lnTo>
                  <a:lnTo>
                    <a:pt x="46073" y="30553"/>
                  </a:lnTo>
                  <a:lnTo>
                    <a:pt x="46073" y="30435"/>
                  </a:lnTo>
                  <a:lnTo>
                    <a:pt x="46099" y="30316"/>
                  </a:lnTo>
                  <a:lnTo>
                    <a:pt x="46126" y="30198"/>
                  </a:lnTo>
                  <a:lnTo>
                    <a:pt x="46165" y="30092"/>
                  </a:lnTo>
                  <a:lnTo>
                    <a:pt x="46218" y="29987"/>
                  </a:lnTo>
                  <a:lnTo>
                    <a:pt x="46270" y="29882"/>
                  </a:lnTo>
                  <a:lnTo>
                    <a:pt x="46349" y="29790"/>
                  </a:lnTo>
                  <a:lnTo>
                    <a:pt x="46428" y="29711"/>
                  </a:lnTo>
                  <a:lnTo>
                    <a:pt x="46507" y="29632"/>
                  </a:lnTo>
                  <a:lnTo>
                    <a:pt x="46600" y="29566"/>
                  </a:lnTo>
                  <a:lnTo>
                    <a:pt x="46705" y="29500"/>
                  </a:lnTo>
                  <a:lnTo>
                    <a:pt x="46797" y="29447"/>
                  </a:lnTo>
                  <a:lnTo>
                    <a:pt x="46915" y="29408"/>
                  </a:lnTo>
                  <a:lnTo>
                    <a:pt x="47034" y="29382"/>
                  </a:lnTo>
                  <a:lnTo>
                    <a:pt x="47152" y="29369"/>
                  </a:lnTo>
                  <a:lnTo>
                    <a:pt x="47271" y="29355"/>
                  </a:lnTo>
                  <a:close/>
                  <a:moveTo>
                    <a:pt x="1" y="1"/>
                  </a:moveTo>
                  <a:lnTo>
                    <a:pt x="1" y="1172"/>
                  </a:lnTo>
                  <a:lnTo>
                    <a:pt x="22642" y="1172"/>
                  </a:lnTo>
                  <a:lnTo>
                    <a:pt x="46679" y="16626"/>
                  </a:lnTo>
                  <a:lnTo>
                    <a:pt x="46679" y="28250"/>
                  </a:lnTo>
                  <a:lnTo>
                    <a:pt x="46494" y="28315"/>
                  </a:lnTo>
                  <a:lnTo>
                    <a:pt x="46310" y="28381"/>
                  </a:lnTo>
                  <a:lnTo>
                    <a:pt x="46126" y="28473"/>
                  </a:lnTo>
                  <a:lnTo>
                    <a:pt x="45968" y="28566"/>
                  </a:lnTo>
                  <a:lnTo>
                    <a:pt x="45810" y="28684"/>
                  </a:lnTo>
                  <a:lnTo>
                    <a:pt x="45665" y="28802"/>
                  </a:lnTo>
                  <a:lnTo>
                    <a:pt x="45520" y="28947"/>
                  </a:lnTo>
                  <a:lnTo>
                    <a:pt x="45402" y="29092"/>
                  </a:lnTo>
                  <a:lnTo>
                    <a:pt x="45283" y="29250"/>
                  </a:lnTo>
                  <a:lnTo>
                    <a:pt x="45191" y="29408"/>
                  </a:lnTo>
                  <a:lnTo>
                    <a:pt x="45099" y="29579"/>
                  </a:lnTo>
                  <a:lnTo>
                    <a:pt x="45020" y="29763"/>
                  </a:lnTo>
                  <a:lnTo>
                    <a:pt x="44967" y="29961"/>
                  </a:lnTo>
                  <a:lnTo>
                    <a:pt x="44928" y="30145"/>
                  </a:lnTo>
                  <a:lnTo>
                    <a:pt x="44901" y="30356"/>
                  </a:lnTo>
                  <a:lnTo>
                    <a:pt x="44888" y="30553"/>
                  </a:lnTo>
                  <a:lnTo>
                    <a:pt x="44901" y="30803"/>
                  </a:lnTo>
                  <a:lnTo>
                    <a:pt x="44941" y="31040"/>
                  </a:lnTo>
                  <a:lnTo>
                    <a:pt x="44994" y="31264"/>
                  </a:lnTo>
                  <a:lnTo>
                    <a:pt x="45073" y="31475"/>
                  </a:lnTo>
                  <a:lnTo>
                    <a:pt x="45178" y="31685"/>
                  </a:lnTo>
                  <a:lnTo>
                    <a:pt x="45296" y="31883"/>
                  </a:lnTo>
                  <a:lnTo>
                    <a:pt x="45428" y="32067"/>
                  </a:lnTo>
                  <a:lnTo>
                    <a:pt x="45586" y="32238"/>
                  </a:lnTo>
                  <a:lnTo>
                    <a:pt x="45757" y="32396"/>
                  </a:lnTo>
                  <a:lnTo>
                    <a:pt x="45941" y="32528"/>
                  </a:lnTo>
                  <a:lnTo>
                    <a:pt x="46139" y="32646"/>
                  </a:lnTo>
                  <a:lnTo>
                    <a:pt x="46349" y="32752"/>
                  </a:lnTo>
                  <a:lnTo>
                    <a:pt x="46560" y="32831"/>
                  </a:lnTo>
                  <a:lnTo>
                    <a:pt x="46784" y="32883"/>
                  </a:lnTo>
                  <a:lnTo>
                    <a:pt x="47021" y="32923"/>
                  </a:lnTo>
                  <a:lnTo>
                    <a:pt x="47271" y="32936"/>
                  </a:lnTo>
                  <a:lnTo>
                    <a:pt x="47508" y="32923"/>
                  </a:lnTo>
                  <a:lnTo>
                    <a:pt x="47745" y="32883"/>
                  </a:lnTo>
                  <a:lnTo>
                    <a:pt x="47982" y="32831"/>
                  </a:lnTo>
                  <a:lnTo>
                    <a:pt x="48192" y="32752"/>
                  </a:lnTo>
                  <a:lnTo>
                    <a:pt x="48403" y="32646"/>
                  </a:lnTo>
                  <a:lnTo>
                    <a:pt x="48600" y="32528"/>
                  </a:lnTo>
                  <a:lnTo>
                    <a:pt x="48785" y="32396"/>
                  </a:lnTo>
                  <a:lnTo>
                    <a:pt x="48956" y="32238"/>
                  </a:lnTo>
                  <a:lnTo>
                    <a:pt x="49101" y="32067"/>
                  </a:lnTo>
                  <a:lnTo>
                    <a:pt x="49245" y="31883"/>
                  </a:lnTo>
                  <a:lnTo>
                    <a:pt x="49364" y="31685"/>
                  </a:lnTo>
                  <a:lnTo>
                    <a:pt x="49456" y="31475"/>
                  </a:lnTo>
                  <a:lnTo>
                    <a:pt x="49535" y="31264"/>
                  </a:lnTo>
                  <a:lnTo>
                    <a:pt x="49601" y="31040"/>
                  </a:lnTo>
                  <a:lnTo>
                    <a:pt x="49640" y="30803"/>
                  </a:lnTo>
                  <a:lnTo>
                    <a:pt x="49653" y="30553"/>
                  </a:lnTo>
                  <a:lnTo>
                    <a:pt x="49640" y="30356"/>
                  </a:lnTo>
                  <a:lnTo>
                    <a:pt x="49614" y="30145"/>
                  </a:lnTo>
                  <a:lnTo>
                    <a:pt x="49575" y="29961"/>
                  </a:lnTo>
                  <a:lnTo>
                    <a:pt x="49509" y="29763"/>
                  </a:lnTo>
                  <a:lnTo>
                    <a:pt x="49443" y="29579"/>
                  </a:lnTo>
                  <a:lnTo>
                    <a:pt x="49351" y="29408"/>
                  </a:lnTo>
                  <a:lnTo>
                    <a:pt x="49259" y="29250"/>
                  </a:lnTo>
                  <a:lnTo>
                    <a:pt x="49140" y="29092"/>
                  </a:lnTo>
                  <a:lnTo>
                    <a:pt x="49008" y="28934"/>
                  </a:lnTo>
                  <a:lnTo>
                    <a:pt x="48877" y="28802"/>
                  </a:lnTo>
                  <a:lnTo>
                    <a:pt x="48732" y="28684"/>
                  </a:lnTo>
                  <a:lnTo>
                    <a:pt x="48574" y="28566"/>
                  </a:lnTo>
                  <a:lnTo>
                    <a:pt x="48403" y="28473"/>
                  </a:lnTo>
                  <a:lnTo>
                    <a:pt x="48232" y="28381"/>
                  </a:lnTo>
                  <a:lnTo>
                    <a:pt x="48048" y="28315"/>
                  </a:lnTo>
                  <a:lnTo>
                    <a:pt x="47863" y="28250"/>
                  </a:lnTo>
                  <a:lnTo>
                    <a:pt x="47863" y="15981"/>
                  </a:lnTo>
                  <a:lnTo>
                    <a:pt x="23142" y="93"/>
                  </a:lnTo>
                  <a:lnTo>
                    <a:pt x="2299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0"/>
            <p:cNvSpPr/>
            <p:nvPr/>
          </p:nvSpPr>
          <p:spPr>
            <a:xfrm>
              <a:off x="4481975" y="2128725"/>
              <a:ext cx="347550" cy="466000"/>
            </a:xfrm>
            <a:custGeom>
              <a:rect b="b" l="l" r="r" t="t"/>
              <a:pathLst>
                <a:path extrusionOk="0" h="18640" w="13902">
                  <a:moveTo>
                    <a:pt x="11519" y="15059"/>
                  </a:moveTo>
                  <a:lnTo>
                    <a:pt x="11651" y="15073"/>
                  </a:lnTo>
                  <a:lnTo>
                    <a:pt x="11769" y="15086"/>
                  </a:lnTo>
                  <a:lnTo>
                    <a:pt x="11874" y="15112"/>
                  </a:lnTo>
                  <a:lnTo>
                    <a:pt x="11993" y="15152"/>
                  </a:lnTo>
                  <a:lnTo>
                    <a:pt x="12098" y="15204"/>
                  </a:lnTo>
                  <a:lnTo>
                    <a:pt x="12190" y="15270"/>
                  </a:lnTo>
                  <a:lnTo>
                    <a:pt x="12282" y="15336"/>
                  </a:lnTo>
                  <a:lnTo>
                    <a:pt x="12375" y="15415"/>
                  </a:lnTo>
                  <a:lnTo>
                    <a:pt x="12453" y="15494"/>
                  </a:lnTo>
                  <a:lnTo>
                    <a:pt x="12519" y="15586"/>
                  </a:lnTo>
                  <a:lnTo>
                    <a:pt x="12572" y="15691"/>
                  </a:lnTo>
                  <a:lnTo>
                    <a:pt x="12625" y="15797"/>
                  </a:lnTo>
                  <a:lnTo>
                    <a:pt x="12664" y="15902"/>
                  </a:lnTo>
                  <a:lnTo>
                    <a:pt x="12704" y="16020"/>
                  </a:lnTo>
                  <a:lnTo>
                    <a:pt x="12717" y="16139"/>
                  </a:lnTo>
                  <a:lnTo>
                    <a:pt x="12717" y="16257"/>
                  </a:lnTo>
                  <a:lnTo>
                    <a:pt x="12717" y="16389"/>
                  </a:lnTo>
                  <a:lnTo>
                    <a:pt x="12704" y="16507"/>
                  </a:lnTo>
                  <a:lnTo>
                    <a:pt x="12664" y="16613"/>
                  </a:lnTo>
                  <a:lnTo>
                    <a:pt x="12625" y="16731"/>
                  </a:lnTo>
                  <a:lnTo>
                    <a:pt x="12572" y="16837"/>
                  </a:lnTo>
                  <a:lnTo>
                    <a:pt x="12519" y="16929"/>
                  </a:lnTo>
                  <a:lnTo>
                    <a:pt x="12453" y="17021"/>
                  </a:lnTo>
                  <a:lnTo>
                    <a:pt x="12375" y="17113"/>
                  </a:lnTo>
                  <a:lnTo>
                    <a:pt x="12282" y="17179"/>
                  </a:lnTo>
                  <a:lnTo>
                    <a:pt x="12190" y="17258"/>
                  </a:lnTo>
                  <a:lnTo>
                    <a:pt x="12098" y="17310"/>
                  </a:lnTo>
                  <a:lnTo>
                    <a:pt x="11993" y="17363"/>
                  </a:lnTo>
                  <a:lnTo>
                    <a:pt x="11874" y="17403"/>
                  </a:lnTo>
                  <a:lnTo>
                    <a:pt x="11769" y="17429"/>
                  </a:lnTo>
                  <a:lnTo>
                    <a:pt x="11651" y="17455"/>
                  </a:lnTo>
                  <a:lnTo>
                    <a:pt x="11400" y="17455"/>
                  </a:lnTo>
                  <a:lnTo>
                    <a:pt x="11282" y="17429"/>
                  </a:lnTo>
                  <a:lnTo>
                    <a:pt x="11163" y="17403"/>
                  </a:lnTo>
                  <a:lnTo>
                    <a:pt x="11058" y="17363"/>
                  </a:lnTo>
                  <a:lnTo>
                    <a:pt x="10953" y="17310"/>
                  </a:lnTo>
                  <a:lnTo>
                    <a:pt x="10861" y="17258"/>
                  </a:lnTo>
                  <a:lnTo>
                    <a:pt x="10769" y="17179"/>
                  </a:lnTo>
                  <a:lnTo>
                    <a:pt x="10676" y="17113"/>
                  </a:lnTo>
                  <a:lnTo>
                    <a:pt x="10597" y="17021"/>
                  </a:lnTo>
                  <a:lnTo>
                    <a:pt x="10532" y="16929"/>
                  </a:lnTo>
                  <a:lnTo>
                    <a:pt x="10466" y="16837"/>
                  </a:lnTo>
                  <a:lnTo>
                    <a:pt x="10426" y="16731"/>
                  </a:lnTo>
                  <a:lnTo>
                    <a:pt x="10387" y="16613"/>
                  </a:lnTo>
                  <a:lnTo>
                    <a:pt x="10347" y="16507"/>
                  </a:lnTo>
                  <a:lnTo>
                    <a:pt x="10334" y="16389"/>
                  </a:lnTo>
                  <a:lnTo>
                    <a:pt x="10321" y="16257"/>
                  </a:lnTo>
                  <a:lnTo>
                    <a:pt x="10334" y="16139"/>
                  </a:lnTo>
                  <a:lnTo>
                    <a:pt x="10347" y="16020"/>
                  </a:lnTo>
                  <a:lnTo>
                    <a:pt x="10387" y="15902"/>
                  </a:lnTo>
                  <a:lnTo>
                    <a:pt x="10426" y="15797"/>
                  </a:lnTo>
                  <a:lnTo>
                    <a:pt x="10466" y="15691"/>
                  </a:lnTo>
                  <a:lnTo>
                    <a:pt x="10532" y="15586"/>
                  </a:lnTo>
                  <a:lnTo>
                    <a:pt x="10597" y="15494"/>
                  </a:lnTo>
                  <a:lnTo>
                    <a:pt x="10676" y="15415"/>
                  </a:lnTo>
                  <a:lnTo>
                    <a:pt x="10769" y="15336"/>
                  </a:lnTo>
                  <a:lnTo>
                    <a:pt x="10861" y="15270"/>
                  </a:lnTo>
                  <a:lnTo>
                    <a:pt x="10953" y="15204"/>
                  </a:lnTo>
                  <a:lnTo>
                    <a:pt x="11058" y="15152"/>
                  </a:lnTo>
                  <a:lnTo>
                    <a:pt x="11163" y="15112"/>
                  </a:lnTo>
                  <a:lnTo>
                    <a:pt x="11282" y="15086"/>
                  </a:lnTo>
                  <a:lnTo>
                    <a:pt x="11400" y="15073"/>
                  </a:lnTo>
                  <a:lnTo>
                    <a:pt x="11519" y="15059"/>
                  </a:lnTo>
                  <a:close/>
                  <a:moveTo>
                    <a:pt x="1" y="0"/>
                  </a:moveTo>
                  <a:lnTo>
                    <a:pt x="1" y="1185"/>
                  </a:lnTo>
                  <a:lnTo>
                    <a:pt x="11150" y="1185"/>
                  </a:lnTo>
                  <a:lnTo>
                    <a:pt x="11150" y="13914"/>
                  </a:lnTo>
                  <a:lnTo>
                    <a:pt x="10940" y="13954"/>
                  </a:lnTo>
                  <a:lnTo>
                    <a:pt x="10742" y="14020"/>
                  </a:lnTo>
                  <a:lnTo>
                    <a:pt x="10545" y="14099"/>
                  </a:lnTo>
                  <a:lnTo>
                    <a:pt x="10361" y="14191"/>
                  </a:lnTo>
                  <a:lnTo>
                    <a:pt x="10176" y="14296"/>
                  </a:lnTo>
                  <a:lnTo>
                    <a:pt x="10018" y="14428"/>
                  </a:lnTo>
                  <a:lnTo>
                    <a:pt x="9860" y="14559"/>
                  </a:lnTo>
                  <a:lnTo>
                    <a:pt x="9715" y="14717"/>
                  </a:lnTo>
                  <a:lnTo>
                    <a:pt x="9597" y="14875"/>
                  </a:lnTo>
                  <a:lnTo>
                    <a:pt x="9479" y="15046"/>
                  </a:lnTo>
                  <a:lnTo>
                    <a:pt x="9386" y="15231"/>
                  </a:lnTo>
                  <a:lnTo>
                    <a:pt x="9294" y="15415"/>
                  </a:lnTo>
                  <a:lnTo>
                    <a:pt x="9228" y="15625"/>
                  </a:lnTo>
                  <a:lnTo>
                    <a:pt x="9189" y="15823"/>
                  </a:lnTo>
                  <a:lnTo>
                    <a:pt x="9163" y="16047"/>
                  </a:lnTo>
                  <a:lnTo>
                    <a:pt x="9149" y="16257"/>
                  </a:lnTo>
                  <a:lnTo>
                    <a:pt x="9163" y="16507"/>
                  </a:lnTo>
                  <a:lnTo>
                    <a:pt x="9189" y="16744"/>
                  </a:lnTo>
                  <a:lnTo>
                    <a:pt x="9255" y="16968"/>
                  </a:lnTo>
                  <a:lnTo>
                    <a:pt x="9334" y="17179"/>
                  </a:lnTo>
                  <a:lnTo>
                    <a:pt x="9439" y="17389"/>
                  </a:lnTo>
                  <a:lnTo>
                    <a:pt x="9558" y="17587"/>
                  </a:lnTo>
                  <a:lnTo>
                    <a:pt x="9689" y="17771"/>
                  </a:lnTo>
                  <a:lnTo>
                    <a:pt x="9847" y="17942"/>
                  </a:lnTo>
                  <a:lnTo>
                    <a:pt x="10018" y="18100"/>
                  </a:lnTo>
                  <a:lnTo>
                    <a:pt x="10189" y="18232"/>
                  </a:lnTo>
                  <a:lnTo>
                    <a:pt x="10387" y="18350"/>
                  </a:lnTo>
                  <a:lnTo>
                    <a:pt x="10597" y="18456"/>
                  </a:lnTo>
                  <a:lnTo>
                    <a:pt x="10821" y="18535"/>
                  </a:lnTo>
                  <a:lnTo>
                    <a:pt x="11045" y="18587"/>
                  </a:lnTo>
                  <a:lnTo>
                    <a:pt x="11282" y="18627"/>
                  </a:lnTo>
                  <a:lnTo>
                    <a:pt x="11519" y="18640"/>
                  </a:lnTo>
                  <a:lnTo>
                    <a:pt x="11769" y="18627"/>
                  </a:lnTo>
                  <a:lnTo>
                    <a:pt x="12006" y="18587"/>
                  </a:lnTo>
                  <a:lnTo>
                    <a:pt x="12230" y="18535"/>
                  </a:lnTo>
                  <a:lnTo>
                    <a:pt x="12453" y="18456"/>
                  </a:lnTo>
                  <a:lnTo>
                    <a:pt x="12651" y="18350"/>
                  </a:lnTo>
                  <a:lnTo>
                    <a:pt x="12848" y="18232"/>
                  </a:lnTo>
                  <a:lnTo>
                    <a:pt x="13033" y="18100"/>
                  </a:lnTo>
                  <a:lnTo>
                    <a:pt x="13204" y="17942"/>
                  </a:lnTo>
                  <a:lnTo>
                    <a:pt x="13362" y="17771"/>
                  </a:lnTo>
                  <a:lnTo>
                    <a:pt x="13493" y="17587"/>
                  </a:lnTo>
                  <a:lnTo>
                    <a:pt x="13612" y="17389"/>
                  </a:lnTo>
                  <a:lnTo>
                    <a:pt x="13717" y="17179"/>
                  </a:lnTo>
                  <a:lnTo>
                    <a:pt x="13796" y="16968"/>
                  </a:lnTo>
                  <a:lnTo>
                    <a:pt x="13849" y="16744"/>
                  </a:lnTo>
                  <a:lnTo>
                    <a:pt x="13888" y="16507"/>
                  </a:lnTo>
                  <a:lnTo>
                    <a:pt x="13901" y="16257"/>
                  </a:lnTo>
                  <a:lnTo>
                    <a:pt x="13901" y="16073"/>
                  </a:lnTo>
                  <a:lnTo>
                    <a:pt x="13875" y="15889"/>
                  </a:lnTo>
                  <a:lnTo>
                    <a:pt x="13836" y="15704"/>
                  </a:lnTo>
                  <a:lnTo>
                    <a:pt x="13783" y="15520"/>
                  </a:lnTo>
                  <a:lnTo>
                    <a:pt x="13717" y="15349"/>
                  </a:lnTo>
                  <a:lnTo>
                    <a:pt x="13651" y="15191"/>
                  </a:lnTo>
                  <a:lnTo>
                    <a:pt x="13559" y="15033"/>
                  </a:lnTo>
                  <a:lnTo>
                    <a:pt x="13454" y="14875"/>
                  </a:lnTo>
                  <a:lnTo>
                    <a:pt x="13349" y="14744"/>
                  </a:lnTo>
                  <a:lnTo>
                    <a:pt x="13230" y="14599"/>
                  </a:lnTo>
                  <a:lnTo>
                    <a:pt x="13099" y="14480"/>
                  </a:lnTo>
                  <a:lnTo>
                    <a:pt x="12967" y="14362"/>
                  </a:lnTo>
                  <a:lnTo>
                    <a:pt x="12809" y="14256"/>
                  </a:lnTo>
                  <a:lnTo>
                    <a:pt x="12664" y="14164"/>
                  </a:lnTo>
                  <a:lnTo>
                    <a:pt x="12493" y="14085"/>
                  </a:lnTo>
                  <a:lnTo>
                    <a:pt x="12322" y="14020"/>
                  </a:lnTo>
                  <a:lnTo>
                    <a:pt x="123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0"/>
            <p:cNvSpPr/>
            <p:nvPr/>
          </p:nvSpPr>
          <p:spPr>
            <a:xfrm>
              <a:off x="4953900" y="2739175"/>
              <a:ext cx="118825" cy="793450"/>
            </a:xfrm>
            <a:custGeom>
              <a:rect b="b" l="l" r="r" t="t"/>
              <a:pathLst>
                <a:path extrusionOk="0" h="31738" w="4753">
                  <a:moveTo>
                    <a:pt x="2501" y="28157"/>
                  </a:moveTo>
                  <a:lnTo>
                    <a:pt x="2620" y="28184"/>
                  </a:lnTo>
                  <a:lnTo>
                    <a:pt x="2738" y="28210"/>
                  </a:lnTo>
                  <a:lnTo>
                    <a:pt x="2844" y="28250"/>
                  </a:lnTo>
                  <a:lnTo>
                    <a:pt x="2949" y="28302"/>
                  </a:lnTo>
                  <a:lnTo>
                    <a:pt x="3041" y="28355"/>
                  </a:lnTo>
                  <a:lnTo>
                    <a:pt x="3133" y="28434"/>
                  </a:lnTo>
                  <a:lnTo>
                    <a:pt x="3225" y="28513"/>
                  </a:lnTo>
                  <a:lnTo>
                    <a:pt x="3304" y="28592"/>
                  </a:lnTo>
                  <a:lnTo>
                    <a:pt x="3370" y="28684"/>
                  </a:lnTo>
                  <a:lnTo>
                    <a:pt x="3436" y="28789"/>
                  </a:lnTo>
                  <a:lnTo>
                    <a:pt x="3475" y="28881"/>
                  </a:lnTo>
                  <a:lnTo>
                    <a:pt x="3515" y="29000"/>
                  </a:lnTo>
                  <a:lnTo>
                    <a:pt x="3554" y="29118"/>
                  </a:lnTo>
                  <a:lnTo>
                    <a:pt x="3568" y="29237"/>
                  </a:lnTo>
                  <a:lnTo>
                    <a:pt x="3581" y="29355"/>
                  </a:lnTo>
                  <a:lnTo>
                    <a:pt x="3568" y="29474"/>
                  </a:lnTo>
                  <a:lnTo>
                    <a:pt x="3554" y="29592"/>
                  </a:lnTo>
                  <a:lnTo>
                    <a:pt x="3515" y="29711"/>
                  </a:lnTo>
                  <a:lnTo>
                    <a:pt x="3475" y="29816"/>
                  </a:lnTo>
                  <a:lnTo>
                    <a:pt x="3436" y="29921"/>
                  </a:lnTo>
                  <a:lnTo>
                    <a:pt x="3370" y="30027"/>
                  </a:lnTo>
                  <a:lnTo>
                    <a:pt x="3304" y="30119"/>
                  </a:lnTo>
                  <a:lnTo>
                    <a:pt x="3225" y="30198"/>
                  </a:lnTo>
                  <a:lnTo>
                    <a:pt x="3133" y="30277"/>
                  </a:lnTo>
                  <a:lnTo>
                    <a:pt x="3041" y="30343"/>
                  </a:lnTo>
                  <a:lnTo>
                    <a:pt x="2949" y="30408"/>
                  </a:lnTo>
                  <a:lnTo>
                    <a:pt x="2844" y="30461"/>
                  </a:lnTo>
                  <a:lnTo>
                    <a:pt x="2738" y="30501"/>
                  </a:lnTo>
                  <a:lnTo>
                    <a:pt x="2620" y="30527"/>
                  </a:lnTo>
                  <a:lnTo>
                    <a:pt x="2501" y="30540"/>
                  </a:lnTo>
                  <a:lnTo>
                    <a:pt x="2383" y="30553"/>
                  </a:lnTo>
                  <a:lnTo>
                    <a:pt x="2251" y="30540"/>
                  </a:lnTo>
                  <a:lnTo>
                    <a:pt x="2133" y="30527"/>
                  </a:lnTo>
                  <a:lnTo>
                    <a:pt x="2027" y="30501"/>
                  </a:lnTo>
                  <a:lnTo>
                    <a:pt x="1909" y="30461"/>
                  </a:lnTo>
                  <a:lnTo>
                    <a:pt x="1804" y="30408"/>
                  </a:lnTo>
                  <a:lnTo>
                    <a:pt x="1712" y="30343"/>
                  </a:lnTo>
                  <a:lnTo>
                    <a:pt x="1619" y="30277"/>
                  </a:lnTo>
                  <a:lnTo>
                    <a:pt x="1527" y="30198"/>
                  </a:lnTo>
                  <a:lnTo>
                    <a:pt x="1448" y="30119"/>
                  </a:lnTo>
                  <a:lnTo>
                    <a:pt x="1382" y="30027"/>
                  </a:lnTo>
                  <a:lnTo>
                    <a:pt x="1330" y="29921"/>
                  </a:lnTo>
                  <a:lnTo>
                    <a:pt x="1277" y="29816"/>
                  </a:lnTo>
                  <a:lnTo>
                    <a:pt x="1238" y="29711"/>
                  </a:lnTo>
                  <a:lnTo>
                    <a:pt x="1198" y="29592"/>
                  </a:lnTo>
                  <a:lnTo>
                    <a:pt x="1185" y="29474"/>
                  </a:lnTo>
                  <a:lnTo>
                    <a:pt x="1185" y="29355"/>
                  </a:lnTo>
                  <a:lnTo>
                    <a:pt x="1185" y="29237"/>
                  </a:lnTo>
                  <a:lnTo>
                    <a:pt x="1198" y="29118"/>
                  </a:lnTo>
                  <a:lnTo>
                    <a:pt x="1238" y="29000"/>
                  </a:lnTo>
                  <a:lnTo>
                    <a:pt x="1277" y="28881"/>
                  </a:lnTo>
                  <a:lnTo>
                    <a:pt x="1330" y="28789"/>
                  </a:lnTo>
                  <a:lnTo>
                    <a:pt x="1382" y="28684"/>
                  </a:lnTo>
                  <a:lnTo>
                    <a:pt x="1448" y="28592"/>
                  </a:lnTo>
                  <a:lnTo>
                    <a:pt x="1527" y="28513"/>
                  </a:lnTo>
                  <a:lnTo>
                    <a:pt x="1619" y="28434"/>
                  </a:lnTo>
                  <a:lnTo>
                    <a:pt x="1712" y="28355"/>
                  </a:lnTo>
                  <a:lnTo>
                    <a:pt x="1804" y="28302"/>
                  </a:lnTo>
                  <a:lnTo>
                    <a:pt x="1909" y="28250"/>
                  </a:lnTo>
                  <a:lnTo>
                    <a:pt x="2027" y="28210"/>
                  </a:lnTo>
                  <a:lnTo>
                    <a:pt x="2133" y="28184"/>
                  </a:lnTo>
                  <a:lnTo>
                    <a:pt x="2251" y="28157"/>
                  </a:lnTo>
                  <a:close/>
                  <a:moveTo>
                    <a:pt x="1791" y="1"/>
                  </a:moveTo>
                  <a:lnTo>
                    <a:pt x="1791" y="27052"/>
                  </a:lnTo>
                  <a:lnTo>
                    <a:pt x="1593" y="27104"/>
                  </a:lnTo>
                  <a:lnTo>
                    <a:pt x="1409" y="27183"/>
                  </a:lnTo>
                  <a:lnTo>
                    <a:pt x="1238" y="27262"/>
                  </a:lnTo>
                  <a:lnTo>
                    <a:pt x="1080" y="27368"/>
                  </a:lnTo>
                  <a:lnTo>
                    <a:pt x="922" y="27473"/>
                  </a:lnTo>
                  <a:lnTo>
                    <a:pt x="764" y="27605"/>
                  </a:lnTo>
                  <a:lnTo>
                    <a:pt x="632" y="27736"/>
                  </a:lnTo>
                  <a:lnTo>
                    <a:pt x="514" y="27881"/>
                  </a:lnTo>
                  <a:lnTo>
                    <a:pt x="395" y="28039"/>
                  </a:lnTo>
                  <a:lnTo>
                    <a:pt x="290" y="28210"/>
                  </a:lnTo>
                  <a:lnTo>
                    <a:pt x="211" y="28381"/>
                  </a:lnTo>
                  <a:lnTo>
                    <a:pt x="132" y="28566"/>
                  </a:lnTo>
                  <a:lnTo>
                    <a:pt x="79" y="28750"/>
                  </a:lnTo>
                  <a:lnTo>
                    <a:pt x="40" y="28947"/>
                  </a:lnTo>
                  <a:lnTo>
                    <a:pt x="13" y="29145"/>
                  </a:lnTo>
                  <a:lnTo>
                    <a:pt x="0" y="29355"/>
                  </a:lnTo>
                  <a:lnTo>
                    <a:pt x="13" y="29592"/>
                  </a:lnTo>
                  <a:lnTo>
                    <a:pt x="53" y="29829"/>
                  </a:lnTo>
                  <a:lnTo>
                    <a:pt x="106" y="30053"/>
                  </a:lnTo>
                  <a:lnTo>
                    <a:pt x="185" y="30277"/>
                  </a:lnTo>
                  <a:lnTo>
                    <a:pt x="290" y="30487"/>
                  </a:lnTo>
                  <a:lnTo>
                    <a:pt x="408" y="30685"/>
                  </a:lnTo>
                  <a:lnTo>
                    <a:pt x="540" y="30869"/>
                  </a:lnTo>
                  <a:lnTo>
                    <a:pt x="698" y="31040"/>
                  </a:lnTo>
                  <a:lnTo>
                    <a:pt x="869" y="31185"/>
                  </a:lnTo>
                  <a:lnTo>
                    <a:pt x="1053" y="31330"/>
                  </a:lnTo>
                  <a:lnTo>
                    <a:pt x="1251" y="31448"/>
                  </a:lnTo>
                  <a:lnTo>
                    <a:pt x="1448" y="31541"/>
                  </a:lnTo>
                  <a:lnTo>
                    <a:pt x="1672" y="31619"/>
                  </a:lnTo>
                  <a:lnTo>
                    <a:pt x="1896" y="31685"/>
                  </a:lnTo>
                  <a:lnTo>
                    <a:pt x="2133" y="31725"/>
                  </a:lnTo>
                  <a:lnTo>
                    <a:pt x="2383" y="31738"/>
                  </a:lnTo>
                  <a:lnTo>
                    <a:pt x="2620" y="31725"/>
                  </a:lnTo>
                  <a:lnTo>
                    <a:pt x="2857" y="31685"/>
                  </a:lnTo>
                  <a:lnTo>
                    <a:pt x="3081" y="31619"/>
                  </a:lnTo>
                  <a:lnTo>
                    <a:pt x="3304" y="31541"/>
                  </a:lnTo>
                  <a:lnTo>
                    <a:pt x="3515" y="31448"/>
                  </a:lnTo>
                  <a:lnTo>
                    <a:pt x="3712" y="31330"/>
                  </a:lnTo>
                  <a:lnTo>
                    <a:pt x="3884" y="31185"/>
                  </a:lnTo>
                  <a:lnTo>
                    <a:pt x="4055" y="31040"/>
                  </a:lnTo>
                  <a:lnTo>
                    <a:pt x="4213" y="30869"/>
                  </a:lnTo>
                  <a:lnTo>
                    <a:pt x="4344" y="30685"/>
                  </a:lnTo>
                  <a:lnTo>
                    <a:pt x="4463" y="30487"/>
                  </a:lnTo>
                  <a:lnTo>
                    <a:pt x="4568" y="30277"/>
                  </a:lnTo>
                  <a:lnTo>
                    <a:pt x="4647" y="30053"/>
                  </a:lnTo>
                  <a:lnTo>
                    <a:pt x="4713" y="29829"/>
                  </a:lnTo>
                  <a:lnTo>
                    <a:pt x="4739" y="29592"/>
                  </a:lnTo>
                  <a:lnTo>
                    <a:pt x="4752" y="29355"/>
                  </a:lnTo>
                  <a:lnTo>
                    <a:pt x="4752" y="29145"/>
                  </a:lnTo>
                  <a:lnTo>
                    <a:pt x="4726" y="28947"/>
                  </a:lnTo>
                  <a:lnTo>
                    <a:pt x="4673" y="28750"/>
                  </a:lnTo>
                  <a:lnTo>
                    <a:pt x="4621" y="28566"/>
                  </a:lnTo>
                  <a:lnTo>
                    <a:pt x="4542" y="28381"/>
                  </a:lnTo>
                  <a:lnTo>
                    <a:pt x="4463" y="28210"/>
                  </a:lnTo>
                  <a:lnTo>
                    <a:pt x="4357" y="28039"/>
                  </a:lnTo>
                  <a:lnTo>
                    <a:pt x="4252" y="27881"/>
                  </a:lnTo>
                  <a:lnTo>
                    <a:pt x="4120" y="27736"/>
                  </a:lnTo>
                  <a:lnTo>
                    <a:pt x="3989" y="27605"/>
                  </a:lnTo>
                  <a:lnTo>
                    <a:pt x="3844" y="27473"/>
                  </a:lnTo>
                  <a:lnTo>
                    <a:pt x="3686" y="27368"/>
                  </a:lnTo>
                  <a:lnTo>
                    <a:pt x="3515" y="27262"/>
                  </a:lnTo>
                  <a:lnTo>
                    <a:pt x="3344" y="27183"/>
                  </a:lnTo>
                  <a:lnTo>
                    <a:pt x="3160" y="27104"/>
                  </a:lnTo>
                  <a:lnTo>
                    <a:pt x="2962" y="2705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0"/>
            <p:cNvSpPr/>
            <p:nvPr/>
          </p:nvSpPr>
          <p:spPr>
            <a:xfrm>
              <a:off x="5085525" y="2744125"/>
              <a:ext cx="118825" cy="788500"/>
            </a:xfrm>
            <a:custGeom>
              <a:rect b="b" l="l" r="r" t="t"/>
              <a:pathLst>
                <a:path extrusionOk="0" h="31540" w="4753">
                  <a:moveTo>
                    <a:pt x="2502" y="27959"/>
                  </a:moveTo>
                  <a:lnTo>
                    <a:pt x="2620" y="27986"/>
                  </a:lnTo>
                  <a:lnTo>
                    <a:pt x="2739" y="28012"/>
                  </a:lnTo>
                  <a:lnTo>
                    <a:pt x="2844" y="28052"/>
                  </a:lnTo>
                  <a:lnTo>
                    <a:pt x="2949" y="28104"/>
                  </a:lnTo>
                  <a:lnTo>
                    <a:pt x="3041" y="28157"/>
                  </a:lnTo>
                  <a:lnTo>
                    <a:pt x="3134" y="28236"/>
                  </a:lnTo>
                  <a:lnTo>
                    <a:pt x="3226" y="28315"/>
                  </a:lnTo>
                  <a:lnTo>
                    <a:pt x="3305" y="28394"/>
                  </a:lnTo>
                  <a:lnTo>
                    <a:pt x="3371" y="28486"/>
                  </a:lnTo>
                  <a:lnTo>
                    <a:pt x="3436" y="28591"/>
                  </a:lnTo>
                  <a:lnTo>
                    <a:pt x="3476" y="28683"/>
                  </a:lnTo>
                  <a:lnTo>
                    <a:pt x="3515" y="28802"/>
                  </a:lnTo>
                  <a:lnTo>
                    <a:pt x="3555" y="28920"/>
                  </a:lnTo>
                  <a:lnTo>
                    <a:pt x="3568" y="29039"/>
                  </a:lnTo>
                  <a:lnTo>
                    <a:pt x="3581" y="29157"/>
                  </a:lnTo>
                  <a:lnTo>
                    <a:pt x="3568" y="29276"/>
                  </a:lnTo>
                  <a:lnTo>
                    <a:pt x="3555" y="29394"/>
                  </a:lnTo>
                  <a:lnTo>
                    <a:pt x="3515" y="29513"/>
                  </a:lnTo>
                  <a:lnTo>
                    <a:pt x="3476" y="29618"/>
                  </a:lnTo>
                  <a:lnTo>
                    <a:pt x="3436" y="29723"/>
                  </a:lnTo>
                  <a:lnTo>
                    <a:pt x="3371" y="29829"/>
                  </a:lnTo>
                  <a:lnTo>
                    <a:pt x="3305" y="29921"/>
                  </a:lnTo>
                  <a:lnTo>
                    <a:pt x="3226" y="30000"/>
                  </a:lnTo>
                  <a:lnTo>
                    <a:pt x="3134" y="30079"/>
                  </a:lnTo>
                  <a:lnTo>
                    <a:pt x="3041" y="30145"/>
                  </a:lnTo>
                  <a:lnTo>
                    <a:pt x="2949" y="30210"/>
                  </a:lnTo>
                  <a:lnTo>
                    <a:pt x="2844" y="30263"/>
                  </a:lnTo>
                  <a:lnTo>
                    <a:pt x="2739" y="30303"/>
                  </a:lnTo>
                  <a:lnTo>
                    <a:pt x="2620" y="30329"/>
                  </a:lnTo>
                  <a:lnTo>
                    <a:pt x="2502" y="30342"/>
                  </a:lnTo>
                  <a:lnTo>
                    <a:pt x="2383" y="30355"/>
                  </a:lnTo>
                  <a:lnTo>
                    <a:pt x="2252" y="30342"/>
                  </a:lnTo>
                  <a:lnTo>
                    <a:pt x="2133" y="30329"/>
                  </a:lnTo>
                  <a:lnTo>
                    <a:pt x="2028" y="30303"/>
                  </a:lnTo>
                  <a:lnTo>
                    <a:pt x="1909" y="30263"/>
                  </a:lnTo>
                  <a:lnTo>
                    <a:pt x="1804" y="30210"/>
                  </a:lnTo>
                  <a:lnTo>
                    <a:pt x="1712" y="30145"/>
                  </a:lnTo>
                  <a:lnTo>
                    <a:pt x="1620" y="30079"/>
                  </a:lnTo>
                  <a:lnTo>
                    <a:pt x="1528" y="30000"/>
                  </a:lnTo>
                  <a:lnTo>
                    <a:pt x="1449" y="29921"/>
                  </a:lnTo>
                  <a:lnTo>
                    <a:pt x="1383" y="29829"/>
                  </a:lnTo>
                  <a:lnTo>
                    <a:pt x="1330" y="29723"/>
                  </a:lnTo>
                  <a:lnTo>
                    <a:pt x="1278" y="29618"/>
                  </a:lnTo>
                  <a:lnTo>
                    <a:pt x="1238" y="29513"/>
                  </a:lnTo>
                  <a:lnTo>
                    <a:pt x="1212" y="29394"/>
                  </a:lnTo>
                  <a:lnTo>
                    <a:pt x="1185" y="29276"/>
                  </a:lnTo>
                  <a:lnTo>
                    <a:pt x="1185" y="29157"/>
                  </a:lnTo>
                  <a:lnTo>
                    <a:pt x="1185" y="29039"/>
                  </a:lnTo>
                  <a:lnTo>
                    <a:pt x="1212" y="28920"/>
                  </a:lnTo>
                  <a:lnTo>
                    <a:pt x="1238" y="28802"/>
                  </a:lnTo>
                  <a:lnTo>
                    <a:pt x="1278" y="28683"/>
                  </a:lnTo>
                  <a:lnTo>
                    <a:pt x="1330" y="28591"/>
                  </a:lnTo>
                  <a:lnTo>
                    <a:pt x="1383" y="28486"/>
                  </a:lnTo>
                  <a:lnTo>
                    <a:pt x="1449" y="28394"/>
                  </a:lnTo>
                  <a:lnTo>
                    <a:pt x="1528" y="28315"/>
                  </a:lnTo>
                  <a:lnTo>
                    <a:pt x="1620" y="28236"/>
                  </a:lnTo>
                  <a:lnTo>
                    <a:pt x="1712" y="28157"/>
                  </a:lnTo>
                  <a:lnTo>
                    <a:pt x="1804" y="28104"/>
                  </a:lnTo>
                  <a:lnTo>
                    <a:pt x="1909" y="28052"/>
                  </a:lnTo>
                  <a:lnTo>
                    <a:pt x="2028" y="28012"/>
                  </a:lnTo>
                  <a:lnTo>
                    <a:pt x="2133" y="27986"/>
                  </a:lnTo>
                  <a:lnTo>
                    <a:pt x="2252" y="27959"/>
                  </a:lnTo>
                  <a:close/>
                  <a:moveTo>
                    <a:pt x="1791" y="0"/>
                  </a:moveTo>
                  <a:lnTo>
                    <a:pt x="1791" y="26854"/>
                  </a:lnTo>
                  <a:lnTo>
                    <a:pt x="1593" y="26906"/>
                  </a:lnTo>
                  <a:lnTo>
                    <a:pt x="1422" y="26985"/>
                  </a:lnTo>
                  <a:lnTo>
                    <a:pt x="1238" y="27064"/>
                  </a:lnTo>
                  <a:lnTo>
                    <a:pt x="1080" y="27170"/>
                  </a:lnTo>
                  <a:lnTo>
                    <a:pt x="922" y="27275"/>
                  </a:lnTo>
                  <a:lnTo>
                    <a:pt x="777" y="27407"/>
                  </a:lnTo>
                  <a:lnTo>
                    <a:pt x="633" y="27538"/>
                  </a:lnTo>
                  <a:lnTo>
                    <a:pt x="514" y="27683"/>
                  </a:lnTo>
                  <a:lnTo>
                    <a:pt x="396" y="27841"/>
                  </a:lnTo>
                  <a:lnTo>
                    <a:pt x="290" y="28012"/>
                  </a:lnTo>
                  <a:lnTo>
                    <a:pt x="211" y="28183"/>
                  </a:lnTo>
                  <a:lnTo>
                    <a:pt x="132" y="28368"/>
                  </a:lnTo>
                  <a:lnTo>
                    <a:pt x="80" y="28552"/>
                  </a:lnTo>
                  <a:lnTo>
                    <a:pt x="40" y="28749"/>
                  </a:lnTo>
                  <a:lnTo>
                    <a:pt x="14" y="28947"/>
                  </a:lnTo>
                  <a:lnTo>
                    <a:pt x="1" y="29157"/>
                  </a:lnTo>
                  <a:lnTo>
                    <a:pt x="14" y="29394"/>
                  </a:lnTo>
                  <a:lnTo>
                    <a:pt x="53" y="29631"/>
                  </a:lnTo>
                  <a:lnTo>
                    <a:pt x="106" y="29855"/>
                  </a:lnTo>
                  <a:lnTo>
                    <a:pt x="185" y="30079"/>
                  </a:lnTo>
                  <a:lnTo>
                    <a:pt x="290" y="30289"/>
                  </a:lnTo>
                  <a:lnTo>
                    <a:pt x="409" y="30487"/>
                  </a:lnTo>
                  <a:lnTo>
                    <a:pt x="540" y="30671"/>
                  </a:lnTo>
                  <a:lnTo>
                    <a:pt x="698" y="30842"/>
                  </a:lnTo>
                  <a:lnTo>
                    <a:pt x="869" y="30987"/>
                  </a:lnTo>
                  <a:lnTo>
                    <a:pt x="1054" y="31132"/>
                  </a:lnTo>
                  <a:lnTo>
                    <a:pt x="1251" y="31250"/>
                  </a:lnTo>
                  <a:lnTo>
                    <a:pt x="1449" y="31343"/>
                  </a:lnTo>
                  <a:lnTo>
                    <a:pt x="1672" y="31421"/>
                  </a:lnTo>
                  <a:lnTo>
                    <a:pt x="1896" y="31487"/>
                  </a:lnTo>
                  <a:lnTo>
                    <a:pt x="2133" y="31527"/>
                  </a:lnTo>
                  <a:lnTo>
                    <a:pt x="2383" y="31540"/>
                  </a:lnTo>
                  <a:lnTo>
                    <a:pt x="2620" y="31527"/>
                  </a:lnTo>
                  <a:lnTo>
                    <a:pt x="2857" y="31487"/>
                  </a:lnTo>
                  <a:lnTo>
                    <a:pt x="3081" y="31421"/>
                  </a:lnTo>
                  <a:lnTo>
                    <a:pt x="3305" y="31343"/>
                  </a:lnTo>
                  <a:lnTo>
                    <a:pt x="3515" y="31250"/>
                  </a:lnTo>
                  <a:lnTo>
                    <a:pt x="3713" y="31132"/>
                  </a:lnTo>
                  <a:lnTo>
                    <a:pt x="3897" y="30987"/>
                  </a:lnTo>
                  <a:lnTo>
                    <a:pt x="4055" y="30842"/>
                  </a:lnTo>
                  <a:lnTo>
                    <a:pt x="4213" y="30671"/>
                  </a:lnTo>
                  <a:lnTo>
                    <a:pt x="4345" y="30487"/>
                  </a:lnTo>
                  <a:lnTo>
                    <a:pt x="4463" y="30289"/>
                  </a:lnTo>
                  <a:lnTo>
                    <a:pt x="4568" y="30079"/>
                  </a:lnTo>
                  <a:lnTo>
                    <a:pt x="4647" y="29855"/>
                  </a:lnTo>
                  <a:lnTo>
                    <a:pt x="4713" y="29631"/>
                  </a:lnTo>
                  <a:lnTo>
                    <a:pt x="4740" y="29394"/>
                  </a:lnTo>
                  <a:lnTo>
                    <a:pt x="4753" y="29157"/>
                  </a:lnTo>
                  <a:lnTo>
                    <a:pt x="4753" y="28947"/>
                  </a:lnTo>
                  <a:lnTo>
                    <a:pt x="4726" y="28749"/>
                  </a:lnTo>
                  <a:lnTo>
                    <a:pt x="4674" y="28552"/>
                  </a:lnTo>
                  <a:lnTo>
                    <a:pt x="4621" y="28368"/>
                  </a:lnTo>
                  <a:lnTo>
                    <a:pt x="4555" y="28183"/>
                  </a:lnTo>
                  <a:lnTo>
                    <a:pt x="4463" y="28012"/>
                  </a:lnTo>
                  <a:lnTo>
                    <a:pt x="4358" y="27841"/>
                  </a:lnTo>
                  <a:lnTo>
                    <a:pt x="4252" y="27683"/>
                  </a:lnTo>
                  <a:lnTo>
                    <a:pt x="4121" y="27538"/>
                  </a:lnTo>
                  <a:lnTo>
                    <a:pt x="3989" y="27407"/>
                  </a:lnTo>
                  <a:lnTo>
                    <a:pt x="3844" y="27275"/>
                  </a:lnTo>
                  <a:lnTo>
                    <a:pt x="3686" y="27170"/>
                  </a:lnTo>
                  <a:lnTo>
                    <a:pt x="3515" y="27064"/>
                  </a:lnTo>
                  <a:lnTo>
                    <a:pt x="3344" y="26985"/>
                  </a:lnTo>
                  <a:lnTo>
                    <a:pt x="3160" y="26906"/>
                  </a:lnTo>
                  <a:lnTo>
                    <a:pt x="2976" y="26854"/>
                  </a:lnTo>
                  <a:lnTo>
                    <a:pt x="297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0"/>
            <p:cNvSpPr/>
            <p:nvPr/>
          </p:nvSpPr>
          <p:spPr>
            <a:xfrm>
              <a:off x="5006550" y="986775"/>
              <a:ext cx="1118925" cy="1140650"/>
            </a:xfrm>
            <a:custGeom>
              <a:rect b="b" l="l" r="r" t="t"/>
              <a:pathLst>
                <a:path extrusionOk="0" h="45626" w="44757">
                  <a:moveTo>
                    <a:pt x="42374" y="42045"/>
                  </a:moveTo>
                  <a:lnTo>
                    <a:pt x="42492" y="42058"/>
                  </a:lnTo>
                  <a:lnTo>
                    <a:pt x="42611" y="42072"/>
                  </a:lnTo>
                  <a:lnTo>
                    <a:pt x="42729" y="42098"/>
                  </a:lnTo>
                  <a:lnTo>
                    <a:pt x="42834" y="42137"/>
                  </a:lnTo>
                  <a:lnTo>
                    <a:pt x="42940" y="42190"/>
                  </a:lnTo>
                  <a:lnTo>
                    <a:pt x="43045" y="42256"/>
                  </a:lnTo>
                  <a:lnTo>
                    <a:pt x="43137" y="42322"/>
                  </a:lnTo>
                  <a:lnTo>
                    <a:pt x="43216" y="42401"/>
                  </a:lnTo>
                  <a:lnTo>
                    <a:pt x="43295" y="42480"/>
                  </a:lnTo>
                  <a:lnTo>
                    <a:pt x="43361" y="42572"/>
                  </a:lnTo>
                  <a:lnTo>
                    <a:pt x="43427" y="42677"/>
                  </a:lnTo>
                  <a:lnTo>
                    <a:pt x="43479" y="42782"/>
                  </a:lnTo>
                  <a:lnTo>
                    <a:pt x="43519" y="42888"/>
                  </a:lnTo>
                  <a:lnTo>
                    <a:pt x="43545" y="43006"/>
                  </a:lnTo>
                  <a:lnTo>
                    <a:pt x="43572" y="43125"/>
                  </a:lnTo>
                  <a:lnTo>
                    <a:pt x="43572" y="43243"/>
                  </a:lnTo>
                  <a:lnTo>
                    <a:pt x="43572" y="43362"/>
                  </a:lnTo>
                  <a:lnTo>
                    <a:pt x="43545" y="43480"/>
                  </a:lnTo>
                  <a:lnTo>
                    <a:pt x="43519" y="43599"/>
                  </a:lnTo>
                  <a:lnTo>
                    <a:pt x="43479" y="43717"/>
                  </a:lnTo>
                  <a:lnTo>
                    <a:pt x="43427" y="43809"/>
                  </a:lnTo>
                  <a:lnTo>
                    <a:pt x="43361" y="43914"/>
                  </a:lnTo>
                  <a:lnTo>
                    <a:pt x="43295" y="44007"/>
                  </a:lnTo>
                  <a:lnTo>
                    <a:pt x="43216" y="44086"/>
                  </a:lnTo>
                  <a:lnTo>
                    <a:pt x="43137" y="44165"/>
                  </a:lnTo>
                  <a:lnTo>
                    <a:pt x="43045" y="44244"/>
                  </a:lnTo>
                  <a:lnTo>
                    <a:pt x="42940" y="44296"/>
                  </a:lnTo>
                  <a:lnTo>
                    <a:pt x="42834" y="44349"/>
                  </a:lnTo>
                  <a:lnTo>
                    <a:pt x="42729" y="44388"/>
                  </a:lnTo>
                  <a:lnTo>
                    <a:pt x="42611" y="44415"/>
                  </a:lnTo>
                  <a:lnTo>
                    <a:pt x="42492" y="44441"/>
                  </a:lnTo>
                  <a:lnTo>
                    <a:pt x="42255" y="44441"/>
                  </a:lnTo>
                  <a:lnTo>
                    <a:pt x="42137" y="44415"/>
                  </a:lnTo>
                  <a:lnTo>
                    <a:pt x="42018" y="44388"/>
                  </a:lnTo>
                  <a:lnTo>
                    <a:pt x="41913" y="44349"/>
                  </a:lnTo>
                  <a:lnTo>
                    <a:pt x="41808" y="44296"/>
                  </a:lnTo>
                  <a:lnTo>
                    <a:pt x="41702" y="44244"/>
                  </a:lnTo>
                  <a:lnTo>
                    <a:pt x="41610" y="44165"/>
                  </a:lnTo>
                  <a:lnTo>
                    <a:pt x="41531" y="44086"/>
                  </a:lnTo>
                  <a:lnTo>
                    <a:pt x="41452" y="44007"/>
                  </a:lnTo>
                  <a:lnTo>
                    <a:pt x="41386" y="43914"/>
                  </a:lnTo>
                  <a:lnTo>
                    <a:pt x="41321" y="43809"/>
                  </a:lnTo>
                  <a:lnTo>
                    <a:pt x="41268" y="43717"/>
                  </a:lnTo>
                  <a:lnTo>
                    <a:pt x="41228" y="43599"/>
                  </a:lnTo>
                  <a:lnTo>
                    <a:pt x="41202" y="43480"/>
                  </a:lnTo>
                  <a:lnTo>
                    <a:pt x="41189" y="43362"/>
                  </a:lnTo>
                  <a:lnTo>
                    <a:pt x="41176" y="43243"/>
                  </a:lnTo>
                  <a:lnTo>
                    <a:pt x="41189" y="43125"/>
                  </a:lnTo>
                  <a:lnTo>
                    <a:pt x="41202" y="43006"/>
                  </a:lnTo>
                  <a:lnTo>
                    <a:pt x="41228" y="42888"/>
                  </a:lnTo>
                  <a:lnTo>
                    <a:pt x="41268" y="42782"/>
                  </a:lnTo>
                  <a:lnTo>
                    <a:pt x="41321" y="42677"/>
                  </a:lnTo>
                  <a:lnTo>
                    <a:pt x="41386" y="42572"/>
                  </a:lnTo>
                  <a:lnTo>
                    <a:pt x="41452" y="42480"/>
                  </a:lnTo>
                  <a:lnTo>
                    <a:pt x="41531" y="42401"/>
                  </a:lnTo>
                  <a:lnTo>
                    <a:pt x="41610" y="42322"/>
                  </a:lnTo>
                  <a:lnTo>
                    <a:pt x="41702" y="42256"/>
                  </a:lnTo>
                  <a:lnTo>
                    <a:pt x="41808" y="42190"/>
                  </a:lnTo>
                  <a:lnTo>
                    <a:pt x="41913" y="42137"/>
                  </a:lnTo>
                  <a:lnTo>
                    <a:pt x="42018" y="42098"/>
                  </a:lnTo>
                  <a:lnTo>
                    <a:pt x="42137" y="42072"/>
                  </a:lnTo>
                  <a:lnTo>
                    <a:pt x="42255" y="42058"/>
                  </a:lnTo>
                  <a:lnTo>
                    <a:pt x="42374" y="42045"/>
                  </a:lnTo>
                  <a:close/>
                  <a:moveTo>
                    <a:pt x="0" y="1"/>
                  </a:moveTo>
                  <a:lnTo>
                    <a:pt x="0" y="11058"/>
                  </a:lnTo>
                  <a:lnTo>
                    <a:pt x="1185" y="11058"/>
                  </a:lnTo>
                  <a:lnTo>
                    <a:pt x="1185" y="1186"/>
                  </a:lnTo>
                  <a:lnTo>
                    <a:pt x="23234" y="1186"/>
                  </a:lnTo>
                  <a:lnTo>
                    <a:pt x="23234" y="24235"/>
                  </a:lnTo>
                  <a:lnTo>
                    <a:pt x="40755" y="41506"/>
                  </a:lnTo>
                  <a:lnTo>
                    <a:pt x="40597" y="41677"/>
                  </a:lnTo>
                  <a:lnTo>
                    <a:pt x="40439" y="41861"/>
                  </a:lnTo>
                  <a:lnTo>
                    <a:pt x="40307" y="42058"/>
                  </a:lnTo>
                  <a:lnTo>
                    <a:pt x="40202" y="42282"/>
                  </a:lnTo>
                  <a:lnTo>
                    <a:pt x="40110" y="42506"/>
                  </a:lnTo>
                  <a:lnTo>
                    <a:pt x="40044" y="42743"/>
                  </a:lnTo>
                  <a:lnTo>
                    <a:pt x="40004" y="42993"/>
                  </a:lnTo>
                  <a:lnTo>
                    <a:pt x="39991" y="43243"/>
                  </a:lnTo>
                  <a:lnTo>
                    <a:pt x="40004" y="43493"/>
                  </a:lnTo>
                  <a:lnTo>
                    <a:pt x="40044" y="43730"/>
                  </a:lnTo>
                  <a:lnTo>
                    <a:pt x="40110" y="43954"/>
                  </a:lnTo>
                  <a:lnTo>
                    <a:pt x="40189" y="44165"/>
                  </a:lnTo>
                  <a:lnTo>
                    <a:pt x="40281" y="44375"/>
                  </a:lnTo>
                  <a:lnTo>
                    <a:pt x="40399" y="44573"/>
                  </a:lnTo>
                  <a:lnTo>
                    <a:pt x="40544" y="44757"/>
                  </a:lnTo>
                  <a:lnTo>
                    <a:pt x="40689" y="44928"/>
                  </a:lnTo>
                  <a:lnTo>
                    <a:pt x="40860" y="45086"/>
                  </a:lnTo>
                  <a:lnTo>
                    <a:pt x="41044" y="45218"/>
                  </a:lnTo>
                  <a:lnTo>
                    <a:pt x="41242" y="45336"/>
                  </a:lnTo>
                  <a:lnTo>
                    <a:pt x="41452" y="45441"/>
                  </a:lnTo>
                  <a:lnTo>
                    <a:pt x="41663" y="45520"/>
                  </a:lnTo>
                  <a:lnTo>
                    <a:pt x="41900" y="45573"/>
                  </a:lnTo>
                  <a:lnTo>
                    <a:pt x="42137" y="45613"/>
                  </a:lnTo>
                  <a:lnTo>
                    <a:pt x="42374" y="45626"/>
                  </a:lnTo>
                  <a:lnTo>
                    <a:pt x="42624" y="45613"/>
                  </a:lnTo>
                  <a:lnTo>
                    <a:pt x="42848" y="45573"/>
                  </a:lnTo>
                  <a:lnTo>
                    <a:pt x="43085" y="45520"/>
                  </a:lnTo>
                  <a:lnTo>
                    <a:pt x="43295" y="45441"/>
                  </a:lnTo>
                  <a:lnTo>
                    <a:pt x="43506" y="45336"/>
                  </a:lnTo>
                  <a:lnTo>
                    <a:pt x="43703" y="45218"/>
                  </a:lnTo>
                  <a:lnTo>
                    <a:pt x="43887" y="45086"/>
                  </a:lnTo>
                  <a:lnTo>
                    <a:pt x="44059" y="44928"/>
                  </a:lnTo>
                  <a:lnTo>
                    <a:pt x="44203" y="44757"/>
                  </a:lnTo>
                  <a:lnTo>
                    <a:pt x="44348" y="44573"/>
                  </a:lnTo>
                  <a:lnTo>
                    <a:pt x="44467" y="44375"/>
                  </a:lnTo>
                  <a:lnTo>
                    <a:pt x="44572" y="44165"/>
                  </a:lnTo>
                  <a:lnTo>
                    <a:pt x="44651" y="43954"/>
                  </a:lnTo>
                  <a:lnTo>
                    <a:pt x="44704" y="43730"/>
                  </a:lnTo>
                  <a:lnTo>
                    <a:pt x="44743" y="43493"/>
                  </a:lnTo>
                  <a:lnTo>
                    <a:pt x="44756" y="43243"/>
                  </a:lnTo>
                  <a:lnTo>
                    <a:pt x="44743" y="43006"/>
                  </a:lnTo>
                  <a:lnTo>
                    <a:pt x="44704" y="42769"/>
                  </a:lnTo>
                  <a:lnTo>
                    <a:pt x="44651" y="42545"/>
                  </a:lnTo>
                  <a:lnTo>
                    <a:pt x="44572" y="42322"/>
                  </a:lnTo>
                  <a:lnTo>
                    <a:pt x="44467" y="42111"/>
                  </a:lnTo>
                  <a:lnTo>
                    <a:pt x="44348" y="41914"/>
                  </a:lnTo>
                  <a:lnTo>
                    <a:pt x="44203" y="41729"/>
                  </a:lnTo>
                  <a:lnTo>
                    <a:pt x="44059" y="41558"/>
                  </a:lnTo>
                  <a:lnTo>
                    <a:pt x="43887" y="41413"/>
                  </a:lnTo>
                  <a:lnTo>
                    <a:pt x="43703" y="41269"/>
                  </a:lnTo>
                  <a:lnTo>
                    <a:pt x="43506" y="41150"/>
                  </a:lnTo>
                  <a:lnTo>
                    <a:pt x="43295" y="41058"/>
                  </a:lnTo>
                  <a:lnTo>
                    <a:pt x="43085" y="40979"/>
                  </a:lnTo>
                  <a:lnTo>
                    <a:pt x="42848" y="40913"/>
                  </a:lnTo>
                  <a:lnTo>
                    <a:pt x="42624" y="40874"/>
                  </a:lnTo>
                  <a:lnTo>
                    <a:pt x="42374" y="40861"/>
                  </a:lnTo>
                  <a:lnTo>
                    <a:pt x="42110" y="40887"/>
                  </a:lnTo>
                  <a:lnTo>
                    <a:pt x="41860" y="40926"/>
                  </a:lnTo>
                  <a:lnTo>
                    <a:pt x="24419" y="23748"/>
                  </a:lnTo>
                  <a:lnTo>
                    <a:pt x="2441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0"/>
            <p:cNvSpPr/>
            <p:nvPr/>
          </p:nvSpPr>
          <p:spPr>
            <a:xfrm>
              <a:off x="4918025" y="908800"/>
              <a:ext cx="1323275" cy="1119900"/>
            </a:xfrm>
            <a:custGeom>
              <a:rect b="b" l="l" r="r" t="t"/>
              <a:pathLst>
                <a:path extrusionOk="0" h="44796" w="52931">
                  <a:moveTo>
                    <a:pt x="50680" y="41215"/>
                  </a:moveTo>
                  <a:lnTo>
                    <a:pt x="50798" y="41242"/>
                  </a:lnTo>
                  <a:lnTo>
                    <a:pt x="50917" y="41268"/>
                  </a:lnTo>
                  <a:lnTo>
                    <a:pt x="51022" y="41307"/>
                  </a:lnTo>
                  <a:lnTo>
                    <a:pt x="51127" y="41360"/>
                  </a:lnTo>
                  <a:lnTo>
                    <a:pt x="51233" y="41426"/>
                  </a:lnTo>
                  <a:lnTo>
                    <a:pt x="51325" y="41492"/>
                  </a:lnTo>
                  <a:lnTo>
                    <a:pt x="51404" y="41571"/>
                  </a:lnTo>
                  <a:lnTo>
                    <a:pt x="51483" y="41650"/>
                  </a:lnTo>
                  <a:lnTo>
                    <a:pt x="51549" y="41742"/>
                  </a:lnTo>
                  <a:lnTo>
                    <a:pt x="51614" y="41847"/>
                  </a:lnTo>
                  <a:lnTo>
                    <a:pt x="51654" y="41952"/>
                  </a:lnTo>
                  <a:lnTo>
                    <a:pt x="51707" y="42058"/>
                  </a:lnTo>
                  <a:lnTo>
                    <a:pt x="51733" y="42176"/>
                  </a:lnTo>
                  <a:lnTo>
                    <a:pt x="51746" y="42295"/>
                  </a:lnTo>
                  <a:lnTo>
                    <a:pt x="51759" y="42413"/>
                  </a:lnTo>
                  <a:lnTo>
                    <a:pt x="51746" y="42532"/>
                  </a:lnTo>
                  <a:lnTo>
                    <a:pt x="51733" y="42650"/>
                  </a:lnTo>
                  <a:lnTo>
                    <a:pt x="51707" y="42769"/>
                  </a:lnTo>
                  <a:lnTo>
                    <a:pt x="51654" y="42874"/>
                  </a:lnTo>
                  <a:lnTo>
                    <a:pt x="51614" y="42979"/>
                  </a:lnTo>
                  <a:lnTo>
                    <a:pt x="51549" y="43084"/>
                  </a:lnTo>
                  <a:lnTo>
                    <a:pt x="51483" y="43177"/>
                  </a:lnTo>
                  <a:lnTo>
                    <a:pt x="51404" y="43256"/>
                  </a:lnTo>
                  <a:lnTo>
                    <a:pt x="51325" y="43335"/>
                  </a:lnTo>
                  <a:lnTo>
                    <a:pt x="51233" y="43400"/>
                  </a:lnTo>
                  <a:lnTo>
                    <a:pt x="51127" y="43466"/>
                  </a:lnTo>
                  <a:lnTo>
                    <a:pt x="51022" y="43519"/>
                  </a:lnTo>
                  <a:lnTo>
                    <a:pt x="50917" y="43558"/>
                  </a:lnTo>
                  <a:lnTo>
                    <a:pt x="50798" y="43585"/>
                  </a:lnTo>
                  <a:lnTo>
                    <a:pt x="50680" y="43598"/>
                  </a:lnTo>
                  <a:lnTo>
                    <a:pt x="50561" y="43611"/>
                  </a:lnTo>
                  <a:lnTo>
                    <a:pt x="50430" y="43598"/>
                  </a:lnTo>
                  <a:lnTo>
                    <a:pt x="50311" y="43585"/>
                  </a:lnTo>
                  <a:lnTo>
                    <a:pt x="50206" y="43558"/>
                  </a:lnTo>
                  <a:lnTo>
                    <a:pt x="50088" y="43519"/>
                  </a:lnTo>
                  <a:lnTo>
                    <a:pt x="49982" y="43466"/>
                  </a:lnTo>
                  <a:lnTo>
                    <a:pt x="49890" y="43400"/>
                  </a:lnTo>
                  <a:lnTo>
                    <a:pt x="49798" y="43335"/>
                  </a:lnTo>
                  <a:lnTo>
                    <a:pt x="49706" y="43256"/>
                  </a:lnTo>
                  <a:lnTo>
                    <a:pt x="49640" y="43177"/>
                  </a:lnTo>
                  <a:lnTo>
                    <a:pt x="49561" y="43084"/>
                  </a:lnTo>
                  <a:lnTo>
                    <a:pt x="49508" y="42979"/>
                  </a:lnTo>
                  <a:lnTo>
                    <a:pt x="49456" y="42874"/>
                  </a:lnTo>
                  <a:lnTo>
                    <a:pt x="49416" y="42769"/>
                  </a:lnTo>
                  <a:lnTo>
                    <a:pt x="49390" y="42650"/>
                  </a:lnTo>
                  <a:lnTo>
                    <a:pt x="49364" y="42532"/>
                  </a:lnTo>
                  <a:lnTo>
                    <a:pt x="49364" y="42413"/>
                  </a:lnTo>
                  <a:lnTo>
                    <a:pt x="49364" y="42295"/>
                  </a:lnTo>
                  <a:lnTo>
                    <a:pt x="49390" y="42176"/>
                  </a:lnTo>
                  <a:lnTo>
                    <a:pt x="49416" y="42058"/>
                  </a:lnTo>
                  <a:lnTo>
                    <a:pt x="49456" y="41952"/>
                  </a:lnTo>
                  <a:lnTo>
                    <a:pt x="49508" y="41847"/>
                  </a:lnTo>
                  <a:lnTo>
                    <a:pt x="49561" y="41742"/>
                  </a:lnTo>
                  <a:lnTo>
                    <a:pt x="49640" y="41650"/>
                  </a:lnTo>
                  <a:lnTo>
                    <a:pt x="49706" y="41571"/>
                  </a:lnTo>
                  <a:lnTo>
                    <a:pt x="49798" y="41492"/>
                  </a:lnTo>
                  <a:lnTo>
                    <a:pt x="49890" y="41426"/>
                  </a:lnTo>
                  <a:lnTo>
                    <a:pt x="49982" y="41360"/>
                  </a:lnTo>
                  <a:lnTo>
                    <a:pt x="50088" y="41307"/>
                  </a:lnTo>
                  <a:lnTo>
                    <a:pt x="50206" y="41268"/>
                  </a:lnTo>
                  <a:lnTo>
                    <a:pt x="50311" y="41242"/>
                  </a:lnTo>
                  <a:lnTo>
                    <a:pt x="50430" y="41215"/>
                  </a:lnTo>
                  <a:close/>
                  <a:moveTo>
                    <a:pt x="0" y="0"/>
                  </a:moveTo>
                  <a:lnTo>
                    <a:pt x="0" y="15112"/>
                  </a:lnTo>
                  <a:lnTo>
                    <a:pt x="1185" y="15112"/>
                  </a:lnTo>
                  <a:lnTo>
                    <a:pt x="1185" y="1185"/>
                  </a:lnTo>
                  <a:lnTo>
                    <a:pt x="31251" y="1185"/>
                  </a:lnTo>
                  <a:lnTo>
                    <a:pt x="31251" y="24629"/>
                  </a:lnTo>
                  <a:lnTo>
                    <a:pt x="48271" y="41781"/>
                  </a:lnTo>
                  <a:lnTo>
                    <a:pt x="48231" y="41939"/>
                  </a:lnTo>
                  <a:lnTo>
                    <a:pt x="48205" y="42084"/>
                  </a:lnTo>
                  <a:lnTo>
                    <a:pt x="48179" y="42255"/>
                  </a:lnTo>
                  <a:lnTo>
                    <a:pt x="48179" y="42413"/>
                  </a:lnTo>
                  <a:lnTo>
                    <a:pt x="48192" y="42650"/>
                  </a:lnTo>
                  <a:lnTo>
                    <a:pt x="48231" y="42887"/>
                  </a:lnTo>
                  <a:lnTo>
                    <a:pt x="48284" y="43124"/>
                  </a:lnTo>
                  <a:lnTo>
                    <a:pt x="48363" y="43335"/>
                  </a:lnTo>
                  <a:lnTo>
                    <a:pt x="48468" y="43545"/>
                  </a:lnTo>
                  <a:lnTo>
                    <a:pt x="48587" y="43743"/>
                  </a:lnTo>
                  <a:lnTo>
                    <a:pt x="48719" y="43927"/>
                  </a:lnTo>
                  <a:lnTo>
                    <a:pt x="48876" y="44098"/>
                  </a:lnTo>
                  <a:lnTo>
                    <a:pt x="49048" y="44243"/>
                  </a:lnTo>
                  <a:lnTo>
                    <a:pt x="49232" y="44388"/>
                  </a:lnTo>
                  <a:lnTo>
                    <a:pt x="49429" y="44506"/>
                  </a:lnTo>
                  <a:lnTo>
                    <a:pt x="49627" y="44598"/>
                  </a:lnTo>
                  <a:lnTo>
                    <a:pt x="49851" y="44677"/>
                  </a:lnTo>
                  <a:lnTo>
                    <a:pt x="50074" y="44743"/>
                  </a:lnTo>
                  <a:lnTo>
                    <a:pt x="50311" y="44783"/>
                  </a:lnTo>
                  <a:lnTo>
                    <a:pt x="50561" y="44796"/>
                  </a:lnTo>
                  <a:lnTo>
                    <a:pt x="50798" y="44783"/>
                  </a:lnTo>
                  <a:lnTo>
                    <a:pt x="51035" y="44743"/>
                  </a:lnTo>
                  <a:lnTo>
                    <a:pt x="51259" y="44677"/>
                  </a:lnTo>
                  <a:lnTo>
                    <a:pt x="51483" y="44598"/>
                  </a:lnTo>
                  <a:lnTo>
                    <a:pt x="51693" y="44506"/>
                  </a:lnTo>
                  <a:lnTo>
                    <a:pt x="51891" y="44388"/>
                  </a:lnTo>
                  <a:lnTo>
                    <a:pt x="52075" y="44243"/>
                  </a:lnTo>
                  <a:lnTo>
                    <a:pt x="52233" y="44098"/>
                  </a:lnTo>
                  <a:lnTo>
                    <a:pt x="52391" y="43927"/>
                  </a:lnTo>
                  <a:lnTo>
                    <a:pt x="52523" y="43743"/>
                  </a:lnTo>
                  <a:lnTo>
                    <a:pt x="52654" y="43545"/>
                  </a:lnTo>
                  <a:lnTo>
                    <a:pt x="52747" y="43335"/>
                  </a:lnTo>
                  <a:lnTo>
                    <a:pt x="52826" y="43124"/>
                  </a:lnTo>
                  <a:lnTo>
                    <a:pt x="52891" y="42887"/>
                  </a:lnTo>
                  <a:lnTo>
                    <a:pt x="52918" y="42650"/>
                  </a:lnTo>
                  <a:lnTo>
                    <a:pt x="52931" y="42413"/>
                  </a:lnTo>
                  <a:lnTo>
                    <a:pt x="52918" y="42163"/>
                  </a:lnTo>
                  <a:lnTo>
                    <a:pt x="52891" y="41939"/>
                  </a:lnTo>
                  <a:lnTo>
                    <a:pt x="52826" y="41702"/>
                  </a:lnTo>
                  <a:lnTo>
                    <a:pt x="52747" y="41492"/>
                  </a:lnTo>
                  <a:lnTo>
                    <a:pt x="52654" y="41281"/>
                  </a:lnTo>
                  <a:lnTo>
                    <a:pt x="52523" y="41084"/>
                  </a:lnTo>
                  <a:lnTo>
                    <a:pt x="52391" y="40899"/>
                  </a:lnTo>
                  <a:lnTo>
                    <a:pt x="52233" y="40728"/>
                  </a:lnTo>
                  <a:lnTo>
                    <a:pt x="52075" y="40583"/>
                  </a:lnTo>
                  <a:lnTo>
                    <a:pt x="51891" y="40439"/>
                  </a:lnTo>
                  <a:lnTo>
                    <a:pt x="51693" y="40320"/>
                  </a:lnTo>
                  <a:lnTo>
                    <a:pt x="51483" y="40215"/>
                  </a:lnTo>
                  <a:lnTo>
                    <a:pt x="51259" y="40136"/>
                  </a:lnTo>
                  <a:lnTo>
                    <a:pt x="51035" y="40083"/>
                  </a:lnTo>
                  <a:lnTo>
                    <a:pt x="50798" y="40044"/>
                  </a:lnTo>
                  <a:lnTo>
                    <a:pt x="50561" y="40030"/>
                  </a:lnTo>
                  <a:lnTo>
                    <a:pt x="50311" y="40044"/>
                  </a:lnTo>
                  <a:lnTo>
                    <a:pt x="50074" y="40083"/>
                  </a:lnTo>
                  <a:lnTo>
                    <a:pt x="49851" y="40136"/>
                  </a:lnTo>
                  <a:lnTo>
                    <a:pt x="49640" y="40215"/>
                  </a:lnTo>
                  <a:lnTo>
                    <a:pt x="49429" y="40320"/>
                  </a:lnTo>
                  <a:lnTo>
                    <a:pt x="49232" y="40439"/>
                  </a:lnTo>
                  <a:lnTo>
                    <a:pt x="49048" y="40570"/>
                  </a:lnTo>
                  <a:lnTo>
                    <a:pt x="48876" y="40728"/>
                  </a:lnTo>
                  <a:lnTo>
                    <a:pt x="32422" y="24142"/>
                  </a:lnTo>
                  <a:lnTo>
                    <a:pt x="324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5449825" y="2297550"/>
              <a:ext cx="1133725" cy="441650"/>
            </a:xfrm>
            <a:custGeom>
              <a:rect b="b" l="l" r="r" t="t"/>
              <a:pathLst>
                <a:path extrusionOk="0" h="17666" w="45349">
                  <a:moveTo>
                    <a:pt x="42966" y="1185"/>
                  </a:moveTo>
                  <a:lnTo>
                    <a:pt x="43085" y="1198"/>
                  </a:lnTo>
                  <a:lnTo>
                    <a:pt x="43203" y="1211"/>
                  </a:lnTo>
                  <a:lnTo>
                    <a:pt x="43322" y="1238"/>
                  </a:lnTo>
                  <a:lnTo>
                    <a:pt x="43427" y="1277"/>
                  </a:lnTo>
                  <a:lnTo>
                    <a:pt x="43532" y="1330"/>
                  </a:lnTo>
                  <a:lnTo>
                    <a:pt x="43638" y="1396"/>
                  </a:lnTo>
                  <a:lnTo>
                    <a:pt x="43730" y="1461"/>
                  </a:lnTo>
                  <a:lnTo>
                    <a:pt x="43809" y="1540"/>
                  </a:lnTo>
                  <a:lnTo>
                    <a:pt x="43888" y="1619"/>
                  </a:lnTo>
                  <a:lnTo>
                    <a:pt x="43954" y="1712"/>
                  </a:lnTo>
                  <a:lnTo>
                    <a:pt x="44019" y="1817"/>
                  </a:lnTo>
                  <a:lnTo>
                    <a:pt x="44072" y="1922"/>
                  </a:lnTo>
                  <a:lnTo>
                    <a:pt x="44111" y="2027"/>
                  </a:lnTo>
                  <a:lnTo>
                    <a:pt x="44138" y="2146"/>
                  </a:lnTo>
                  <a:lnTo>
                    <a:pt x="44151" y="2264"/>
                  </a:lnTo>
                  <a:lnTo>
                    <a:pt x="44164" y="2383"/>
                  </a:lnTo>
                  <a:lnTo>
                    <a:pt x="44151" y="2501"/>
                  </a:lnTo>
                  <a:lnTo>
                    <a:pt x="44138" y="2620"/>
                  </a:lnTo>
                  <a:lnTo>
                    <a:pt x="44111" y="2738"/>
                  </a:lnTo>
                  <a:lnTo>
                    <a:pt x="44072" y="2857"/>
                  </a:lnTo>
                  <a:lnTo>
                    <a:pt x="44019" y="2962"/>
                  </a:lnTo>
                  <a:lnTo>
                    <a:pt x="43954" y="3054"/>
                  </a:lnTo>
                  <a:lnTo>
                    <a:pt x="43888" y="3146"/>
                  </a:lnTo>
                  <a:lnTo>
                    <a:pt x="43809" y="3225"/>
                  </a:lnTo>
                  <a:lnTo>
                    <a:pt x="43730" y="3304"/>
                  </a:lnTo>
                  <a:lnTo>
                    <a:pt x="43638" y="3383"/>
                  </a:lnTo>
                  <a:lnTo>
                    <a:pt x="43532" y="3436"/>
                  </a:lnTo>
                  <a:lnTo>
                    <a:pt x="43427" y="3489"/>
                  </a:lnTo>
                  <a:lnTo>
                    <a:pt x="43322" y="3528"/>
                  </a:lnTo>
                  <a:lnTo>
                    <a:pt x="43203" y="3554"/>
                  </a:lnTo>
                  <a:lnTo>
                    <a:pt x="43085" y="3581"/>
                  </a:lnTo>
                  <a:lnTo>
                    <a:pt x="42848" y="3581"/>
                  </a:lnTo>
                  <a:lnTo>
                    <a:pt x="42729" y="3554"/>
                  </a:lnTo>
                  <a:lnTo>
                    <a:pt x="42611" y="3528"/>
                  </a:lnTo>
                  <a:lnTo>
                    <a:pt x="42506" y="3489"/>
                  </a:lnTo>
                  <a:lnTo>
                    <a:pt x="42400" y="3436"/>
                  </a:lnTo>
                  <a:lnTo>
                    <a:pt x="42295" y="3383"/>
                  </a:lnTo>
                  <a:lnTo>
                    <a:pt x="42203" y="3304"/>
                  </a:lnTo>
                  <a:lnTo>
                    <a:pt x="42124" y="3225"/>
                  </a:lnTo>
                  <a:lnTo>
                    <a:pt x="42045" y="3146"/>
                  </a:lnTo>
                  <a:lnTo>
                    <a:pt x="41979" y="3054"/>
                  </a:lnTo>
                  <a:lnTo>
                    <a:pt x="41913" y="2962"/>
                  </a:lnTo>
                  <a:lnTo>
                    <a:pt x="41861" y="2857"/>
                  </a:lnTo>
                  <a:lnTo>
                    <a:pt x="41821" y="2738"/>
                  </a:lnTo>
                  <a:lnTo>
                    <a:pt x="41795" y="2620"/>
                  </a:lnTo>
                  <a:lnTo>
                    <a:pt x="41768" y="2501"/>
                  </a:lnTo>
                  <a:lnTo>
                    <a:pt x="41768" y="2383"/>
                  </a:lnTo>
                  <a:lnTo>
                    <a:pt x="41768" y="2264"/>
                  </a:lnTo>
                  <a:lnTo>
                    <a:pt x="41795" y="2146"/>
                  </a:lnTo>
                  <a:lnTo>
                    <a:pt x="41821" y="2027"/>
                  </a:lnTo>
                  <a:lnTo>
                    <a:pt x="41861" y="1922"/>
                  </a:lnTo>
                  <a:lnTo>
                    <a:pt x="41913" y="1817"/>
                  </a:lnTo>
                  <a:lnTo>
                    <a:pt x="41979" y="1712"/>
                  </a:lnTo>
                  <a:lnTo>
                    <a:pt x="42045" y="1619"/>
                  </a:lnTo>
                  <a:lnTo>
                    <a:pt x="42124" y="1540"/>
                  </a:lnTo>
                  <a:lnTo>
                    <a:pt x="42203" y="1461"/>
                  </a:lnTo>
                  <a:lnTo>
                    <a:pt x="42295" y="1396"/>
                  </a:lnTo>
                  <a:lnTo>
                    <a:pt x="42400" y="1330"/>
                  </a:lnTo>
                  <a:lnTo>
                    <a:pt x="42506" y="1277"/>
                  </a:lnTo>
                  <a:lnTo>
                    <a:pt x="42611" y="1238"/>
                  </a:lnTo>
                  <a:lnTo>
                    <a:pt x="42729" y="1211"/>
                  </a:lnTo>
                  <a:lnTo>
                    <a:pt x="42848" y="1198"/>
                  </a:lnTo>
                  <a:lnTo>
                    <a:pt x="42966" y="1185"/>
                  </a:lnTo>
                  <a:close/>
                  <a:moveTo>
                    <a:pt x="42966" y="0"/>
                  </a:moveTo>
                  <a:lnTo>
                    <a:pt x="42756" y="13"/>
                  </a:lnTo>
                  <a:lnTo>
                    <a:pt x="42558" y="40"/>
                  </a:lnTo>
                  <a:lnTo>
                    <a:pt x="42361" y="79"/>
                  </a:lnTo>
                  <a:lnTo>
                    <a:pt x="42176" y="145"/>
                  </a:lnTo>
                  <a:lnTo>
                    <a:pt x="41992" y="211"/>
                  </a:lnTo>
                  <a:lnTo>
                    <a:pt x="41821" y="303"/>
                  </a:lnTo>
                  <a:lnTo>
                    <a:pt x="41650" y="408"/>
                  </a:lnTo>
                  <a:lnTo>
                    <a:pt x="41492" y="514"/>
                  </a:lnTo>
                  <a:lnTo>
                    <a:pt x="41347" y="645"/>
                  </a:lnTo>
                  <a:lnTo>
                    <a:pt x="41216" y="777"/>
                  </a:lnTo>
                  <a:lnTo>
                    <a:pt x="41084" y="922"/>
                  </a:lnTo>
                  <a:lnTo>
                    <a:pt x="40979" y="1080"/>
                  </a:lnTo>
                  <a:lnTo>
                    <a:pt x="40873" y="1251"/>
                  </a:lnTo>
                  <a:lnTo>
                    <a:pt x="40794" y="1422"/>
                  </a:lnTo>
                  <a:lnTo>
                    <a:pt x="40715" y="1606"/>
                  </a:lnTo>
                  <a:lnTo>
                    <a:pt x="40663" y="1791"/>
                  </a:lnTo>
                  <a:lnTo>
                    <a:pt x="1" y="1791"/>
                  </a:lnTo>
                  <a:lnTo>
                    <a:pt x="1" y="17666"/>
                  </a:lnTo>
                  <a:lnTo>
                    <a:pt x="1185" y="17666"/>
                  </a:lnTo>
                  <a:lnTo>
                    <a:pt x="1185" y="2975"/>
                  </a:lnTo>
                  <a:lnTo>
                    <a:pt x="40663" y="2975"/>
                  </a:lnTo>
                  <a:lnTo>
                    <a:pt x="40715" y="3160"/>
                  </a:lnTo>
                  <a:lnTo>
                    <a:pt x="40794" y="3344"/>
                  </a:lnTo>
                  <a:lnTo>
                    <a:pt x="40873" y="3528"/>
                  </a:lnTo>
                  <a:lnTo>
                    <a:pt x="40979" y="3686"/>
                  </a:lnTo>
                  <a:lnTo>
                    <a:pt x="41084" y="3844"/>
                  </a:lnTo>
                  <a:lnTo>
                    <a:pt x="41216" y="3989"/>
                  </a:lnTo>
                  <a:lnTo>
                    <a:pt x="41347" y="4134"/>
                  </a:lnTo>
                  <a:lnTo>
                    <a:pt x="41492" y="4252"/>
                  </a:lnTo>
                  <a:lnTo>
                    <a:pt x="41650" y="4371"/>
                  </a:lnTo>
                  <a:lnTo>
                    <a:pt x="41821" y="4463"/>
                  </a:lnTo>
                  <a:lnTo>
                    <a:pt x="41992" y="4555"/>
                  </a:lnTo>
                  <a:lnTo>
                    <a:pt x="42176" y="4634"/>
                  </a:lnTo>
                  <a:lnTo>
                    <a:pt x="42361" y="4686"/>
                  </a:lnTo>
                  <a:lnTo>
                    <a:pt x="42558" y="4726"/>
                  </a:lnTo>
                  <a:lnTo>
                    <a:pt x="42756" y="4752"/>
                  </a:lnTo>
                  <a:lnTo>
                    <a:pt x="42966" y="4765"/>
                  </a:lnTo>
                  <a:lnTo>
                    <a:pt x="43203" y="4752"/>
                  </a:lnTo>
                  <a:lnTo>
                    <a:pt x="43440" y="4713"/>
                  </a:lnTo>
                  <a:lnTo>
                    <a:pt x="43677" y="4660"/>
                  </a:lnTo>
                  <a:lnTo>
                    <a:pt x="43888" y="4581"/>
                  </a:lnTo>
                  <a:lnTo>
                    <a:pt x="44098" y="4476"/>
                  </a:lnTo>
                  <a:lnTo>
                    <a:pt x="44296" y="4357"/>
                  </a:lnTo>
                  <a:lnTo>
                    <a:pt x="44480" y="4226"/>
                  </a:lnTo>
                  <a:lnTo>
                    <a:pt x="44651" y="4068"/>
                  </a:lnTo>
                  <a:lnTo>
                    <a:pt x="44796" y="3897"/>
                  </a:lnTo>
                  <a:lnTo>
                    <a:pt x="44941" y="3712"/>
                  </a:lnTo>
                  <a:lnTo>
                    <a:pt x="45059" y="3515"/>
                  </a:lnTo>
                  <a:lnTo>
                    <a:pt x="45151" y="3304"/>
                  </a:lnTo>
                  <a:lnTo>
                    <a:pt x="45230" y="3094"/>
                  </a:lnTo>
                  <a:lnTo>
                    <a:pt x="45296" y="2870"/>
                  </a:lnTo>
                  <a:lnTo>
                    <a:pt x="45336" y="2633"/>
                  </a:lnTo>
                  <a:lnTo>
                    <a:pt x="45349" y="2383"/>
                  </a:lnTo>
                  <a:lnTo>
                    <a:pt x="45336" y="2146"/>
                  </a:lnTo>
                  <a:lnTo>
                    <a:pt x="45296" y="1909"/>
                  </a:lnTo>
                  <a:lnTo>
                    <a:pt x="45230" y="1685"/>
                  </a:lnTo>
                  <a:lnTo>
                    <a:pt x="45151" y="1461"/>
                  </a:lnTo>
                  <a:lnTo>
                    <a:pt x="45059" y="1251"/>
                  </a:lnTo>
                  <a:lnTo>
                    <a:pt x="44941" y="1053"/>
                  </a:lnTo>
                  <a:lnTo>
                    <a:pt x="44796" y="869"/>
                  </a:lnTo>
                  <a:lnTo>
                    <a:pt x="44651" y="698"/>
                  </a:lnTo>
                  <a:lnTo>
                    <a:pt x="44480" y="553"/>
                  </a:lnTo>
                  <a:lnTo>
                    <a:pt x="44296" y="408"/>
                  </a:lnTo>
                  <a:lnTo>
                    <a:pt x="44098" y="290"/>
                  </a:lnTo>
                  <a:lnTo>
                    <a:pt x="43888" y="198"/>
                  </a:lnTo>
                  <a:lnTo>
                    <a:pt x="43677" y="119"/>
                  </a:lnTo>
                  <a:lnTo>
                    <a:pt x="43440" y="53"/>
                  </a:lnTo>
                  <a:lnTo>
                    <a:pt x="43203" y="13"/>
                  </a:lnTo>
                  <a:lnTo>
                    <a:pt x="4296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0"/>
            <p:cNvSpPr/>
            <p:nvPr/>
          </p:nvSpPr>
          <p:spPr>
            <a:xfrm>
              <a:off x="5057875" y="1888150"/>
              <a:ext cx="1240025" cy="393300"/>
            </a:xfrm>
            <a:custGeom>
              <a:rect b="b" l="l" r="r" t="t"/>
              <a:pathLst>
                <a:path extrusionOk="0" h="15732" w="49601">
                  <a:moveTo>
                    <a:pt x="47350" y="12151"/>
                  </a:moveTo>
                  <a:lnTo>
                    <a:pt x="47468" y="12177"/>
                  </a:lnTo>
                  <a:lnTo>
                    <a:pt x="47574" y="12203"/>
                  </a:lnTo>
                  <a:lnTo>
                    <a:pt x="47692" y="12243"/>
                  </a:lnTo>
                  <a:lnTo>
                    <a:pt x="47798" y="12296"/>
                  </a:lnTo>
                  <a:lnTo>
                    <a:pt x="47890" y="12361"/>
                  </a:lnTo>
                  <a:lnTo>
                    <a:pt x="47982" y="12427"/>
                  </a:lnTo>
                  <a:lnTo>
                    <a:pt x="48074" y="12506"/>
                  </a:lnTo>
                  <a:lnTo>
                    <a:pt x="48140" y="12585"/>
                  </a:lnTo>
                  <a:lnTo>
                    <a:pt x="48219" y="12677"/>
                  </a:lnTo>
                  <a:lnTo>
                    <a:pt x="48271" y="12783"/>
                  </a:lnTo>
                  <a:lnTo>
                    <a:pt x="48324" y="12888"/>
                  </a:lnTo>
                  <a:lnTo>
                    <a:pt x="48364" y="12993"/>
                  </a:lnTo>
                  <a:lnTo>
                    <a:pt x="48390" y="13112"/>
                  </a:lnTo>
                  <a:lnTo>
                    <a:pt x="48416" y="13230"/>
                  </a:lnTo>
                  <a:lnTo>
                    <a:pt x="48416" y="13349"/>
                  </a:lnTo>
                  <a:lnTo>
                    <a:pt x="48416" y="13467"/>
                  </a:lnTo>
                  <a:lnTo>
                    <a:pt x="48390" y="13586"/>
                  </a:lnTo>
                  <a:lnTo>
                    <a:pt x="48364" y="13704"/>
                  </a:lnTo>
                  <a:lnTo>
                    <a:pt x="48324" y="13809"/>
                  </a:lnTo>
                  <a:lnTo>
                    <a:pt x="48271" y="13915"/>
                  </a:lnTo>
                  <a:lnTo>
                    <a:pt x="48219" y="14020"/>
                  </a:lnTo>
                  <a:lnTo>
                    <a:pt x="48140" y="14112"/>
                  </a:lnTo>
                  <a:lnTo>
                    <a:pt x="48074" y="14191"/>
                  </a:lnTo>
                  <a:lnTo>
                    <a:pt x="47982" y="14270"/>
                  </a:lnTo>
                  <a:lnTo>
                    <a:pt x="47890" y="14336"/>
                  </a:lnTo>
                  <a:lnTo>
                    <a:pt x="47798" y="14402"/>
                  </a:lnTo>
                  <a:lnTo>
                    <a:pt x="47692" y="14454"/>
                  </a:lnTo>
                  <a:lnTo>
                    <a:pt x="47574" y="14494"/>
                  </a:lnTo>
                  <a:lnTo>
                    <a:pt x="47468" y="14520"/>
                  </a:lnTo>
                  <a:lnTo>
                    <a:pt x="47350" y="14533"/>
                  </a:lnTo>
                  <a:lnTo>
                    <a:pt x="47218" y="14547"/>
                  </a:lnTo>
                  <a:lnTo>
                    <a:pt x="47100" y="14533"/>
                  </a:lnTo>
                  <a:lnTo>
                    <a:pt x="46981" y="14520"/>
                  </a:lnTo>
                  <a:lnTo>
                    <a:pt x="46863" y="14494"/>
                  </a:lnTo>
                  <a:lnTo>
                    <a:pt x="46758" y="14454"/>
                  </a:lnTo>
                  <a:lnTo>
                    <a:pt x="46652" y="14402"/>
                  </a:lnTo>
                  <a:lnTo>
                    <a:pt x="46547" y="14336"/>
                  </a:lnTo>
                  <a:lnTo>
                    <a:pt x="46455" y="14270"/>
                  </a:lnTo>
                  <a:lnTo>
                    <a:pt x="46376" y="14191"/>
                  </a:lnTo>
                  <a:lnTo>
                    <a:pt x="46297" y="14112"/>
                  </a:lnTo>
                  <a:lnTo>
                    <a:pt x="46231" y="14020"/>
                  </a:lnTo>
                  <a:lnTo>
                    <a:pt x="46165" y="13915"/>
                  </a:lnTo>
                  <a:lnTo>
                    <a:pt x="46113" y="13809"/>
                  </a:lnTo>
                  <a:lnTo>
                    <a:pt x="46073" y="13704"/>
                  </a:lnTo>
                  <a:lnTo>
                    <a:pt x="46047" y="13586"/>
                  </a:lnTo>
                  <a:lnTo>
                    <a:pt x="46034" y="13467"/>
                  </a:lnTo>
                  <a:lnTo>
                    <a:pt x="46020" y="13349"/>
                  </a:lnTo>
                  <a:lnTo>
                    <a:pt x="46034" y="13230"/>
                  </a:lnTo>
                  <a:lnTo>
                    <a:pt x="46047" y="13112"/>
                  </a:lnTo>
                  <a:lnTo>
                    <a:pt x="46073" y="12993"/>
                  </a:lnTo>
                  <a:lnTo>
                    <a:pt x="46113" y="12888"/>
                  </a:lnTo>
                  <a:lnTo>
                    <a:pt x="46165" y="12783"/>
                  </a:lnTo>
                  <a:lnTo>
                    <a:pt x="46231" y="12677"/>
                  </a:lnTo>
                  <a:lnTo>
                    <a:pt x="46297" y="12585"/>
                  </a:lnTo>
                  <a:lnTo>
                    <a:pt x="46376" y="12506"/>
                  </a:lnTo>
                  <a:lnTo>
                    <a:pt x="46455" y="12427"/>
                  </a:lnTo>
                  <a:lnTo>
                    <a:pt x="46547" y="12361"/>
                  </a:lnTo>
                  <a:lnTo>
                    <a:pt x="46652" y="12296"/>
                  </a:lnTo>
                  <a:lnTo>
                    <a:pt x="46758" y="12243"/>
                  </a:lnTo>
                  <a:lnTo>
                    <a:pt x="46863" y="12203"/>
                  </a:lnTo>
                  <a:lnTo>
                    <a:pt x="46981" y="12177"/>
                  </a:lnTo>
                  <a:lnTo>
                    <a:pt x="47100" y="12151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2506" y="1186"/>
                  </a:lnTo>
                  <a:lnTo>
                    <a:pt x="12506" y="14678"/>
                  </a:lnTo>
                  <a:lnTo>
                    <a:pt x="45244" y="14678"/>
                  </a:lnTo>
                  <a:lnTo>
                    <a:pt x="45336" y="14797"/>
                  </a:lnTo>
                  <a:lnTo>
                    <a:pt x="45428" y="14902"/>
                  </a:lnTo>
                  <a:lnTo>
                    <a:pt x="45520" y="15007"/>
                  </a:lnTo>
                  <a:lnTo>
                    <a:pt x="45626" y="15113"/>
                  </a:lnTo>
                  <a:lnTo>
                    <a:pt x="45731" y="15205"/>
                  </a:lnTo>
                  <a:lnTo>
                    <a:pt x="45849" y="15284"/>
                  </a:lnTo>
                  <a:lnTo>
                    <a:pt x="45968" y="15363"/>
                  </a:lnTo>
                  <a:lnTo>
                    <a:pt x="46086" y="15442"/>
                  </a:lnTo>
                  <a:lnTo>
                    <a:pt x="46218" y="15507"/>
                  </a:lnTo>
                  <a:lnTo>
                    <a:pt x="46350" y="15560"/>
                  </a:lnTo>
                  <a:lnTo>
                    <a:pt x="46481" y="15613"/>
                  </a:lnTo>
                  <a:lnTo>
                    <a:pt x="46626" y="15652"/>
                  </a:lnTo>
                  <a:lnTo>
                    <a:pt x="46771" y="15679"/>
                  </a:lnTo>
                  <a:lnTo>
                    <a:pt x="46916" y="15705"/>
                  </a:lnTo>
                  <a:lnTo>
                    <a:pt x="47074" y="15718"/>
                  </a:lnTo>
                  <a:lnTo>
                    <a:pt x="47218" y="15731"/>
                  </a:lnTo>
                  <a:lnTo>
                    <a:pt x="47468" y="15718"/>
                  </a:lnTo>
                  <a:lnTo>
                    <a:pt x="47705" y="15679"/>
                  </a:lnTo>
                  <a:lnTo>
                    <a:pt x="47929" y="15613"/>
                  </a:lnTo>
                  <a:lnTo>
                    <a:pt x="48153" y="15534"/>
                  </a:lnTo>
                  <a:lnTo>
                    <a:pt x="48350" y="15442"/>
                  </a:lnTo>
                  <a:lnTo>
                    <a:pt x="48548" y="15323"/>
                  </a:lnTo>
                  <a:lnTo>
                    <a:pt x="48732" y="15178"/>
                  </a:lnTo>
                  <a:lnTo>
                    <a:pt x="48903" y="15034"/>
                  </a:lnTo>
                  <a:lnTo>
                    <a:pt x="49061" y="14862"/>
                  </a:lnTo>
                  <a:lnTo>
                    <a:pt x="49193" y="14678"/>
                  </a:lnTo>
                  <a:lnTo>
                    <a:pt x="49311" y="14481"/>
                  </a:lnTo>
                  <a:lnTo>
                    <a:pt x="49417" y="14270"/>
                  </a:lnTo>
                  <a:lnTo>
                    <a:pt x="49496" y="14060"/>
                  </a:lnTo>
                  <a:lnTo>
                    <a:pt x="49548" y="13823"/>
                  </a:lnTo>
                  <a:lnTo>
                    <a:pt x="49588" y="13586"/>
                  </a:lnTo>
                  <a:lnTo>
                    <a:pt x="49601" y="13349"/>
                  </a:lnTo>
                  <a:lnTo>
                    <a:pt x="49588" y="13099"/>
                  </a:lnTo>
                  <a:lnTo>
                    <a:pt x="49548" y="12875"/>
                  </a:lnTo>
                  <a:lnTo>
                    <a:pt x="49496" y="12638"/>
                  </a:lnTo>
                  <a:lnTo>
                    <a:pt x="49417" y="12427"/>
                  </a:lnTo>
                  <a:lnTo>
                    <a:pt x="49311" y="12217"/>
                  </a:lnTo>
                  <a:lnTo>
                    <a:pt x="49193" y="12019"/>
                  </a:lnTo>
                  <a:lnTo>
                    <a:pt x="49061" y="11835"/>
                  </a:lnTo>
                  <a:lnTo>
                    <a:pt x="48903" y="11664"/>
                  </a:lnTo>
                  <a:lnTo>
                    <a:pt x="48732" y="11519"/>
                  </a:lnTo>
                  <a:lnTo>
                    <a:pt x="48548" y="11374"/>
                  </a:lnTo>
                  <a:lnTo>
                    <a:pt x="48350" y="11256"/>
                  </a:lnTo>
                  <a:lnTo>
                    <a:pt x="48153" y="11150"/>
                  </a:lnTo>
                  <a:lnTo>
                    <a:pt x="47929" y="11071"/>
                  </a:lnTo>
                  <a:lnTo>
                    <a:pt x="47705" y="11019"/>
                  </a:lnTo>
                  <a:lnTo>
                    <a:pt x="47468" y="10979"/>
                  </a:lnTo>
                  <a:lnTo>
                    <a:pt x="47218" y="10966"/>
                  </a:lnTo>
                  <a:lnTo>
                    <a:pt x="46981" y="10979"/>
                  </a:lnTo>
                  <a:lnTo>
                    <a:pt x="46744" y="11019"/>
                  </a:lnTo>
                  <a:lnTo>
                    <a:pt x="46521" y="11071"/>
                  </a:lnTo>
                  <a:lnTo>
                    <a:pt x="46297" y="11150"/>
                  </a:lnTo>
                  <a:lnTo>
                    <a:pt x="46086" y="11256"/>
                  </a:lnTo>
                  <a:lnTo>
                    <a:pt x="45889" y="11374"/>
                  </a:lnTo>
                  <a:lnTo>
                    <a:pt x="45705" y="11519"/>
                  </a:lnTo>
                  <a:lnTo>
                    <a:pt x="45547" y="11664"/>
                  </a:lnTo>
                  <a:lnTo>
                    <a:pt x="45389" y="11835"/>
                  </a:lnTo>
                  <a:lnTo>
                    <a:pt x="45244" y="12019"/>
                  </a:lnTo>
                  <a:lnTo>
                    <a:pt x="45125" y="12217"/>
                  </a:lnTo>
                  <a:lnTo>
                    <a:pt x="45033" y="12427"/>
                  </a:lnTo>
                  <a:lnTo>
                    <a:pt x="44954" y="12638"/>
                  </a:lnTo>
                  <a:lnTo>
                    <a:pt x="44888" y="12875"/>
                  </a:lnTo>
                  <a:lnTo>
                    <a:pt x="44862" y="13099"/>
                  </a:lnTo>
                  <a:lnTo>
                    <a:pt x="44849" y="13349"/>
                  </a:lnTo>
                  <a:lnTo>
                    <a:pt x="44849" y="13493"/>
                  </a:lnTo>
                  <a:lnTo>
                    <a:pt x="13691" y="13493"/>
                  </a:lnTo>
                  <a:lnTo>
                    <a:pt x="136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0"/>
            <p:cNvSpPr/>
            <p:nvPr/>
          </p:nvSpPr>
          <p:spPr>
            <a:xfrm>
              <a:off x="2061550" y="2207050"/>
              <a:ext cx="909950" cy="477200"/>
            </a:xfrm>
            <a:custGeom>
              <a:rect b="b" l="l" r="r" t="t"/>
              <a:pathLst>
                <a:path extrusionOk="0" h="19088" w="36398">
                  <a:moveTo>
                    <a:pt x="34607" y="15665"/>
                  </a:moveTo>
                  <a:lnTo>
                    <a:pt x="34739" y="15744"/>
                  </a:lnTo>
                  <a:lnTo>
                    <a:pt x="34857" y="15849"/>
                  </a:lnTo>
                  <a:lnTo>
                    <a:pt x="34963" y="15968"/>
                  </a:lnTo>
                  <a:lnTo>
                    <a:pt x="35055" y="16099"/>
                  </a:lnTo>
                  <a:lnTo>
                    <a:pt x="35121" y="16231"/>
                  </a:lnTo>
                  <a:lnTo>
                    <a:pt x="35173" y="16376"/>
                  </a:lnTo>
                  <a:lnTo>
                    <a:pt x="35213" y="16534"/>
                  </a:lnTo>
                  <a:lnTo>
                    <a:pt x="35213" y="16705"/>
                  </a:lnTo>
                  <a:lnTo>
                    <a:pt x="35213" y="16823"/>
                  </a:lnTo>
                  <a:lnTo>
                    <a:pt x="35200" y="16942"/>
                  </a:lnTo>
                  <a:lnTo>
                    <a:pt x="35160" y="17060"/>
                  </a:lnTo>
                  <a:lnTo>
                    <a:pt x="35121" y="17166"/>
                  </a:lnTo>
                  <a:lnTo>
                    <a:pt x="35068" y="17271"/>
                  </a:lnTo>
                  <a:lnTo>
                    <a:pt x="35015" y="17376"/>
                  </a:lnTo>
                  <a:lnTo>
                    <a:pt x="34949" y="17468"/>
                  </a:lnTo>
                  <a:lnTo>
                    <a:pt x="34870" y="17547"/>
                  </a:lnTo>
                  <a:lnTo>
                    <a:pt x="34778" y="17626"/>
                  </a:lnTo>
                  <a:lnTo>
                    <a:pt x="34686" y="17692"/>
                  </a:lnTo>
                  <a:lnTo>
                    <a:pt x="34594" y="17758"/>
                  </a:lnTo>
                  <a:lnTo>
                    <a:pt x="34489" y="17811"/>
                  </a:lnTo>
                  <a:lnTo>
                    <a:pt x="34383" y="17850"/>
                  </a:lnTo>
                  <a:lnTo>
                    <a:pt x="34265" y="17876"/>
                  </a:lnTo>
                  <a:lnTo>
                    <a:pt x="34146" y="17890"/>
                  </a:lnTo>
                  <a:lnTo>
                    <a:pt x="34028" y="17903"/>
                  </a:lnTo>
                  <a:lnTo>
                    <a:pt x="33896" y="17890"/>
                  </a:lnTo>
                  <a:lnTo>
                    <a:pt x="33778" y="17876"/>
                  </a:lnTo>
                  <a:lnTo>
                    <a:pt x="33659" y="17850"/>
                  </a:lnTo>
                  <a:lnTo>
                    <a:pt x="33554" y="17811"/>
                  </a:lnTo>
                  <a:lnTo>
                    <a:pt x="33449" y="17758"/>
                  </a:lnTo>
                  <a:lnTo>
                    <a:pt x="33357" y="17692"/>
                  </a:lnTo>
                  <a:lnTo>
                    <a:pt x="33265" y="17626"/>
                  </a:lnTo>
                  <a:lnTo>
                    <a:pt x="33172" y="17547"/>
                  </a:lnTo>
                  <a:lnTo>
                    <a:pt x="33093" y="17468"/>
                  </a:lnTo>
                  <a:lnTo>
                    <a:pt x="33028" y="17376"/>
                  </a:lnTo>
                  <a:lnTo>
                    <a:pt x="32975" y="17271"/>
                  </a:lnTo>
                  <a:lnTo>
                    <a:pt x="32922" y="17166"/>
                  </a:lnTo>
                  <a:lnTo>
                    <a:pt x="32883" y="17060"/>
                  </a:lnTo>
                  <a:lnTo>
                    <a:pt x="32843" y="16942"/>
                  </a:lnTo>
                  <a:lnTo>
                    <a:pt x="32830" y="16823"/>
                  </a:lnTo>
                  <a:lnTo>
                    <a:pt x="32830" y="16705"/>
                  </a:lnTo>
                  <a:lnTo>
                    <a:pt x="32830" y="16534"/>
                  </a:lnTo>
                  <a:lnTo>
                    <a:pt x="32870" y="16376"/>
                  </a:lnTo>
                  <a:lnTo>
                    <a:pt x="32922" y="16231"/>
                  </a:lnTo>
                  <a:lnTo>
                    <a:pt x="32988" y="16099"/>
                  </a:lnTo>
                  <a:lnTo>
                    <a:pt x="33080" y="15968"/>
                  </a:lnTo>
                  <a:lnTo>
                    <a:pt x="33186" y="15849"/>
                  </a:lnTo>
                  <a:lnTo>
                    <a:pt x="33304" y="15744"/>
                  </a:lnTo>
                  <a:lnTo>
                    <a:pt x="33436" y="15665"/>
                  </a:lnTo>
                  <a:lnTo>
                    <a:pt x="33436" y="15836"/>
                  </a:lnTo>
                  <a:lnTo>
                    <a:pt x="34607" y="15836"/>
                  </a:lnTo>
                  <a:lnTo>
                    <a:pt x="34607" y="15665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3436" y="1185"/>
                  </a:lnTo>
                  <a:lnTo>
                    <a:pt x="33436" y="14401"/>
                  </a:lnTo>
                  <a:lnTo>
                    <a:pt x="33238" y="14454"/>
                  </a:lnTo>
                  <a:lnTo>
                    <a:pt x="33054" y="14533"/>
                  </a:lnTo>
                  <a:lnTo>
                    <a:pt x="32883" y="14612"/>
                  </a:lnTo>
                  <a:lnTo>
                    <a:pt x="32725" y="14717"/>
                  </a:lnTo>
                  <a:lnTo>
                    <a:pt x="32567" y="14822"/>
                  </a:lnTo>
                  <a:lnTo>
                    <a:pt x="32409" y="14954"/>
                  </a:lnTo>
                  <a:lnTo>
                    <a:pt x="32277" y="15086"/>
                  </a:lnTo>
                  <a:lnTo>
                    <a:pt x="32146" y="15231"/>
                  </a:lnTo>
                  <a:lnTo>
                    <a:pt x="32040" y="15388"/>
                  </a:lnTo>
                  <a:lnTo>
                    <a:pt x="31935" y="15560"/>
                  </a:lnTo>
                  <a:lnTo>
                    <a:pt x="31856" y="15731"/>
                  </a:lnTo>
                  <a:lnTo>
                    <a:pt x="31777" y="15915"/>
                  </a:lnTo>
                  <a:lnTo>
                    <a:pt x="31724" y="16099"/>
                  </a:lnTo>
                  <a:lnTo>
                    <a:pt x="31672" y="16297"/>
                  </a:lnTo>
                  <a:lnTo>
                    <a:pt x="31645" y="16494"/>
                  </a:lnTo>
                  <a:lnTo>
                    <a:pt x="31645" y="16705"/>
                  </a:lnTo>
                  <a:lnTo>
                    <a:pt x="31659" y="16942"/>
                  </a:lnTo>
                  <a:lnTo>
                    <a:pt x="31685" y="17179"/>
                  </a:lnTo>
                  <a:lnTo>
                    <a:pt x="31751" y="17416"/>
                  </a:lnTo>
                  <a:lnTo>
                    <a:pt x="31830" y="17626"/>
                  </a:lnTo>
                  <a:lnTo>
                    <a:pt x="31935" y="17837"/>
                  </a:lnTo>
                  <a:lnTo>
                    <a:pt x="32053" y="18034"/>
                  </a:lnTo>
                  <a:lnTo>
                    <a:pt x="32185" y="18219"/>
                  </a:lnTo>
                  <a:lnTo>
                    <a:pt x="32343" y="18390"/>
                  </a:lnTo>
                  <a:lnTo>
                    <a:pt x="32514" y="18535"/>
                  </a:lnTo>
                  <a:lnTo>
                    <a:pt x="32699" y="18679"/>
                  </a:lnTo>
                  <a:lnTo>
                    <a:pt x="32883" y="18798"/>
                  </a:lnTo>
                  <a:lnTo>
                    <a:pt x="33093" y="18890"/>
                  </a:lnTo>
                  <a:lnTo>
                    <a:pt x="33317" y="18969"/>
                  </a:lnTo>
                  <a:lnTo>
                    <a:pt x="33541" y="19035"/>
                  </a:lnTo>
                  <a:lnTo>
                    <a:pt x="33778" y="19074"/>
                  </a:lnTo>
                  <a:lnTo>
                    <a:pt x="34028" y="19087"/>
                  </a:lnTo>
                  <a:lnTo>
                    <a:pt x="34265" y="19074"/>
                  </a:lnTo>
                  <a:lnTo>
                    <a:pt x="34502" y="19035"/>
                  </a:lnTo>
                  <a:lnTo>
                    <a:pt x="34726" y="18969"/>
                  </a:lnTo>
                  <a:lnTo>
                    <a:pt x="34949" y="18890"/>
                  </a:lnTo>
                  <a:lnTo>
                    <a:pt x="35160" y="18798"/>
                  </a:lnTo>
                  <a:lnTo>
                    <a:pt x="35344" y="18679"/>
                  </a:lnTo>
                  <a:lnTo>
                    <a:pt x="35529" y="18535"/>
                  </a:lnTo>
                  <a:lnTo>
                    <a:pt x="35700" y="18390"/>
                  </a:lnTo>
                  <a:lnTo>
                    <a:pt x="35858" y="18219"/>
                  </a:lnTo>
                  <a:lnTo>
                    <a:pt x="35989" y="18034"/>
                  </a:lnTo>
                  <a:lnTo>
                    <a:pt x="36108" y="17837"/>
                  </a:lnTo>
                  <a:lnTo>
                    <a:pt x="36213" y="17626"/>
                  </a:lnTo>
                  <a:lnTo>
                    <a:pt x="36292" y="17416"/>
                  </a:lnTo>
                  <a:lnTo>
                    <a:pt x="36358" y="17179"/>
                  </a:lnTo>
                  <a:lnTo>
                    <a:pt x="36384" y="16942"/>
                  </a:lnTo>
                  <a:lnTo>
                    <a:pt x="36397" y="16705"/>
                  </a:lnTo>
                  <a:lnTo>
                    <a:pt x="36397" y="16494"/>
                  </a:lnTo>
                  <a:lnTo>
                    <a:pt x="36371" y="16297"/>
                  </a:lnTo>
                  <a:lnTo>
                    <a:pt x="36318" y="16099"/>
                  </a:lnTo>
                  <a:lnTo>
                    <a:pt x="36266" y="15915"/>
                  </a:lnTo>
                  <a:lnTo>
                    <a:pt x="36187" y="15731"/>
                  </a:lnTo>
                  <a:lnTo>
                    <a:pt x="36108" y="15560"/>
                  </a:lnTo>
                  <a:lnTo>
                    <a:pt x="36003" y="15388"/>
                  </a:lnTo>
                  <a:lnTo>
                    <a:pt x="35897" y="15231"/>
                  </a:lnTo>
                  <a:lnTo>
                    <a:pt x="35766" y="15086"/>
                  </a:lnTo>
                  <a:lnTo>
                    <a:pt x="35634" y="14954"/>
                  </a:lnTo>
                  <a:lnTo>
                    <a:pt x="35476" y="14822"/>
                  </a:lnTo>
                  <a:lnTo>
                    <a:pt x="35331" y="14717"/>
                  </a:lnTo>
                  <a:lnTo>
                    <a:pt x="35160" y="14612"/>
                  </a:lnTo>
                  <a:lnTo>
                    <a:pt x="34989" y="14533"/>
                  </a:lnTo>
                  <a:lnTo>
                    <a:pt x="34805" y="14454"/>
                  </a:lnTo>
                  <a:lnTo>
                    <a:pt x="34607" y="14401"/>
                  </a:lnTo>
                  <a:lnTo>
                    <a:pt x="3460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2015475" y="2312675"/>
              <a:ext cx="804325" cy="371575"/>
            </a:xfrm>
            <a:custGeom>
              <a:rect b="b" l="l" r="r" t="t"/>
              <a:pathLst>
                <a:path extrusionOk="0" h="14863" w="32173">
                  <a:moveTo>
                    <a:pt x="29381" y="11348"/>
                  </a:moveTo>
                  <a:lnTo>
                    <a:pt x="29381" y="11664"/>
                  </a:lnTo>
                  <a:lnTo>
                    <a:pt x="30566" y="11664"/>
                  </a:lnTo>
                  <a:lnTo>
                    <a:pt x="30566" y="11572"/>
                  </a:lnTo>
                  <a:lnTo>
                    <a:pt x="30658" y="11651"/>
                  </a:lnTo>
                  <a:lnTo>
                    <a:pt x="30737" y="11756"/>
                  </a:lnTo>
                  <a:lnTo>
                    <a:pt x="30816" y="11861"/>
                  </a:lnTo>
                  <a:lnTo>
                    <a:pt x="30869" y="11966"/>
                  </a:lnTo>
                  <a:lnTo>
                    <a:pt x="30922" y="12085"/>
                  </a:lnTo>
                  <a:lnTo>
                    <a:pt x="30961" y="12217"/>
                  </a:lnTo>
                  <a:lnTo>
                    <a:pt x="30974" y="12348"/>
                  </a:lnTo>
                  <a:lnTo>
                    <a:pt x="30987" y="12480"/>
                  </a:lnTo>
                  <a:lnTo>
                    <a:pt x="30987" y="12598"/>
                  </a:lnTo>
                  <a:lnTo>
                    <a:pt x="30961" y="12717"/>
                  </a:lnTo>
                  <a:lnTo>
                    <a:pt x="30935" y="12835"/>
                  </a:lnTo>
                  <a:lnTo>
                    <a:pt x="30895" y="12941"/>
                  </a:lnTo>
                  <a:lnTo>
                    <a:pt x="30843" y="13046"/>
                  </a:lnTo>
                  <a:lnTo>
                    <a:pt x="30777" y="13151"/>
                  </a:lnTo>
                  <a:lnTo>
                    <a:pt x="30711" y="13243"/>
                  </a:lnTo>
                  <a:lnTo>
                    <a:pt x="30632" y="13322"/>
                  </a:lnTo>
                  <a:lnTo>
                    <a:pt x="30553" y="13401"/>
                  </a:lnTo>
                  <a:lnTo>
                    <a:pt x="30461" y="13467"/>
                  </a:lnTo>
                  <a:lnTo>
                    <a:pt x="30356" y="13533"/>
                  </a:lnTo>
                  <a:lnTo>
                    <a:pt x="30250" y="13586"/>
                  </a:lnTo>
                  <a:lnTo>
                    <a:pt x="30145" y="13625"/>
                  </a:lnTo>
                  <a:lnTo>
                    <a:pt x="30026" y="13651"/>
                  </a:lnTo>
                  <a:lnTo>
                    <a:pt x="29908" y="13665"/>
                  </a:lnTo>
                  <a:lnTo>
                    <a:pt x="29789" y="13678"/>
                  </a:lnTo>
                  <a:lnTo>
                    <a:pt x="29671" y="13665"/>
                  </a:lnTo>
                  <a:lnTo>
                    <a:pt x="29553" y="13651"/>
                  </a:lnTo>
                  <a:lnTo>
                    <a:pt x="29434" y="13625"/>
                  </a:lnTo>
                  <a:lnTo>
                    <a:pt x="29329" y="13586"/>
                  </a:lnTo>
                  <a:lnTo>
                    <a:pt x="29223" y="13533"/>
                  </a:lnTo>
                  <a:lnTo>
                    <a:pt x="29118" y="13467"/>
                  </a:lnTo>
                  <a:lnTo>
                    <a:pt x="29026" y="13401"/>
                  </a:lnTo>
                  <a:lnTo>
                    <a:pt x="28947" y="13322"/>
                  </a:lnTo>
                  <a:lnTo>
                    <a:pt x="28868" y="13243"/>
                  </a:lnTo>
                  <a:lnTo>
                    <a:pt x="28802" y="13151"/>
                  </a:lnTo>
                  <a:lnTo>
                    <a:pt x="28736" y="13046"/>
                  </a:lnTo>
                  <a:lnTo>
                    <a:pt x="28684" y="12941"/>
                  </a:lnTo>
                  <a:lnTo>
                    <a:pt x="28644" y="12835"/>
                  </a:lnTo>
                  <a:lnTo>
                    <a:pt x="28618" y="12717"/>
                  </a:lnTo>
                  <a:lnTo>
                    <a:pt x="28605" y="12598"/>
                  </a:lnTo>
                  <a:lnTo>
                    <a:pt x="28592" y="12480"/>
                  </a:lnTo>
                  <a:lnTo>
                    <a:pt x="28605" y="12282"/>
                  </a:lnTo>
                  <a:lnTo>
                    <a:pt x="28657" y="12111"/>
                  </a:lnTo>
                  <a:lnTo>
                    <a:pt x="28723" y="11940"/>
                  </a:lnTo>
                  <a:lnTo>
                    <a:pt x="28815" y="11782"/>
                  </a:lnTo>
                  <a:lnTo>
                    <a:pt x="28934" y="11637"/>
                  </a:lnTo>
                  <a:lnTo>
                    <a:pt x="29066" y="11519"/>
                  </a:lnTo>
                  <a:lnTo>
                    <a:pt x="29223" y="11427"/>
                  </a:lnTo>
                  <a:lnTo>
                    <a:pt x="29381" y="11348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29381" y="1186"/>
                  </a:lnTo>
                  <a:lnTo>
                    <a:pt x="29381" y="10137"/>
                  </a:lnTo>
                  <a:lnTo>
                    <a:pt x="29184" y="10176"/>
                  </a:lnTo>
                  <a:lnTo>
                    <a:pt x="28987" y="10242"/>
                  </a:lnTo>
                  <a:lnTo>
                    <a:pt x="28789" y="10321"/>
                  </a:lnTo>
                  <a:lnTo>
                    <a:pt x="28605" y="10413"/>
                  </a:lnTo>
                  <a:lnTo>
                    <a:pt x="28434" y="10532"/>
                  </a:lnTo>
                  <a:lnTo>
                    <a:pt x="28276" y="10650"/>
                  </a:lnTo>
                  <a:lnTo>
                    <a:pt x="28118" y="10782"/>
                  </a:lnTo>
                  <a:lnTo>
                    <a:pt x="27973" y="10940"/>
                  </a:lnTo>
                  <a:lnTo>
                    <a:pt x="27854" y="11098"/>
                  </a:lnTo>
                  <a:lnTo>
                    <a:pt x="27736" y="11269"/>
                  </a:lnTo>
                  <a:lnTo>
                    <a:pt x="27644" y="11453"/>
                  </a:lnTo>
                  <a:lnTo>
                    <a:pt x="27565" y="11637"/>
                  </a:lnTo>
                  <a:lnTo>
                    <a:pt x="27499" y="11848"/>
                  </a:lnTo>
                  <a:lnTo>
                    <a:pt x="27446" y="12045"/>
                  </a:lnTo>
                  <a:lnTo>
                    <a:pt x="27420" y="12256"/>
                  </a:lnTo>
                  <a:lnTo>
                    <a:pt x="27407" y="12480"/>
                  </a:lnTo>
                  <a:lnTo>
                    <a:pt x="27420" y="12717"/>
                  </a:lnTo>
                  <a:lnTo>
                    <a:pt x="27460" y="12954"/>
                  </a:lnTo>
                  <a:lnTo>
                    <a:pt x="27512" y="13191"/>
                  </a:lnTo>
                  <a:lnTo>
                    <a:pt x="27604" y="13401"/>
                  </a:lnTo>
                  <a:lnTo>
                    <a:pt x="27696" y="13612"/>
                  </a:lnTo>
                  <a:lnTo>
                    <a:pt x="27815" y="13809"/>
                  </a:lnTo>
                  <a:lnTo>
                    <a:pt x="27960" y="13994"/>
                  </a:lnTo>
                  <a:lnTo>
                    <a:pt x="28105" y="14165"/>
                  </a:lnTo>
                  <a:lnTo>
                    <a:pt x="28276" y="14310"/>
                  </a:lnTo>
                  <a:lnTo>
                    <a:pt x="28460" y="14454"/>
                  </a:lnTo>
                  <a:lnTo>
                    <a:pt x="28657" y="14573"/>
                  </a:lnTo>
                  <a:lnTo>
                    <a:pt x="28868" y="14665"/>
                  </a:lnTo>
                  <a:lnTo>
                    <a:pt x="29079" y="14744"/>
                  </a:lnTo>
                  <a:lnTo>
                    <a:pt x="29316" y="14810"/>
                  </a:lnTo>
                  <a:lnTo>
                    <a:pt x="29553" y="14849"/>
                  </a:lnTo>
                  <a:lnTo>
                    <a:pt x="29789" y="14862"/>
                  </a:lnTo>
                  <a:lnTo>
                    <a:pt x="30026" y="14849"/>
                  </a:lnTo>
                  <a:lnTo>
                    <a:pt x="30263" y="14810"/>
                  </a:lnTo>
                  <a:lnTo>
                    <a:pt x="30500" y="14744"/>
                  </a:lnTo>
                  <a:lnTo>
                    <a:pt x="30711" y="14665"/>
                  </a:lnTo>
                  <a:lnTo>
                    <a:pt x="30922" y="14573"/>
                  </a:lnTo>
                  <a:lnTo>
                    <a:pt x="31119" y="14454"/>
                  </a:lnTo>
                  <a:lnTo>
                    <a:pt x="31303" y="14310"/>
                  </a:lnTo>
                  <a:lnTo>
                    <a:pt x="31474" y="14165"/>
                  </a:lnTo>
                  <a:lnTo>
                    <a:pt x="31619" y="13994"/>
                  </a:lnTo>
                  <a:lnTo>
                    <a:pt x="31764" y="13809"/>
                  </a:lnTo>
                  <a:lnTo>
                    <a:pt x="31882" y="13612"/>
                  </a:lnTo>
                  <a:lnTo>
                    <a:pt x="31988" y="13401"/>
                  </a:lnTo>
                  <a:lnTo>
                    <a:pt x="32067" y="13191"/>
                  </a:lnTo>
                  <a:lnTo>
                    <a:pt x="32119" y="12954"/>
                  </a:lnTo>
                  <a:lnTo>
                    <a:pt x="32159" y="12717"/>
                  </a:lnTo>
                  <a:lnTo>
                    <a:pt x="32172" y="12480"/>
                  </a:lnTo>
                  <a:lnTo>
                    <a:pt x="32159" y="12282"/>
                  </a:lnTo>
                  <a:lnTo>
                    <a:pt x="32133" y="12098"/>
                  </a:lnTo>
                  <a:lnTo>
                    <a:pt x="32106" y="11914"/>
                  </a:lnTo>
                  <a:lnTo>
                    <a:pt x="32054" y="11729"/>
                  </a:lnTo>
                  <a:lnTo>
                    <a:pt x="31988" y="11558"/>
                  </a:lnTo>
                  <a:lnTo>
                    <a:pt x="31909" y="11400"/>
                  </a:lnTo>
                  <a:lnTo>
                    <a:pt x="31817" y="11242"/>
                  </a:lnTo>
                  <a:lnTo>
                    <a:pt x="31711" y="11084"/>
                  </a:lnTo>
                  <a:lnTo>
                    <a:pt x="31606" y="10940"/>
                  </a:lnTo>
                  <a:lnTo>
                    <a:pt x="31488" y="10808"/>
                  </a:lnTo>
                  <a:lnTo>
                    <a:pt x="31356" y="10690"/>
                  </a:lnTo>
                  <a:lnTo>
                    <a:pt x="31211" y="10571"/>
                  </a:lnTo>
                  <a:lnTo>
                    <a:pt x="31066" y="10466"/>
                  </a:lnTo>
                  <a:lnTo>
                    <a:pt x="30908" y="10374"/>
                  </a:lnTo>
                  <a:lnTo>
                    <a:pt x="30737" y="10295"/>
                  </a:lnTo>
                  <a:lnTo>
                    <a:pt x="30566" y="10229"/>
                  </a:lnTo>
                  <a:lnTo>
                    <a:pt x="3056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2061550" y="2526250"/>
              <a:ext cx="216900" cy="675650"/>
            </a:xfrm>
            <a:custGeom>
              <a:rect b="b" l="l" r="r" t="t"/>
              <a:pathLst>
                <a:path extrusionOk="0" h="27026" w="8676">
                  <a:moveTo>
                    <a:pt x="6424" y="1186"/>
                  </a:moveTo>
                  <a:lnTo>
                    <a:pt x="6543" y="1212"/>
                  </a:lnTo>
                  <a:lnTo>
                    <a:pt x="6661" y="1238"/>
                  </a:lnTo>
                  <a:lnTo>
                    <a:pt x="6766" y="1278"/>
                  </a:lnTo>
                  <a:lnTo>
                    <a:pt x="6872" y="1330"/>
                  </a:lnTo>
                  <a:lnTo>
                    <a:pt x="6964" y="1383"/>
                  </a:lnTo>
                  <a:lnTo>
                    <a:pt x="7056" y="1449"/>
                  </a:lnTo>
                  <a:lnTo>
                    <a:pt x="7148" y="1528"/>
                  </a:lnTo>
                  <a:lnTo>
                    <a:pt x="7227" y="1620"/>
                  </a:lnTo>
                  <a:lnTo>
                    <a:pt x="7293" y="1712"/>
                  </a:lnTo>
                  <a:lnTo>
                    <a:pt x="7359" y="1804"/>
                  </a:lnTo>
                  <a:lnTo>
                    <a:pt x="7398" y="1910"/>
                  </a:lnTo>
                  <a:lnTo>
                    <a:pt x="7438" y="2028"/>
                  </a:lnTo>
                  <a:lnTo>
                    <a:pt x="7477" y="2133"/>
                  </a:lnTo>
                  <a:lnTo>
                    <a:pt x="7490" y="2252"/>
                  </a:lnTo>
                  <a:lnTo>
                    <a:pt x="7504" y="2384"/>
                  </a:lnTo>
                  <a:lnTo>
                    <a:pt x="7490" y="2502"/>
                  </a:lnTo>
                  <a:lnTo>
                    <a:pt x="7477" y="2620"/>
                  </a:lnTo>
                  <a:lnTo>
                    <a:pt x="7438" y="2739"/>
                  </a:lnTo>
                  <a:lnTo>
                    <a:pt x="7398" y="2844"/>
                  </a:lnTo>
                  <a:lnTo>
                    <a:pt x="7359" y="2950"/>
                  </a:lnTo>
                  <a:lnTo>
                    <a:pt x="7293" y="3042"/>
                  </a:lnTo>
                  <a:lnTo>
                    <a:pt x="7227" y="3134"/>
                  </a:lnTo>
                  <a:lnTo>
                    <a:pt x="7148" y="3226"/>
                  </a:lnTo>
                  <a:lnTo>
                    <a:pt x="7056" y="3305"/>
                  </a:lnTo>
                  <a:lnTo>
                    <a:pt x="6964" y="3371"/>
                  </a:lnTo>
                  <a:lnTo>
                    <a:pt x="6872" y="3437"/>
                  </a:lnTo>
                  <a:lnTo>
                    <a:pt x="6766" y="3476"/>
                  </a:lnTo>
                  <a:lnTo>
                    <a:pt x="6661" y="3516"/>
                  </a:lnTo>
                  <a:lnTo>
                    <a:pt x="6543" y="3555"/>
                  </a:lnTo>
                  <a:lnTo>
                    <a:pt x="6424" y="3568"/>
                  </a:lnTo>
                  <a:lnTo>
                    <a:pt x="6306" y="3581"/>
                  </a:lnTo>
                  <a:lnTo>
                    <a:pt x="6174" y="3568"/>
                  </a:lnTo>
                  <a:lnTo>
                    <a:pt x="6056" y="3555"/>
                  </a:lnTo>
                  <a:lnTo>
                    <a:pt x="5950" y="3516"/>
                  </a:lnTo>
                  <a:lnTo>
                    <a:pt x="5832" y="3476"/>
                  </a:lnTo>
                  <a:lnTo>
                    <a:pt x="5727" y="3437"/>
                  </a:lnTo>
                  <a:lnTo>
                    <a:pt x="5634" y="3371"/>
                  </a:lnTo>
                  <a:lnTo>
                    <a:pt x="5542" y="3305"/>
                  </a:lnTo>
                  <a:lnTo>
                    <a:pt x="5450" y="3226"/>
                  </a:lnTo>
                  <a:lnTo>
                    <a:pt x="5371" y="3134"/>
                  </a:lnTo>
                  <a:lnTo>
                    <a:pt x="5305" y="3042"/>
                  </a:lnTo>
                  <a:lnTo>
                    <a:pt x="5253" y="2950"/>
                  </a:lnTo>
                  <a:lnTo>
                    <a:pt x="5200" y="2844"/>
                  </a:lnTo>
                  <a:lnTo>
                    <a:pt x="5161" y="2739"/>
                  </a:lnTo>
                  <a:lnTo>
                    <a:pt x="5121" y="2620"/>
                  </a:lnTo>
                  <a:lnTo>
                    <a:pt x="5108" y="2502"/>
                  </a:lnTo>
                  <a:lnTo>
                    <a:pt x="5108" y="2384"/>
                  </a:lnTo>
                  <a:lnTo>
                    <a:pt x="5108" y="2252"/>
                  </a:lnTo>
                  <a:lnTo>
                    <a:pt x="5121" y="2133"/>
                  </a:lnTo>
                  <a:lnTo>
                    <a:pt x="5161" y="2028"/>
                  </a:lnTo>
                  <a:lnTo>
                    <a:pt x="5200" y="1910"/>
                  </a:lnTo>
                  <a:lnTo>
                    <a:pt x="5253" y="1804"/>
                  </a:lnTo>
                  <a:lnTo>
                    <a:pt x="5305" y="1712"/>
                  </a:lnTo>
                  <a:lnTo>
                    <a:pt x="5371" y="1620"/>
                  </a:lnTo>
                  <a:lnTo>
                    <a:pt x="5450" y="1528"/>
                  </a:lnTo>
                  <a:lnTo>
                    <a:pt x="5542" y="1449"/>
                  </a:lnTo>
                  <a:lnTo>
                    <a:pt x="5634" y="1383"/>
                  </a:lnTo>
                  <a:lnTo>
                    <a:pt x="5727" y="1330"/>
                  </a:lnTo>
                  <a:lnTo>
                    <a:pt x="5832" y="1278"/>
                  </a:lnTo>
                  <a:lnTo>
                    <a:pt x="5950" y="1238"/>
                  </a:lnTo>
                  <a:lnTo>
                    <a:pt x="6056" y="1212"/>
                  </a:lnTo>
                  <a:lnTo>
                    <a:pt x="6174" y="1186"/>
                  </a:lnTo>
                  <a:close/>
                  <a:moveTo>
                    <a:pt x="6306" y="1"/>
                  </a:moveTo>
                  <a:lnTo>
                    <a:pt x="6056" y="14"/>
                  </a:lnTo>
                  <a:lnTo>
                    <a:pt x="5819" y="54"/>
                  </a:lnTo>
                  <a:lnTo>
                    <a:pt x="5595" y="106"/>
                  </a:lnTo>
                  <a:lnTo>
                    <a:pt x="5371" y="185"/>
                  </a:lnTo>
                  <a:lnTo>
                    <a:pt x="5174" y="291"/>
                  </a:lnTo>
                  <a:lnTo>
                    <a:pt x="4976" y="409"/>
                  </a:lnTo>
                  <a:lnTo>
                    <a:pt x="4792" y="541"/>
                  </a:lnTo>
                  <a:lnTo>
                    <a:pt x="4621" y="699"/>
                  </a:lnTo>
                  <a:lnTo>
                    <a:pt x="4463" y="870"/>
                  </a:lnTo>
                  <a:lnTo>
                    <a:pt x="4331" y="1054"/>
                  </a:lnTo>
                  <a:lnTo>
                    <a:pt x="4213" y="1251"/>
                  </a:lnTo>
                  <a:lnTo>
                    <a:pt x="4107" y="1449"/>
                  </a:lnTo>
                  <a:lnTo>
                    <a:pt x="4028" y="1673"/>
                  </a:lnTo>
                  <a:lnTo>
                    <a:pt x="3976" y="1896"/>
                  </a:lnTo>
                  <a:lnTo>
                    <a:pt x="3936" y="2133"/>
                  </a:lnTo>
                  <a:lnTo>
                    <a:pt x="3923" y="2384"/>
                  </a:lnTo>
                  <a:lnTo>
                    <a:pt x="3936" y="2581"/>
                  </a:lnTo>
                  <a:lnTo>
                    <a:pt x="3963" y="2778"/>
                  </a:lnTo>
                  <a:lnTo>
                    <a:pt x="4002" y="2976"/>
                  </a:lnTo>
                  <a:lnTo>
                    <a:pt x="4055" y="3173"/>
                  </a:lnTo>
                  <a:lnTo>
                    <a:pt x="4134" y="3344"/>
                  </a:lnTo>
                  <a:lnTo>
                    <a:pt x="4213" y="3529"/>
                  </a:lnTo>
                  <a:lnTo>
                    <a:pt x="4318" y="3687"/>
                  </a:lnTo>
                  <a:lnTo>
                    <a:pt x="4437" y="3845"/>
                  </a:lnTo>
                  <a:lnTo>
                    <a:pt x="4555" y="3989"/>
                  </a:lnTo>
                  <a:lnTo>
                    <a:pt x="4687" y="4134"/>
                  </a:lnTo>
                  <a:lnTo>
                    <a:pt x="4845" y="4253"/>
                  </a:lnTo>
                  <a:lnTo>
                    <a:pt x="5003" y="4371"/>
                  </a:lnTo>
                  <a:lnTo>
                    <a:pt x="5161" y="4463"/>
                  </a:lnTo>
                  <a:lnTo>
                    <a:pt x="5332" y="4556"/>
                  </a:lnTo>
                  <a:lnTo>
                    <a:pt x="5516" y="4621"/>
                  </a:lnTo>
                  <a:lnTo>
                    <a:pt x="5713" y="4687"/>
                  </a:lnTo>
                  <a:lnTo>
                    <a:pt x="5713" y="25841"/>
                  </a:lnTo>
                  <a:lnTo>
                    <a:pt x="0" y="25841"/>
                  </a:lnTo>
                  <a:lnTo>
                    <a:pt x="0" y="27026"/>
                  </a:lnTo>
                  <a:lnTo>
                    <a:pt x="6885" y="27026"/>
                  </a:lnTo>
                  <a:lnTo>
                    <a:pt x="6885" y="4687"/>
                  </a:lnTo>
                  <a:lnTo>
                    <a:pt x="7082" y="4621"/>
                  </a:lnTo>
                  <a:lnTo>
                    <a:pt x="7267" y="4556"/>
                  </a:lnTo>
                  <a:lnTo>
                    <a:pt x="7438" y="4463"/>
                  </a:lnTo>
                  <a:lnTo>
                    <a:pt x="7609" y="4371"/>
                  </a:lnTo>
                  <a:lnTo>
                    <a:pt x="7767" y="4253"/>
                  </a:lnTo>
                  <a:lnTo>
                    <a:pt x="7912" y="4134"/>
                  </a:lnTo>
                  <a:lnTo>
                    <a:pt x="8043" y="3989"/>
                  </a:lnTo>
                  <a:lnTo>
                    <a:pt x="8175" y="3845"/>
                  </a:lnTo>
                  <a:lnTo>
                    <a:pt x="8280" y="3687"/>
                  </a:lnTo>
                  <a:lnTo>
                    <a:pt x="8386" y="3529"/>
                  </a:lnTo>
                  <a:lnTo>
                    <a:pt x="8465" y="3344"/>
                  </a:lnTo>
                  <a:lnTo>
                    <a:pt x="8544" y="3173"/>
                  </a:lnTo>
                  <a:lnTo>
                    <a:pt x="8596" y="2976"/>
                  </a:lnTo>
                  <a:lnTo>
                    <a:pt x="8649" y="2778"/>
                  </a:lnTo>
                  <a:lnTo>
                    <a:pt x="8675" y="2581"/>
                  </a:lnTo>
                  <a:lnTo>
                    <a:pt x="8675" y="2384"/>
                  </a:lnTo>
                  <a:lnTo>
                    <a:pt x="8662" y="2133"/>
                  </a:lnTo>
                  <a:lnTo>
                    <a:pt x="8636" y="1896"/>
                  </a:lnTo>
                  <a:lnTo>
                    <a:pt x="8570" y="1673"/>
                  </a:lnTo>
                  <a:lnTo>
                    <a:pt x="8491" y="1449"/>
                  </a:lnTo>
                  <a:lnTo>
                    <a:pt x="8386" y="1251"/>
                  </a:lnTo>
                  <a:lnTo>
                    <a:pt x="8267" y="1054"/>
                  </a:lnTo>
                  <a:lnTo>
                    <a:pt x="8135" y="870"/>
                  </a:lnTo>
                  <a:lnTo>
                    <a:pt x="7977" y="699"/>
                  </a:lnTo>
                  <a:lnTo>
                    <a:pt x="7806" y="541"/>
                  </a:lnTo>
                  <a:lnTo>
                    <a:pt x="7635" y="409"/>
                  </a:lnTo>
                  <a:lnTo>
                    <a:pt x="7438" y="291"/>
                  </a:lnTo>
                  <a:lnTo>
                    <a:pt x="7227" y="185"/>
                  </a:lnTo>
                  <a:lnTo>
                    <a:pt x="7003" y="106"/>
                  </a:lnTo>
                  <a:lnTo>
                    <a:pt x="6780" y="54"/>
                  </a:lnTo>
                  <a:lnTo>
                    <a:pt x="6543" y="14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2061550" y="2682575"/>
              <a:ext cx="331750" cy="621350"/>
            </a:xfrm>
            <a:custGeom>
              <a:rect b="b" l="l" r="r" t="t"/>
              <a:pathLst>
                <a:path extrusionOk="0" h="24854" w="13270">
                  <a:moveTo>
                    <a:pt x="10887" y="1172"/>
                  </a:moveTo>
                  <a:lnTo>
                    <a:pt x="11005" y="1185"/>
                  </a:lnTo>
                  <a:lnTo>
                    <a:pt x="11124" y="1198"/>
                  </a:lnTo>
                  <a:lnTo>
                    <a:pt x="11242" y="1225"/>
                  </a:lnTo>
                  <a:lnTo>
                    <a:pt x="11347" y="1277"/>
                  </a:lnTo>
                  <a:lnTo>
                    <a:pt x="11453" y="1317"/>
                  </a:lnTo>
                  <a:lnTo>
                    <a:pt x="11558" y="1383"/>
                  </a:lnTo>
                  <a:lnTo>
                    <a:pt x="11650" y="1449"/>
                  </a:lnTo>
                  <a:lnTo>
                    <a:pt x="11729" y="1528"/>
                  </a:lnTo>
                  <a:lnTo>
                    <a:pt x="11808" y="1620"/>
                  </a:lnTo>
                  <a:lnTo>
                    <a:pt x="11874" y="1712"/>
                  </a:lnTo>
                  <a:lnTo>
                    <a:pt x="11940" y="1804"/>
                  </a:lnTo>
                  <a:lnTo>
                    <a:pt x="11992" y="1909"/>
                  </a:lnTo>
                  <a:lnTo>
                    <a:pt x="12032" y="2015"/>
                  </a:lnTo>
                  <a:lnTo>
                    <a:pt x="12058" y="2133"/>
                  </a:lnTo>
                  <a:lnTo>
                    <a:pt x="12071" y="2252"/>
                  </a:lnTo>
                  <a:lnTo>
                    <a:pt x="12084" y="2370"/>
                  </a:lnTo>
                  <a:lnTo>
                    <a:pt x="12084" y="2475"/>
                  </a:lnTo>
                  <a:lnTo>
                    <a:pt x="12071" y="2581"/>
                  </a:lnTo>
                  <a:lnTo>
                    <a:pt x="12045" y="2673"/>
                  </a:lnTo>
                  <a:lnTo>
                    <a:pt x="12019" y="2765"/>
                  </a:lnTo>
                  <a:lnTo>
                    <a:pt x="11979" y="2857"/>
                  </a:lnTo>
                  <a:lnTo>
                    <a:pt x="11940" y="2949"/>
                  </a:lnTo>
                  <a:lnTo>
                    <a:pt x="11834" y="3107"/>
                  </a:lnTo>
                  <a:lnTo>
                    <a:pt x="11703" y="3252"/>
                  </a:lnTo>
                  <a:lnTo>
                    <a:pt x="11545" y="3370"/>
                  </a:lnTo>
                  <a:lnTo>
                    <a:pt x="11466" y="3423"/>
                  </a:lnTo>
                  <a:lnTo>
                    <a:pt x="11374" y="3463"/>
                  </a:lnTo>
                  <a:lnTo>
                    <a:pt x="11282" y="3502"/>
                  </a:lnTo>
                  <a:lnTo>
                    <a:pt x="11189" y="3528"/>
                  </a:lnTo>
                  <a:lnTo>
                    <a:pt x="10584" y="3528"/>
                  </a:lnTo>
                  <a:lnTo>
                    <a:pt x="10492" y="3502"/>
                  </a:lnTo>
                  <a:lnTo>
                    <a:pt x="10400" y="3463"/>
                  </a:lnTo>
                  <a:lnTo>
                    <a:pt x="10307" y="3423"/>
                  </a:lnTo>
                  <a:lnTo>
                    <a:pt x="10228" y="3370"/>
                  </a:lnTo>
                  <a:lnTo>
                    <a:pt x="10070" y="3252"/>
                  </a:lnTo>
                  <a:lnTo>
                    <a:pt x="9939" y="3107"/>
                  </a:lnTo>
                  <a:lnTo>
                    <a:pt x="9834" y="2949"/>
                  </a:lnTo>
                  <a:lnTo>
                    <a:pt x="9794" y="2857"/>
                  </a:lnTo>
                  <a:lnTo>
                    <a:pt x="9755" y="2765"/>
                  </a:lnTo>
                  <a:lnTo>
                    <a:pt x="9728" y="2673"/>
                  </a:lnTo>
                  <a:lnTo>
                    <a:pt x="9702" y="2581"/>
                  </a:lnTo>
                  <a:lnTo>
                    <a:pt x="9689" y="2475"/>
                  </a:lnTo>
                  <a:lnTo>
                    <a:pt x="9689" y="2370"/>
                  </a:lnTo>
                  <a:lnTo>
                    <a:pt x="9702" y="2252"/>
                  </a:lnTo>
                  <a:lnTo>
                    <a:pt x="9715" y="2133"/>
                  </a:lnTo>
                  <a:lnTo>
                    <a:pt x="9741" y="2015"/>
                  </a:lnTo>
                  <a:lnTo>
                    <a:pt x="9781" y="1909"/>
                  </a:lnTo>
                  <a:lnTo>
                    <a:pt x="9834" y="1804"/>
                  </a:lnTo>
                  <a:lnTo>
                    <a:pt x="9899" y="1712"/>
                  </a:lnTo>
                  <a:lnTo>
                    <a:pt x="9965" y="1620"/>
                  </a:lnTo>
                  <a:lnTo>
                    <a:pt x="10044" y="1528"/>
                  </a:lnTo>
                  <a:lnTo>
                    <a:pt x="10123" y="1449"/>
                  </a:lnTo>
                  <a:lnTo>
                    <a:pt x="10215" y="1383"/>
                  </a:lnTo>
                  <a:lnTo>
                    <a:pt x="10321" y="1317"/>
                  </a:lnTo>
                  <a:lnTo>
                    <a:pt x="10426" y="1277"/>
                  </a:lnTo>
                  <a:lnTo>
                    <a:pt x="10531" y="1225"/>
                  </a:lnTo>
                  <a:lnTo>
                    <a:pt x="10650" y="1198"/>
                  </a:lnTo>
                  <a:lnTo>
                    <a:pt x="10768" y="1185"/>
                  </a:lnTo>
                  <a:lnTo>
                    <a:pt x="10887" y="1172"/>
                  </a:lnTo>
                  <a:close/>
                  <a:moveTo>
                    <a:pt x="10887" y="1"/>
                  </a:moveTo>
                  <a:lnTo>
                    <a:pt x="10650" y="14"/>
                  </a:lnTo>
                  <a:lnTo>
                    <a:pt x="10413" y="40"/>
                  </a:lnTo>
                  <a:lnTo>
                    <a:pt x="10176" y="106"/>
                  </a:lnTo>
                  <a:lnTo>
                    <a:pt x="9965" y="185"/>
                  </a:lnTo>
                  <a:lnTo>
                    <a:pt x="9755" y="277"/>
                  </a:lnTo>
                  <a:lnTo>
                    <a:pt x="9557" y="409"/>
                  </a:lnTo>
                  <a:lnTo>
                    <a:pt x="9373" y="540"/>
                  </a:lnTo>
                  <a:lnTo>
                    <a:pt x="9202" y="698"/>
                  </a:lnTo>
                  <a:lnTo>
                    <a:pt x="9057" y="856"/>
                  </a:lnTo>
                  <a:lnTo>
                    <a:pt x="8912" y="1041"/>
                  </a:lnTo>
                  <a:lnTo>
                    <a:pt x="8794" y="1238"/>
                  </a:lnTo>
                  <a:lnTo>
                    <a:pt x="8701" y="1449"/>
                  </a:lnTo>
                  <a:lnTo>
                    <a:pt x="8609" y="1672"/>
                  </a:lnTo>
                  <a:lnTo>
                    <a:pt x="8557" y="1896"/>
                  </a:lnTo>
                  <a:lnTo>
                    <a:pt x="8517" y="2133"/>
                  </a:lnTo>
                  <a:lnTo>
                    <a:pt x="8504" y="2370"/>
                  </a:lnTo>
                  <a:lnTo>
                    <a:pt x="8517" y="2581"/>
                  </a:lnTo>
                  <a:lnTo>
                    <a:pt x="8544" y="2778"/>
                  </a:lnTo>
                  <a:lnTo>
                    <a:pt x="8583" y="2976"/>
                  </a:lnTo>
                  <a:lnTo>
                    <a:pt x="8649" y="3160"/>
                  </a:lnTo>
                  <a:lnTo>
                    <a:pt x="8715" y="3344"/>
                  </a:lnTo>
                  <a:lnTo>
                    <a:pt x="8807" y="3515"/>
                  </a:lnTo>
                  <a:lnTo>
                    <a:pt x="8899" y="3686"/>
                  </a:lnTo>
                  <a:lnTo>
                    <a:pt x="9017" y="3844"/>
                  </a:lnTo>
                  <a:lnTo>
                    <a:pt x="9136" y="3989"/>
                  </a:lnTo>
                  <a:lnTo>
                    <a:pt x="9281" y="4121"/>
                  </a:lnTo>
                  <a:lnTo>
                    <a:pt x="9425" y="4252"/>
                  </a:lnTo>
                  <a:lnTo>
                    <a:pt x="9583" y="4358"/>
                  </a:lnTo>
                  <a:lnTo>
                    <a:pt x="9755" y="4463"/>
                  </a:lnTo>
                  <a:lnTo>
                    <a:pt x="9926" y="4555"/>
                  </a:lnTo>
                  <a:lnTo>
                    <a:pt x="10110" y="4621"/>
                  </a:lnTo>
                  <a:lnTo>
                    <a:pt x="10294" y="4674"/>
                  </a:lnTo>
                  <a:lnTo>
                    <a:pt x="10294" y="23682"/>
                  </a:lnTo>
                  <a:lnTo>
                    <a:pt x="0" y="23682"/>
                  </a:lnTo>
                  <a:lnTo>
                    <a:pt x="0" y="24853"/>
                  </a:lnTo>
                  <a:lnTo>
                    <a:pt x="11479" y="24853"/>
                  </a:lnTo>
                  <a:lnTo>
                    <a:pt x="11479" y="4674"/>
                  </a:lnTo>
                  <a:lnTo>
                    <a:pt x="11663" y="4621"/>
                  </a:lnTo>
                  <a:lnTo>
                    <a:pt x="11848" y="4555"/>
                  </a:lnTo>
                  <a:lnTo>
                    <a:pt x="12019" y="4463"/>
                  </a:lnTo>
                  <a:lnTo>
                    <a:pt x="12190" y="4358"/>
                  </a:lnTo>
                  <a:lnTo>
                    <a:pt x="12348" y="4252"/>
                  </a:lnTo>
                  <a:lnTo>
                    <a:pt x="12493" y="4121"/>
                  </a:lnTo>
                  <a:lnTo>
                    <a:pt x="12637" y="3989"/>
                  </a:lnTo>
                  <a:lnTo>
                    <a:pt x="12756" y="3844"/>
                  </a:lnTo>
                  <a:lnTo>
                    <a:pt x="12874" y="3686"/>
                  </a:lnTo>
                  <a:lnTo>
                    <a:pt x="12966" y="3515"/>
                  </a:lnTo>
                  <a:lnTo>
                    <a:pt x="13059" y="3344"/>
                  </a:lnTo>
                  <a:lnTo>
                    <a:pt x="13124" y="3160"/>
                  </a:lnTo>
                  <a:lnTo>
                    <a:pt x="13190" y="2976"/>
                  </a:lnTo>
                  <a:lnTo>
                    <a:pt x="13230" y="2778"/>
                  </a:lnTo>
                  <a:lnTo>
                    <a:pt x="13256" y="2581"/>
                  </a:lnTo>
                  <a:lnTo>
                    <a:pt x="13269" y="2370"/>
                  </a:lnTo>
                  <a:lnTo>
                    <a:pt x="13256" y="2133"/>
                  </a:lnTo>
                  <a:lnTo>
                    <a:pt x="13217" y="1896"/>
                  </a:lnTo>
                  <a:lnTo>
                    <a:pt x="13164" y="1672"/>
                  </a:lnTo>
                  <a:lnTo>
                    <a:pt x="13072" y="1449"/>
                  </a:lnTo>
                  <a:lnTo>
                    <a:pt x="12980" y="1238"/>
                  </a:lnTo>
                  <a:lnTo>
                    <a:pt x="12861" y="1041"/>
                  </a:lnTo>
                  <a:lnTo>
                    <a:pt x="12716" y="856"/>
                  </a:lnTo>
                  <a:lnTo>
                    <a:pt x="12572" y="698"/>
                  </a:lnTo>
                  <a:lnTo>
                    <a:pt x="12400" y="540"/>
                  </a:lnTo>
                  <a:lnTo>
                    <a:pt x="12216" y="409"/>
                  </a:lnTo>
                  <a:lnTo>
                    <a:pt x="12019" y="277"/>
                  </a:lnTo>
                  <a:lnTo>
                    <a:pt x="11808" y="185"/>
                  </a:lnTo>
                  <a:lnTo>
                    <a:pt x="11597" y="106"/>
                  </a:lnTo>
                  <a:lnTo>
                    <a:pt x="11361" y="40"/>
                  </a:lnTo>
                  <a:lnTo>
                    <a:pt x="11124" y="14"/>
                  </a:lnTo>
                  <a:lnTo>
                    <a:pt x="1088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0"/>
            <p:cNvSpPr/>
            <p:nvPr/>
          </p:nvSpPr>
          <p:spPr>
            <a:xfrm>
              <a:off x="2061550" y="2426550"/>
              <a:ext cx="561775" cy="257700"/>
            </a:xfrm>
            <a:custGeom>
              <a:rect b="b" l="l" r="r" t="t"/>
              <a:pathLst>
                <a:path extrusionOk="0" h="10308" w="22471">
                  <a:moveTo>
                    <a:pt x="20220" y="6727"/>
                  </a:moveTo>
                  <a:lnTo>
                    <a:pt x="20338" y="6753"/>
                  </a:lnTo>
                  <a:lnTo>
                    <a:pt x="20443" y="6780"/>
                  </a:lnTo>
                  <a:lnTo>
                    <a:pt x="20562" y="6819"/>
                  </a:lnTo>
                  <a:lnTo>
                    <a:pt x="20667" y="6872"/>
                  </a:lnTo>
                  <a:lnTo>
                    <a:pt x="20759" y="6924"/>
                  </a:lnTo>
                  <a:lnTo>
                    <a:pt x="20851" y="7003"/>
                  </a:lnTo>
                  <a:lnTo>
                    <a:pt x="20944" y="7082"/>
                  </a:lnTo>
                  <a:lnTo>
                    <a:pt x="21023" y="7161"/>
                  </a:lnTo>
                  <a:lnTo>
                    <a:pt x="21088" y="7253"/>
                  </a:lnTo>
                  <a:lnTo>
                    <a:pt x="21141" y="7359"/>
                  </a:lnTo>
                  <a:lnTo>
                    <a:pt x="21194" y="7464"/>
                  </a:lnTo>
                  <a:lnTo>
                    <a:pt x="21233" y="7569"/>
                  </a:lnTo>
                  <a:lnTo>
                    <a:pt x="21259" y="7688"/>
                  </a:lnTo>
                  <a:lnTo>
                    <a:pt x="21286" y="7806"/>
                  </a:lnTo>
                  <a:lnTo>
                    <a:pt x="21286" y="7925"/>
                  </a:lnTo>
                  <a:lnTo>
                    <a:pt x="21286" y="8043"/>
                  </a:lnTo>
                  <a:lnTo>
                    <a:pt x="21259" y="8162"/>
                  </a:lnTo>
                  <a:lnTo>
                    <a:pt x="21233" y="8280"/>
                  </a:lnTo>
                  <a:lnTo>
                    <a:pt x="21194" y="8386"/>
                  </a:lnTo>
                  <a:lnTo>
                    <a:pt x="21141" y="8491"/>
                  </a:lnTo>
                  <a:lnTo>
                    <a:pt x="21088" y="8596"/>
                  </a:lnTo>
                  <a:lnTo>
                    <a:pt x="21023" y="8688"/>
                  </a:lnTo>
                  <a:lnTo>
                    <a:pt x="20944" y="8767"/>
                  </a:lnTo>
                  <a:lnTo>
                    <a:pt x="20851" y="8846"/>
                  </a:lnTo>
                  <a:lnTo>
                    <a:pt x="20759" y="8912"/>
                  </a:lnTo>
                  <a:lnTo>
                    <a:pt x="20667" y="8978"/>
                  </a:lnTo>
                  <a:lnTo>
                    <a:pt x="20562" y="9031"/>
                  </a:lnTo>
                  <a:lnTo>
                    <a:pt x="20443" y="9070"/>
                  </a:lnTo>
                  <a:lnTo>
                    <a:pt x="20338" y="9096"/>
                  </a:lnTo>
                  <a:lnTo>
                    <a:pt x="20220" y="9110"/>
                  </a:lnTo>
                  <a:lnTo>
                    <a:pt x="20088" y="9123"/>
                  </a:lnTo>
                  <a:lnTo>
                    <a:pt x="19969" y="9110"/>
                  </a:lnTo>
                  <a:lnTo>
                    <a:pt x="19851" y="9096"/>
                  </a:lnTo>
                  <a:lnTo>
                    <a:pt x="19732" y="9070"/>
                  </a:lnTo>
                  <a:lnTo>
                    <a:pt x="19627" y="9031"/>
                  </a:lnTo>
                  <a:lnTo>
                    <a:pt x="19522" y="8978"/>
                  </a:lnTo>
                  <a:lnTo>
                    <a:pt x="19430" y="8912"/>
                  </a:lnTo>
                  <a:lnTo>
                    <a:pt x="19338" y="8846"/>
                  </a:lnTo>
                  <a:lnTo>
                    <a:pt x="19245" y="8767"/>
                  </a:lnTo>
                  <a:lnTo>
                    <a:pt x="19166" y="8688"/>
                  </a:lnTo>
                  <a:lnTo>
                    <a:pt x="19101" y="8596"/>
                  </a:lnTo>
                  <a:lnTo>
                    <a:pt x="19035" y="8491"/>
                  </a:lnTo>
                  <a:lnTo>
                    <a:pt x="18995" y="8386"/>
                  </a:lnTo>
                  <a:lnTo>
                    <a:pt x="18943" y="8280"/>
                  </a:lnTo>
                  <a:lnTo>
                    <a:pt x="18916" y="8162"/>
                  </a:lnTo>
                  <a:lnTo>
                    <a:pt x="18903" y="8043"/>
                  </a:lnTo>
                  <a:lnTo>
                    <a:pt x="18890" y="7925"/>
                  </a:lnTo>
                  <a:lnTo>
                    <a:pt x="18903" y="7806"/>
                  </a:lnTo>
                  <a:lnTo>
                    <a:pt x="18916" y="7688"/>
                  </a:lnTo>
                  <a:lnTo>
                    <a:pt x="18943" y="7569"/>
                  </a:lnTo>
                  <a:lnTo>
                    <a:pt x="18995" y="7464"/>
                  </a:lnTo>
                  <a:lnTo>
                    <a:pt x="19035" y="7359"/>
                  </a:lnTo>
                  <a:lnTo>
                    <a:pt x="19101" y="7253"/>
                  </a:lnTo>
                  <a:lnTo>
                    <a:pt x="19166" y="7161"/>
                  </a:lnTo>
                  <a:lnTo>
                    <a:pt x="19245" y="7082"/>
                  </a:lnTo>
                  <a:lnTo>
                    <a:pt x="19338" y="7003"/>
                  </a:lnTo>
                  <a:lnTo>
                    <a:pt x="19430" y="6924"/>
                  </a:lnTo>
                  <a:lnTo>
                    <a:pt x="19522" y="6872"/>
                  </a:lnTo>
                  <a:lnTo>
                    <a:pt x="19627" y="6819"/>
                  </a:lnTo>
                  <a:lnTo>
                    <a:pt x="19732" y="6780"/>
                  </a:lnTo>
                  <a:lnTo>
                    <a:pt x="19851" y="6753"/>
                  </a:lnTo>
                  <a:lnTo>
                    <a:pt x="19969" y="6727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19496" y="1185"/>
                  </a:lnTo>
                  <a:lnTo>
                    <a:pt x="19496" y="5621"/>
                  </a:lnTo>
                  <a:lnTo>
                    <a:pt x="19311" y="5674"/>
                  </a:lnTo>
                  <a:lnTo>
                    <a:pt x="19127" y="5753"/>
                  </a:lnTo>
                  <a:lnTo>
                    <a:pt x="18956" y="5832"/>
                  </a:lnTo>
                  <a:lnTo>
                    <a:pt x="18785" y="5937"/>
                  </a:lnTo>
                  <a:lnTo>
                    <a:pt x="18627" y="6042"/>
                  </a:lnTo>
                  <a:lnTo>
                    <a:pt x="18482" y="6174"/>
                  </a:lnTo>
                  <a:lnTo>
                    <a:pt x="18350" y="6306"/>
                  </a:lnTo>
                  <a:lnTo>
                    <a:pt x="18219" y="6451"/>
                  </a:lnTo>
                  <a:lnTo>
                    <a:pt x="18113" y="6608"/>
                  </a:lnTo>
                  <a:lnTo>
                    <a:pt x="18008" y="6780"/>
                  </a:lnTo>
                  <a:lnTo>
                    <a:pt x="17916" y="6951"/>
                  </a:lnTo>
                  <a:lnTo>
                    <a:pt x="17850" y="7135"/>
                  </a:lnTo>
                  <a:lnTo>
                    <a:pt x="17784" y="7319"/>
                  </a:lnTo>
                  <a:lnTo>
                    <a:pt x="17745" y="7517"/>
                  </a:lnTo>
                  <a:lnTo>
                    <a:pt x="17718" y="7714"/>
                  </a:lnTo>
                  <a:lnTo>
                    <a:pt x="17718" y="7925"/>
                  </a:lnTo>
                  <a:lnTo>
                    <a:pt x="17732" y="8162"/>
                  </a:lnTo>
                  <a:lnTo>
                    <a:pt x="17758" y="8399"/>
                  </a:lnTo>
                  <a:lnTo>
                    <a:pt x="17824" y="8636"/>
                  </a:lnTo>
                  <a:lnTo>
                    <a:pt x="17903" y="8846"/>
                  </a:lnTo>
                  <a:lnTo>
                    <a:pt x="17995" y="9057"/>
                  </a:lnTo>
                  <a:lnTo>
                    <a:pt x="18127" y="9254"/>
                  </a:lnTo>
                  <a:lnTo>
                    <a:pt x="18258" y="9439"/>
                  </a:lnTo>
                  <a:lnTo>
                    <a:pt x="18416" y="9610"/>
                  </a:lnTo>
                  <a:lnTo>
                    <a:pt x="18574" y="9755"/>
                  </a:lnTo>
                  <a:lnTo>
                    <a:pt x="18758" y="9899"/>
                  </a:lnTo>
                  <a:lnTo>
                    <a:pt x="18956" y="10018"/>
                  </a:lnTo>
                  <a:lnTo>
                    <a:pt x="19166" y="10110"/>
                  </a:lnTo>
                  <a:lnTo>
                    <a:pt x="19390" y="10189"/>
                  </a:lnTo>
                  <a:lnTo>
                    <a:pt x="19614" y="10255"/>
                  </a:lnTo>
                  <a:lnTo>
                    <a:pt x="19851" y="10294"/>
                  </a:lnTo>
                  <a:lnTo>
                    <a:pt x="20088" y="10307"/>
                  </a:lnTo>
                  <a:lnTo>
                    <a:pt x="20338" y="10294"/>
                  </a:lnTo>
                  <a:lnTo>
                    <a:pt x="20575" y="10255"/>
                  </a:lnTo>
                  <a:lnTo>
                    <a:pt x="20799" y="10189"/>
                  </a:lnTo>
                  <a:lnTo>
                    <a:pt x="21023" y="10110"/>
                  </a:lnTo>
                  <a:lnTo>
                    <a:pt x="21220" y="10018"/>
                  </a:lnTo>
                  <a:lnTo>
                    <a:pt x="21417" y="9899"/>
                  </a:lnTo>
                  <a:lnTo>
                    <a:pt x="21602" y="9755"/>
                  </a:lnTo>
                  <a:lnTo>
                    <a:pt x="21773" y="9610"/>
                  </a:lnTo>
                  <a:lnTo>
                    <a:pt x="21931" y="9439"/>
                  </a:lnTo>
                  <a:lnTo>
                    <a:pt x="22062" y="9254"/>
                  </a:lnTo>
                  <a:lnTo>
                    <a:pt x="22181" y="9057"/>
                  </a:lnTo>
                  <a:lnTo>
                    <a:pt x="22286" y="8846"/>
                  </a:lnTo>
                  <a:lnTo>
                    <a:pt x="22365" y="8636"/>
                  </a:lnTo>
                  <a:lnTo>
                    <a:pt x="22418" y="8399"/>
                  </a:lnTo>
                  <a:lnTo>
                    <a:pt x="22457" y="8162"/>
                  </a:lnTo>
                  <a:lnTo>
                    <a:pt x="22470" y="7925"/>
                  </a:lnTo>
                  <a:lnTo>
                    <a:pt x="22457" y="7714"/>
                  </a:lnTo>
                  <a:lnTo>
                    <a:pt x="22431" y="7517"/>
                  </a:lnTo>
                  <a:lnTo>
                    <a:pt x="22392" y="7319"/>
                  </a:lnTo>
                  <a:lnTo>
                    <a:pt x="22339" y="7135"/>
                  </a:lnTo>
                  <a:lnTo>
                    <a:pt x="22260" y="6951"/>
                  </a:lnTo>
                  <a:lnTo>
                    <a:pt x="22181" y="6780"/>
                  </a:lnTo>
                  <a:lnTo>
                    <a:pt x="22076" y="6608"/>
                  </a:lnTo>
                  <a:lnTo>
                    <a:pt x="21957" y="6451"/>
                  </a:lnTo>
                  <a:lnTo>
                    <a:pt x="21839" y="6306"/>
                  </a:lnTo>
                  <a:lnTo>
                    <a:pt x="21694" y="6174"/>
                  </a:lnTo>
                  <a:lnTo>
                    <a:pt x="21549" y="6042"/>
                  </a:lnTo>
                  <a:lnTo>
                    <a:pt x="21391" y="5937"/>
                  </a:lnTo>
                  <a:lnTo>
                    <a:pt x="21233" y="5832"/>
                  </a:lnTo>
                  <a:lnTo>
                    <a:pt x="21049" y="5753"/>
                  </a:lnTo>
                  <a:lnTo>
                    <a:pt x="20878" y="5674"/>
                  </a:lnTo>
                  <a:lnTo>
                    <a:pt x="20680" y="5621"/>
                  </a:lnTo>
                  <a:lnTo>
                    <a:pt x="2068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0"/>
            <p:cNvSpPr/>
            <p:nvPr/>
          </p:nvSpPr>
          <p:spPr>
            <a:xfrm>
              <a:off x="1645575" y="1140475"/>
              <a:ext cx="250800" cy="1716875"/>
            </a:xfrm>
            <a:custGeom>
              <a:rect b="b" l="l" r="r" t="t"/>
              <a:pathLst>
                <a:path extrusionOk="0" h="68675" w="10032">
                  <a:moveTo>
                    <a:pt x="7649" y="1172"/>
                  </a:moveTo>
                  <a:lnTo>
                    <a:pt x="7767" y="1185"/>
                  </a:lnTo>
                  <a:lnTo>
                    <a:pt x="7886" y="1198"/>
                  </a:lnTo>
                  <a:lnTo>
                    <a:pt x="8004" y="1225"/>
                  </a:lnTo>
                  <a:lnTo>
                    <a:pt x="8109" y="1277"/>
                  </a:lnTo>
                  <a:lnTo>
                    <a:pt x="8215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491" y="1527"/>
                  </a:lnTo>
                  <a:lnTo>
                    <a:pt x="8570" y="1606"/>
                  </a:lnTo>
                  <a:lnTo>
                    <a:pt x="8636" y="1698"/>
                  </a:lnTo>
                  <a:lnTo>
                    <a:pt x="8702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20" y="2133"/>
                  </a:lnTo>
                  <a:lnTo>
                    <a:pt x="8833" y="2251"/>
                  </a:lnTo>
                  <a:lnTo>
                    <a:pt x="8847" y="2370"/>
                  </a:lnTo>
                  <a:lnTo>
                    <a:pt x="8833" y="2501"/>
                  </a:lnTo>
                  <a:lnTo>
                    <a:pt x="8820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2" y="2949"/>
                  </a:lnTo>
                  <a:lnTo>
                    <a:pt x="8636" y="3041"/>
                  </a:lnTo>
                  <a:lnTo>
                    <a:pt x="8570" y="3133"/>
                  </a:lnTo>
                  <a:lnTo>
                    <a:pt x="8491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15" y="3423"/>
                  </a:lnTo>
                  <a:lnTo>
                    <a:pt x="8109" y="3476"/>
                  </a:lnTo>
                  <a:lnTo>
                    <a:pt x="8004" y="3515"/>
                  </a:lnTo>
                  <a:lnTo>
                    <a:pt x="7886" y="3541"/>
                  </a:lnTo>
                  <a:lnTo>
                    <a:pt x="7767" y="3568"/>
                  </a:lnTo>
                  <a:lnTo>
                    <a:pt x="7530" y="3568"/>
                  </a:lnTo>
                  <a:lnTo>
                    <a:pt x="7412" y="3541"/>
                  </a:lnTo>
                  <a:lnTo>
                    <a:pt x="7293" y="3515"/>
                  </a:lnTo>
                  <a:lnTo>
                    <a:pt x="7175" y="3476"/>
                  </a:lnTo>
                  <a:lnTo>
                    <a:pt x="7083" y="3423"/>
                  </a:lnTo>
                  <a:lnTo>
                    <a:pt x="6977" y="3370"/>
                  </a:lnTo>
                  <a:lnTo>
                    <a:pt x="6885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48" y="3041"/>
                  </a:lnTo>
                  <a:lnTo>
                    <a:pt x="6596" y="2949"/>
                  </a:lnTo>
                  <a:lnTo>
                    <a:pt x="6543" y="2844"/>
                  </a:lnTo>
                  <a:lnTo>
                    <a:pt x="6504" y="2725"/>
                  </a:lnTo>
                  <a:lnTo>
                    <a:pt x="6477" y="2620"/>
                  </a:lnTo>
                  <a:lnTo>
                    <a:pt x="6451" y="2501"/>
                  </a:lnTo>
                  <a:lnTo>
                    <a:pt x="6451" y="2370"/>
                  </a:lnTo>
                  <a:lnTo>
                    <a:pt x="6451" y="2251"/>
                  </a:lnTo>
                  <a:lnTo>
                    <a:pt x="6477" y="2133"/>
                  </a:lnTo>
                  <a:lnTo>
                    <a:pt x="6504" y="2014"/>
                  </a:lnTo>
                  <a:lnTo>
                    <a:pt x="6543" y="1909"/>
                  </a:lnTo>
                  <a:lnTo>
                    <a:pt x="6596" y="1804"/>
                  </a:lnTo>
                  <a:lnTo>
                    <a:pt x="6648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85" y="1448"/>
                  </a:lnTo>
                  <a:lnTo>
                    <a:pt x="6977" y="1383"/>
                  </a:lnTo>
                  <a:lnTo>
                    <a:pt x="7083" y="1317"/>
                  </a:lnTo>
                  <a:lnTo>
                    <a:pt x="7175" y="1277"/>
                  </a:lnTo>
                  <a:lnTo>
                    <a:pt x="7293" y="1225"/>
                  </a:lnTo>
                  <a:lnTo>
                    <a:pt x="7412" y="1198"/>
                  </a:lnTo>
                  <a:lnTo>
                    <a:pt x="7530" y="1185"/>
                  </a:lnTo>
                  <a:lnTo>
                    <a:pt x="7649" y="1172"/>
                  </a:lnTo>
                  <a:close/>
                  <a:moveTo>
                    <a:pt x="7649" y="0"/>
                  </a:moveTo>
                  <a:lnTo>
                    <a:pt x="7399" y="14"/>
                  </a:lnTo>
                  <a:lnTo>
                    <a:pt x="7162" y="40"/>
                  </a:lnTo>
                  <a:lnTo>
                    <a:pt x="6938" y="106"/>
                  </a:lnTo>
                  <a:lnTo>
                    <a:pt x="6727" y="185"/>
                  </a:lnTo>
                  <a:lnTo>
                    <a:pt x="6517" y="277"/>
                  </a:lnTo>
                  <a:lnTo>
                    <a:pt x="6319" y="408"/>
                  </a:lnTo>
                  <a:lnTo>
                    <a:pt x="6135" y="540"/>
                  </a:lnTo>
                  <a:lnTo>
                    <a:pt x="5964" y="698"/>
                  </a:lnTo>
                  <a:lnTo>
                    <a:pt x="5806" y="856"/>
                  </a:lnTo>
                  <a:lnTo>
                    <a:pt x="5674" y="1040"/>
                  </a:lnTo>
                  <a:lnTo>
                    <a:pt x="5556" y="1238"/>
                  </a:lnTo>
                  <a:lnTo>
                    <a:pt x="5450" y="1448"/>
                  </a:lnTo>
                  <a:lnTo>
                    <a:pt x="5371" y="1672"/>
                  </a:lnTo>
                  <a:lnTo>
                    <a:pt x="5319" y="1896"/>
                  </a:lnTo>
                  <a:lnTo>
                    <a:pt x="5279" y="2133"/>
                  </a:lnTo>
                  <a:lnTo>
                    <a:pt x="5266" y="2370"/>
                  </a:lnTo>
                  <a:lnTo>
                    <a:pt x="5279" y="2580"/>
                  </a:lnTo>
                  <a:lnTo>
                    <a:pt x="5306" y="2778"/>
                  </a:lnTo>
                  <a:lnTo>
                    <a:pt x="5345" y="2975"/>
                  </a:lnTo>
                  <a:lnTo>
                    <a:pt x="5398" y="3160"/>
                  </a:lnTo>
                  <a:lnTo>
                    <a:pt x="5477" y="3344"/>
                  </a:lnTo>
                  <a:lnTo>
                    <a:pt x="5569" y="3515"/>
                  </a:lnTo>
                  <a:lnTo>
                    <a:pt x="5661" y="3686"/>
                  </a:lnTo>
                  <a:lnTo>
                    <a:pt x="5780" y="3844"/>
                  </a:lnTo>
                  <a:lnTo>
                    <a:pt x="5898" y="3989"/>
                  </a:lnTo>
                  <a:lnTo>
                    <a:pt x="6043" y="4121"/>
                  </a:lnTo>
                  <a:lnTo>
                    <a:pt x="6188" y="4252"/>
                  </a:lnTo>
                  <a:lnTo>
                    <a:pt x="6346" y="4357"/>
                  </a:lnTo>
                  <a:lnTo>
                    <a:pt x="6504" y="4463"/>
                  </a:lnTo>
                  <a:lnTo>
                    <a:pt x="6688" y="4555"/>
                  </a:lnTo>
                  <a:lnTo>
                    <a:pt x="6872" y="4621"/>
                  </a:lnTo>
                  <a:lnTo>
                    <a:pt x="7056" y="4673"/>
                  </a:lnTo>
                  <a:lnTo>
                    <a:pt x="7056" y="26156"/>
                  </a:lnTo>
                  <a:lnTo>
                    <a:pt x="1" y="33212"/>
                  </a:lnTo>
                  <a:lnTo>
                    <a:pt x="1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25" y="4621"/>
                  </a:lnTo>
                  <a:lnTo>
                    <a:pt x="8610" y="4555"/>
                  </a:lnTo>
                  <a:lnTo>
                    <a:pt x="8781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55" y="4121"/>
                  </a:lnTo>
                  <a:lnTo>
                    <a:pt x="9386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29" y="3515"/>
                  </a:lnTo>
                  <a:lnTo>
                    <a:pt x="9821" y="3344"/>
                  </a:lnTo>
                  <a:lnTo>
                    <a:pt x="9887" y="3160"/>
                  </a:lnTo>
                  <a:lnTo>
                    <a:pt x="9952" y="2975"/>
                  </a:lnTo>
                  <a:lnTo>
                    <a:pt x="9992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9" y="1896"/>
                  </a:lnTo>
                  <a:lnTo>
                    <a:pt x="9913" y="1672"/>
                  </a:lnTo>
                  <a:lnTo>
                    <a:pt x="9834" y="1448"/>
                  </a:lnTo>
                  <a:lnTo>
                    <a:pt x="9742" y="1238"/>
                  </a:lnTo>
                  <a:lnTo>
                    <a:pt x="9623" y="1040"/>
                  </a:lnTo>
                  <a:lnTo>
                    <a:pt x="9478" y="856"/>
                  </a:lnTo>
                  <a:lnTo>
                    <a:pt x="9334" y="698"/>
                  </a:lnTo>
                  <a:lnTo>
                    <a:pt x="9163" y="540"/>
                  </a:lnTo>
                  <a:lnTo>
                    <a:pt x="8978" y="408"/>
                  </a:lnTo>
                  <a:lnTo>
                    <a:pt x="8781" y="277"/>
                  </a:lnTo>
                  <a:lnTo>
                    <a:pt x="8570" y="185"/>
                  </a:lnTo>
                  <a:lnTo>
                    <a:pt x="8360" y="106"/>
                  </a:lnTo>
                  <a:lnTo>
                    <a:pt x="8123" y="40"/>
                  </a:lnTo>
                  <a:lnTo>
                    <a:pt x="7886" y="14"/>
                  </a:lnTo>
                  <a:lnTo>
                    <a:pt x="7649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2091500" y="3667875"/>
              <a:ext cx="257025" cy="849400"/>
            </a:xfrm>
            <a:custGeom>
              <a:rect b="b" l="l" r="r" t="t"/>
              <a:pathLst>
                <a:path extrusionOk="0" h="33976" w="10281">
                  <a:moveTo>
                    <a:pt x="2383" y="30395"/>
                  </a:moveTo>
                  <a:lnTo>
                    <a:pt x="2501" y="30408"/>
                  </a:lnTo>
                  <a:lnTo>
                    <a:pt x="2620" y="30421"/>
                  </a:lnTo>
                  <a:lnTo>
                    <a:pt x="2738" y="30447"/>
                  </a:lnTo>
                  <a:lnTo>
                    <a:pt x="2844" y="30500"/>
                  </a:lnTo>
                  <a:lnTo>
                    <a:pt x="2949" y="30540"/>
                  </a:lnTo>
                  <a:lnTo>
                    <a:pt x="3041" y="30605"/>
                  </a:lnTo>
                  <a:lnTo>
                    <a:pt x="3133" y="30671"/>
                  </a:lnTo>
                  <a:lnTo>
                    <a:pt x="3225" y="30750"/>
                  </a:lnTo>
                  <a:lnTo>
                    <a:pt x="3304" y="30842"/>
                  </a:lnTo>
                  <a:lnTo>
                    <a:pt x="3370" y="30934"/>
                  </a:lnTo>
                  <a:lnTo>
                    <a:pt x="3436" y="31027"/>
                  </a:lnTo>
                  <a:lnTo>
                    <a:pt x="3475" y="31132"/>
                  </a:lnTo>
                  <a:lnTo>
                    <a:pt x="3515" y="31237"/>
                  </a:lnTo>
                  <a:lnTo>
                    <a:pt x="3554" y="31356"/>
                  </a:lnTo>
                  <a:lnTo>
                    <a:pt x="3568" y="31474"/>
                  </a:lnTo>
                  <a:lnTo>
                    <a:pt x="3581" y="31593"/>
                  </a:lnTo>
                  <a:lnTo>
                    <a:pt x="3568" y="31724"/>
                  </a:lnTo>
                  <a:lnTo>
                    <a:pt x="3554" y="31843"/>
                  </a:lnTo>
                  <a:lnTo>
                    <a:pt x="3515" y="31948"/>
                  </a:lnTo>
                  <a:lnTo>
                    <a:pt x="3475" y="32066"/>
                  </a:lnTo>
                  <a:lnTo>
                    <a:pt x="3436" y="32172"/>
                  </a:lnTo>
                  <a:lnTo>
                    <a:pt x="3370" y="32264"/>
                  </a:lnTo>
                  <a:lnTo>
                    <a:pt x="3304" y="32356"/>
                  </a:lnTo>
                  <a:lnTo>
                    <a:pt x="3225" y="32448"/>
                  </a:lnTo>
                  <a:lnTo>
                    <a:pt x="3133" y="32527"/>
                  </a:lnTo>
                  <a:lnTo>
                    <a:pt x="3041" y="32593"/>
                  </a:lnTo>
                  <a:lnTo>
                    <a:pt x="2949" y="32646"/>
                  </a:lnTo>
                  <a:lnTo>
                    <a:pt x="2844" y="32698"/>
                  </a:lnTo>
                  <a:lnTo>
                    <a:pt x="2738" y="32738"/>
                  </a:lnTo>
                  <a:lnTo>
                    <a:pt x="2620" y="32764"/>
                  </a:lnTo>
                  <a:lnTo>
                    <a:pt x="2501" y="32790"/>
                  </a:lnTo>
                  <a:lnTo>
                    <a:pt x="2251" y="32790"/>
                  </a:lnTo>
                  <a:lnTo>
                    <a:pt x="2133" y="32764"/>
                  </a:lnTo>
                  <a:lnTo>
                    <a:pt x="2027" y="32738"/>
                  </a:lnTo>
                  <a:lnTo>
                    <a:pt x="1909" y="32698"/>
                  </a:lnTo>
                  <a:lnTo>
                    <a:pt x="1804" y="32646"/>
                  </a:lnTo>
                  <a:lnTo>
                    <a:pt x="1712" y="32593"/>
                  </a:lnTo>
                  <a:lnTo>
                    <a:pt x="1619" y="32527"/>
                  </a:lnTo>
                  <a:lnTo>
                    <a:pt x="1527" y="32448"/>
                  </a:lnTo>
                  <a:lnTo>
                    <a:pt x="1448" y="32356"/>
                  </a:lnTo>
                  <a:lnTo>
                    <a:pt x="1382" y="32264"/>
                  </a:lnTo>
                  <a:lnTo>
                    <a:pt x="1330" y="32172"/>
                  </a:lnTo>
                  <a:lnTo>
                    <a:pt x="1277" y="32066"/>
                  </a:lnTo>
                  <a:lnTo>
                    <a:pt x="1238" y="31948"/>
                  </a:lnTo>
                  <a:lnTo>
                    <a:pt x="1198" y="31843"/>
                  </a:lnTo>
                  <a:lnTo>
                    <a:pt x="1185" y="31724"/>
                  </a:lnTo>
                  <a:lnTo>
                    <a:pt x="1185" y="31593"/>
                  </a:lnTo>
                  <a:lnTo>
                    <a:pt x="1185" y="31474"/>
                  </a:lnTo>
                  <a:lnTo>
                    <a:pt x="1198" y="31356"/>
                  </a:lnTo>
                  <a:lnTo>
                    <a:pt x="1238" y="31237"/>
                  </a:lnTo>
                  <a:lnTo>
                    <a:pt x="1277" y="31132"/>
                  </a:lnTo>
                  <a:lnTo>
                    <a:pt x="1330" y="31027"/>
                  </a:lnTo>
                  <a:lnTo>
                    <a:pt x="1382" y="30934"/>
                  </a:lnTo>
                  <a:lnTo>
                    <a:pt x="1448" y="30842"/>
                  </a:lnTo>
                  <a:lnTo>
                    <a:pt x="1527" y="30750"/>
                  </a:lnTo>
                  <a:lnTo>
                    <a:pt x="1619" y="30671"/>
                  </a:lnTo>
                  <a:lnTo>
                    <a:pt x="1712" y="30605"/>
                  </a:lnTo>
                  <a:lnTo>
                    <a:pt x="1804" y="30540"/>
                  </a:lnTo>
                  <a:lnTo>
                    <a:pt x="1909" y="30500"/>
                  </a:lnTo>
                  <a:lnTo>
                    <a:pt x="2027" y="30447"/>
                  </a:lnTo>
                  <a:lnTo>
                    <a:pt x="2133" y="30421"/>
                  </a:lnTo>
                  <a:lnTo>
                    <a:pt x="2251" y="30408"/>
                  </a:lnTo>
                  <a:lnTo>
                    <a:pt x="2383" y="30395"/>
                  </a:lnTo>
                  <a:close/>
                  <a:moveTo>
                    <a:pt x="9096" y="0"/>
                  </a:moveTo>
                  <a:lnTo>
                    <a:pt x="9096" y="23773"/>
                  </a:lnTo>
                  <a:lnTo>
                    <a:pt x="3410" y="29460"/>
                  </a:lnTo>
                  <a:lnTo>
                    <a:pt x="3173" y="29355"/>
                  </a:lnTo>
                  <a:lnTo>
                    <a:pt x="2923" y="29276"/>
                  </a:lnTo>
                  <a:lnTo>
                    <a:pt x="2646" y="29236"/>
                  </a:lnTo>
                  <a:lnTo>
                    <a:pt x="2515" y="29223"/>
                  </a:lnTo>
                  <a:lnTo>
                    <a:pt x="2383" y="29223"/>
                  </a:lnTo>
                  <a:lnTo>
                    <a:pt x="2133" y="29236"/>
                  </a:lnTo>
                  <a:lnTo>
                    <a:pt x="1896" y="29263"/>
                  </a:lnTo>
                  <a:lnTo>
                    <a:pt x="1672" y="29328"/>
                  </a:lnTo>
                  <a:lnTo>
                    <a:pt x="1448" y="29407"/>
                  </a:lnTo>
                  <a:lnTo>
                    <a:pt x="1251" y="29500"/>
                  </a:lnTo>
                  <a:lnTo>
                    <a:pt x="1053" y="29631"/>
                  </a:lnTo>
                  <a:lnTo>
                    <a:pt x="869" y="29763"/>
                  </a:lnTo>
                  <a:lnTo>
                    <a:pt x="698" y="29921"/>
                  </a:lnTo>
                  <a:lnTo>
                    <a:pt x="540" y="30079"/>
                  </a:lnTo>
                  <a:lnTo>
                    <a:pt x="408" y="30263"/>
                  </a:lnTo>
                  <a:lnTo>
                    <a:pt x="290" y="30461"/>
                  </a:lnTo>
                  <a:lnTo>
                    <a:pt x="185" y="30671"/>
                  </a:lnTo>
                  <a:lnTo>
                    <a:pt x="106" y="30895"/>
                  </a:lnTo>
                  <a:lnTo>
                    <a:pt x="53" y="31119"/>
                  </a:lnTo>
                  <a:lnTo>
                    <a:pt x="13" y="31356"/>
                  </a:lnTo>
                  <a:lnTo>
                    <a:pt x="0" y="31593"/>
                  </a:lnTo>
                  <a:lnTo>
                    <a:pt x="13" y="31843"/>
                  </a:lnTo>
                  <a:lnTo>
                    <a:pt x="53" y="32080"/>
                  </a:lnTo>
                  <a:lnTo>
                    <a:pt x="106" y="32303"/>
                  </a:lnTo>
                  <a:lnTo>
                    <a:pt x="185" y="32527"/>
                  </a:lnTo>
                  <a:lnTo>
                    <a:pt x="290" y="32725"/>
                  </a:lnTo>
                  <a:lnTo>
                    <a:pt x="408" y="32922"/>
                  </a:lnTo>
                  <a:lnTo>
                    <a:pt x="540" y="33106"/>
                  </a:lnTo>
                  <a:lnTo>
                    <a:pt x="698" y="33278"/>
                  </a:lnTo>
                  <a:lnTo>
                    <a:pt x="869" y="33435"/>
                  </a:lnTo>
                  <a:lnTo>
                    <a:pt x="1053" y="33567"/>
                  </a:lnTo>
                  <a:lnTo>
                    <a:pt x="1251" y="33686"/>
                  </a:lnTo>
                  <a:lnTo>
                    <a:pt x="1448" y="33791"/>
                  </a:lnTo>
                  <a:lnTo>
                    <a:pt x="1672" y="33870"/>
                  </a:lnTo>
                  <a:lnTo>
                    <a:pt x="1896" y="33923"/>
                  </a:lnTo>
                  <a:lnTo>
                    <a:pt x="2133" y="33962"/>
                  </a:lnTo>
                  <a:lnTo>
                    <a:pt x="2383" y="33975"/>
                  </a:lnTo>
                  <a:lnTo>
                    <a:pt x="2620" y="33962"/>
                  </a:lnTo>
                  <a:lnTo>
                    <a:pt x="2857" y="33923"/>
                  </a:lnTo>
                  <a:lnTo>
                    <a:pt x="3081" y="33870"/>
                  </a:lnTo>
                  <a:lnTo>
                    <a:pt x="3304" y="33791"/>
                  </a:lnTo>
                  <a:lnTo>
                    <a:pt x="3515" y="33686"/>
                  </a:lnTo>
                  <a:lnTo>
                    <a:pt x="3712" y="33567"/>
                  </a:lnTo>
                  <a:lnTo>
                    <a:pt x="3884" y="33435"/>
                  </a:lnTo>
                  <a:lnTo>
                    <a:pt x="4055" y="33278"/>
                  </a:lnTo>
                  <a:lnTo>
                    <a:pt x="4213" y="33106"/>
                  </a:lnTo>
                  <a:lnTo>
                    <a:pt x="4344" y="32922"/>
                  </a:lnTo>
                  <a:lnTo>
                    <a:pt x="4463" y="32725"/>
                  </a:lnTo>
                  <a:lnTo>
                    <a:pt x="4568" y="32527"/>
                  </a:lnTo>
                  <a:lnTo>
                    <a:pt x="4647" y="32303"/>
                  </a:lnTo>
                  <a:lnTo>
                    <a:pt x="4713" y="32080"/>
                  </a:lnTo>
                  <a:lnTo>
                    <a:pt x="4739" y="31843"/>
                  </a:lnTo>
                  <a:lnTo>
                    <a:pt x="4752" y="31593"/>
                  </a:lnTo>
                  <a:lnTo>
                    <a:pt x="4752" y="31408"/>
                  </a:lnTo>
                  <a:lnTo>
                    <a:pt x="4726" y="31224"/>
                  </a:lnTo>
                  <a:lnTo>
                    <a:pt x="4686" y="31040"/>
                  </a:lnTo>
                  <a:lnTo>
                    <a:pt x="4634" y="30869"/>
                  </a:lnTo>
                  <a:lnTo>
                    <a:pt x="4581" y="30697"/>
                  </a:lnTo>
                  <a:lnTo>
                    <a:pt x="4502" y="30526"/>
                  </a:lnTo>
                  <a:lnTo>
                    <a:pt x="4410" y="30368"/>
                  </a:lnTo>
                  <a:lnTo>
                    <a:pt x="4318" y="30224"/>
                  </a:lnTo>
                  <a:lnTo>
                    <a:pt x="10281" y="24261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2061550" y="3414800"/>
              <a:ext cx="865200" cy="1064950"/>
            </a:xfrm>
            <a:custGeom>
              <a:rect b="b" l="l" r="r" t="t"/>
              <a:pathLst>
                <a:path extrusionOk="0" h="42598" w="34608">
                  <a:moveTo>
                    <a:pt x="32356" y="39030"/>
                  </a:moveTo>
                  <a:lnTo>
                    <a:pt x="32475" y="39057"/>
                  </a:lnTo>
                  <a:lnTo>
                    <a:pt x="32593" y="39083"/>
                  </a:lnTo>
                  <a:lnTo>
                    <a:pt x="32699" y="39122"/>
                  </a:lnTo>
                  <a:lnTo>
                    <a:pt x="32804" y="39175"/>
                  </a:lnTo>
                  <a:lnTo>
                    <a:pt x="32909" y="39228"/>
                  </a:lnTo>
                  <a:lnTo>
                    <a:pt x="33001" y="39307"/>
                  </a:lnTo>
                  <a:lnTo>
                    <a:pt x="33080" y="39372"/>
                  </a:lnTo>
                  <a:lnTo>
                    <a:pt x="33159" y="39465"/>
                  </a:lnTo>
                  <a:lnTo>
                    <a:pt x="33225" y="39557"/>
                  </a:lnTo>
                  <a:lnTo>
                    <a:pt x="33291" y="39649"/>
                  </a:lnTo>
                  <a:lnTo>
                    <a:pt x="33330" y="39754"/>
                  </a:lnTo>
                  <a:lnTo>
                    <a:pt x="33383" y="39873"/>
                  </a:lnTo>
                  <a:lnTo>
                    <a:pt x="33409" y="39978"/>
                  </a:lnTo>
                  <a:lnTo>
                    <a:pt x="33423" y="40096"/>
                  </a:lnTo>
                  <a:lnTo>
                    <a:pt x="33436" y="40228"/>
                  </a:lnTo>
                  <a:lnTo>
                    <a:pt x="33423" y="40347"/>
                  </a:lnTo>
                  <a:lnTo>
                    <a:pt x="33409" y="40465"/>
                  </a:lnTo>
                  <a:lnTo>
                    <a:pt x="33383" y="40584"/>
                  </a:lnTo>
                  <a:lnTo>
                    <a:pt x="33330" y="40689"/>
                  </a:lnTo>
                  <a:lnTo>
                    <a:pt x="33291" y="40794"/>
                  </a:lnTo>
                  <a:lnTo>
                    <a:pt x="33225" y="40899"/>
                  </a:lnTo>
                  <a:lnTo>
                    <a:pt x="33159" y="40992"/>
                  </a:lnTo>
                  <a:lnTo>
                    <a:pt x="33080" y="41071"/>
                  </a:lnTo>
                  <a:lnTo>
                    <a:pt x="33001" y="41150"/>
                  </a:lnTo>
                  <a:lnTo>
                    <a:pt x="32909" y="41215"/>
                  </a:lnTo>
                  <a:lnTo>
                    <a:pt x="32804" y="41281"/>
                  </a:lnTo>
                  <a:lnTo>
                    <a:pt x="32699" y="41321"/>
                  </a:lnTo>
                  <a:lnTo>
                    <a:pt x="32593" y="41373"/>
                  </a:lnTo>
                  <a:lnTo>
                    <a:pt x="32475" y="41400"/>
                  </a:lnTo>
                  <a:lnTo>
                    <a:pt x="32356" y="41413"/>
                  </a:lnTo>
                  <a:lnTo>
                    <a:pt x="32238" y="41426"/>
                  </a:lnTo>
                  <a:lnTo>
                    <a:pt x="32106" y="41413"/>
                  </a:lnTo>
                  <a:lnTo>
                    <a:pt x="31988" y="41400"/>
                  </a:lnTo>
                  <a:lnTo>
                    <a:pt x="31882" y="41373"/>
                  </a:lnTo>
                  <a:lnTo>
                    <a:pt x="31764" y="41321"/>
                  </a:lnTo>
                  <a:lnTo>
                    <a:pt x="31659" y="41281"/>
                  </a:lnTo>
                  <a:lnTo>
                    <a:pt x="31566" y="41215"/>
                  </a:lnTo>
                  <a:lnTo>
                    <a:pt x="31474" y="41150"/>
                  </a:lnTo>
                  <a:lnTo>
                    <a:pt x="31382" y="41071"/>
                  </a:lnTo>
                  <a:lnTo>
                    <a:pt x="31316" y="40992"/>
                  </a:lnTo>
                  <a:lnTo>
                    <a:pt x="31237" y="40899"/>
                  </a:lnTo>
                  <a:lnTo>
                    <a:pt x="31185" y="40794"/>
                  </a:lnTo>
                  <a:lnTo>
                    <a:pt x="31132" y="40689"/>
                  </a:lnTo>
                  <a:lnTo>
                    <a:pt x="31093" y="40584"/>
                  </a:lnTo>
                  <a:lnTo>
                    <a:pt x="31066" y="40465"/>
                  </a:lnTo>
                  <a:lnTo>
                    <a:pt x="31040" y="40347"/>
                  </a:lnTo>
                  <a:lnTo>
                    <a:pt x="31040" y="40228"/>
                  </a:lnTo>
                  <a:lnTo>
                    <a:pt x="31040" y="40096"/>
                  </a:lnTo>
                  <a:lnTo>
                    <a:pt x="31066" y="39978"/>
                  </a:lnTo>
                  <a:lnTo>
                    <a:pt x="31093" y="39873"/>
                  </a:lnTo>
                  <a:lnTo>
                    <a:pt x="31132" y="39754"/>
                  </a:lnTo>
                  <a:lnTo>
                    <a:pt x="31185" y="39649"/>
                  </a:lnTo>
                  <a:lnTo>
                    <a:pt x="31237" y="39557"/>
                  </a:lnTo>
                  <a:lnTo>
                    <a:pt x="31316" y="39465"/>
                  </a:lnTo>
                  <a:lnTo>
                    <a:pt x="31382" y="39372"/>
                  </a:lnTo>
                  <a:lnTo>
                    <a:pt x="31474" y="39307"/>
                  </a:lnTo>
                  <a:lnTo>
                    <a:pt x="31566" y="39228"/>
                  </a:lnTo>
                  <a:lnTo>
                    <a:pt x="31659" y="39175"/>
                  </a:lnTo>
                  <a:lnTo>
                    <a:pt x="31764" y="39122"/>
                  </a:lnTo>
                  <a:lnTo>
                    <a:pt x="31882" y="39083"/>
                  </a:lnTo>
                  <a:lnTo>
                    <a:pt x="31988" y="39057"/>
                  </a:lnTo>
                  <a:lnTo>
                    <a:pt x="32106" y="39030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1645" y="1185"/>
                  </a:lnTo>
                  <a:lnTo>
                    <a:pt x="31645" y="37925"/>
                  </a:lnTo>
                  <a:lnTo>
                    <a:pt x="31448" y="37977"/>
                  </a:lnTo>
                  <a:lnTo>
                    <a:pt x="31277" y="38043"/>
                  </a:lnTo>
                  <a:lnTo>
                    <a:pt x="31093" y="38135"/>
                  </a:lnTo>
                  <a:lnTo>
                    <a:pt x="30935" y="38240"/>
                  </a:lnTo>
                  <a:lnTo>
                    <a:pt x="30777" y="38346"/>
                  </a:lnTo>
                  <a:lnTo>
                    <a:pt x="30632" y="38477"/>
                  </a:lnTo>
                  <a:lnTo>
                    <a:pt x="30487" y="38609"/>
                  </a:lnTo>
                  <a:lnTo>
                    <a:pt x="30369" y="38754"/>
                  </a:lnTo>
                  <a:lnTo>
                    <a:pt x="30250" y="38912"/>
                  </a:lnTo>
                  <a:lnTo>
                    <a:pt x="30145" y="39083"/>
                  </a:lnTo>
                  <a:lnTo>
                    <a:pt x="30066" y="39254"/>
                  </a:lnTo>
                  <a:lnTo>
                    <a:pt x="29987" y="39438"/>
                  </a:lnTo>
                  <a:lnTo>
                    <a:pt x="29934" y="39623"/>
                  </a:lnTo>
                  <a:lnTo>
                    <a:pt x="29895" y="39820"/>
                  </a:lnTo>
                  <a:lnTo>
                    <a:pt x="29868" y="40018"/>
                  </a:lnTo>
                  <a:lnTo>
                    <a:pt x="29855" y="40228"/>
                  </a:lnTo>
                  <a:lnTo>
                    <a:pt x="29868" y="40465"/>
                  </a:lnTo>
                  <a:lnTo>
                    <a:pt x="29908" y="40702"/>
                  </a:lnTo>
                  <a:lnTo>
                    <a:pt x="29961" y="40926"/>
                  </a:lnTo>
                  <a:lnTo>
                    <a:pt x="30039" y="41150"/>
                  </a:lnTo>
                  <a:lnTo>
                    <a:pt x="30145" y="41360"/>
                  </a:lnTo>
                  <a:lnTo>
                    <a:pt x="30263" y="41558"/>
                  </a:lnTo>
                  <a:lnTo>
                    <a:pt x="30395" y="41742"/>
                  </a:lnTo>
                  <a:lnTo>
                    <a:pt x="30553" y="41900"/>
                  </a:lnTo>
                  <a:lnTo>
                    <a:pt x="30724" y="42058"/>
                  </a:lnTo>
                  <a:lnTo>
                    <a:pt x="30908" y="42189"/>
                  </a:lnTo>
                  <a:lnTo>
                    <a:pt x="31106" y="42321"/>
                  </a:lnTo>
                  <a:lnTo>
                    <a:pt x="31303" y="42413"/>
                  </a:lnTo>
                  <a:lnTo>
                    <a:pt x="31527" y="42492"/>
                  </a:lnTo>
                  <a:lnTo>
                    <a:pt x="31751" y="42558"/>
                  </a:lnTo>
                  <a:lnTo>
                    <a:pt x="31988" y="42584"/>
                  </a:lnTo>
                  <a:lnTo>
                    <a:pt x="32238" y="42598"/>
                  </a:lnTo>
                  <a:lnTo>
                    <a:pt x="32475" y="42584"/>
                  </a:lnTo>
                  <a:lnTo>
                    <a:pt x="32712" y="42558"/>
                  </a:lnTo>
                  <a:lnTo>
                    <a:pt x="32935" y="42492"/>
                  </a:lnTo>
                  <a:lnTo>
                    <a:pt x="33159" y="42413"/>
                  </a:lnTo>
                  <a:lnTo>
                    <a:pt x="33370" y="42321"/>
                  </a:lnTo>
                  <a:lnTo>
                    <a:pt x="33567" y="42189"/>
                  </a:lnTo>
                  <a:lnTo>
                    <a:pt x="33752" y="42058"/>
                  </a:lnTo>
                  <a:lnTo>
                    <a:pt x="33910" y="41900"/>
                  </a:lnTo>
                  <a:lnTo>
                    <a:pt x="34068" y="41742"/>
                  </a:lnTo>
                  <a:lnTo>
                    <a:pt x="34199" y="41558"/>
                  </a:lnTo>
                  <a:lnTo>
                    <a:pt x="34331" y="41360"/>
                  </a:lnTo>
                  <a:lnTo>
                    <a:pt x="34423" y="41150"/>
                  </a:lnTo>
                  <a:lnTo>
                    <a:pt x="34502" y="40926"/>
                  </a:lnTo>
                  <a:lnTo>
                    <a:pt x="34568" y="40702"/>
                  </a:lnTo>
                  <a:lnTo>
                    <a:pt x="34594" y="40465"/>
                  </a:lnTo>
                  <a:lnTo>
                    <a:pt x="34607" y="40228"/>
                  </a:lnTo>
                  <a:lnTo>
                    <a:pt x="34607" y="40018"/>
                  </a:lnTo>
                  <a:lnTo>
                    <a:pt x="34581" y="39820"/>
                  </a:lnTo>
                  <a:lnTo>
                    <a:pt x="34541" y="39623"/>
                  </a:lnTo>
                  <a:lnTo>
                    <a:pt x="34476" y="39438"/>
                  </a:lnTo>
                  <a:lnTo>
                    <a:pt x="34410" y="39254"/>
                  </a:lnTo>
                  <a:lnTo>
                    <a:pt x="34318" y="39083"/>
                  </a:lnTo>
                  <a:lnTo>
                    <a:pt x="34212" y="38912"/>
                  </a:lnTo>
                  <a:lnTo>
                    <a:pt x="34107" y="38754"/>
                  </a:lnTo>
                  <a:lnTo>
                    <a:pt x="33975" y="38609"/>
                  </a:lnTo>
                  <a:lnTo>
                    <a:pt x="33844" y="38477"/>
                  </a:lnTo>
                  <a:lnTo>
                    <a:pt x="33699" y="38346"/>
                  </a:lnTo>
                  <a:lnTo>
                    <a:pt x="33541" y="38240"/>
                  </a:lnTo>
                  <a:lnTo>
                    <a:pt x="33370" y="38135"/>
                  </a:lnTo>
                  <a:lnTo>
                    <a:pt x="33199" y="38043"/>
                  </a:lnTo>
                  <a:lnTo>
                    <a:pt x="33014" y="37977"/>
                  </a:lnTo>
                  <a:lnTo>
                    <a:pt x="32830" y="37925"/>
                  </a:lnTo>
                  <a:lnTo>
                    <a:pt x="3283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1319125" y="1581450"/>
              <a:ext cx="375525" cy="375525"/>
            </a:xfrm>
            <a:custGeom>
              <a:rect b="b" l="l" r="r" t="t"/>
              <a:pathLst>
                <a:path extrusionOk="0" h="15021" w="15021">
                  <a:moveTo>
                    <a:pt x="12756" y="1185"/>
                  </a:moveTo>
                  <a:lnTo>
                    <a:pt x="12874" y="1212"/>
                  </a:lnTo>
                  <a:lnTo>
                    <a:pt x="12993" y="1238"/>
                  </a:lnTo>
                  <a:lnTo>
                    <a:pt x="13098" y="1277"/>
                  </a:lnTo>
                  <a:lnTo>
                    <a:pt x="13204" y="1330"/>
                  </a:lnTo>
                  <a:lnTo>
                    <a:pt x="13309" y="1383"/>
                  </a:lnTo>
                  <a:lnTo>
                    <a:pt x="13401" y="1462"/>
                  </a:lnTo>
                  <a:lnTo>
                    <a:pt x="13493" y="1541"/>
                  </a:lnTo>
                  <a:lnTo>
                    <a:pt x="13572" y="1633"/>
                  </a:lnTo>
                  <a:lnTo>
                    <a:pt x="13638" y="1725"/>
                  </a:lnTo>
                  <a:lnTo>
                    <a:pt x="13704" y="1830"/>
                  </a:lnTo>
                  <a:lnTo>
                    <a:pt x="13756" y="1936"/>
                  </a:lnTo>
                  <a:lnTo>
                    <a:pt x="13796" y="2041"/>
                  </a:lnTo>
                  <a:lnTo>
                    <a:pt x="13822" y="2159"/>
                  </a:lnTo>
                  <a:lnTo>
                    <a:pt x="13835" y="2265"/>
                  </a:lnTo>
                  <a:lnTo>
                    <a:pt x="13835" y="2383"/>
                  </a:lnTo>
                  <a:lnTo>
                    <a:pt x="13835" y="2502"/>
                  </a:lnTo>
                  <a:lnTo>
                    <a:pt x="13822" y="2607"/>
                  </a:lnTo>
                  <a:lnTo>
                    <a:pt x="13796" y="2725"/>
                  </a:lnTo>
                  <a:lnTo>
                    <a:pt x="13756" y="2831"/>
                  </a:lnTo>
                  <a:lnTo>
                    <a:pt x="13704" y="2936"/>
                  </a:lnTo>
                  <a:lnTo>
                    <a:pt x="13638" y="3041"/>
                  </a:lnTo>
                  <a:lnTo>
                    <a:pt x="13572" y="3133"/>
                  </a:lnTo>
                  <a:lnTo>
                    <a:pt x="13493" y="3226"/>
                  </a:lnTo>
                  <a:lnTo>
                    <a:pt x="13401" y="3305"/>
                  </a:lnTo>
                  <a:lnTo>
                    <a:pt x="13309" y="3383"/>
                  </a:lnTo>
                  <a:lnTo>
                    <a:pt x="13204" y="3436"/>
                  </a:lnTo>
                  <a:lnTo>
                    <a:pt x="13098" y="3489"/>
                  </a:lnTo>
                  <a:lnTo>
                    <a:pt x="12993" y="3515"/>
                  </a:lnTo>
                  <a:lnTo>
                    <a:pt x="12874" y="3541"/>
                  </a:lnTo>
                  <a:lnTo>
                    <a:pt x="12756" y="3568"/>
                  </a:lnTo>
                  <a:lnTo>
                    <a:pt x="12532" y="3568"/>
                  </a:lnTo>
                  <a:lnTo>
                    <a:pt x="12414" y="3541"/>
                  </a:lnTo>
                  <a:lnTo>
                    <a:pt x="12295" y="3515"/>
                  </a:lnTo>
                  <a:lnTo>
                    <a:pt x="12190" y="3489"/>
                  </a:lnTo>
                  <a:lnTo>
                    <a:pt x="12085" y="3436"/>
                  </a:lnTo>
                  <a:lnTo>
                    <a:pt x="11979" y="3383"/>
                  </a:lnTo>
                  <a:lnTo>
                    <a:pt x="11887" y="3305"/>
                  </a:lnTo>
                  <a:lnTo>
                    <a:pt x="11795" y="3226"/>
                  </a:lnTo>
                  <a:lnTo>
                    <a:pt x="11716" y="3147"/>
                  </a:lnTo>
                  <a:lnTo>
                    <a:pt x="11650" y="3041"/>
                  </a:lnTo>
                  <a:lnTo>
                    <a:pt x="11584" y="2949"/>
                  </a:lnTo>
                  <a:lnTo>
                    <a:pt x="11532" y="2844"/>
                  </a:lnTo>
                  <a:lnTo>
                    <a:pt x="11492" y="2725"/>
                  </a:lnTo>
                  <a:lnTo>
                    <a:pt x="11466" y="2620"/>
                  </a:lnTo>
                  <a:lnTo>
                    <a:pt x="11453" y="2502"/>
                  </a:lnTo>
                  <a:lnTo>
                    <a:pt x="11440" y="2383"/>
                  </a:lnTo>
                  <a:lnTo>
                    <a:pt x="11453" y="2265"/>
                  </a:lnTo>
                  <a:lnTo>
                    <a:pt x="11466" y="2146"/>
                  </a:lnTo>
                  <a:lnTo>
                    <a:pt x="11492" y="2028"/>
                  </a:lnTo>
                  <a:lnTo>
                    <a:pt x="11532" y="1922"/>
                  </a:lnTo>
                  <a:lnTo>
                    <a:pt x="11584" y="1817"/>
                  </a:lnTo>
                  <a:lnTo>
                    <a:pt x="11650" y="1725"/>
                  </a:lnTo>
                  <a:lnTo>
                    <a:pt x="11716" y="1620"/>
                  </a:lnTo>
                  <a:lnTo>
                    <a:pt x="11795" y="1541"/>
                  </a:lnTo>
                  <a:lnTo>
                    <a:pt x="11887" y="1462"/>
                  </a:lnTo>
                  <a:lnTo>
                    <a:pt x="11979" y="1383"/>
                  </a:lnTo>
                  <a:lnTo>
                    <a:pt x="12085" y="1330"/>
                  </a:lnTo>
                  <a:lnTo>
                    <a:pt x="12190" y="1277"/>
                  </a:lnTo>
                  <a:lnTo>
                    <a:pt x="12295" y="1238"/>
                  </a:lnTo>
                  <a:lnTo>
                    <a:pt x="12414" y="1212"/>
                  </a:lnTo>
                  <a:lnTo>
                    <a:pt x="12519" y="1185"/>
                  </a:lnTo>
                  <a:close/>
                  <a:moveTo>
                    <a:pt x="2383" y="11440"/>
                  </a:moveTo>
                  <a:lnTo>
                    <a:pt x="2502" y="11453"/>
                  </a:lnTo>
                  <a:lnTo>
                    <a:pt x="2620" y="11466"/>
                  </a:lnTo>
                  <a:lnTo>
                    <a:pt x="2739" y="11492"/>
                  </a:lnTo>
                  <a:lnTo>
                    <a:pt x="2844" y="11532"/>
                  </a:lnTo>
                  <a:lnTo>
                    <a:pt x="2949" y="11584"/>
                  </a:lnTo>
                  <a:lnTo>
                    <a:pt x="3055" y="11650"/>
                  </a:lnTo>
                  <a:lnTo>
                    <a:pt x="3147" y="11716"/>
                  </a:lnTo>
                  <a:lnTo>
                    <a:pt x="3226" y="11795"/>
                  </a:lnTo>
                  <a:lnTo>
                    <a:pt x="3305" y="11887"/>
                  </a:lnTo>
                  <a:lnTo>
                    <a:pt x="3384" y="11979"/>
                  </a:lnTo>
                  <a:lnTo>
                    <a:pt x="3436" y="12071"/>
                  </a:lnTo>
                  <a:lnTo>
                    <a:pt x="3489" y="12177"/>
                  </a:lnTo>
                  <a:lnTo>
                    <a:pt x="3528" y="12295"/>
                  </a:lnTo>
                  <a:lnTo>
                    <a:pt x="3555" y="12401"/>
                  </a:lnTo>
                  <a:lnTo>
                    <a:pt x="3581" y="12519"/>
                  </a:lnTo>
                  <a:lnTo>
                    <a:pt x="3581" y="12637"/>
                  </a:lnTo>
                  <a:lnTo>
                    <a:pt x="3581" y="12756"/>
                  </a:lnTo>
                  <a:lnTo>
                    <a:pt x="3555" y="12874"/>
                  </a:lnTo>
                  <a:lnTo>
                    <a:pt x="3528" y="12993"/>
                  </a:lnTo>
                  <a:lnTo>
                    <a:pt x="3489" y="13098"/>
                  </a:lnTo>
                  <a:lnTo>
                    <a:pt x="3436" y="13203"/>
                  </a:lnTo>
                  <a:lnTo>
                    <a:pt x="3384" y="13309"/>
                  </a:lnTo>
                  <a:lnTo>
                    <a:pt x="3305" y="13401"/>
                  </a:lnTo>
                  <a:lnTo>
                    <a:pt x="3226" y="13493"/>
                  </a:lnTo>
                  <a:lnTo>
                    <a:pt x="3147" y="13572"/>
                  </a:lnTo>
                  <a:lnTo>
                    <a:pt x="3041" y="13638"/>
                  </a:lnTo>
                  <a:lnTo>
                    <a:pt x="2949" y="13691"/>
                  </a:lnTo>
                  <a:lnTo>
                    <a:pt x="2844" y="13743"/>
                  </a:lnTo>
                  <a:lnTo>
                    <a:pt x="2725" y="13783"/>
                  </a:lnTo>
                  <a:lnTo>
                    <a:pt x="2620" y="13809"/>
                  </a:lnTo>
                  <a:lnTo>
                    <a:pt x="2502" y="13822"/>
                  </a:lnTo>
                  <a:lnTo>
                    <a:pt x="2265" y="13822"/>
                  </a:lnTo>
                  <a:lnTo>
                    <a:pt x="2146" y="13809"/>
                  </a:lnTo>
                  <a:lnTo>
                    <a:pt x="2041" y="13783"/>
                  </a:lnTo>
                  <a:lnTo>
                    <a:pt x="1936" y="13743"/>
                  </a:lnTo>
                  <a:lnTo>
                    <a:pt x="1817" y="13691"/>
                  </a:lnTo>
                  <a:lnTo>
                    <a:pt x="1725" y="13638"/>
                  </a:lnTo>
                  <a:lnTo>
                    <a:pt x="1620" y="13572"/>
                  </a:lnTo>
                  <a:lnTo>
                    <a:pt x="1541" y="13493"/>
                  </a:lnTo>
                  <a:lnTo>
                    <a:pt x="1462" y="13401"/>
                  </a:lnTo>
                  <a:lnTo>
                    <a:pt x="1383" y="13309"/>
                  </a:lnTo>
                  <a:lnTo>
                    <a:pt x="1330" y="13203"/>
                  </a:lnTo>
                  <a:lnTo>
                    <a:pt x="1277" y="13098"/>
                  </a:lnTo>
                  <a:lnTo>
                    <a:pt x="1238" y="12993"/>
                  </a:lnTo>
                  <a:lnTo>
                    <a:pt x="1212" y="12874"/>
                  </a:lnTo>
                  <a:lnTo>
                    <a:pt x="1198" y="12756"/>
                  </a:lnTo>
                  <a:lnTo>
                    <a:pt x="1185" y="12637"/>
                  </a:lnTo>
                  <a:lnTo>
                    <a:pt x="1198" y="12519"/>
                  </a:lnTo>
                  <a:lnTo>
                    <a:pt x="1212" y="12401"/>
                  </a:lnTo>
                  <a:lnTo>
                    <a:pt x="1238" y="12295"/>
                  </a:lnTo>
                  <a:lnTo>
                    <a:pt x="1277" y="12177"/>
                  </a:lnTo>
                  <a:lnTo>
                    <a:pt x="1330" y="12071"/>
                  </a:lnTo>
                  <a:lnTo>
                    <a:pt x="1383" y="11979"/>
                  </a:lnTo>
                  <a:lnTo>
                    <a:pt x="1462" y="11887"/>
                  </a:lnTo>
                  <a:lnTo>
                    <a:pt x="1541" y="11795"/>
                  </a:lnTo>
                  <a:lnTo>
                    <a:pt x="1620" y="11716"/>
                  </a:lnTo>
                  <a:lnTo>
                    <a:pt x="1725" y="11650"/>
                  </a:lnTo>
                  <a:lnTo>
                    <a:pt x="1817" y="11584"/>
                  </a:lnTo>
                  <a:lnTo>
                    <a:pt x="1922" y="11532"/>
                  </a:lnTo>
                  <a:lnTo>
                    <a:pt x="2041" y="11492"/>
                  </a:lnTo>
                  <a:lnTo>
                    <a:pt x="2146" y="11466"/>
                  </a:lnTo>
                  <a:lnTo>
                    <a:pt x="2265" y="11453"/>
                  </a:lnTo>
                  <a:lnTo>
                    <a:pt x="2383" y="11440"/>
                  </a:lnTo>
                  <a:close/>
                  <a:moveTo>
                    <a:pt x="12638" y="0"/>
                  </a:moveTo>
                  <a:lnTo>
                    <a:pt x="12401" y="14"/>
                  </a:lnTo>
                  <a:lnTo>
                    <a:pt x="12177" y="53"/>
                  </a:lnTo>
                  <a:lnTo>
                    <a:pt x="11953" y="106"/>
                  </a:lnTo>
                  <a:lnTo>
                    <a:pt x="11729" y="185"/>
                  </a:lnTo>
                  <a:lnTo>
                    <a:pt x="11519" y="277"/>
                  </a:lnTo>
                  <a:lnTo>
                    <a:pt x="11321" y="409"/>
                  </a:lnTo>
                  <a:lnTo>
                    <a:pt x="11137" y="540"/>
                  </a:lnTo>
                  <a:lnTo>
                    <a:pt x="10966" y="698"/>
                  </a:lnTo>
                  <a:lnTo>
                    <a:pt x="10808" y="882"/>
                  </a:lnTo>
                  <a:lnTo>
                    <a:pt x="10663" y="1067"/>
                  </a:lnTo>
                  <a:lnTo>
                    <a:pt x="10545" y="1264"/>
                  </a:lnTo>
                  <a:lnTo>
                    <a:pt x="10439" y="1475"/>
                  </a:lnTo>
                  <a:lnTo>
                    <a:pt x="10360" y="1685"/>
                  </a:lnTo>
                  <a:lnTo>
                    <a:pt x="10308" y="1909"/>
                  </a:lnTo>
                  <a:lnTo>
                    <a:pt x="10281" y="2146"/>
                  </a:lnTo>
                  <a:lnTo>
                    <a:pt x="10268" y="2383"/>
                  </a:lnTo>
                  <a:lnTo>
                    <a:pt x="10268" y="2541"/>
                  </a:lnTo>
                  <a:lnTo>
                    <a:pt x="10281" y="2699"/>
                  </a:lnTo>
                  <a:lnTo>
                    <a:pt x="10308" y="2857"/>
                  </a:lnTo>
                  <a:lnTo>
                    <a:pt x="10347" y="3015"/>
                  </a:lnTo>
                  <a:lnTo>
                    <a:pt x="10400" y="3160"/>
                  </a:lnTo>
                  <a:lnTo>
                    <a:pt x="10452" y="3318"/>
                  </a:lnTo>
                  <a:lnTo>
                    <a:pt x="10518" y="3462"/>
                  </a:lnTo>
                  <a:lnTo>
                    <a:pt x="10597" y="3594"/>
                  </a:lnTo>
                  <a:lnTo>
                    <a:pt x="3594" y="10597"/>
                  </a:lnTo>
                  <a:lnTo>
                    <a:pt x="3463" y="10518"/>
                  </a:lnTo>
                  <a:lnTo>
                    <a:pt x="3318" y="10452"/>
                  </a:lnTo>
                  <a:lnTo>
                    <a:pt x="3173" y="10400"/>
                  </a:lnTo>
                  <a:lnTo>
                    <a:pt x="3015" y="10347"/>
                  </a:lnTo>
                  <a:lnTo>
                    <a:pt x="2857" y="10308"/>
                  </a:lnTo>
                  <a:lnTo>
                    <a:pt x="2699" y="10281"/>
                  </a:lnTo>
                  <a:lnTo>
                    <a:pt x="2541" y="10268"/>
                  </a:lnTo>
                  <a:lnTo>
                    <a:pt x="2146" y="10268"/>
                  </a:lnTo>
                  <a:lnTo>
                    <a:pt x="1922" y="10308"/>
                  </a:lnTo>
                  <a:lnTo>
                    <a:pt x="1686" y="10360"/>
                  </a:lnTo>
                  <a:lnTo>
                    <a:pt x="1475" y="10439"/>
                  </a:lnTo>
                  <a:lnTo>
                    <a:pt x="1264" y="10544"/>
                  </a:lnTo>
                  <a:lnTo>
                    <a:pt x="1067" y="10663"/>
                  </a:lnTo>
                  <a:lnTo>
                    <a:pt x="883" y="10795"/>
                  </a:lnTo>
                  <a:lnTo>
                    <a:pt x="698" y="10966"/>
                  </a:lnTo>
                  <a:lnTo>
                    <a:pt x="540" y="11137"/>
                  </a:lnTo>
                  <a:lnTo>
                    <a:pt x="409" y="11321"/>
                  </a:lnTo>
                  <a:lnTo>
                    <a:pt x="290" y="11519"/>
                  </a:lnTo>
                  <a:lnTo>
                    <a:pt x="185" y="11729"/>
                  </a:lnTo>
                  <a:lnTo>
                    <a:pt x="106" y="11953"/>
                  </a:lnTo>
                  <a:lnTo>
                    <a:pt x="53" y="12177"/>
                  </a:lnTo>
                  <a:lnTo>
                    <a:pt x="14" y="12401"/>
                  </a:lnTo>
                  <a:lnTo>
                    <a:pt x="1" y="12637"/>
                  </a:lnTo>
                  <a:lnTo>
                    <a:pt x="14" y="12874"/>
                  </a:lnTo>
                  <a:lnTo>
                    <a:pt x="53" y="13111"/>
                  </a:lnTo>
                  <a:lnTo>
                    <a:pt x="106" y="13335"/>
                  </a:lnTo>
                  <a:lnTo>
                    <a:pt x="185" y="13559"/>
                  </a:lnTo>
                  <a:lnTo>
                    <a:pt x="290" y="13756"/>
                  </a:lnTo>
                  <a:lnTo>
                    <a:pt x="409" y="13967"/>
                  </a:lnTo>
                  <a:lnTo>
                    <a:pt x="540" y="14151"/>
                  </a:lnTo>
                  <a:lnTo>
                    <a:pt x="698" y="14322"/>
                  </a:lnTo>
                  <a:lnTo>
                    <a:pt x="883" y="14480"/>
                  </a:lnTo>
                  <a:lnTo>
                    <a:pt x="1067" y="14625"/>
                  </a:lnTo>
                  <a:lnTo>
                    <a:pt x="1264" y="14744"/>
                  </a:lnTo>
                  <a:lnTo>
                    <a:pt x="1475" y="14836"/>
                  </a:lnTo>
                  <a:lnTo>
                    <a:pt x="1686" y="14915"/>
                  </a:lnTo>
                  <a:lnTo>
                    <a:pt x="1922" y="14981"/>
                  </a:lnTo>
                  <a:lnTo>
                    <a:pt x="2146" y="15007"/>
                  </a:lnTo>
                  <a:lnTo>
                    <a:pt x="2383" y="15020"/>
                  </a:lnTo>
                  <a:lnTo>
                    <a:pt x="2620" y="15007"/>
                  </a:lnTo>
                  <a:lnTo>
                    <a:pt x="2857" y="14981"/>
                  </a:lnTo>
                  <a:lnTo>
                    <a:pt x="3081" y="14915"/>
                  </a:lnTo>
                  <a:lnTo>
                    <a:pt x="3291" y="14836"/>
                  </a:lnTo>
                  <a:lnTo>
                    <a:pt x="3502" y="14744"/>
                  </a:lnTo>
                  <a:lnTo>
                    <a:pt x="3700" y="14625"/>
                  </a:lnTo>
                  <a:lnTo>
                    <a:pt x="3897" y="14480"/>
                  </a:lnTo>
                  <a:lnTo>
                    <a:pt x="4068" y="14322"/>
                  </a:lnTo>
                  <a:lnTo>
                    <a:pt x="4200" y="14178"/>
                  </a:lnTo>
                  <a:lnTo>
                    <a:pt x="4331" y="14006"/>
                  </a:lnTo>
                  <a:lnTo>
                    <a:pt x="4437" y="13848"/>
                  </a:lnTo>
                  <a:lnTo>
                    <a:pt x="4529" y="13664"/>
                  </a:lnTo>
                  <a:lnTo>
                    <a:pt x="4608" y="13493"/>
                  </a:lnTo>
                  <a:lnTo>
                    <a:pt x="4674" y="13309"/>
                  </a:lnTo>
                  <a:lnTo>
                    <a:pt x="4713" y="13111"/>
                  </a:lnTo>
                  <a:lnTo>
                    <a:pt x="4739" y="12927"/>
                  </a:lnTo>
                  <a:lnTo>
                    <a:pt x="4766" y="12730"/>
                  </a:lnTo>
                  <a:lnTo>
                    <a:pt x="4766" y="12545"/>
                  </a:lnTo>
                  <a:lnTo>
                    <a:pt x="4739" y="12348"/>
                  </a:lnTo>
                  <a:lnTo>
                    <a:pt x="4713" y="12150"/>
                  </a:lnTo>
                  <a:lnTo>
                    <a:pt x="4660" y="11966"/>
                  </a:lnTo>
                  <a:lnTo>
                    <a:pt x="4608" y="11782"/>
                  </a:lnTo>
                  <a:lnTo>
                    <a:pt x="4529" y="11598"/>
                  </a:lnTo>
                  <a:lnTo>
                    <a:pt x="4437" y="11426"/>
                  </a:lnTo>
                  <a:lnTo>
                    <a:pt x="11427" y="4437"/>
                  </a:lnTo>
                  <a:lnTo>
                    <a:pt x="11571" y="4502"/>
                  </a:lnTo>
                  <a:lnTo>
                    <a:pt x="11716" y="4568"/>
                  </a:lnTo>
                  <a:lnTo>
                    <a:pt x="11861" y="4634"/>
                  </a:lnTo>
                  <a:lnTo>
                    <a:pt x="12006" y="4674"/>
                  </a:lnTo>
                  <a:lnTo>
                    <a:pt x="12164" y="4713"/>
                  </a:lnTo>
                  <a:lnTo>
                    <a:pt x="12322" y="4739"/>
                  </a:lnTo>
                  <a:lnTo>
                    <a:pt x="12480" y="4753"/>
                  </a:lnTo>
                  <a:lnTo>
                    <a:pt x="12638" y="4766"/>
                  </a:lnTo>
                  <a:lnTo>
                    <a:pt x="12874" y="4753"/>
                  </a:lnTo>
                  <a:lnTo>
                    <a:pt x="13111" y="4713"/>
                  </a:lnTo>
                  <a:lnTo>
                    <a:pt x="13335" y="4660"/>
                  </a:lnTo>
                  <a:lnTo>
                    <a:pt x="13559" y="4581"/>
                  </a:lnTo>
                  <a:lnTo>
                    <a:pt x="13756" y="4476"/>
                  </a:lnTo>
                  <a:lnTo>
                    <a:pt x="13967" y="4358"/>
                  </a:lnTo>
                  <a:lnTo>
                    <a:pt x="14151" y="4226"/>
                  </a:lnTo>
                  <a:lnTo>
                    <a:pt x="14322" y="4068"/>
                  </a:lnTo>
                  <a:lnTo>
                    <a:pt x="14494" y="3884"/>
                  </a:lnTo>
                  <a:lnTo>
                    <a:pt x="14625" y="3686"/>
                  </a:lnTo>
                  <a:lnTo>
                    <a:pt x="14744" y="3489"/>
                  </a:lnTo>
                  <a:lnTo>
                    <a:pt x="14849" y="3278"/>
                  </a:lnTo>
                  <a:lnTo>
                    <a:pt x="14928" y="3054"/>
                  </a:lnTo>
                  <a:lnTo>
                    <a:pt x="14981" y="2844"/>
                  </a:lnTo>
                  <a:lnTo>
                    <a:pt x="15007" y="2607"/>
                  </a:lnTo>
                  <a:lnTo>
                    <a:pt x="15020" y="2383"/>
                  </a:lnTo>
                  <a:lnTo>
                    <a:pt x="15007" y="2159"/>
                  </a:lnTo>
                  <a:lnTo>
                    <a:pt x="14981" y="1922"/>
                  </a:lnTo>
                  <a:lnTo>
                    <a:pt x="14928" y="1712"/>
                  </a:lnTo>
                  <a:lnTo>
                    <a:pt x="14849" y="1488"/>
                  </a:lnTo>
                  <a:lnTo>
                    <a:pt x="14744" y="1277"/>
                  </a:lnTo>
                  <a:lnTo>
                    <a:pt x="14625" y="1080"/>
                  </a:lnTo>
                  <a:lnTo>
                    <a:pt x="14494" y="882"/>
                  </a:lnTo>
                  <a:lnTo>
                    <a:pt x="14322" y="698"/>
                  </a:lnTo>
                  <a:lnTo>
                    <a:pt x="14151" y="540"/>
                  </a:lnTo>
                  <a:lnTo>
                    <a:pt x="13967" y="409"/>
                  </a:lnTo>
                  <a:lnTo>
                    <a:pt x="13756" y="277"/>
                  </a:lnTo>
                  <a:lnTo>
                    <a:pt x="13559" y="185"/>
                  </a:lnTo>
                  <a:lnTo>
                    <a:pt x="13335" y="106"/>
                  </a:lnTo>
                  <a:lnTo>
                    <a:pt x="13111" y="53"/>
                  </a:lnTo>
                  <a:lnTo>
                    <a:pt x="12874" y="14"/>
                  </a:lnTo>
                  <a:lnTo>
                    <a:pt x="1263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4040350" y="3435525"/>
              <a:ext cx="375500" cy="375525"/>
            </a:xfrm>
            <a:custGeom>
              <a:rect b="b" l="l" r="r" t="t"/>
              <a:pathLst>
                <a:path extrusionOk="0" h="15021" w="15020">
                  <a:moveTo>
                    <a:pt x="2502" y="1185"/>
                  </a:moveTo>
                  <a:lnTo>
                    <a:pt x="2620" y="1199"/>
                  </a:lnTo>
                  <a:lnTo>
                    <a:pt x="2725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1" y="1383"/>
                  </a:lnTo>
                  <a:lnTo>
                    <a:pt x="3147" y="1449"/>
                  </a:lnTo>
                  <a:lnTo>
                    <a:pt x="3225" y="1528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5" y="2146"/>
                  </a:lnTo>
                  <a:lnTo>
                    <a:pt x="3568" y="2265"/>
                  </a:lnTo>
                  <a:lnTo>
                    <a:pt x="3581" y="2383"/>
                  </a:lnTo>
                  <a:lnTo>
                    <a:pt x="3568" y="2502"/>
                  </a:lnTo>
                  <a:lnTo>
                    <a:pt x="3555" y="2620"/>
                  </a:lnTo>
                  <a:lnTo>
                    <a:pt x="3528" y="2726"/>
                  </a:lnTo>
                  <a:lnTo>
                    <a:pt x="3489" y="2831"/>
                  </a:lnTo>
                  <a:lnTo>
                    <a:pt x="3436" y="2936"/>
                  </a:lnTo>
                  <a:lnTo>
                    <a:pt x="3383" y="3041"/>
                  </a:lnTo>
                  <a:lnTo>
                    <a:pt x="3304" y="3134"/>
                  </a:lnTo>
                  <a:lnTo>
                    <a:pt x="3225" y="3226"/>
                  </a:lnTo>
                  <a:lnTo>
                    <a:pt x="3147" y="3305"/>
                  </a:lnTo>
                  <a:lnTo>
                    <a:pt x="3041" y="3371"/>
                  </a:lnTo>
                  <a:lnTo>
                    <a:pt x="2949" y="3436"/>
                  </a:lnTo>
                  <a:lnTo>
                    <a:pt x="2831" y="3476"/>
                  </a:lnTo>
                  <a:lnTo>
                    <a:pt x="2725" y="3515"/>
                  </a:lnTo>
                  <a:lnTo>
                    <a:pt x="2620" y="3542"/>
                  </a:lnTo>
                  <a:lnTo>
                    <a:pt x="2502" y="3555"/>
                  </a:lnTo>
                  <a:lnTo>
                    <a:pt x="2383" y="3568"/>
                  </a:lnTo>
                  <a:lnTo>
                    <a:pt x="2265" y="3555"/>
                  </a:lnTo>
                  <a:lnTo>
                    <a:pt x="2146" y="3542"/>
                  </a:lnTo>
                  <a:lnTo>
                    <a:pt x="2041" y="3515"/>
                  </a:lnTo>
                  <a:lnTo>
                    <a:pt x="1922" y="3476"/>
                  </a:lnTo>
                  <a:lnTo>
                    <a:pt x="1817" y="3436"/>
                  </a:lnTo>
                  <a:lnTo>
                    <a:pt x="1725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83" y="3041"/>
                  </a:lnTo>
                  <a:lnTo>
                    <a:pt x="1330" y="2936"/>
                  </a:lnTo>
                  <a:lnTo>
                    <a:pt x="1277" y="2831"/>
                  </a:lnTo>
                  <a:lnTo>
                    <a:pt x="1238" y="2726"/>
                  </a:lnTo>
                  <a:lnTo>
                    <a:pt x="1211" y="2620"/>
                  </a:lnTo>
                  <a:lnTo>
                    <a:pt x="1185" y="2502"/>
                  </a:lnTo>
                  <a:lnTo>
                    <a:pt x="1185" y="2383"/>
                  </a:lnTo>
                  <a:lnTo>
                    <a:pt x="1185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83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25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close/>
                  <a:moveTo>
                    <a:pt x="12756" y="11440"/>
                  </a:moveTo>
                  <a:lnTo>
                    <a:pt x="12874" y="11466"/>
                  </a:lnTo>
                  <a:lnTo>
                    <a:pt x="12993" y="11492"/>
                  </a:lnTo>
                  <a:lnTo>
                    <a:pt x="13098" y="11532"/>
                  </a:lnTo>
                  <a:lnTo>
                    <a:pt x="13203" y="11585"/>
                  </a:lnTo>
                  <a:lnTo>
                    <a:pt x="13309" y="11637"/>
                  </a:lnTo>
                  <a:lnTo>
                    <a:pt x="13401" y="11716"/>
                  </a:lnTo>
                  <a:lnTo>
                    <a:pt x="13493" y="11795"/>
                  </a:lnTo>
                  <a:lnTo>
                    <a:pt x="13572" y="11874"/>
                  </a:lnTo>
                  <a:lnTo>
                    <a:pt x="13638" y="11980"/>
                  </a:lnTo>
                  <a:lnTo>
                    <a:pt x="13704" y="12072"/>
                  </a:lnTo>
                  <a:lnTo>
                    <a:pt x="13743" y="12177"/>
                  </a:lnTo>
                  <a:lnTo>
                    <a:pt x="13783" y="12282"/>
                  </a:lnTo>
                  <a:lnTo>
                    <a:pt x="13809" y="12401"/>
                  </a:lnTo>
                  <a:lnTo>
                    <a:pt x="13835" y="12519"/>
                  </a:lnTo>
                  <a:lnTo>
                    <a:pt x="13835" y="12638"/>
                  </a:lnTo>
                  <a:lnTo>
                    <a:pt x="13835" y="12756"/>
                  </a:lnTo>
                  <a:lnTo>
                    <a:pt x="13809" y="12875"/>
                  </a:lnTo>
                  <a:lnTo>
                    <a:pt x="13783" y="12980"/>
                  </a:lnTo>
                  <a:lnTo>
                    <a:pt x="13743" y="13098"/>
                  </a:lnTo>
                  <a:lnTo>
                    <a:pt x="13704" y="13204"/>
                  </a:lnTo>
                  <a:lnTo>
                    <a:pt x="13638" y="13296"/>
                  </a:lnTo>
                  <a:lnTo>
                    <a:pt x="13572" y="13401"/>
                  </a:lnTo>
                  <a:lnTo>
                    <a:pt x="13493" y="13480"/>
                  </a:lnTo>
                  <a:lnTo>
                    <a:pt x="13401" y="13559"/>
                  </a:lnTo>
                  <a:lnTo>
                    <a:pt x="13309" y="13638"/>
                  </a:lnTo>
                  <a:lnTo>
                    <a:pt x="13203" y="13691"/>
                  </a:lnTo>
                  <a:lnTo>
                    <a:pt x="13098" y="13743"/>
                  </a:lnTo>
                  <a:lnTo>
                    <a:pt x="12980" y="13770"/>
                  </a:lnTo>
                  <a:lnTo>
                    <a:pt x="12874" y="13796"/>
                  </a:lnTo>
                  <a:lnTo>
                    <a:pt x="12756" y="13822"/>
                  </a:lnTo>
                  <a:lnTo>
                    <a:pt x="12519" y="13822"/>
                  </a:lnTo>
                  <a:lnTo>
                    <a:pt x="12414" y="13796"/>
                  </a:lnTo>
                  <a:lnTo>
                    <a:pt x="12295" y="13770"/>
                  </a:lnTo>
                  <a:lnTo>
                    <a:pt x="12190" y="13743"/>
                  </a:lnTo>
                  <a:lnTo>
                    <a:pt x="12085" y="13691"/>
                  </a:lnTo>
                  <a:lnTo>
                    <a:pt x="11979" y="13638"/>
                  </a:lnTo>
                  <a:lnTo>
                    <a:pt x="11887" y="13559"/>
                  </a:lnTo>
                  <a:lnTo>
                    <a:pt x="11795" y="13480"/>
                  </a:lnTo>
                  <a:lnTo>
                    <a:pt x="11716" y="13401"/>
                  </a:lnTo>
                  <a:lnTo>
                    <a:pt x="11650" y="13296"/>
                  </a:lnTo>
                  <a:lnTo>
                    <a:pt x="11584" y="13204"/>
                  </a:lnTo>
                  <a:lnTo>
                    <a:pt x="11532" y="13098"/>
                  </a:lnTo>
                  <a:lnTo>
                    <a:pt x="11492" y="12980"/>
                  </a:lnTo>
                  <a:lnTo>
                    <a:pt x="11466" y="12875"/>
                  </a:lnTo>
                  <a:lnTo>
                    <a:pt x="11453" y="12756"/>
                  </a:lnTo>
                  <a:lnTo>
                    <a:pt x="11440" y="12638"/>
                  </a:lnTo>
                  <a:lnTo>
                    <a:pt x="11453" y="12519"/>
                  </a:lnTo>
                  <a:lnTo>
                    <a:pt x="11466" y="12401"/>
                  </a:lnTo>
                  <a:lnTo>
                    <a:pt x="11492" y="12282"/>
                  </a:lnTo>
                  <a:lnTo>
                    <a:pt x="11532" y="12177"/>
                  </a:lnTo>
                  <a:lnTo>
                    <a:pt x="11584" y="12072"/>
                  </a:lnTo>
                  <a:lnTo>
                    <a:pt x="11650" y="11980"/>
                  </a:lnTo>
                  <a:lnTo>
                    <a:pt x="11716" y="11874"/>
                  </a:lnTo>
                  <a:lnTo>
                    <a:pt x="11795" y="11795"/>
                  </a:lnTo>
                  <a:lnTo>
                    <a:pt x="11887" y="11716"/>
                  </a:lnTo>
                  <a:lnTo>
                    <a:pt x="11979" y="11637"/>
                  </a:lnTo>
                  <a:lnTo>
                    <a:pt x="12071" y="11585"/>
                  </a:lnTo>
                  <a:lnTo>
                    <a:pt x="12177" y="11532"/>
                  </a:lnTo>
                  <a:lnTo>
                    <a:pt x="12295" y="11492"/>
                  </a:lnTo>
                  <a:lnTo>
                    <a:pt x="12400" y="11466"/>
                  </a:lnTo>
                  <a:lnTo>
                    <a:pt x="12519" y="11440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6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70"/>
                  </a:lnTo>
                  <a:lnTo>
                    <a:pt x="409" y="1054"/>
                  </a:lnTo>
                  <a:lnTo>
                    <a:pt x="277" y="1264"/>
                  </a:lnTo>
                  <a:lnTo>
                    <a:pt x="185" y="1462"/>
                  </a:lnTo>
                  <a:lnTo>
                    <a:pt x="106" y="1686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0" y="2383"/>
                  </a:lnTo>
                  <a:lnTo>
                    <a:pt x="14" y="2620"/>
                  </a:lnTo>
                  <a:lnTo>
                    <a:pt x="53" y="2844"/>
                  </a:lnTo>
                  <a:lnTo>
                    <a:pt x="106" y="3068"/>
                  </a:lnTo>
                  <a:lnTo>
                    <a:pt x="185" y="3292"/>
                  </a:lnTo>
                  <a:lnTo>
                    <a:pt x="277" y="3502"/>
                  </a:lnTo>
                  <a:lnTo>
                    <a:pt x="395" y="3700"/>
                  </a:lnTo>
                  <a:lnTo>
                    <a:pt x="540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67" y="4358"/>
                  </a:lnTo>
                  <a:lnTo>
                    <a:pt x="1264" y="4476"/>
                  </a:lnTo>
                  <a:lnTo>
                    <a:pt x="1475" y="4582"/>
                  </a:lnTo>
                  <a:lnTo>
                    <a:pt x="1685" y="4661"/>
                  </a:lnTo>
                  <a:lnTo>
                    <a:pt x="1909" y="4713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41" y="4753"/>
                  </a:lnTo>
                  <a:lnTo>
                    <a:pt x="2699" y="4740"/>
                  </a:lnTo>
                  <a:lnTo>
                    <a:pt x="2857" y="4713"/>
                  </a:lnTo>
                  <a:lnTo>
                    <a:pt x="3015" y="4674"/>
                  </a:lnTo>
                  <a:lnTo>
                    <a:pt x="3160" y="4621"/>
                  </a:lnTo>
                  <a:lnTo>
                    <a:pt x="3318" y="4568"/>
                  </a:lnTo>
                  <a:lnTo>
                    <a:pt x="3449" y="4503"/>
                  </a:lnTo>
                  <a:lnTo>
                    <a:pt x="3594" y="4424"/>
                  </a:lnTo>
                  <a:lnTo>
                    <a:pt x="10597" y="11427"/>
                  </a:lnTo>
                  <a:lnTo>
                    <a:pt x="10518" y="11558"/>
                  </a:lnTo>
                  <a:lnTo>
                    <a:pt x="10452" y="11703"/>
                  </a:lnTo>
                  <a:lnTo>
                    <a:pt x="10400" y="11848"/>
                  </a:lnTo>
                  <a:lnTo>
                    <a:pt x="10347" y="12006"/>
                  </a:lnTo>
                  <a:lnTo>
                    <a:pt x="10307" y="12164"/>
                  </a:lnTo>
                  <a:lnTo>
                    <a:pt x="10281" y="12322"/>
                  </a:lnTo>
                  <a:lnTo>
                    <a:pt x="10268" y="12480"/>
                  </a:lnTo>
                  <a:lnTo>
                    <a:pt x="10268" y="12638"/>
                  </a:lnTo>
                  <a:lnTo>
                    <a:pt x="10268" y="12875"/>
                  </a:lnTo>
                  <a:lnTo>
                    <a:pt x="10307" y="13112"/>
                  </a:lnTo>
                  <a:lnTo>
                    <a:pt x="10360" y="13335"/>
                  </a:lnTo>
                  <a:lnTo>
                    <a:pt x="10439" y="13546"/>
                  </a:lnTo>
                  <a:lnTo>
                    <a:pt x="10544" y="13757"/>
                  </a:lnTo>
                  <a:lnTo>
                    <a:pt x="10663" y="13954"/>
                  </a:lnTo>
                  <a:lnTo>
                    <a:pt x="10795" y="14138"/>
                  </a:lnTo>
                  <a:lnTo>
                    <a:pt x="10952" y="14323"/>
                  </a:lnTo>
                  <a:lnTo>
                    <a:pt x="11137" y="14481"/>
                  </a:lnTo>
                  <a:lnTo>
                    <a:pt x="11321" y="14612"/>
                  </a:lnTo>
                  <a:lnTo>
                    <a:pt x="11518" y="14731"/>
                  </a:lnTo>
                  <a:lnTo>
                    <a:pt x="11729" y="14836"/>
                  </a:lnTo>
                  <a:lnTo>
                    <a:pt x="11953" y="14915"/>
                  </a:lnTo>
                  <a:lnTo>
                    <a:pt x="12177" y="14968"/>
                  </a:lnTo>
                  <a:lnTo>
                    <a:pt x="12400" y="15007"/>
                  </a:lnTo>
                  <a:lnTo>
                    <a:pt x="12637" y="15020"/>
                  </a:lnTo>
                  <a:lnTo>
                    <a:pt x="12874" y="15007"/>
                  </a:lnTo>
                  <a:lnTo>
                    <a:pt x="13111" y="14968"/>
                  </a:lnTo>
                  <a:lnTo>
                    <a:pt x="13335" y="14915"/>
                  </a:lnTo>
                  <a:lnTo>
                    <a:pt x="13546" y="14836"/>
                  </a:lnTo>
                  <a:lnTo>
                    <a:pt x="13756" y="14731"/>
                  </a:lnTo>
                  <a:lnTo>
                    <a:pt x="13954" y="14612"/>
                  </a:lnTo>
                  <a:lnTo>
                    <a:pt x="14151" y="14481"/>
                  </a:lnTo>
                  <a:lnTo>
                    <a:pt x="14322" y="14323"/>
                  </a:lnTo>
                  <a:lnTo>
                    <a:pt x="14480" y="14138"/>
                  </a:lnTo>
                  <a:lnTo>
                    <a:pt x="14625" y="13954"/>
                  </a:lnTo>
                  <a:lnTo>
                    <a:pt x="14744" y="13757"/>
                  </a:lnTo>
                  <a:lnTo>
                    <a:pt x="14836" y="13546"/>
                  </a:lnTo>
                  <a:lnTo>
                    <a:pt x="14915" y="13335"/>
                  </a:lnTo>
                  <a:lnTo>
                    <a:pt x="14980" y="13112"/>
                  </a:lnTo>
                  <a:lnTo>
                    <a:pt x="15007" y="12875"/>
                  </a:lnTo>
                  <a:lnTo>
                    <a:pt x="15020" y="12638"/>
                  </a:lnTo>
                  <a:lnTo>
                    <a:pt x="15007" y="12401"/>
                  </a:lnTo>
                  <a:lnTo>
                    <a:pt x="14980" y="12164"/>
                  </a:lnTo>
                  <a:lnTo>
                    <a:pt x="14915" y="11940"/>
                  </a:lnTo>
                  <a:lnTo>
                    <a:pt x="14836" y="11729"/>
                  </a:lnTo>
                  <a:lnTo>
                    <a:pt x="14744" y="11519"/>
                  </a:lnTo>
                  <a:lnTo>
                    <a:pt x="14625" y="11321"/>
                  </a:lnTo>
                  <a:lnTo>
                    <a:pt x="14480" y="11137"/>
                  </a:lnTo>
                  <a:lnTo>
                    <a:pt x="14322" y="10953"/>
                  </a:lnTo>
                  <a:lnTo>
                    <a:pt x="14151" y="10795"/>
                  </a:lnTo>
                  <a:lnTo>
                    <a:pt x="13954" y="10663"/>
                  </a:lnTo>
                  <a:lnTo>
                    <a:pt x="13756" y="10532"/>
                  </a:lnTo>
                  <a:lnTo>
                    <a:pt x="13546" y="10439"/>
                  </a:lnTo>
                  <a:lnTo>
                    <a:pt x="13335" y="10360"/>
                  </a:lnTo>
                  <a:lnTo>
                    <a:pt x="13111" y="10308"/>
                  </a:lnTo>
                  <a:lnTo>
                    <a:pt x="12874" y="10268"/>
                  </a:lnTo>
                  <a:lnTo>
                    <a:pt x="12637" y="10255"/>
                  </a:lnTo>
                  <a:lnTo>
                    <a:pt x="12479" y="10268"/>
                  </a:lnTo>
                  <a:lnTo>
                    <a:pt x="12321" y="10281"/>
                  </a:lnTo>
                  <a:lnTo>
                    <a:pt x="12164" y="10308"/>
                  </a:lnTo>
                  <a:lnTo>
                    <a:pt x="12006" y="10347"/>
                  </a:lnTo>
                  <a:lnTo>
                    <a:pt x="11861" y="10387"/>
                  </a:lnTo>
                  <a:lnTo>
                    <a:pt x="11716" y="10453"/>
                  </a:lnTo>
                  <a:lnTo>
                    <a:pt x="11571" y="10518"/>
                  </a:lnTo>
                  <a:lnTo>
                    <a:pt x="11426" y="10584"/>
                  </a:lnTo>
                  <a:lnTo>
                    <a:pt x="4423" y="3594"/>
                  </a:lnTo>
                  <a:lnTo>
                    <a:pt x="4502" y="3450"/>
                  </a:lnTo>
                  <a:lnTo>
                    <a:pt x="4568" y="3305"/>
                  </a:lnTo>
                  <a:lnTo>
                    <a:pt x="4634" y="3160"/>
                  </a:lnTo>
                  <a:lnTo>
                    <a:pt x="4673" y="3015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6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86"/>
                  </a:lnTo>
                  <a:lnTo>
                    <a:pt x="4581" y="1462"/>
                  </a:lnTo>
                  <a:lnTo>
                    <a:pt x="4476" y="1264"/>
                  </a:lnTo>
                  <a:lnTo>
                    <a:pt x="4358" y="1054"/>
                  </a:lnTo>
                  <a:lnTo>
                    <a:pt x="4226" y="870"/>
                  </a:lnTo>
                  <a:lnTo>
                    <a:pt x="4068" y="698"/>
                  </a:lnTo>
                  <a:lnTo>
                    <a:pt x="3884" y="540"/>
                  </a:lnTo>
                  <a:lnTo>
                    <a:pt x="3699" y="396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81" y="106"/>
                  </a:lnTo>
                  <a:lnTo>
                    <a:pt x="2844" y="40"/>
                  </a:lnTo>
                  <a:lnTo>
                    <a:pt x="2620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6204425" y="2754325"/>
              <a:ext cx="380450" cy="380450"/>
            </a:xfrm>
            <a:custGeom>
              <a:rect b="b" l="l" r="r" t="t"/>
              <a:pathLst>
                <a:path extrusionOk="0" h="15218" w="15218">
                  <a:moveTo>
                    <a:pt x="2502" y="1185"/>
                  </a:move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82"/>
                  </a:lnTo>
                  <a:lnTo>
                    <a:pt x="3133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25"/>
                  </a:lnTo>
                  <a:lnTo>
                    <a:pt x="3436" y="1830"/>
                  </a:lnTo>
                  <a:lnTo>
                    <a:pt x="3489" y="1935"/>
                  </a:lnTo>
                  <a:lnTo>
                    <a:pt x="3528" y="2041"/>
                  </a:lnTo>
                  <a:lnTo>
                    <a:pt x="3555" y="2159"/>
                  </a:lnTo>
                  <a:lnTo>
                    <a:pt x="3568" y="2264"/>
                  </a:lnTo>
                  <a:lnTo>
                    <a:pt x="3581" y="2383"/>
                  </a:lnTo>
                  <a:lnTo>
                    <a:pt x="3568" y="2501"/>
                  </a:lnTo>
                  <a:lnTo>
                    <a:pt x="3555" y="2607"/>
                  </a:lnTo>
                  <a:lnTo>
                    <a:pt x="3528" y="2725"/>
                  </a:lnTo>
                  <a:lnTo>
                    <a:pt x="3489" y="2830"/>
                  </a:lnTo>
                  <a:lnTo>
                    <a:pt x="3436" y="2936"/>
                  </a:lnTo>
                  <a:lnTo>
                    <a:pt x="3384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36" y="3436"/>
                  </a:lnTo>
                  <a:lnTo>
                    <a:pt x="2831" y="3489"/>
                  </a:lnTo>
                  <a:lnTo>
                    <a:pt x="2725" y="3515"/>
                  </a:lnTo>
                  <a:lnTo>
                    <a:pt x="2607" y="3541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1"/>
                  </a:lnTo>
                  <a:lnTo>
                    <a:pt x="2041" y="3515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27" y="3225"/>
                  </a:lnTo>
                  <a:lnTo>
                    <a:pt x="1448" y="3133"/>
                  </a:lnTo>
                  <a:lnTo>
                    <a:pt x="1383" y="3041"/>
                  </a:lnTo>
                  <a:lnTo>
                    <a:pt x="1317" y="2936"/>
                  </a:lnTo>
                  <a:lnTo>
                    <a:pt x="1264" y="2830"/>
                  </a:lnTo>
                  <a:lnTo>
                    <a:pt x="1238" y="2725"/>
                  </a:lnTo>
                  <a:lnTo>
                    <a:pt x="1198" y="2607"/>
                  </a:lnTo>
                  <a:lnTo>
                    <a:pt x="1185" y="2501"/>
                  </a:lnTo>
                  <a:lnTo>
                    <a:pt x="1185" y="2383"/>
                  </a:lnTo>
                  <a:lnTo>
                    <a:pt x="1185" y="2264"/>
                  </a:lnTo>
                  <a:lnTo>
                    <a:pt x="1198" y="2159"/>
                  </a:lnTo>
                  <a:lnTo>
                    <a:pt x="1238" y="2041"/>
                  </a:lnTo>
                  <a:lnTo>
                    <a:pt x="1264" y="1935"/>
                  </a:lnTo>
                  <a:lnTo>
                    <a:pt x="1317" y="1830"/>
                  </a:lnTo>
                  <a:lnTo>
                    <a:pt x="1383" y="1725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20" y="1461"/>
                  </a:lnTo>
                  <a:lnTo>
                    <a:pt x="1712" y="1382"/>
                  </a:lnTo>
                  <a:lnTo>
                    <a:pt x="1817" y="1330"/>
                  </a:lnTo>
                  <a:lnTo>
                    <a:pt x="1922" y="1277"/>
                  </a:lnTo>
                  <a:lnTo>
                    <a:pt x="2028" y="1238"/>
                  </a:lnTo>
                  <a:lnTo>
                    <a:pt x="2146" y="1211"/>
                  </a:lnTo>
                  <a:lnTo>
                    <a:pt x="2265" y="1185"/>
                  </a:lnTo>
                  <a:close/>
                  <a:moveTo>
                    <a:pt x="12967" y="11650"/>
                  </a:moveTo>
                  <a:lnTo>
                    <a:pt x="13072" y="11663"/>
                  </a:lnTo>
                  <a:lnTo>
                    <a:pt x="13190" y="11703"/>
                  </a:lnTo>
                  <a:lnTo>
                    <a:pt x="13296" y="11742"/>
                  </a:lnTo>
                  <a:lnTo>
                    <a:pt x="13401" y="11782"/>
                  </a:lnTo>
                  <a:lnTo>
                    <a:pt x="13506" y="11847"/>
                  </a:lnTo>
                  <a:lnTo>
                    <a:pt x="13598" y="11913"/>
                  </a:lnTo>
                  <a:lnTo>
                    <a:pt x="13691" y="11992"/>
                  </a:lnTo>
                  <a:lnTo>
                    <a:pt x="13770" y="12084"/>
                  </a:lnTo>
                  <a:lnTo>
                    <a:pt x="13835" y="12176"/>
                  </a:lnTo>
                  <a:lnTo>
                    <a:pt x="13901" y="12282"/>
                  </a:lnTo>
                  <a:lnTo>
                    <a:pt x="13954" y="12387"/>
                  </a:lnTo>
                  <a:lnTo>
                    <a:pt x="13993" y="12492"/>
                  </a:lnTo>
                  <a:lnTo>
                    <a:pt x="14020" y="12611"/>
                  </a:lnTo>
                  <a:lnTo>
                    <a:pt x="14033" y="12729"/>
                  </a:lnTo>
                  <a:lnTo>
                    <a:pt x="14033" y="12848"/>
                  </a:lnTo>
                  <a:lnTo>
                    <a:pt x="14033" y="12966"/>
                  </a:lnTo>
                  <a:lnTo>
                    <a:pt x="14020" y="13085"/>
                  </a:lnTo>
                  <a:lnTo>
                    <a:pt x="13993" y="13190"/>
                  </a:lnTo>
                  <a:lnTo>
                    <a:pt x="13954" y="13309"/>
                  </a:lnTo>
                  <a:lnTo>
                    <a:pt x="13901" y="13414"/>
                  </a:lnTo>
                  <a:lnTo>
                    <a:pt x="13835" y="13506"/>
                  </a:lnTo>
                  <a:lnTo>
                    <a:pt x="13770" y="13598"/>
                  </a:lnTo>
                  <a:lnTo>
                    <a:pt x="13691" y="13690"/>
                  </a:lnTo>
                  <a:lnTo>
                    <a:pt x="13598" y="13769"/>
                  </a:lnTo>
                  <a:lnTo>
                    <a:pt x="13506" y="13835"/>
                  </a:lnTo>
                  <a:lnTo>
                    <a:pt x="13401" y="13901"/>
                  </a:lnTo>
                  <a:lnTo>
                    <a:pt x="13296" y="13940"/>
                  </a:lnTo>
                  <a:lnTo>
                    <a:pt x="13190" y="13980"/>
                  </a:lnTo>
                  <a:lnTo>
                    <a:pt x="13072" y="14006"/>
                  </a:lnTo>
                  <a:lnTo>
                    <a:pt x="12953" y="14019"/>
                  </a:lnTo>
                  <a:lnTo>
                    <a:pt x="12835" y="14033"/>
                  </a:lnTo>
                  <a:lnTo>
                    <a:pt x="12730" y="14019"/>
                  </a:lnTo>
                  <a:lnTo>
                    <a:pt x="12611" y="14006"/>
                  </a:lnTo>
                  <a:lnTo>
                    <a:pt x="12493" y="13980"/>
                  </a:lnTo>
                  <a:lnTo>
                    <a:pt x="12387" y="13940"/>
                  </a:lnTo>
                  <a:lnTo>
                    <a:pt x="12282" y="13901"/>
                  </a:lnTo>
                  <a:lnTo>
                    <a:pt x="12177" y="13835"/>
                  </a:lnTo>
                  <a:lnTo>
                    <a:pt x="12085" y="13769"/>
                  </a:lnTo>
                  <a:lnTo>
                    <a:pt x="11992" y="13690"/>
                  </a:lnTo>
                  <a:lnTo>
                    <a:pt x="11913" y="13598"/>
                  </a:lnTo>
                  <a:lnTo>
                    <a:pt x="11848" y="13506"/>
                  </a:lnTo>
                  <a:lnTo>
                    <a:pt x="11782" y="13414"/>
                  </a:lnTo>
                  <a:lnTo>
                    <a:pt x="11729" y="13309"/>
                  </a:lnTo>
                  <a:lnTo>
                    <a:pt x="11690" y="13190"/>
                  </a:lnTo>
                  <a:lnTo>
                    <a:pt x="11663" y="13085"/>
                  </a:lnTo>
                  <a:lnTo>
                    <a:pt x="11650" y="12966"/>
                  </a:lnTo>
                  <a:lnTo>
                    <a:pt x="11650" y="12848"/>
                  </a:lnTo>
                  <a:lnTo>
                    <a:pt x="11650" y="12729"/>
                  </a:lnTo>
                  <a:lnTo>
                    <a:pt x="11663" y="12611"/>
                  </a:lnTo>
                  <a:lnTo>
                    <a:pt x="11690" y="12492"/>
                  </a:lnTo>
                  <a:lnTo>
                    <a:pt x="11729" y="12387"/>
                  </a:lnTo>
                  <a:lnTo>
                    <a:pt x="11782" y="12282"/>
                  </a:lnTo>
                  <a:lnTo>
                    <a:pt x="11848" y="12176"/>
                  </a:lnTo>
                  <a:lnTo>
                    <a:pt x="11913" y="12084"/>
                  </a:lnTo>
                  <a:lnTo>
                    <a:pt x="11992" y="11992"/>
                  </a:lnTo>
                  <a:lnTo>
                    <a:pt x="12085" y="11913"/>
                  </a:lnTo>
                  <a:lnTo>
                    <a:pt x="12177" y="11847"/>
                  </a:lnTo>
                  <a:lnTo>
                    <a:pt x="12282" y="11782"/>
                  </a:lnTo>
                  <a:lnTo>
                    <a:pt x="12387" y="11742"/>
                  </a:lnTo>
                  <a:lnTo>
                    <a:pt x="12493" y="11703"/>
                  </a:lnTo>
                  <a:lnTo>
                    <a:pt x="12611" y="11663"/>
                  </a:lnTo>
                  <a:lnTo>
                    <a:pt x="12716" y="11650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5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82"/>
                  </a:lnTo>
                  <a:lnTo>
                    <a:pt x="395" y="1066"/>
                  </a:lnTo>
                  <a:lnTo>
                    <a:pt x="277" y="1277"/>
                  </a:lnTo>
                  <a:lnTo>
                    <a:pt x="172" y="1488"/>
                  </a:lnTo>
                  <a:lnTo>
                    <a:pt x="106" y="1698"/>
                  </a:lnTo>
                  <a:lnTo>
                    <a:pt x="40" y="1922"/>
                  </a:lnTo>
                  <a:lnTo>
                    <a:pt x="14" y="2159"/>
                  </a:lnTo>
                  <a:lnTo>
                    <a:pt x="1" y="2383"/>
                  </a:lnTo>
                  <a:lnTo>
                    <a:pt x="14" y="2607"/>
                  </a:lnTo>
                  <a:lnTo>
                    <a:pt x="40" y="2830"/>
                  </a:lnTo>
                  <a:lnTo>
                    <a:pt x="106" y="3054"/>
                  </a:lnTo>
                  <a:lnTo>
                    <a:pt x="172" y="3278"/>
                  </a:lnTo>
                  <a:lnTo>
                    <a:pt x="277" y="3489"/>
                  </a:lnTo>
                  <a:lnTo>
                    <a:pt x="395" y="3686"/>
                  </a:lnTo>
                  <a:lnTo>
                    <a:pt x="540" y="3883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67" y="4357"/>
                  </a:lnTo>
                  <a:lnTo>
                    <a:pt x="1264" y="4476"/>
                  </a:lnTo>
                  <a:lnTo>
                    <a:pt x="1475" y="4581"/>
                  </a:lnTo>
                  <a:lnTo>
                    <a:pt x="1685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60" y="4634"/>
                  </a:lnTo>
                  <a:lnTo>
                    <a:pt x="3305" y="4568"/>
                  </a:lnTo>
                  <a:lnTo>
                    <a:pt x="3449" y="4502"/>
                  </a:lnTo>
                  <a:lnTo>
                    <a:pt x="3594" y="4423"/>
                  </a:lnTo>
                  <a:lnTo>
                    <a:pt x="10795" y="11637"/>
                  </a:lnTo>
                  <a:lnTo>
                    <a:pt x="10716" y="11768"/>
                  </a:lnTo>
                  <a:lnTo>
                    <a:pt x="10650" y="11913"/>
                  </a:lnTo>
                  <a:lnTo>
                    <a:pt x="10597" y="12058"/>
                  </a:lnTo>
                  <a:lnTo>
                    <a:pt x="10544" y="12216"/>
                  </a:lnTo>
                  <a:lnTo>
                    <a:pt x="10505" y="12361"/>
                  </a:lnTo>
                  <a:lnTo>
                    <a:pt x="10479" y="12519"/>
                  </a:lnTo>
                  <a:lnTo>
                    <a:pt x="10465" y="12677"/>
                  </a:lnTo>
                  <a:lnTo>
                    <a:pt x="10465" y="12848"/>
                  </a:lnTo>
                  <a:lnTo>
                    <a:pt x="10479" y="13085"/>
                  </a:lnTo>
                  <a:lnTo>
                    <a:pt x="10505" y="13309"/>
                  </a:lnTo>
                  <a:lnTo>
                    <a:pt x="10571" y="13532"/>
                  </a:lnTo>
                  <a:lnTo>
                    <a:pt x="10637" y="13756"/>
                  </a:lnTo>
                  <a:lnTo>
                    <a:pt x="10742" y="13967"/>
                  </a:lnTo>
                  <a:lnTo>
                    <a:pt x="10860" y="14164"/>
                  </a:lnTo>
                  <a:lnTo>
                    <a:pt x="11005" y="14348"/>
                  </a:lnTo>
                  <a:lnTo>
                    <a:pt x="11163" y="14520"/>
                  </a:lnTo>
                  <a:lnTo>
                    <a:pt x="11334" y="14691"/>
                  </a:lnTo>
                  <a:lnTo>
                    <a:pt x="11519" y="14822"/>
                  </a:lnTo>
                  <a:lnTo>
                    <a:pt x="11716" y="14941"/>
                  </a:lnTo>
                  <a:lnTo>
                    <a:pt x="11927" y="15046"/>
                  </a:lnTo>
                  <a:lnTo>
                    <a:pt x="12150" y="15125"/>
                  </a:lnTo>
                  <a:lnTo>
                    <a:pt x="12374" y="15178"/>
                  </a:lnTo>
                  <a:lnTo>
                    <a:pt x="12611" y="15217"/>
                  </a:lnTo>
                  <a:lnTo>
                    <a:pt x="13072" y="15217"/>
                  </a:lnTo>
                  <a:lnTo>
                    <a:pt x="13309" y="15178"/>
                  </a:lnTo>
                  <a:lnTo>
                    <a:pt x="13533" y="15125"/>
                  </a:lnTo>
                  <a:lnTo>
                    <a:pt x="13756" y="15046"/>
                  </a:lnTo>
                  <a:lnTo>
                    <a:pt x="13967" y="14941"/>
                  </a:lnTo>
                  <a:lnTo>
                    <a:pt x="14164" y="14822"/>
                  </a:lnTo>
                  <a:lnTo>
                    <a:pt x="14349" y="14691"/>
                  </a:lnTo>
                  <a:lnTo>
                    <a:pt x="14520" y="14520"/>
                  </a:lnTo>
                  <a:lnTo>
                    <a:pt x="14678" y="14348"/>
                  </a:lnTo>
                  <a:lnTo>
                    <a:pt x="14823" y="14164"/>
                  </a:lnTo>
                  <a:lnTo>
                    <a:pt x="14941" y="13967"/>
                  </a:lnTo>
                  <a:lnTo>
                    <a:pt x="15046" y="13756"/>
                  </a:lnTo>
                  <a:lnTo>
                    <a:pt x="15112" y="13532"/>
                  </a:lnTo>
                  <a:lnTo>
                    <a:pt x="15178" y="13309"/>
                  </a:lnTo>
                  <a:lnTo>
                    <a:pt x="15204" y="13085"/>
                  </a:lnTo>
                  <a:lnTo>
                    <a:pt x="15218" y="12848"/>
                  </a:lnTo>
                  <a:lnTo>
                    <a:pt x="15204" y="12611"/>
                  </a:lnTo>
                  <a:lnTo>
                    <a:pt x="15178" y="12374"/>
                  </a:lnTo>
                  <a:lnTo>
                    <a:pt x="15112" y="12150"/>
                  </a:lnTo>
                  <a:lnTo>
                    <a:pt x="15046" y="11940"/>
                  </a:lnTo>
                  <a:lnTo>
                    <a:pt x="14941" y="11729"/>
                  </a:lnTo>
                  <a:lnTo>
                    <a:pt x="14823" y="11518"/>
                  </a:lnTo>
                  <a:lnTo>
                    <a:pt x="14678" y="11334"/>
                  </a:lnTo>
                  <a:lnTo>
                    <a:pt x="14520" y="11163"/>
                  </a:lnTo>
                  <a:lnTo>
                    <a:pt x="14349" y="11005"/>
                  </a:lnTo>
                  <a:lnTo>
                    <a:pt x="14164" y="10860"/>
                  </a:lnTo>
                  <a:lnTo>
                    <a:pt x="13967" y="10742"/>
                  </a:lnTo>
                  <a:lnTo>
                    <a:pt x="13756" y="10650"/>
                  </a:lnTo>
                  <a:lnTo>
                    <a:pt x="13533" y="10571"/>
                  </a:lnTo>
                  <a:lnTo>
                    <a:pt x="13309" y="10505"/>
                  </a:lnTo>
                  <a:lnTo>
                    <a:pt x="13072" y="10478"/>
                  </a:lnTo>
                  <a:lnTo>
                    <a:pt x="12848" y="10465"/>
                  </a:lnTo>
                  <a:lnTo>
                    <a:pt x="12677" y="10465"/>
                  </a:lnTo>
                  <a:lnTo>
                    <a:pt x="12519" y="10492"/>
                  </a:lnTo>
                  <a:lnTo>
                    <a:pt x="12361" y="10518"/>
                  </a:lnTo>
                  <a:lnTo>
                    <a:pt x="12203" y="10544"/>
                  </a:lnTo>
                  <a:lnTo>
                    <a:pt x="12058" y="10597"/>
                  </a:lnTo>
                  <a:lnTo>
                    <a:pt x="11913" y="10650"/>
                  </a:lnTo>
                  <a:lnTo>
                    <a:pt x="11769" y="10715"/>
                  </a:lnTo>
                  <a:lnTo>
                    <a:pt x="11624" y="10794"/>
                  </a:lnTo>
                  <a:lnTo>
                    <a:pt x="4423" y="3594"/>
                  </a:lnTo>
                  <a:lnTo>
                    <a:pt x="4516" y="3423"/>
                  </a:lnTo>
                  <a:lnTo>
                    <a:pt x="4595" y="3238"/>
                  </a:lnTo>
                  <a:lnTo>
                    <a:pt x="4660" y="3054"/>
                  </a:lnTo>
                  <a:lnTo>
                    <a:pt x="4713" y="2870"/>
                  </a:lnTo>
                  <a:lnTo>
                    <a:pt x="4739" y="2672"/>
                  </a:lnTo>
                  <a:lnTo>
                    <a:pt x="4753" y="2488"/>
                  </a:lnTo>
                  <a:lnTo>
                    <a:pt x="4753" y="2291"/>
                  </a:lnTo>
                  <a:lnTo>
                    <a:pt x="4739" y="2093"/>
                  </a:lnTo>
                  <a:lnTo>
                    <a:pt x="4713" y="1909"/>
                  </a:lnTo>
                  <a:lnTo>
                    <a:pt x="4660" y="1725"/>
                  </a:lnTo>
                  <a:lnTo>
                    <a:pt x="4608" y="1540"/>
                  </a:lnTo>
                  <a:lnTo>
                    <a:pt x="4529" y="1356"/>
                  </a:lnTo>
                  <a:lnTo>
                    <a:pt x="4437" y="1185"/>
                  </a:lnTo>
                  <a:lnTo>
                    <a:pt x="4318" y="1014"/>
                  </a:lnTo>
                  <a:lnTo>
                    <a:pt x="4200" y="856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699" y="395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68" y="106"/>
                  </a:lnTo>
                  <a:lnTo>
                    <a:pt x="2844" y="53"/>
                  </a:lnTo>
                  <a:lnTo>
                    <a:pt x="2620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2745050" y="784075"/>
              <a:ext cx="481500" cy="119150"/>
            </a:xfrm>
            <a:custGeom>
              <a:rect b="b" l="l" r="r" t="t"/>
              <a:pathLst>
                <a:path extrusionOk="0" h="4766" w="19260">
                  <a:moveTo>
                    <a:pt x="2370" y="1185"/>
                  </a:moveTo>
                  <a:lnTo>
                    <a:pt x="2502" y="1198"/>
                  </a:lnTo>
                  <a:lnTo>
                    <a:pt x="2621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42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50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1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3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96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16877" y="1185"/>
                  </a:moveTo>
                  <a:lnTo>
                    <a:pt x="17008" y="1198"/>
                  </a:lnTo>
                  <a:lnTo>
                    <a:pt x="17127" y="1211"/>
                  </a:lnTo>
                  <a:lnTo>
                    <a:pt x="17232" y="1238"/>
                  </a:lnTo>
                  <a:lnTo>
                    <a:pt x="17350" y="1277"/>
                  </a:lnTo>
                  <a:lnTo>
                    <a:pt x="17456" y="1330"/>
                  </a:lnTo>
                  <a:lnTo>
                    <a:pt x="17548" y="1396"/>
                  </a:lnTo>
                  <a:lnTo>
                    <a:pt x="17640" y="1461"/>
                  </a:lnTo>
                  <a:lnTo>
                    <a:pt x="17732" y="1540"/>
                  </a:lnTo>
                  <a:lnTo>
                    <a:pt x="17811" y="1619"/>
                  </a:lnTo>
                  <a:lnTo>
                    <a:pt x="17877" y="1712"/>
                  </a:lnTo>
                  <a:lnTo>
                    <a:pt x="17930" y="1817"/>
                  </a:lnTo>
                  <a:lnTo>
                    <a:pt x="17982" y="1922"/>
                  </a:lnTo>
                  <a:lnTo>
                    <a:pt x="18022" y="2027"/>
                  </a:lnTo>
                  <a:lnTo>
                    <a:pt x="18048" y="2146"/>
                  </a:lnTo>
                  <a:lnTo>
                    <a:pt x="18074" y="2264"/>
                  </a:lnTo>
                  <a:lnTo>
                    <a:pt x="18074" y="2383"/>
                  </a:lnTo>
                  <a:lnTo>
                    <a:pt x="18074" y="2501"/>
                  </a:lnTo>
                  <a:lnTo>
                    <a:pt x="18048" y="2620"/>
                  </a:lnTo>
                  <a:lnTo>
                    <a:pt x="18022" y="2738"/>
                  </a:lnTo>
                  <a:lnTo>
                    <a:pt x="17982" y="2844"/>
                  </a:lnTo>
                  <a:lnTo>
                    <a:pt x="17930" y="2949"/>
                  </a:lnTo>
                  <a:lnTo>
                    <a:pt x="17877" y="3054"/>
                  </a:lnTo>
                  <a:lnTo>
                    <a:pt x="17811" y="3146"/>
                  </a:lnTo>
                  <a:lnTo>
                    <a:pt x="17732" y="3225"/>
                  </a:lnTo>
                  <a:lnTo>
                    <a:pt x="17640" y="3304"/>
                  </a:lnTo>
                  <a:lnTo>
                    <a:pt x="17548" y="3370"/>
                  </a:lnTo>
                  <a:lnTo>
                    <a:pt x="17456" y="3436"/>
                  </a:lnTo>
                  <a:lnTo>
                    <a:pt x="17350" y="3489"/>
                  </a:lnTo>
                  <a:lnTo>
                    <a:pt x="17232" y="3528"/>
                  </a:lnTo>
                  <a:lnTo>
                    <a:pt x="17127" y="3554"/>
                  </a:lnTo>
                  <a:lnTo>
                    <a:pt x="17008" y="3581"/>
                  </a:lnTo>
                  <a:lnTo>
                    <a:pt x="16758" y="3581"/>
                  </a:lnTo>
                  <a:lnTo>
                    <a:pt x="16640" y="3554"/>
                  </a:lnTo>
                  <a:lnTo>
                    <a:pt x="16521" y="3528"/>
                  </a:lnTo>
                  <a:lnTo>
                    <a:pt x="16416" y="3489"/>
                  </a:lnTo>
                  <a:lnTo>
                    <a:pt x="16311" y="3436"/>
                  </a:lnTo>
                  <a:lnTo>
                    <a:pt x="16218" y="3370"/>
                  </a:lnTo>
                  <a:lnTo>
                    <a:pt x="16126" y="3304"/>
                  </a:lnTo>
                  <a:lnTo>
                    <a:pt x="16034" y="3225"/>
                  </a:lnTo>
                  <a:lnTo>
                    <a:pt x="15955" y="3146"/>
                  </a:lnTo>
                  <a:lnTo>
                    <a:pt x="15889" y="3054"/>
                  </a:lnTo>
                  <a:lnTo>
                    <a:pt x="15823" y="2949"/>
                  </a:lnTo>
                  <a:lnTo>
                    <a:pt x="15784" y="2844"/>
                  </a:lnTo>
                  <a:lnTo>
                    <a:pt x="15744" y="2738"/>
                  </a:lnTo>
                  <a:lnTo>
                    <a:pt x="15705" y="2620"/>
                  </a:lnTo>
                  <a:lnTo>
                    <a:pt x="15692" y="2501"/>
                  </a:lnTo>
                  <a:lnTo>
                    <a:pt x="15679" y="2383"/>
                  </a:lnTo>
                  <a:lnTo>
                    <a:pt x="15692" y="2264"/>
                  </a:lnTo>
                  <a:lnTo>
                    <a:pt x="15705" y="2146"/>
                  </a:lnTo>
                  <a:lnTo>
                    <a:pt x="15744" y="2027"/>
                  </a:lnTo>
                  <a:lnTo>
                    <a:pt x="15784" y="1922"/>
                  </a:lnTo>
                  <a:lnTo>
                    <a:pt x="15823" y="1817"/>
                  </a:lnTo>
                  <a:lnTo>
                    <a:pt x="15889" y="1712"/>
                  </a:lnTo>
                  <a:lnTo>
                    <a:pt x="15955" y="1619"/>
                  </a:lnTo>
                  <a:lnTo>
                    <a:pt x="16034" y="1540"/>
                  </a:lnTo>
                  <a:lnTo>
                    <a:pt x="16126" y="1461"/>
                  </a:lnTo>
                  <a:lnTo>
                    <a:pt x="16218" y="1396"/>
                  </a:lnTo>
                  <a:lnTo>
                    <a:pt x="16311" y="1330"/>
                  </a:lnTo>
                  <a:lnTo>
                    <a:pt x="16416" y="1277"/>
                  </a:lnTo>
                  <a:lnTo>
                    <a:pt x="16521" y="1238"/>
                  </a:lnTo>
                  <a:lnTo>
                    <a:pt x="16640" y="1211"/>
                  </a:lnTo>
                  <a:lnTo>
                    <a:pt x="16758" y="1198"/>
                  </a:lnTo>
                  <a:lnTo>
                    <a:pt x="16877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7" y="53"/>
                  </a:lnTo>
                  <a:lnTo>
                    <a:pt x="1673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7" y="553"/>
                  </a:lnTo>
                  <a:lnTo>
                    <a:pt x="699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46"/>
                  </a:lnTo>
                  <a:lnTo>
                    <a:pt x="1" y="2383"/>
                  </a:lnTo>
                  <a:lnTo>
                    <a:pt x="1" y="2633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99" y="4068"/>
                  </a:lnTo>
                  <a:lnTo>
                    <a:pt x="857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81"/>
                  </a:lnTo>
                  <a:lnTo>
                    <a:pt x="1673" y="4660"/>
                  </a:lnTo>
                  <a:lnTo>
                    <a:pt x="1897" y="4713"/>
                  </a:lnTo>
                  <a:lnTo>
                    <a:pt x="2133" y="4752"/>
                  </a:lnTo>
                  <a:lnTo>
                    <a:pt x="2370" y="4765"/>
                  </a:lnTo>
                  <a:lnTo>
                    <a:pt x="2581" y="4752"/>
                  </a:lnTo>
                  <a:lnTo>
                    <a:pt x="2778" y="4726"/>
                  </a:lnTo>
                  <a:lnTo>
                    <a:pt x="2976" y="4686"/>
                  </a:lnTo>
                  <a:lnTo>
                    <a:pt x="3160" y="4621"/>
                  </a:lnTo>
                  <a:lnTo>
                    <a:pt x="3344" y="4555"/>
                  </a:lnTo>
                  <a:lnTo>
                    <a:pt x="3516" y="4463"/>
                  </a:lnTo>
                  <a:lnTo>
                    <a:pt x="3687" y="4371"/>
                  </a:lnTo>
                  <a:lnTo>
                    <a:pt x="3845" y="4252"/>
                  </a:lnTo>
                  <a:lnTo>
                    <a:pt x="3990" y="4134"/>
                  </a:lnTo>
                  <a:lnTo>
                    <a:pt x="4121" y="3989"/>
                  </a:lnTo>
                  <a:lnTo>
                    <a:pt x="4253" y="3844"/>
                  </a:lnTo>
                  <a:lnTo>
                    <a:pt x="4358" y="3686"/>
                  </a:lnTo>
                  <a:lnTo>
                    <a:pt x="4463" y="3515"/>
                  </a:lnTo>
                  <a:lnTo>
                    <a:pt x="4542" y="3344"/>
                  </a:lnTo>
                  <a:lnTo>
                    <a:pt x="4621" y="3160"/>
                  </a:lnTo>
                  <a:lnTo>
                    <a:pt x="4674" y="2975"/>
                  </a:lnTo>
                  <a:lnTo>
                    <a:pt x="14573" y="2975"/>
                  </a:lnTo>
                  <a:lnTo>
                    <a:pt x="14639" y="3160"/>
                  </a:lnTo>
                  <a:lnTo>
                    <a:pt x="14705" y="3344"/>
                  </a:lnTo>
                  <a:lnTo>
                    <a:pt x="14797" y="3515"/>
                  </a:lnTo>
                  <a:lnTo>
                    <a:pt x="14889" y="3686"/>
                  </a:lnTo>
                  <a:lnTo>
                    <a:pt x="15007" y="3844"/>
                  </a:lnTo>
                  <a:lnTo>
                    <a:pt x="15126" y="3989"/>
                  </a:lnTo>
                  <a:lnTo>
                    <a:pt x="15271" y="4134"/>
                  </a:lnTo>
                  <a:lnTo>
                    <a:pt x="15415" y="4252"/>
                  </a:lnTo>
                  <a:lnTo>
                    <a:pt x="15573" y="4371"/>
                  </a:lnTo>
                  <a:lnTo>
                    <a:pt x="15731" y="4463"/>
                  </a:lnTo>
                  <a:lnTo>
                    <a:pt x="15916" y="4555"/>
                  </a:lnTo>
                  <a:lnTo>
                    <a:pt x="16087" y="4621"/>
                  </a:lnTo>
                  <a:lnTo>
                    <a:pt x="16284" y="4686"/>
                  </a:lnTo>
                  <a:lnTo>
                    <a:pt x="16482" y="4726"/>
                  </a:lnTo>
                  <a:lnTo>
                    <a:pt x="16679" y="4752"/>
                  </a:lnTo>
                  <a:lnTo>
                    <a:pt x="16877" y="4765"/>
                  </a:lnTo>
                  <a:lnTo>
                    <a:pt x="17127" y="4752"/>
                  </a:lnTo>
                  <a:lnTo>
                    <a:pt x="17364" y="4713"/>
                  </a:lnTo>
                  <a:lnTo>
                    <a:pt x="17587" y="4660"/>
                  </a:lnTo>
                  <a:lnTo>
                    <a:pt x="17811" y="4581"/>
                  </a:lnTo>
                  <a:lnTo>
                    <a:pt x="18009" y="4476"/>
                  </a:lnTo>
                  <a:lnTo>
                    <a:pt x="18206" y="4357"/>
                  </a:lnTo>
                  <a:lnTo>
                    <a:pt x="18390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1" y="3712"/>
                  </a:lnTo>
                  <a:lnTo>
                    <a:pt x="18970" y="3515"/>
                  </a:lnTo>
                  <a:lnTo>
                    <a:pt x="19075" y="3304"/>
                  </a:lnTo>
                  <a:lnTo>
                    <a:pt x="19154" y="3094"/>
                  </a:lnTo>
                  <a:lnTo>
                    <a:pt x="19206" y="2857"/>
                  </a:lnTo>
                  <a:lnTo>
                    <a:pt x="19246" y="2633"/>
                  </a:lnTo>
                  <a:lnTo>
                    <a:pt x="19259" y="2383"/>
                  </a:lnTo>
                  <a:lnTo>
                    <a:pt x="19246" y="2146"/>
                  </a:lnTo>
                  <a:lnTo>
                    <a:pt x="19206" y="1909"/>
                  </a:lnTo>
                  <a:lnTo>
                    <a:pt x="19154" y="1672"/>
                  </a:lnTo>
                  <a:lnTo>
                    <a:pt x="19075" y="1461"/>
                  </a:lnTo>
                  <a:lnTo>
                    <a:pt x="18970" y="1251"/>
                  </a:lnTo>
                  <a:lnTo>
                    <a:pt x="18851" y="1053"/>
                  </a:lnTo>
                  <a:lnTo>
                    <a:pt x="18719" y="869"/>
                  </a:lnTo>
                  <a:lnTo>
                    <a:pt x="18561" y="698"/>
                  </a:lnTo>
                  <a:lnTo>
                    <a:pt x="18390" y="553"/>
                  </a:lnTo>
                  <a:lnTo>
                    <a:pt x="18206" y="408"/>
                  </a:lnTo>
                  <a:lnTo>
                    <a:pt x="18009" y="290"/>
                  </a:lnTo>
                  <a:lnTo>
                    <a:pt x="17811" y="198"/>
                  </a:lnTo>
                  <a:lnTo>
                    <a:pt x="17587" y="106"/>
                  </a:lnTo>
                  <a:lnTo>
                    <a:pt x="17364" y="53"/>
                  </a:lnTo>
                  <a:lnTo>
                    <a:pt x="17127" y="13"/>
                  </a:lnTo>
                  <a:lnTo>
                    <a:pt x="16877" y="0"/>
                  </a:lnTo>
                  <a:lnTo>
                    <a:pt x="16679" y="13"/>
                  </a:lnTo>
                  <a:lnTo>
                    <a:pt x="16482" y="40"/>
                  </a:lnTo>
                  <a:lnTo>
                    <a:pt x="16284" y="79"/>
                  </a:lnTo>
                  <a:lnTo>
                    <a:pt x="16087" y="145"/>
                  </a:lnTo>
                  <a:lnTo>
                    <a:pt x="15916" y="211"/>
                  </a:lnTo>
                  <a:lnTo>
                    <a:pt x="15731" y="303"/>
                  </a:lnTo>
                  <a:lnTo>
                    <a:pt x="15573" y="395"/>
                  </a:lnTo>
                  <a:lnTo>
                    <a:pt x="15415" y="514"/>
                  </a:lnTo>
                  <a:lnTo>
                    <a:pt x="15271" y="645"/>
                  </a:lnTo>
                  <a:lnTo>
                    <a:pt x="15126" y="777"/>
                  </a:lnTo>
                  <a:lnTo>
                    <a:pt x="15007" y="922"/>
                  </a:lnTo>
                  <a:lnTo>
                    <a:pt x="14889" y="1080"/>
                  </a:lnTo>
                  <a:lnTo>
                    <a:pt x="14797" y="1251"/>
                  </a:lnTo>
                  <a:lnTo>
                    <a:pt x="14705" y="1422"/>
                  </a:lnTo>
                  <a:lnTo>
                    <a:pt x="14639" y="1606"/>
                  </a:lnTo>
                  <a:lnTo>
                    <a:pt x="14573" y="1791"/>
                  </a:lnTo>
                  <a:lnTo>
                    <a:pt x="4674" y="1791"/>
                  </a:lnTo>
                  <a:lnTo>
                    <a:pt x="4621" y="1606"/>
                  </a:lnTo>
                  <a:lnTo>
                    <a:pt x="4542" y="1422"/>
                  </a:lnTo>
                  <a:lnTo>
                    <a:pt x="4463" y="1251"/>
                  </a:lnTo>
                  <a:lnTo>
                    <a:pt x="4358" y="1080"/>
                  </a:lnTo>
                  <a:lnTo>
                    <a:pt x="4253" y="922"/>
                  </a:lnTo>
                  <a:lnTo>
                    <a:pt x="4121" y="777"/>
                  </a:lnTo>
                  <a:lnTo>
                    <a:pt x="3990" y="645"/>
                  </a:lnTo>
                  <a:lnTo>
                    <a:pt x="3845" y="514"/>
                  </a:lnTo>
                  <a:lnTo>
                    <a:pt x="3687" y="395"/>
                  </a:lnTo>
                  <a:lnTo>
                    <a:pt x="3516" y="303"/>
                  </a:lnTo>
                  <a:lnTo>
                    <a:pt x="3344" y="211"/>
                  </a:lnTo>
                  <a:lnTo>
                    <a:pt x="3160" y="145"/>
                  </a:lnTo>
                  <a:lnTo>
                    <a:pt x="2976" y="79"/>
                  </a:lnTo>
                  <a:lnTo>
                    <a:pt x="2778" y="40"/>
                  </a:lnTo>
                  <a:lnTo>
                    <a:pt x="2581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1265475" y="1018700"/>
              <a:ext cx="4767200" cy="4229150"/>
            </a:xfrm>
            <a:custGeom>
              <a:rect b="b" l="l" r="r" t="t"/>
              <a:pathLst>
                <a:path extrusionOk="0" h="169166" w="190688">
                  <a:moveTo>
                    <a:pt x="71610" y="3542"/>
                  </a:moveTo>
                  <a:lnTo>
                    <a:pt x="71795" y="3555"/>
                  </a:lnTo>
                  <a:lnTo>
                    <a:pt x="71966" y="3581"/>
                  </a:lnTo>
                  <a:lnTo>
                    <a:pt x="72124" y="3608"/>
                  </a:lnTo>
                  <a:lnTo>
                    <a:pt x="72295" y="3647"/>
                  </a:lnTo>
                  <a:lnTo>
                    <a:pt x="72453" y="3700"/>
                  </a:lnTo>
                  <a:lnTo>
                    <a:pt x="72611" y="3752"/>
                  </a:lnTo>
                  <a:lnTo>
                    <a:pt x="72769" y="3805"/>
                  </a:lnTo>
                  <a:lnTo>
                    <a:pt x="72927" y="3871"/>
                  </a:lnTo>
                  <a:lnTo>
                    <a:pt x="73071" y="3950"/>
                  </a:lnTo>
                  <a:lnTo>
                    <a:pt x="73216" y="4042"/>
                  </a:lnTo>
                  <a:lnTo>
                    <a:pt x="73348" y="4121"/>
                  </a:lnTo>
                  <a:lnTo>
                    <a:pt x="73611" y="4318"/>
                  </a:lnTo>
                  <a:lnTo>
                    <a:pt x="73861" y="4542"/>
                  </a:lnTo>
                  <a:lnTo>
                    <a:pt x="74072" y="4779"/>
                  </a:lnTo>
                  <a:lnTo>
                    <a:pt x="74269" y="5042"/>
                  </a:lnTo>
                  <a:lnTo>
                    <a:pt x="74361" y="5187"/>
                  </a:lnTo>
                  <a:lnTo>
                    <a:pt x="74440" y="5332"/>
                  </a:lnTo>
                  <a:lnTo>
                    <a:pt x="74519" y="5477"/>
                  </a:lnTo>
                  <a:lnTo>
                    <a:pt x="74585" y="5635"/>
                  </a:lnTo>
                  <a:lnTo>
                    <a:pt x="74651" y="5780"/>
                  </a:lnTo>
                  <a:lnTo>
                    <a:pt x="74704" y="5938"/>
                  </a:lnTo>
                  <a:lnTo>
                    <a:pt x="74756" y="6109"/>
                  </a:lnTo>
                  <a:lnTo>
                    <a:pt x="74796" y="6267"/>
                  </a:lnTo>
                  <a:lnTo>
                    <a:pt x="74822" y="6438"/>
                  </a:lnTo>
                  <a:lnTo>
                    <a:pt x="74849" y="6609"/>
                  </a:lnTo>
                  <a:lnTo>
                    <a:pt x="74862" y="6780"/>
                  </a:lnTo>
                  <a:lnTo>
                    <a:pt x="74862" y="6964"/>
                  </a:lnTo>
                  <a:lnTo>
                    <a:pt x="74862" y="7135"/>
                  </a:lnTo>
                  <a:lnTo>
                    <a:pt x="74849" y="7307"/>
                  </a:lnTo>
                  <a:lnTo>
                    <a:pt x="74822" y="7478"/>
                  </a:lnTo>
                  <a:lnTo>
                    <a:pt x="74796" y="7649"/>
                  </a:lnTo>
                  <a:lnTo>
                    <a:pt x="74756" y="7807"/>
                  </a:lnTo>
                  <a:lnTo>
                    <a:pt x="74704" y="7978"/>
                  </a:lnTo>
                  <a:lnTo>
                    <a:pt x="74651" y="8136"/>
                  </a:lnTo>
                  <a:lnTo>
                    <a:pt x="74585" y="8294"/>
                  </a:lnTo>
                  <a:lnTo>
                    <a:pt x="74519" y="8439"/>
                  </a:lnTo>
                  <a:lnTo>
                    <a:pt x="74440" y="8583"/>
                  </a:lnTo>
                  <a:lnTo>
                    <a:pt x="74361" y="8728"/>
                  </a:lnTo>
                  <a:lnTo>
                    <a:pt x="74269" y="8873"/>
                  </a:lnTo>
                  <a:lnTo>
                    <a:pt x="74072" y="9136"/>
                  </a:lnTo>
                  <a:lnTo>
                    <a:pt x="73861" y="9373"/>
                  </a:lnTo>
                  <a:lnTo>
                    <a:pt x="73611" y="9597"/>
                  </a:lnTo>
                  <a:lnTo>
                    <a:pt x="73348" y="9795"/>
                  </a:lnTo>
                  <a:lnTo>
                    <a:pt x="73216" y="9887"/>
                  </a:lnTo>
                  <a:lnTo>
                    <a:pt x="73071" y="9966"/>
                  </a:lnTo>
                  <a:lnTo>
                    <a:pt x="72927" y="10045"/>
                  </a:lnTo>
                  <a:lnTo>
                    <a:pt x="72769" y="10110"/>
                  </a:lnTo>
                  <a:lnTo>
                    <a:pt x="72611" y="10176"/>
                  </a:lnTo>
                  <a:lnTo>
                    <a:pt x="72453" y="10229"/>
                  </a:lnTo>
                  <a:lnTo>
                    <a:pt x="72295" y="10268"/>
                  </a:lnTo>
                  <a:lnTo>
                    <a:pt x="72124" y="10308"/>
                  </a:lnTo>
                  <a:lnTo>
                    <a:pt x="71966" y="10334"/>
                  </a:lnTo>
                  <a:lnTo>
                    <a:pt x="71795" y="10361"/>
                  </a:lnTo>
                  <a:lnTo>
                    <a:pt x="71610" y="10374"/>
                  </a:lnTo>
                  <a:lnTo>
                    <a:pt x="71268" y="10374"/>
                  </a:lnTo>
                  <a:lnTo>
                    <a:pt x="71097" y="10361"/>
                  </a:lnTo>
                  <a:lnTo>
                    <a:pt x="70926" y="10334"/>
                  </a:lnTo>
                  <a:lnTo>
                    <a:pt x="70755" y="10308"/>
                  </a:lnTo>
                  <a:lnTo>
                    <a:pt x="70584" y="10268"/>
                  </a:lnTo>
                  <a:lnTo>
                    <a:pt x="70426" y="10229"/>
                  </a:lnTo>
                  <a:lnTo>
                    <a:pt x="70268" y="10176"/>
                  </a:lnTo>
                  <a:lnTo>
                    <a:pt x="70110" y="10110"/>
                  </a:lnTo>
                  <a:lnTo>
                    <a:pt x="69965" y="10045"/>
                  </a:lnTo>
                  <a:lnTo>
                    <a:pt x="69807" y="9966"/>
                  </a:lnTo>
                  <a:lnTo>
                    <a:pt x="69662" y="9887"/>
                  </a:lnTo>
                  <a:lnTo>
                    <a:pt x="69530" y="9795"/>
                  </a:lnTo>
                  <a:lnTo>
                    <a:pt x="69267" y="9597"/>
                  </a:lnTo>
                  <a:lnTo>
                    <a:pt x="69017" y="9373"/>
                  </a:lnTo>
                  <a:lnTo>
                    <a:pt x="68806" y="9136"/>
                  </a:lnTo>
                  <a:lnTo>
                    <a:pt x="68609" y="8873"/>
                  </a:lnTo>
                  <a:lnTo>
                    <a:pt x="68517" y="8728"/>
                  </a:lnTo>
                  <a:lnTo>
                    <a:pt x="68438" y="8583"/>
                  </a:lnTo>
                  <a:lnTo>
                    <a:pt x="68359" y="8439"/>
                  </a:lnTo>
                  <a:lnTo>
                    <a:pt x="68293" y="8294"/>
                  </a:lnTo>
                  <a:lnTo>
                    <a:pt x="68227" y="8136"/>
                  </a:lnTo>
                  <a:lnTo>
                    <a:pt x="68175" y="7978"/>
                  </a:lnTo>
                  <a:lnTo>
                    <a:pt x="68122" y="7807"/>
                  </a:lnTo>
                  <a:lnTo>
                    <a:pt x="68096" y="7649"/>
                  </a:lnTo>
                  <a:lnTo>
                    <a:pt x="68056" y="7478"/>
                  </a:lnTo>
                  <a:lnTo>
                    <a:pt x="68043" y="7307"/>
                  </a:lnTo>
                  <a:lnTo>
                    <a:pt x="68030" y="7135"/>
                  </a:lnTo>
                  <a:lnTo>
                    <a:pt x="68017" y="6964"/>
                  </a:lnTo>
                  <a:lnTo>
                    <a:pt x="68030" y="6780"/>
                  </a:lnTo>
                  <a:lnTo>
                    <a:pt x="68043" y="6609"/>
                  </a:lnTo>
                  <a:lnTo>
                    <a:pt x="68056" y="6438"/>
                  </a:lnTo>
                  <a:lnTo>
                    <a:pt x="68096" y="6267"/>
                  </a:lnTo>
                  <a:lnTo>
                    <a:pt x="68122" y="6109"/>
                  </a:lnTo>
                  <a:lnTo>
                    <a:pt x="68175" y="5938"/>
                  </a:lnTo>
                  <a:lnTo>
                    <a:pt x="68227" y="5780"/>
                  </a:lnTo>
                  <a:lnTo>
                    <a:pt x="68293" y="5635"/>
                  </a:lnTo>
                  <a:lnTo>
                    <a:pt x="68359" y="5477"/>
                  </a:lnTo>
                  <a:lnTo>
                    <a:pt x="68438" y="5332"/>
                  </a:lnTo>
                  <a:lnTo>
                    <a:pt x="68517" y="5187"/>
                  </a:lnTo>
                  <a:lnTo>
                    <a:pt x="68609" y="5042"/>
                  </a:lnTo>
                  <a:lnTo>
                    <a:pt x="68806" y="4779"/>
                  </a:lnTo>
                  <a:lnTo>
                    <a:pt x="69017" y="4542"/>
                  </a:lnTo>
                  <a:lnTo>
                    <a:pt x="69267" y="4318"/>
                  </a:lnTo>
                  <a:lnTo>
                    <a:pt x="69530" y="4121"/>
                  </a:lnTo>
                  <a:lnTo>
                    <a:pt x="69662" y="4042"/>
                  </a:lnTo>
                  <a:lnTo>
                    <a:pt x="69807" y="3950"/>
                  </a:lnTo>
                  <a:lnTo>
                    <a:pt x="69965" y="3871"/>
                  </a:lnTo>
                  <a:lnTo>
                    <a:pt x="70110" y="3805"/>
                  </a:lnTo>
                  <a:lnTo>
                    <a:pt x="70268" y="3752"/>
                  </a:lnTo>
                  <a:lnTo>
                    <a:pt x="70426" y="3700"/>
                  </a:lnTo>
                  <a:lnTo>
                    <a:pt x="70584" y="3647"/>
                  </a:lnTo>
                  <a:lnTo>
                    <a:pt x="70755" y="3608"/>
                  </a:lnTo>
                  <a:lnTo>
                    <a:pt x="70926" y="3581"/>
                  </a:lnTo>
                  <a:lnTo>
                    <a:pt x="71097" y="3555"/>
                  </a:lnTo>
                  <a:lnTo>
                    <a:pt x="71268" y="3542"/>
                  </a:lnTo>
                  <a:close/>
                  <a:moveTo>
                    <a:pt x="163847" y="5609"/>
                  </a:moveTo>
                  <a:lnTo>
                    <a:pt x="164018" y="5622"/>
                  </a:lnTo>
                  <a:lnTo>
                    <a:pt x="164189" y="5635"/>
                  </a:lnTo>
                  <a:lnTo>
                    <a:pt x="164360" y="5648"/>
                  </a:lnTo>
                  <a:lnTo>
                    <a:pt x="164531" y="5687"/>
                  </a:lnTo>
                  <a:lnTo>
                    <a:pt x="164702" y="5727"/>
                  </a:lnTo>
                  <a:lnTo>
                    <a:pt x="164860" y="5766"/>
                  </a:lnTo>
                  <a:lnTo>
                    <a:pt x="165018" y="5819"/>
                  </a:lnTo>
                  <a:lnTo>
                    <a:pt x="165176" y="5885"/>
                  </a:lnTo>
                  <a:lnTo>
                    <a:pt x="165321" y="5951"/>
                  </a:lnTo>
                  <a:lnTo>
                    <a:pt x="165479" y="6030"/>
                  </a:lnTo>
                  <a:lnTo>
                    <a:pt x="165611" y="6109"/>
                  </a:lnTo>
                  <a:lnTo>
                    <a:pt x="165756" y="6201"/>
                  </a:lnTo>
                  <a:lnTo>
                    <a:pt x="166019" y="6398"/>
                  </a:lnTo>
                  <a:lnTo>
                    <a:pt x="166256" y="6622"/>
                  </a:lnTo>
                  <a:lnTo>
                    <a:pt x="166480" y="6859"/>
                  </a:lnTo>
                  <a:lnTo>
                    <a:pt x="166677" y="7122"/>
                  </a:lnTo>
                  <a:lnTo>
                    <a:pt x="166769" y="7267"/>
                  </a:lnTo>
                  <a:lnTo>
                    <a:pt x="166848" y="7399"/>
                  </a:lnTo>
                  <a:lnTo>
                    <a:pt x="166927" y="7557"/>
                  </a:lnTo>
                  <a:lnTo>
                    <a:pt x="166993" y="7702"/>
                  </a:lnTo>
                  <a:lnTo>
                    <a:pt x="167059" y="7859"/>
                  </a:lnTo>
                  <a:lnTo>
                    <a:pt x="167111" y="8017"/>
                  </a:lnTo>
                  <a:lnTo>
                    <a:pt x="167151" y="8175"/>
                  </a:lnTo>
                  <a:lnTo>
                    <a:pt x="167190" y="8347"/>
                  </a:lnTo>
                  <a:lnTo>
                    <a:pt x="167230" y="8518"/>
                  </a:lnTo>
                  <a:lnTo>
                    <a:pt x="167243" y="8689"/>
                  </a:lnTo>
                  <a:lnTo>
                    <a:pt x="167256" y="8860"/>
                  </a:lnTo>
                  <a:lnTo>
                    <a:pt x="167269" y="9031"/>
                  </a:lnTo>
                  <a:lnTo>
                    <a:pt x="167256" y="9202"/>
                  </a:lnTo>
                  <a:lnTo>
                    <a:pt x="167243" y="9386"/>
                  </a:lnTo>
                  <a:lnTo>
                    <a:pt x="167230" y="9558"/>
                  </a:lnTo>
                  <a:lnTo>
                    <a:pt x="167190" y="9716"/>
                  </a:lnTo>
                  <a:lnTo>
                    <a:pt x="167151" y="9887"/>
                  </a:lnTo>
                  <a:lnTo>
                    <a:pt x="167111" y="10045"/>
                  </a:lnTo>
                  <a:lnTo>
                    <a:pt x="167059" y="10203"/>
                  </a:lnTo>
                  <a:lnTo>
                    <a:pt x="166993" y="10361"/>
                  </a:lnTo>
                  <a:lnTo>
                    <a:pt x="166927" y="10519"/>
                  </a:lnTo>
                  <a:lnTo>
                    <a:pt x="166848" y="10663"/>
                  </a:lnTo>
                  <a:lnTo>
                    <a:pt x="166769" y="10808"/>
                  </a:lnTo>
                  <a:lnTo>
                    <a:pt x="166677" y="10940"/>
                  </a:lnTo>
                  <a:lnTo>
                    <a:pt x="166480" y="11203"/>
                  </a:lnTo>
                  <a:lnTo>
                    <a:pt x="166256" y="11453"/>
                  </a:lnTo>
                  <a:lnTo>
                    <a:pt x="166019" y="11677"/>
                  </a:lnTo>
                  <a:lnTo>
                    <a:pt x="165756" y="11861"/>
                  </a:lnTo>
                  <a:lnTo>
                    <a:pt x="165611" y="11953"/>
                  </a:lnTo>
                  <a:lnTo>
                    <a:pt x="165479" y="12045"/>
                  </a:lnTo>
                  <a:lnTo>
                    <a:pt x="165321" y="12111"/>
                  </a:lnTo>
                  <a:lnTo>
                    <a:pt x="165176" y="12177"/>
                  </a:lnTo>
                  <a:lnTo>
                    <a:pt x="165018" y="12243"/>
                  </a:lnTo>
                  <a:lnTo>
                    <a:pt x="164860" y="12296"/>
                  </a:lnTo>
                  <a:lnTo>
                    <a:pt x="164702" y="12348"/>
                  </a:lnTo>
                  <a:lnTo>
                    <a:pt x="164531" y="12388"/>
                  </a:lnTo>
                  <a:lnTo>
                    <a:pt x="164360" y="12414"/>
                  </a:lnTo>
                  <a:lnTo>
                    <a:pt x="164189" y="12440"/>
                  </a:lnTo>
                  <a:lnTo>
                    <a:pt x="164018" y="12454"/>
                  </a:lnTo>
                  <a:lnTo>
                    <a:pt x="163663" y="12454"/>
                  </a:lnTo>
                  <a:lnTo>
                    <a:pt x="163491" y="12440"/>
                  </a:lnTo>
                  <a:lnTo>
                    <a:pt x="163320" y="12414"/>
                  </a:lnTo>
                  <a:lnTo>
                    <a:pt x="163162" y="12388"/>
                  </a:lnTo>
                  <a:lnTo>
                    <a:pt x="162991" y="12348"/>
                  </a:lnTo>
                  <a:lnTo>
                    <a:pt x="162833" y="12296"/>
                  </a:lnTo>
                  <a:lnTo>
                    <a:pt x="162675" y="12243"/>
                  </a:lnTo>
                  <a:lnTo>
                    <a:pt x="162517" y="12177"/>
                  </a:lnTo>
                  <a:lnTo>
                    <a:pt x="162359" y="12111"/>
                  </a:lnTo>
                  <a:lnTo>
                    <a:pt x="162215" y="12045"/>
                  </a:lnTo>
                  <a:lnTo>
                    <a:pt x="162070" y="11953"/>
                  </a:lnTo>
                  <a:lnTo>
                    <a:pt x="161938" y="11861"/>
                  </a:lnTo>
                  <a:lnTo>
                    <a:pt x="161675" y="11677"/>
                  </a:lnTo>
                  <a:lnTo>
                    <a:pt x="161425" y="11453"/>
                  </a:lnTo>
                  <a:lnTo>
                    <a:pt x="161201" y="11203"/>
                  </a:lnTo>
                  <a:lnTo>
                    <a:pt x="161004" y="10940"/>
                  </a:lnTo>
                  <a:lnTo>
                    <a:pt x="160925" y="10808"/>
                  </a:lnTo>
                  <a:lnTo>
                    <a:pt x="160832" y="10663"/>
                  </a:lnTo>
                  <a:lnTo>
                    <a:pt x="160767" y="10519"/>
                  </a:lnTo>
                  <a:lnTo>
                    <a:pt x="160688" y="10361"/>
                  </a:lnTo>
                  <a:lnTo>
                    <a:pt x="160635" y="10203"/>
                  </a:lnTo>
                  <a:lnTo>
                    <a:pt x="160582" y="10045"/>
                  </a:lnTo>
                  <a:lnTo>
                    <a:pt x="160530" y="9887"/>
                  </a:lnTo>
                  <a:lnTo>
                    <a:pt x="160490" y="9716"/>
                  </a:lnTo>
                  <a:lnTo>
                    <a:pt x="160464" y="9558"/>
                  </a:lnTo>
                  <a:lnTo>
                    <a:pt x="160437" y="9386"/>
                  </a:lnTo>
                  <a:lnTo>
                    <a:pt x="160424" y="9202"/>
                  </a:lnTo>
                  <a:lnTo>
                    <a:pt x="160424" y="9031"/>
                  </a:lnTo>
                  <a:lnTo>
                    <a:pt x="160424" y="8860"/>
                  </a:lnTo>
                  <a:lnTo>
                    <a:pt x="160437" y="8689"/>
                  </a:lnTo>
                  <a:lnTo>
                    <a:pt x="160464" y="8518"/>
                  </a:lnTo>
                  <a:lnTo>
                    <a:pt x="160490" y="8347"/>
                  </a:lnTo>
                  <a:lnTo>
                    <a:pt x="160530" y="8175"/>
                  </a:lnTo>
                  <a:lnTo>
                    <a:pt x="160582" y="8017"/>
                  </a:lnTo>
                  <a:lnTo>
                    <a:pt x="160635" y="7859"/>
                  </a:lnTo>
                  <a:lnTo>
                    <a:pt x="160688" y="7702"/>
                  </a:lnTo>
                  <a:lnTo>
                    <a:pt x="160767" y="7557"/>
                  </a:lnTo>
                  <a:lnTo>
                    <a:pt x="160832" y="7399"/>
                  </a:lnTo>
                  <a:lnTo>
                    <a:pt x="160925" y="7267"/>
                  </a:lnTo>
                  <a:lnTo>
                    <a:pt x="161004" y="7122"/>
                  </a:lnTo>
                  <a:lnTo>
                    <a:pt x="161201" y="6859"/>
                  </a:lnTo>
                  <a:lnTo>
                    <a:pt x="161425" y="6622"/>
                  </a:lnTo>
                  <a:lnTo>
                    <a:pt x="161675" y="6398"/>
                  </a:lnTo>
                  <a:lnTo>
                    <a:pt x="161938" y="6201"/>
                  </a:lnTo>
                  <a:lnTo>
                    <a:pt x="162070" y="6109"/>
                  </a:lnTo>
                  <a:lnTo>
                    <a:pt x="162215" y="6030"/>
                  </a:lnTo>
                  <a:lnTo>
                    <a:pt x="162359" y="5951"/>
                  </a:lnTo>
                  <a:lnTo>
                    <a:pt x="162517" y="5885"/>
                  </a:lnTo>
                  <a:lnTo>
                    <a:pt x="162675" y="5819"/>
                  </a:lnTo>
                  <a:lnTo>
                    <a:pt x="162833" y="5766"/>
                  </a:lnTo>
                  <a:lnTo>
                    <a:pt x="162991" y="5727"/>
                  </a:lnTo>
                  <a:lnTo>
                    <a:pt x="163162" y="5687"/>
                  </a:lnTo>
                  <a:lnTo>
                    <a:pt x="163320" y="5648"/>
                  </a:lnTo>
                  <a:lnTo>
                    <a:pt x="163491" y="5635"/>
                  </a:lnTo>
                  <a:lnTo>
                    <a:pt x="163663" y="5622"/>
                  </a:lnTo>
                  <a:lnTo>
                    <a:pt x="163847" y="5609"/>
                  </a:lnTo>
                  <a:close/>
                  <a:moveTo>
                    <a:pt x="155054" y="48298"/>
                  </a:moveTo>
                  <a:lnTo>
                    <a:pt x="155225" y="48311"/>
                  </a:lnTo>
                  <a:lnTo>
                    <a:pt x="155396" y="48337"/>
                  </a:lnTo>
                  <a:lnTo>
                    <a:pt x="155567" y="48364"/>
                  </a:lnTo>
                  <a:lnTo>
                    <a:pt x="155738" y="48403"/>
                  </a:lnTo>
                  <a:lnTo>
                    <a:pt x="155896" y="48443"/>
                  </a:lnTo>
                  <a:lnTo>
                    <a:pt x="156054" y="48508"/>
                  </a:lnTo>
                  <a:lnTo>
                    <a:pt x="156212" y="48561"/>
                  </a:lnTo>
                  <a:lnTo>
                    <a:pt x="156357" y="48627"/>
                  </a:lnTo>
                  <a:lnTo>
                    <a:pt x="156515" y="48706"/>
                  </a:lnTo>
                  <a:lnTo>
                    <a:pt x="156646" y="48785"/>
                  </a:lnTo>
                  <a:lnTo>
                    <a:pt x="156791" y="48877"/>
                  </a:lnTo>
                  <a:lnTo>
                    <a:pt x="157054" y="49074"/>
                  </a:lnTo>
                  <a:lnTo>
                    <a:pt x="157291" y="49298"/>
                  </a:lnTo>
                  <a:lnTo>
                    <a:pt x="157515" y="49535"/>
                  </a:lnTo>
                  <a:lnTo>
                    <a:pt x="157713" y="49798"/>
                  </a:lnTo>
                  <a:lnTo>
                    <a:pt x="157805" y="49943"/>
                  </a:lnTo>
                  <a:lnTo>
                    <a:pt x="157884" y="50088"/>
                  </a:lnTo>
                  <a:lnTo>
                    <a:pt x="157963" y="50233"/>
                  </a:lnTo>
                  <a:lnTo>
                    <a:pt x="158029" y="50391"/>
                  </a:lnTo>
                  <a:lnTo>
                    <a:pt x="158094" y="50536"/>
                  </a:lnTo>
                  <a:lnTo>
                    <a:pt x="158147" y="50694"/>
                  </a:lnTo>
                  <a:lnTo>
                    <a:pt x="158187" y="50865"/>
                  </a:lnTo>
                  <a:lnTo>
                    <a:pt x="158226" y="51023"/>
                  </a:lnTo>
                  <a:lnTo>
                    <a:pt x="158266" y="51194"/>
                  </a:lnTo>
                  <a:lnTo>
                    <a:pt x="158279" y="51365"/>
                  </a:lnTo>
                  <a:lnTo>
                    <a:pt x="158292" y="51536"/>
                  </a:lnTo>
                  <a:lnTo>
                    <a:pt x="158305" y="51720"/>
                  </a:lnTo>
                  <a:lnTo>
                    <a:pt x="158292" y="51891"/>
                  </a:lnTo>
                  <a:lnTo>
                    <a:pt x="158279" y="52063"/>
                  </a:lnTo>
                  <a:lnTo>
                    <a:pt x="158266" y="52234"/>
                  </a:lnTo>
                  <a:lnTo>
                    <a:pt x="158226" y="52405"/>
                  </a:lnTo>
                  <a:lnTo>
                    <a:pt x="158187" y="52563"/>
                  </a:lnTo>
                  <a:lnTo>
                    <a:pt x="158147" y="52734"/>
                  </a:lnTo>
                  <a:lnTo>
                    <a:pt x="158094" y="52892"/>
                  </a:lnTo>
                  <a:lnTo>
                    <a:pt x="158029" y="53050"/>
                  </a:lnTo>
                  <a:lnTo>
                    <a:pt x="157963" y="53195"/>
                  </a:lnTo>
                  <a:lnTo>
                    <a:pt x="157884" y="53339"/>
                  </a:lnTo>
                  <a:lnTo>
                    <a:pt x="157805" y="53484"/>
                  </a:lnTo>
                  <a:lnTo>
                    <a:pt x="157713" y="53629"/>
                  </a:lnTo>
                  <a:lnTo>
                    <a:pt x="157515" y="53892"/>
                  </a:lnTo>
                  <a:lnTo>
                    <a:pt x="157291" y="54129"/>
                  </a:lnTo>
                  <a:lnTo>
                    <a:pt x="157054" y="54353"/>
                  </a:lnTo>
                  <a:lnTo>
                    <a:pt x="156791" y="54550"/>
                  </a:lnTo>
                  <a:lnTo>
                    <a:pt x="156646" y="54643"/>
                  </a:lnTo>
                  <a:lnTo>
                    <a:pt x="156515" y="54722"/>
                  </a:lnTo>
                  <a:lnTo>
                    <a:pt x="156357" y="54801"/>
                  </a:lnTo>
                  <a:lnTo>
                    <a:pt x="156212" y="54866"/>
                  </a:lnTo>
                  <a:lnTo>
                    <a:pt x="156054" y="54932"/>
                  </a:lnTo>
                  <a:lnTo>
                    <a:pt x="155896" y="54985"/>
                  </a:lnTo>
                  <a:lnTo>
                    <a:pt x="155738" y="55024"/>
                  </a:lnTo>
                  <a:lnTo>
                    <a:pt x="155567" y="55064"/>
                  </a:lnTo>
                  <a:lnTo>
                    <a:pt x="155396" y="55090"/>
                  </a:lnTo>
                  <a:lnTo>
                    <a:pt x="155225" y="55117"/>
                  </a:lnTo>
                  <a:lnTo>
                    <a:pt x="155054" y="55130"/>
                  </a:lnTo>
                  <a:lnTo>
                    <a:pt x="154698" y="55130"/>
                  </a:lnTo>
                  <a:lnTo>
                    <a:pt x="154527" y="55117"/>
                  </a:lnTo>
                  <a:lnTo>
                    <a:pt x="154356" y="55090"/>
                  </a:lnTo>
                  <a:lnTo>
                    <a:pt x="154198" y="55064"/>
                  </a:lnTo>
                  <a:lnTo>
                    <a:pt x="154027" y="55024"/>
                  </a:lnTo>
                  <a:lnTo>
                    <a:pt x="153869" y="54985"/>
                  </a:lnTo>
                  <a:lnTo>
                    <a:pt x="153711" y="54932"/>
                  </a:lnTo>
                  <a:lnTo>
                    <a:pt x="153553" y="54866"/>
                  </a:lnTo>
                  <a:lnTo>
                    <a:pt x="153395" y="54801"/>
                  </a:lnTo>
                  <a:lnTo>
                    <a:pt x="153250" y="54722"/>
                  </a:lnTo>
                  <a:lnTo>
                    <a:pt x="153105" y="54643"/>
                  </a:lnTo>
                  <a:lnTo>
                    <a:pt x="152974" y="54550"/>
                  </a:lnTo>
                  <a:lnTo>
                    <a:pt x="152711" y="54353"/>
                  </a:lnTo>
                  <a:lnTo>
                    <a:pt x="152460" y="54129"/>
                  </a:lnTo>
                  <a:lnTo>
                    <a:pt x="152237" y="53892"/>
                  </a:lnTo>
                  <a:lnTo>
                    <a:pt x="152039" y="53629"/>
                  </a:lnTo>
                  <a:lnTo>
                    <a:pt x="151960" y="53484"/>
                  </a:lnTo>
                  <a:lnTo>
                    <a:pt x="151868" y="53339"/>
                  </a:lnTo>
                  <a:lnTo>
                    <a:pt x="151802" y="53195"/>
                  </a:lnTo>
                  <a:lnTo>
                    <a:pt x="151723" y="53050"/>
                  </a:lnTo>
                  <a:lnTo>
                    <a:pt x="151671" y="52892"/>
                  </a:lnTo>
                  <a:lnTo>
                    <a:pt x="151618" y="52734"/>
                  </a:lnTo>
                  <a:lnTo>
                    <a:pt x="151565" y="52563"/>
                  </a:lnTo>
                  <a:lnTo>
                    <a:pt x="151526" y="52405"/>
                  </a:lnTo>
                  <a:lnTo>
                    <a:pt x="151499" y="52234"/>
                  </a:lnTo>
                  <a:lnTo>
                    <a:pt x="151473" y="52063"/>
                  </a:lnTo>
                  <a:lnTo>
                    <a:pt x="151460" y="51891"/>
                  </a:lnTo>
                  <a:lnTo>
                    <a:pt x="151460" y="51720"/>
                  </a:lnTo>
                  <a:lnTo>
                    <a:pt x="151460" y="51536"/>
                  </a:lnTo>
                  <a:lnTo>
                    <a:pt x="151473" y="51365"/>
                  </a:lnTo>
                  <a:lnTo>
                    <a:pt x="151499" y="51194"/>
                  </a:lnTo>
                  <a:lnTo>
                    <a:pt x="151526" y="51023"/>
                  </a:lnTo>
                  <a:lnTo>
                    <a:pt x="151565" y="50865"/>
                  </a:lnTo>
                  <a:lnTo>
                    <a:pt x="151618" y="50694"/>
                  </a:lnTo>
                  <a:lnTo>
                    <a:pt x="151671" y="50536"/>
                  </a:lnTo>
                  <a:lnTo>
                    <a:pt x="151723" y="50391"/>
                  </a:lnTo>
                  <a:lnTo>
                    <a:pt x="151802" y="50233"/>
                  </a:lnTo>
                  <a:lnTo>
                    <a:pt x="151868" y="50088"/>
                  </a:lnTo>
                  <a:lnTo>
                    <a:pt x="151960" y="49943"/>
                  </a:lnTo>
                  <a:lnTo>
                    <a:pt x="152039" y="49798"/>
                  </a:lnTo>
                  <a:lnTo>
                    <a:pt x="152237" y="49535"/>
                  </a:lnTo>
                  <a:lnTo>
                    <a:pt x="152460" y="49298"/>
                  </a:lnTo>
                  <a:lnTo>
                    <a:pt x="152711" y="49074"/>
                  </a:lnTo>
                  <a:lnTo>
                    <a:pt x="152974" y="48877"/>
                  </a:lnTo>
                  <a:lnTo>
                    <a:pt x="153105" y="48785"/>
                  </a:lnTo>
                  <a:lnTo>
                    <a:pt x="153250" y="48706"/>
                  </a:lnTo>
                  <a:lnTo>
                    <a:pt x="153395" y="48627"/>
                  </a:lnTo>
                  <a:lnTo>
                    <a:pt x="153553" y="48561"/>
                  </a:lnTo>
                  <a:lnTo>
                    <a:pt x="153711" y="48508"/>
                  </a:lnTo>
                  <a:lnTo>
                    <a:pt x="153869" y="48443"/>
                  </a:lnTo>
                  <a:lnTo>
                    <a:pt x="154027" y="48403"/>
                  </a:lnTo>
                  <a:lnTo>
                    <a:pt x="154198" y="48364"/>
                  </a:lnTo>
                  <a:lnTo>
                    <a:pt x="154356" y="48337"/>
                  </a:lnTo>
                  <a:lnTo>
                    <a:pt x="154527" y="48311"/>
                  </a:lnTo>
                  <a:lnTo>
                    <a:pt x="154698" y="48298"/>
                  </a:lnTo>
                  <a:close/>
                  <a:moveTo>
                    <a:pt x="7136" y="50641"/>
                  </a:moveTo>
                  <a:lnTo>
                    <a:pt x="7307" y="50654"/>
                  </a:lnTo>
                  <a:lnTo>
                    <a:pt x="7478" y="50680"/>
                  </a:lnTo>
                  <a:lnTo>
                    <a:pt x="7649" y="50707"/>
                  </a:lnTo>
                  <a:lnTo>
                    <a:pt x="7820" y="50746"/>
                  </a:lnTo>
                  <a:lnTo>
                    <a:pt x="7978" y="50786"/>
                  </a:lnTo>
                  <a:lnTo>
                    <a:pt x="8136" y="50838"/>
                  </a:lnTo>
                  <a:lnTo>
                    <a:pt x="8294" y="50904"/>
                  </a:lnTo>
                  <a:lnTo>
                    <a:pt x="8439" y="50970"/>
                  </a:lnTo>
                  <a:lnTo>
                    <a:pt x="8584" y="51049"/>
                  </a:lnTo>
                  <a:lnTo>
                    <a:pt x="8728" y="51128"/>
                  </a:lnTo>
                  <a:lnTo>
                    <a:pt x="8873" y="51220"/>
                  </a:lnTo>
                  <a:lnTo>
                    <a:pt x="9136" y="51418"/>
                  </a:lnTo>
                  <a:lnTo>
                    <a:pt x="9373" y="51641"/>
                  </a:lnTo>
                  <a:lnTo>
                    <a:pt x="9597" y="51878"/>
                  </a:lnTo>
                  <a:lnTo>
                    <a:pt x="9795" y="52142"/>
                  </a:lnTo>
                  <a:lnTo>
                    <a:pt x="9887" y="52286"/>
                  </a:lnTo>
                  <a:lnTo>
                    <a:pt x="9966" y="52431"/>
                  </a:lnTo>
                  <a:lnTo>
                    <a:pt x="10045" y="52576"/>
                  </a:lnTo>
                  <a:lnTo>
                    <a:pt x="10111" y="52721"/>
                  </a:lnTo>
                  <a:lnTo>
                    <a:pt x="10176" y="52879"/>
                  </a:lnTo>
                  <a:lnTo>
                    <a:pt x="10229" y="53037"/>
                  </a:lnTo>
                  <a:lnTo>
                    <a:pt x="10268" y="53208"/>
                  </a:lnTo>
                  <a:lnTo>
                    <a:pt x="10308" y="53366"/>
                  </a:lnTo>
                  <a:lnTo>
                    <a:pt x="10334" y="53537"/>
                  </a:lnTo>
                  <a:lnTo>
                    <a:pt x="10361" y="53708"/>
                  </a:lnTo>
                  <a:lnTo>
                    <a:pt x="10374" y="53879"/>
                  </a:lnTo>
                  <a:lnTo>
                    <a:pt x="10374" y="54050"/>
                  </a:lnTo>
                  <a:lnTo>
                    <a:pt x="10374" y="54235"/>
                  </a:lnTo>
                  <a:lnTo>
                    <a:pt x="10361" y="54406"/>
                  </a:lnTo>
                  <a:lnTo>
                    <a:pt x="10334" y="54577"/>
                  </a:lnTo>
                  <a:lnTo>
                    <a:pt x="10308" y="54748"/>
                  </a:lnTo>
                  <a:lnTo>
                    <a:pt x="10268" y="54906"/>
                  </a:lnTo>
                  <a:lnTo>
                    <a:pt x="10229" y="55077"/>
                  </a:lnTo>
                  <a:lnTo>
                    <a:pt x="10176" y="55235"/>
                  </a:lnTo>
                  <a:lnTo>
                    <a:pt x="10111" y="55380"/>
                  </a:lnTo>
                  <a:lnTo>
                    <a:pt x="10045" y="55538"/>
                  </a:lnTo>
                  <a:lnTo>
                    <a:pt x="9966" y="55683"/>
                  </a:lnTo>
                  <a:lnTo>
                    <a:pt x="9887" y="55827"/>
                  </a:lnTo>
                  <a:lnTo>
                    <a:pt x="9795" y="55972"/>
                  </a:lnTo>
                  <a:lnTo>
                    <a:pt x="9597" y="56235"/>
                  </a:lnTo>
                  <a:lnTo>
                    <a:pt x="9373" y="56472"/>
                  </a:lnTo>
                  <a:lnTo>
                    <a:pt x="9136" y="56696"/>
                  </a:lnTo>
                  <a:lnTo>
                    <a:pt x="8873" y="56894"/>
                  </a:lnTo>
                  <a:lnTo>
                    <a:pt x="8728" y="56986"/>
                  </a:lnTo>
                  <a:lnTo>
                    <a:pt x="8584" y="57065"/>
                  </a:lnTo>
                  <a:lnTo>
                    <a:pt x="8439" y="57144"/>
                  </a:lnTo>
                  <a:lnTo>
                    <a:pt x="8294" y="57209"/>
                  </a:lnTo>
                  <a:lnTo>
                    <a:pt x="8136" y="57262"/>
                  </a:lnTo>
                  <a:lnTo>
                    <a:pt x="7978" y="57328"/>
                  </a:lnTo>
                  <a:lnTo>
                    <a:pt x="7820" y="57367"/>
                  </a:lnTo>
                  <a:lnTo>
                    <a:pt x="7649" y="57407"/>
                  </a:lnTo>
                  <a:lnTo>
                    <a:pt x="7478" y="57433"/>
                  </a:lnTo>
                  <a:lnTo>
                    <a:pt x="7307" y="57460"/>
                  </a:lnTo>
                  <a:lnTo>
                    <a:pt x="7136" y="57473"/>
                  </a:lnTo>
                  <a:lnTo>
                    <a:pt x="6780" y="57473"/>
                  </a:lnTo>
                  <a:lnTo>
                    <a:pt x="6609" y="57460"/>
                  </a:lnTo>
                  <a:lnTo>
                    <a:pt x="6438" y="57433"/>
                  </a:lnTo>
                  <a:lnTo>
                    <a:pt x="6267" y="57407"/>
                  </a:lnTo>
                  <a:lnTo>
                    <a:pt x="6109" y="57367"/>
                  </a:lnTo>
                  <a:lnTo>
                    <a:pt x="5938" y="57328"/>
                  </a:lnTo>
                  <a:lnTo>
                    <a:pt x="5780" y="57262"/>
                  </a:lnTo>
                  <a:lnTo>
                    <a:pt x="5635" y="57209"/>
                  </a:lnTo>
                  <a:lnTo>
                    <a:pt x="5477" y="57144"/>
                  </a:lnTo>
                  <a:lnTo>
                    <a:pt x="5332" y="57065"/>
                  </a:lnTo>
                  <a:lnTo>
                    <a:pt x="5187" y="56986"/>
                  </a:lnTo>
                  <a:lnTo>
                    <a:pt x="5043" y="56894"/>
                  </a:lnTo>
                  <a:lnTo>
                    <a:pt x="4779" y="56696"/>
                  </a:lnTo>
                  <a:lnTo>
                    <a:pt x="4542" y="56472"/>
                  </a:lnTo>
                  <a:lnTo>
                    <a:pt x="4319" y="56235"/>
                  </a:lnTo>
                  <a:lnTo>
                    <a:pt x="4121" y="55972"/>
                  </a:lnTo>
                  <a:lnTo>
                    <a:pt x="4042" y="55827"/>
                  </a:lnTo>
                  <a:lnTo>
                    <a:pt x="3950" y="55683"/>
                  </a:lnTo>
                  <a:lnTo>
                    <a:pt x="3884" y="55538"/>
                  </a:lnTo>
                  <a:lnTo>
                    <a:pt x="3805" y="55380"/>
                  </a:lnTo>
                  <a:lnTo>
                    <a:pt x="3753" y="55235"/>
                  </a:lnTo>
                  <a:lnTo>
                    <a:pt x="3700" y="55077"/>
                  </a:lnTo>
                  <a:lnTo>
                    <a:pt x="3647" y="54906"/>
                  </a:lnTo>
                  <a:lnTo>
                    <a:pt x="3608" y="54748"/>
                  </a:lnTo>
                  <a:lnTo>
                    <a:pt x="3581" y="54577"/>
                  </a:lnTo>
                  <a:lnTo>
                    <a:pt x="3555" y="54406"/>
                  </a:lnTo>
                  <a:lnTo>
                    <a:pt x="3542" y="54235"/>
                  </a:lnTo>
                  <a:lnTo>
                    <a:pt x="3542" y="54050"/>
                  </a:lnTo>
                  <a:lnTo>
                    <a:pt x="3542" y="53879"/>
                  </a:lnTo>
                  <a:lnTo>
                    <a:pt x="3555" y="53708"/>
                  </a:lnTo>
                  <a:lnTo>
                    <a:pt x="3581" y="53537"/>
                  </a:lnTo>
                  <a:lnTo>
                    <a:pt x="3608" y="53366"/>
                  </a:lnTo>
                  <a:lnTo>
                    <a:pt x="3647" y="53208"/>
                  </a:lnTo>
                  <a:lnTo>
                    <a:pt x="3700" y="53037"/>
                  </a:lnTo>
                  <a:lnTo>
                    <a:pt x="3753" y="52879"/>
                  </a:lnTo>
                  <a:lnTo>
                    <a:pt x="3805" y="52721"/>
                  </a:lnTo>
                  <a:lnTo>
                    <a:pt x="3884" y="52576"/>
                  </a:lnTo>
                  <a:lnTo>
                    <a:pt x="3950" y="52431"/>
                  </a:lnTo>
                  <a:lnTo>
                    <a:pt x="4042" y="52286"/>
                  </a:lnTo>
                  <a:lnTo>
                    <a:pt x="4121" y="52142"/>
                  </a:lnTo>
                  <a:lnTo>
                    <a:pt x="4319" y="51878"/>
                  </a:lnTo>
                  <a:lnTo>
                    <a:pt x="4542" y="51641"/>
                  </a:lnTo>
                  <a:lnTo>
                    <a:pt x="4779" y="51418"/>
                  </a:lnTo>
                  <a:lnTo>
                    <a:pt x="5043" y="51220"/>
                  </a:lnTo>
                  <a:lnTo>
                    <a:pt x="5187" y="51128"/>
                  </a:lnTo>
                  <a:lnTo>
                    <a:pt x="5332" y="51049"/>
                  </a:lnTo>
                  <a:lnTo>
                    <a:pt x="5477" y="50970"/>
                  </a:lnTo>
                  <a:lnTo>
                    <a:pt x="5635" y="50904"/>
                  </a:lnTo>
                  <a:lnTo>
                    <a:pt x="5780" y="50838"/>
                  </a:lnTo>
                  <a:lnTo>
                    <a:pt x="5938" y="50786"/>
                  </a:lnTo>
                  <a:lnTo>
                    <a:pt x="6109" y="50746"/>
                  </a:lnTo>
                  <a:lnTo>
                    <a:pt x="6267" y="50707"/>
                  </a:lnTo>
                  <a:lnTo>
                    <a:pt x="6438" y="50680"/>
                  </a:lnTo>
                  <a:lnTo>
                    <a:pt x="6609" y="50654"/>
                  </a:lnTo>
                  <a:lnTo>
                    <a:pt x="6780" y="50641"/>
                  </a:lnTo>
                  <a:close/>
                  <a:moveTo>
                    <a:pt x="183724" y="65595"/>
                  </a:moveTo>
                  <a:lnTo>
                    <a:pt x="183895" y="65608"/>
                  </a:lnTo>
                  <a:lnTo>
                    <a:pt x="184066" y="65621"/>
                  </a:lnTo>
                  <a:lnTo>
                    <a:pt x="184237" y="65634"/>
                  </a:lnTo>
                  <a:lnTo>
                    <a:pt x="184408" y="65660"/>
                  </a:lnTo>
                  <a:lnTo>
                    <a:pt x="184579" y="65700"/>
                  </a:lnTo>
                  <a:lnTo>
                    <a:pt x="184737" y="65753"/>
                  </a:lnTo>
                  <a:lnTo>
                    <a:pt x="184895" y="65805"/>
                  </a:lnTo>
                  <a:lnTo>
                    <a:pt x="185053" y="65871"/>
                  </a:lnTo>
                  <a:lnTo>
                    <a:pt x="185198" y="65937"/>
                  </a:lnTo>
                  <a:lnTo>
                    <a:pt x="185356" y="66016"/>
                  </a:lnTo>
                  <a:lnTo>
                    <a:pt x="185488" y="66095"/>
                  </a:lnTo>
                  <a:lnTo>
                    <a:pt x="185632" y="66187"/>
                  </a:lnTo>
                  <a:lnTo>
                    <a:pt x="185896" y="66384"/>
                  </a:lnTo>
                  <a:lnTo>
                    <a:pt x="186133" y="66595"/>
                  </a:lnTo>
                  <a:lnTo>
                    <a:pt x="186356" y="66845"/>
                  </a:lnTo>
                  <a:lnTo>
                    <a:pt x="186554" y="67108"/>
                  </a:lnTo>
                  <a:lnTo>
                    <a:pt x="186646" y="67240"/>
                  </a:lnTo>
                  <a:lnTo>
                    <a:pt x="186725" y="67385"/>
                  </a:lnTo>
                  <a:lnTo>
                    <a:pt x="186804" y="67530"/>
                  </a:lnTo>
                  <a:lnTo>
                    <a:pt x="186870" y="67688"/>
                  </a:lnTo>
                  <a:lnTo>
                    <a:pt x="186936" y="67846"/>
                  </a:lnTo>
                  <a:lnTo>
                    <a:pt x="186988" y="68004"/>
                  </a:lnTo>
                  <a:lnTo>
                    <a:pt x="187028" y="68162"/>
                  </a:lnTo>
                  <a:lnTo>
                    <a:pt x="187067" y="68333"/>
                  </a:lnTo>
                  <a:lnTo>
                    <a:pt x="187107" y="68491"/>
                  </a:lnTo>
                  <a:lnTo>
                    <a:pt x="187120" y="68662"/>
                  </a:lnTo>
                  <a:lnTo>
                    <a:pt x="187133" y="68846"/>
                  </a:lnTo>
                  <a:lnTo>
                    <a:pt x="187146" y="69017"/>
                  </a:lnTo>
                  <a:lnTo>
                    <a:pt x="187133" y="69188"/>
                  </a:lnTo>
                  <a:lnTo>
                    <a:pt x="187120" y="69373"/>
                  </a:lnTo>
                  <a:lnTo>
                    <a:pt x="187107" y="69544"/>
                  </a:lnTo>
                  <a:lnTo>
                    <a:pt x="187067" y="69702"/>
                  </a:lnTo>
                  <a:lnTo>
                    <a:pt x="187028" y="69873"/>
                  </a:lnTo>
                  <a:lnTo>
                    <a:pt x="186988" y="70031"/>
                  </a:lnTo>
                  <a:lnTo>
                    <a:pt x="186936" y="70189"/>
                  </a:lnTo>
                  <a:lnTo>
                    <a:pt x="186870" y="70347"/>
                  </a:lnTo>
                  <a:lnTo>
                    <a:pt x="186804" y="70505"/>
                  </a:lnTo>
                  <a:lnTo>
                    <a:pt x="186725" y="70649"/>
                  </a:lnTo>
                  <a:lnTo>
                    <a:pt x="186646" y="70794"/>
                  </a:lnTo>
                  <a:lnTo>
                    <a:pt x="186554" y="70926"/>
                  </a:lnTo>
                  <a:lnTo>
                    <a:pt x="186356" y="71189"/>
                  </a:lnTo>
                  <a:lnTo>
                    <a:pt x="186133" y="71439"/>
                  </a:lnTo>
                  <a:lnTo>
                    <a:pt x="185896" y="71650"/>
                  </a:lnTo>
                  <a:lnTo>
                    <a:pt x="185632" y="71847"/>
                  </a:lnTo>
                  <a:lnTo>
                    <a:pt x="185488" y="71939"/>
                  </a:lnTo>
                  <a:lnTo>
                    <a:pt x="185356" y="72018"/>
                  </a:lnTo>
                  <a:lnTo>
                    <a:pt x="185198" y="72097"/>
                  </a:lnTo>
                  <a:lnTo>
                    <a:pt x="185053" y="72163"/>
                  </a:lnTo>
                  <a:lnTo>
                    <a:pt x="184895" y="72229"/>
                  </a:lnTo>
                  <a:lnTo>
                    <a:pt x="184737" y="72282"/>
                  </a:lnTo>
                  <a:lnTo>
                    <a:pt x="184579" y="72334"/>
                  </a:lnTo>
                  <a:lnTo>
                    <a:pt x="184408" y="72374"/>
                  </a:lnTo>
                  <a:lnTo>
                    <a:pt x="184237" y="72400"/>
                  </a:lnTo>
                  <a:lnTo>
                    <a:pt x="184066" y="72413"/>
                  </a:lnTo>
                  <a:lnTo>
                    <a:pt x="183895" y="72427"/>
                  </a:lnTo>
                  <a:lnTo>
                    <a:pt x="183724" y="72440"/>
                  </a:lnTo>
                  <a:lnTo>
                    <a:pt x="183539" y="72427"/>
                  </a:lnTo>
                  <a:lnTo>
                    <a:pt x="183368" y="72413"/>
                  </a:lnTo>
                  <a:lnTo>
                    <a:pt x="183197" y="72400"/>
                  </a:lnTo>
                  <a:lnTo>
                    <a:pt x="183026" y="72374"/>
                  </a:lnTo>
                  <a:lnTo>
                    <a:pt x="182868" y="72334"/>
                  </a:lnTo>
                  <a:lnTo>
                    <a:pt x="182710" y="72282"/>
                  </a:lnTo>
                  <a:lnTo>
                    <a:pt x="182552" y="72229"/>
                  </a:lnTo>
                  <a:lnTo>
                    <a:pt x="182394" y="72163"/>
                  </a:lnTo>
                  <a:lnTo>
                    <a:pt x="182236" y="72097"/>
                  </a:lnTo>
                  <a:lnTo>
                    <a:pt x="182091" y="72018"/>
                  </a:lnTo>
                  <a:lnTo>
                    <a:pt x="181947" y="71939"/>
                  </a:lnTo>
                  <a:lnTo>
                    <a:pt x="181815" y="71847"/>
                  </a:lnTo>
                  <a:lnTo>
                    <a:pt x="181552" y="71650"/>
                  </a:lnTo>
                  <a:lnTo>
                    <a:pt x="181302" y="71439"/>
                  </a:lnTo>
                  <a:lnTo>
                    <a:pt x="181078" y="71189"/>
                  </a:lnTo>
                  <a:lnTo>
                    <a:pt x="180880" y="70926"/>
                  </a:lnTo>
                  <a:lnTo>
                    <a:pt x="180801" y="70794"/>
                  </a:lnTo>
                  <a:lnTo>
                    <a:pt x="180709" y="70649"/>
                  </a:lnTo>
                  <a:lnTo>
                    <a:pt x="180643" y="70505"/>
                  </a:lnTo>
                  <a:lnTo>
                    <a:pt x="180564" y="70347"/>
                  </a:lnTo>
                  <a:lnTo>
                    <a:pt x="180512" y="70189"/>
                  </a:lnTo>
                  <a:lnTo>
                    <a:pt x="180459" y="70031"/>
                  </a:lnTo>
                  <a:lnTo>
                    <a:pt x="180406" y="69873"/>
                  </a:lnTo>
                  <a:lnTo>
                    <a:pt x="180367" y="69702"/>
                  </a:lnTo>
                  <a:lnTo>
                    <a:pt x="180341" y="69544"/>
                  </a:lnTo>
                  <a:lnTo>
                    <a:pt x="180314" y="69373"/>
                  </a:lnTo>
                  <a:lnTo>
                    <a:pt x="180301" y="69188"/>
                  </a:lnTo>
                  <a:lnTo>
                    <a:pt x="180301" y="69017"/>
                  </a:lnTo>
                  <a:lnTo>
                    <a:pt x="180301" y="68846"/>
                  </a:lnTo>
                  <a:lnTo>
                    <a:pt x="180314" y="68662"/>
                  </a:lnTo>
                  <a:lnTo>
                    <a:pt x="180341" y="68491"/>
                  </a:lnTo>
                  <a:lnTo>
                    <a:pt x="180367" y="68333"/>
                  </a:lnTo>
                  <a:lnTo>
                    <a:pt x="180406" y="68162"/>
                  </a:lnTo>
                  <a:lnTo>
                    <a:pt x="180459" y="68004"/>
                  </a:lnTo>
                  <a:lnTo>
                    <a:pt x="180512" y="67846"/>
                  </a:lnTo>
                  <a:lnTo>
                    <a:pt x="180564" y="67688"/>
                  </a:lnTo>
                  <a:lnTo>
                    <a:pt x="180643" y="67530"/>
                  </a:lnTo>
                  <a:lnTo>
                    <a:pt x="180709" y="67385"/>
                  </a:lnTo>
                  <a:lnTo>
                    <a:pt x="180801" y="67240"/>
                  </a:lnTo>
                  <a:lnTo>
                    <a:pt x="180880" y="67108"/>
                  </a:lnTo>
                  <a:lnTo>
                    <a:pt x="181078" y="66845"/>
                  </a:lnTo>
                  <a:lnTo>
                    <a:pt x="181302" y="66595"/>
                  </a:lnTo>
                  <a:lnTo>
                    <a:pt x="181552" y="66384"/>
                  </a:lnTo>
                  <a:lnTo>
                    <a:pt x="181815" y="66187"/>
                  </a:lnTo>
                  <a:lnTo>
                    <a:pt x="181947" y="66095"/>
                  </a:lnTo>
                  <a:lnTo>
                    <a:pt x="182091" y="66016"/>
                  </a:lnTo>
                  <a:lnTo>
                    <a:pt x="182236" y="65937"/>
                  </a:lnTo>
                  <a:lnTo>
                    <a:pt x="182394" y="65871"/>
                  </a:lnTo>
                  <a:lnTo>
                    <a:pt x="182552" y="65805"/>
                  </a:lnTo>
                  <a:lnTo>
                    <a:pt x="182710" y="65753"/>
                  </a:lnTo>
                  <a:lnTo>
                    <a:pt x="182868" y="65700"/>
                  </a:lnTo>
                  <a:lnTo>
                    <a:pt x="183026" y="65660"/>
                  </a:lnTo>
                  <a:lnTo>
                    <a:pt x="183197" y="65634"/>
                  </a:lnTo>
                  <a:lnTo>
                    <a:pt x="183368" y="65621"/>
                  </a:lnTo>
                  <a:lnTo>
                    <a:pt x="183539" y="65608"/>
                  </a:lnTo>
                  <a:lnTo>
                    <a:pt x="183724" y="65595"/>
                  </a:lnTo>
                  <a:close/>
                  <a:moveTo>
                    <a:pt x="54774" y="71860"/>
                  </a:moveTo>
                  <a:lnTo>
                    <a:pt x="54945" y="71874"/>
                  </a:lnTo>
                  <a:lnTo>
                    <a:pt x="55116" y="71900"/>
                  </a:lnTo>
                  <a:lnTo>
                    <a:pt x="55288" y="71926"/>
                  </a:lnTo>
                  <a:lnTo>
                    <a:pt x="55446" y="71966"/>
                  </a:lnTo>
                  <a:lnTo>
                    <a:pt x="55617" y="72018"/>
                  </a:lnTo>
                  <a:lnTo>
                    <a:pt x="55775" y="72071"/>
                  </a:lnTo>
                  <a:lnTo>
                    <a:pt x="55933" y="72124"/>
                  </a:lnTo>
                  <a:lnTo>
                    <a:pt x="56077" y="72203"/>
                  </a:lnTo>
                  <a:lnTo>
                    <a:pt x="56222" y="72269"/>
                  </a:lnTo>
                  <a:lnTo>
                    <a:pt x="56367" y="72361"/>
                  </a:lnTo>
                  <a:lnTo>
                    <a:pt x="56512" y="72440"/>
                  </a:lnTo>
                  <a:lnTo>
                    <a:pt x="56775" y="72637"/>
                  </a:lnTo>
                  <a:lnTo>
                    <a:pt x="57012" y="72861"/>
                  </a:lnTo>
                  <a:lnTo>
                    <a:pt x="57236" y="73111"/>
                  </a:lnTo>
                  <a:lnTo>
                    <a:pt x="57433" y="73374"/>
                  </a:lnTo>
                  <a:lnTo>
                    <a:pt x="57525" y="73506"/>
                  </a:lnTo>
                  <a:lnTo>
                    <a:pt x="57604" y="73651"/>
                  </a:lnTo>
                  <a:lnTo>
                    <a:pt x="57683" y="73796"/>
                  </a:lnTo>
                  <a:lnTo>
                    <a:pt x="57749" y="73953"/>
                  </a:lnTo>
                  <a:lnTo>
                    <a:pt x="57815" y="74111"/>
                  </a:lnTo>
                  <a:lnTo>
                    <a:pt x="57868" y="74269"/>
                  </a:lnTo>
                  <a:lnTo>
                    <a:pt x="57907" y="74427"/>
                  </a:lnTo>
                  <a:lnTo>
                    <a:pt x="57947" y="74585"/>
                  </a:lnTo>
                  <a:lnTo>
                    <a:pt x="57973" y="74756"/>
                  </a:lnTo>
                  <a:lnTo>
                    <a:pt x="57999" y="74928"/>
                  </a:lnTo>
                  <a:lnTo>
                    <a:pt x="58012" y="75099"/>
                  </a:lnTo>
                  <a:lnTo>
                    <a:pt x="58012" y="75283"/>
                  </a:lnTo>
                  <a:lnTo>
                    <a:pt x="58012" y="75454"/>
                  </a:lnTo>
                  <a:lnTo>
                    <a:pt x="57999" y="75625"/>
                  </a:lnTo>
                  <a:lnTo>
                    <a:pt x="57973" y="75796"/>
                  </a:lnTo>
                  <a:lnTo>
                    <a:pt x="57947" y="75968"/>
                  </a:lnTo>
                  <a:lnTo>
                    <a:pt x="57907" y="76139"/>
                  </a:lnTo>
                  <a:lnTo>
                    <a:pt x="57868" y="76297"/>
                  </a:lnTo>
                  <a:lnTo>
                    <a:pt x="57815" y="76455"/>
                  </a:lnTo>
                  <a:lnTo>
                    <a:pt x="57749" y="76613"/>
                  </a:lnTo>
                  <a:lnTo>
                    <a:pt x="57683" y="76757"/>
                  </a:lnTo>
                  <a:lnTo>
                    <a:pt x="57604" y="76902"/>
                  </a:lnTo>
                  <a:lnTo>
                    <a:pt x="57525" y="77047"/>
                  </a:lnTo>
                  <a:lnTo>
                    <a:pt x="57433" y="77192"/>
                  </a:lnTo>
                  <a:lnTo>
                    <a:pt x="57236" y="77455"/>
                  </a:lnTo>
                  <a:lnTo>
                    <a:pt x="57012" y="77692"/>
                  </a:lnTo>
                  <a:lnTo>
                    <a:pt x="56775" y="77916"/>
                  </a:lnTo>
                  <a:lnTo>
                    <a:pt x="56512" y="78113"/>
                  </a:lnTo>
                  <a:lnTo>
                    <a:pt x="56367" y="78205"/>
                  </a:lnTo>
                  <a:lnTo>
                    <a:pt x="56222" y="78284"/>
                  </a:lnTo>
                  <a:lnTo>
                    <a:pt x="56077" y="78363"/>
                  </a:lnTo>
                  <a:lnTo>
                    <a:pt x="55933" y="78429"/>
                  </a:lnTo>
                  <a:lnTo>
                    <a:pt x="55775" y="78495"/>
                  </a:lnTo>
                  <a:lnTo>
                    <a:pt x="55617" y="78548"/>
                  </a:lnTo>
                  <a:lnTo>
                    <a:pt x="55446" y="78587"/>
                  </a:lnTo>
                  <a:lnTo>
                    <a:pt x="55288" y="78627"/>
                  </a:lnTo>
                  <a:lnTo>
                    <a:pt x="55116" y="78666"/>
                  </a:lnTo>
                  <a:lnTo>
                    <a:pt x="54945" y="78679"/>
                  </a:lnTo>
                  <a:lnTo>
                    <a:pt x="54774" y="78692"/>
                  </a:lnTo>
                  <a:lnTo>
                    <a:pt x="54603" y="78706"/>
                  </a:lnTo>
                  <a:lnTo>
                    <a:pt x="54419" y="78692"/>
                  </a:lnTo>
                  <a:lnTo>
                    <a:pt x="54248" y="78679"/>
                  </a:lnTo>
                  <a:lnTo>
                    <a:pt x="54077" y="78666"/>
                  </a:lnTo>
                  <a:lnTo>
                    <a:pt x="53905" y="78627"/>
                  </a:lnTo>
                  <a:lnTo>
                    <a:pt x="53747" y="78587"/>
                  </a:lnTo>
                  <a:lnTo>
                    <a:pt x="53576" y="78548"/>
                  </a:lnTo>
                  <a:lnTo>
                    <a:pt x="53418" y="78495"/>
                  </a:lnTo>
                  <a:lnTo>
                    <a:pt x="53274" y="78429"/>
                  </a:lnTo>
                  <a:lnTo>
                    <a:pt x="53116" y="78363"/>
                  </a:lnTo>
                  <a:lnTo>
                    <a:pt x="52971" y="78284"/>
                  </a:lnTo>
                  <a:lnTo>
                    <a:pt x="52826" y="78205"/>
                  </a:lnTo>
                  <a:lnTo>
                    <a:pt x="52681" y="78113"/>
                  </a:lnTo>
                  <a:lnTo>
                    <a:pt x="52418" y="77916"/>
                  </a:lnTo>
                  <a:lnTo>
                    <a:pt x="52181" y="77692"/>
                  </a:lnTo>
                  <a:lnTo>
                    <a:pt x="51957" y="77455"/>
                  </a:lnTo>
                  <a:lnTo>
                    <a:pt x="51760" y="77192"/>
                  </a:lnTo>
                  <a:lnTo>
                    <a:pt x="51668" y="77047"/>
                  </a:lnTo>
                  <a:lnTo>
                    <a:pt x="51589" y="76902"/>
                  </a:lnTo>
                  <a:lnTo>
                    <a:pt x="51510" y="76757"/>
                  </a:lnTo>
                  <a:lnTo>
                    <a:pt x="51444" y="76613"/>
                  </a:lnTo>
                  <a:lnTo>
                    <a:pt x="51391" y="76455"/>
                  </a:lnTo>
                  <a:lnTo>
                    <a:pt x="51339" y="76297"/>
                  </a:lnTo>
                  <a:lnTo>
                    <a:pt x="51286" y="76139"/>
                  </a:lnTo>
                  <a:lnTo>
                    <a:pt x="51246" y="75968"/>
                  </a:lnTo>
                  <a:lnTo>
                    <a:pt x="51220" y="75796"/>
                  </a:lnTo>
                  <a:lnTo>
                    <a:pt x="51194" y="75625"/>
                  </a:lnTo>
                  <a:lnTo>
                    <a:pt x="51181" y="75454"/>
                  </a:lnTo>
                  <a:lnTo>
                    <a:pt x="51181" y="75283"/>
                  </a:lnTo>
                  <a:lnTo>
                    <a:pt x="51181" y="75099"/>
                  </a:lnTo>
                  <a:lnTo>
                    <a:pt x="51194" y="74928"/>
                  </a:lnTo>
                  <a:lnTo>
                    <a:pt x="51220" y="74756"/>
                  </a:lnTo>
                  <a:lnTo>
                    <a:pt x="51246" y="74585"/>
                  </a:lnTo>
                  <a:lnTo>
                    <a:pt x="51286" y="74427"/>
                  </a:lnTo>
                  <a:lnTo>
                    <a:pt x="51339" y="74269"/>
                  </a:lnTo>
                  <a:lnTo>
                    <a:pt x="51391" y="74111"/>
                  </a:lnTo>
                  <a:lnTo>
                    <a:pt x="51444" y="73953"/>
                  </a:lnTo>
                  <a:lnTo>
                    <a:pt x="51510" y="73796"/>
                  </a:lnTo>
                  <a:lnTo>
                    <a:pt x="51589" y="73651"/>
                  </a:lnTo>
                  <a:lnTo>
                    <a:pt x="51668" y="73506"/>
                  </a:lnTo>
                  <a:lnTo>
                    <a:pt x="51760" y="73374"/>
                  </a:lnTo>
                  <a:lnTo>
                    <a:pt x="51957" y="73111"/>
                  </a:lnTo>
                  <a:lnTo>
                    <a:pt x="52181" y="72861"/>
                  </a:lnTo>
                  <a:lnTo>
                    <a:pt x="52418" y="72637"/>
                  </a:lnTo>
                  <a:lnTo>
                    <a:pt x="52681" y="72440"/>
                  </a:lnTo>
                  <a:lnTo>
                    <a:pt x="52826" y="72361"/>
                  </a:lnTo>
                  <a:lnTo>
                    <a:pt x="52971" y="72269"/>
                  </a:lnTo>
                  <a:lnTo>
                    <a:pt x="53116" y="72203"/>
                  </a:lnTo>
                  <a:lnTo>
                    <a:pt x="53274" y="72124"/>
                  </a:lnTo>
                  <a:lnTo>
                    <a:pt x="53418" y="72071"/>
                  </a:lnTo>
                  <a:lnTo>
                    <a:pt x="53576" y="72018"/>
                  </a:lnTo>
                  <a:lnTo>
                    <a:pt x="53747" y="71966"/>
                  </a:lnTo>
                  <a:lnTo>
                    <a:pt x="53905" y="71926"/>
                  </a:lnTo>
                  <a:lnTo>
                    <a:pt x="54077" y="71900"/>
                  </a:lnTo>
                  <a:lnTo>
                    <a:pt x="54248" y="71874"/>
                  </a:lnTo>
                  <a:lnTo>
                    <a:pt x="54419" y="71860"/>
                  </a:lnTo>
                  <a:close/>
                  <a:moveTo>
                    <a:pt x="125330" y="92303"/>
                  </a:moveTo>
                  <a:lnTo>
                    <a:pt x="125633" y="92317"/>
                  </a:lnTo>
                  <a:lnTo>
                    <a:pt x="125923" y="92356"/>
                  </a:lnTo>
                  <a:lnTo>
                    <a:pt x="126212" y="92422"/>
                  </a:lnTo>
                  <a:lnTo>
                    <a:pt x="126489" y="92501"/>
                  </a:lnTo>
                  <a:lnTo>
                    <a:pt x="126752" y="92619"/>
                  </a:lnTo>
                  <a:lnTo>
                    <a:pt x="127002" y="92738"/>
                  </a:lnTo>
                  <a:lnTo>
                    <a:pt x="127252" y="92896"/>
                  </a:lnTo>
                  <a:lnTo>
                    <a:pt x="127476" y="93067"/>
                  </a:lnTo>
                  <a:lnTo>
                    <a:pt x="127687" y="93251"/>
                  </a:lnTo>
                  <a:lnTo>
                    <a:pt x="127884" y="93462"/>
                  </a:lnTo>
                  <a:lnTo>
                    <a:pt x="128068" y="93672"/>
                  </a:lnTo>
                  <a:lnTo>
                    <a:pt x="128226" y="93909"/>
                  </a:lnTo>
                  <a:lnTo>
                    <a:pt x="128371" y="94159"/>
                  </a:lnTo>
                  <a:lnTo>
                    <a:pt x="128490" y="94423"/>
                  </a:lnTo>
                  <a:lnTo>
                    <a:pt x="128582" y="94686"/>
                  </a:lnTo>
                  <a:lnTo>
                    <a:pt x="128661" y="94976"/>
                  </a:lnTo>
                  <a:lnTo>
                    <a:pt x="128661" y="96476"/>
                  </a:lnTo>
                  <a:lnTo>
                    <a:pt x="128582" y="96753"/>
                  </a:lnTo>
                  <a:lnTo>
                    <a:pt x="128490" y="97029"/>
                  </a:lnTo>
                  <a:lnTo>
                    <a:pt x="128371" y="97279"/>
                  </a:lnTo>
                  <a:lnTo>
                    <a:pt x="128226" y="97529"/>
                  </a:lnTo>
                  <a:lnTo>
                    <a:pt x="128068" y="97766"/>
                  </a:lnTo>
                  <a:lnTo>
                    <a:pt x="127884" y="97990"/>
                  </a:lnTo>
                  <a:lnTo>
                    <a:pt x="127687" y="98188"/>
                  </a:lnTo>
                  <a:lnTo>
                    <a:pt x="127476" y="98372"/>
                  </a:lnTo>
                  <a:lnTo>
                    <a:pt x="127252" y="98543"/>
                  </a:lnTo>
                  <a:lnTo>
                    <a:pt x="127002" y="98701"/>
                  </a:lnTo>
                  <a:lnTo>
                    <a:pt x="126752" y="98833"/>
                  </a:lnTo>
                  <a:lnTo>
                    <a:pt x="126489" y="98938"/>
                  </a:lnTo>
                  <a:lnTo>
                    <a:pt x="126212" y="99030"/>
                  </a:lnTo>
                  <a:lnTo>
                    <a:pt x="125923" y="99083"/>
                  </a:lnTo>
                  <a:lnTo>
                    <a:pt x="125633" y="99122"/>
                  </a:lnTo>
                  <a:lnTo>
                    <a:pt x="125330" y="99135"/>
                  </a:lnTo>
                  <a:lnTo>
                    <a:pt x="125146" y="99135"/>
                  </a:lnTo>
                  <a:lnTo>
                    <a:pt x="124975" y="99122"/>
                  </a:lnTo>
                  <a:lnTo>
                    <a:pt x="124804" y="99096"/>
                  </a:lnTo>
                  <a:lnTo>
                    <a:pt x="124633" y="99069"/>
                  </a:lnTo>
                  <a:lnTo>
                    <a:pt x="124475" y="99030"/>
                  </a:lnTo>
                  <a:lnTo>
                    <a:pt x="124304" y="98991"/>
                  </a:lnTo>
                  <a:lnTo>
                    <a:pt x="124146" y="98938"/>
                  </a:lnTo>
                  <a:lnTo>
                    <a:pt x="124001" y="98872"/>
                  </a:lnTo>
                  <a:lnTo>
                    <a:pt x="123843" y="98806"/>
                  </a:lnTo>
                  <a:lnTo>
                    <a:pt x="123698" y="98727"/>
                  </a:lnTo>
                  <a:lnTo>
                    <a:pt x="123553" y="98648"/>
                  </a:lnTo>
                  <a:lnTo>
                    <a:pt x="123409" y="98556"/>
                  </a:lnTo>
                  <a:lnTo>
                    <a:pt x="123145" y="98359"/>
                  </a:lnTo>
                  <a:lnTo>
                    <a:pt x="122908" y="98135"/>
                  </a:lnTo>
                  <a:lnTo>
                    <a:pt x="122685" y="97898"/>
                  </a:lnTo>
                  <a:lnTo>
                    <a:pt x="122487" y="97635"/>
                  </a:lnTo>
                  <a:lnTo>
                    <a:pt x="122395" y="97490"/>
                  </a:lnTo>
                  <a:lnTo>
                    <a:pt x="122316" y="97345"/>
                  </a:lnTo>
                  <a:lnTo>
                    <a:pt x="122237" y="97200"/>
                  </a:lnTo>
                  <a:lnTo>
                    <a:pt x="122171" y="97055"/>
                  </a:lnTo>
                  <a:lnTo>
                    <a:pt x="122119" y="96898"/>
                  </a:lnTo>
                  <a:lnTo>
                    <a:pt x="122053" y="96740"/>
                  </a:lnTo>
                  <a:lnTo>
                    <a:pt x="122013" y="96568"/>
                  </a:lnTo>
                  <a:lnTo>
                    <a:pt x="121974" y="96410"/>
                  </a:lnTo>
                  <a:lnTo>
                    <a:pt x="121947" y="96239"/>
                  </a:lnTo>
                  <a:lnTo>
                    <a:pt x="121921" y="96068"/>
                  </a:lnTo>
                  <a:lnTo>
                    <a:pt x="121908" y="95897"/>
                  </a:lnTo>
                  <a:lnTo>
                    <a:pt x="121908" y="95726"/>
                  </a:lnTo>
                  <a:lnTo>
                    <a:pt x="121908" y="95542"/>
                  </a:lnTo>
                  <a:lnTo>
                    <a:pt x="121921" y="95371"/>
                  </a:lnTo>
                  <a:lnTo>
                    <a:pt x="121947" y="95199"/>
                  </a:lnTo>
                  <a:lnTo>
                    <a:pt x="121974" y="95028"/>
                  </a:lnTo>
                  <a:lnTo>
                    <a:pt x="122013" y="94870"/>
                  </a:lnTo>
                  <a:lnTo>
                    <a:pt x="122053" y="94699"/>
                  </a:lnTo>
                  <a:lnTo>
                    <a:pt x="122119" y="94541"/>
                  </a:lnTo>
                  <a:lnTo>
                    <a:pt x="122171" y="94396"/>
                  </a:lnTo>
                  <a:lnTo>
                    <a:pt x="122237" y="94238"/>
                  </a:lnTo>
                  <a:lnTo>
                    <a:pt x="122316" y="94094"/>
                  </a:lnTo>
                  <a:lnTo>
                    <a:pt x="122395" y="93949"/>
                  </a:lnTo>
                  <a:lnTo>
                    <a:pt x="122487" y="93804"/>
                  </a:lnTo>
                  <a:lnTo>
                    <a:pt x="122685" y="93541"/>
                  </a:lnTo>
                  <a:lnTo>
                    <a:pt x="122908" y="93304"/>
                  </a:lnTo>
                  <a:lnTo>
                    <a:pt x="123145" y="93080"/>
                  </a:lnTo>
                  <a:lnTo>
                    <a:pt x="123409" y="92883"/>
                  </a:lnTo>
                  <a:lnTo>
                    <a:pt x="123553" y="92790"/>
                  </a:lnTo>
                  <a:lnTo>
                    <a:pt x="123698" y="92712"/>
                  </a:lnTo>
                  <a:lnTo>
                    <a:pt x="123843" y="92633"/>
                  </a:lnTo>
                  <a:lnTo>
                    <a:pt x="124001" y="92567"/>
                  </a:lnTo>
                  <a:lnTo>
                    <a:pt x="124146" y="92514"/>
                  </a:lnTo>
                  <a:lnTo>
                    <a:pt x="124304" y="92461"/>
                  </a:lnTo>
                  <a:lnTo>
                    <a:pt x="124475" y="92409"/>
                  </a:lnTo>
                  <a:lnTo>
                    <a:pt x="124633" y="92369"/>
                  </a:lnTo>
                  <a:lnTo>
                    <a:pt x="124804" y="92343"/>
                  </a:lnTo>
                  <a:lnTo>
                    <a:pt x="124975" y="92317"/>
                  </a:lnTo>
                  <a:lnTo>
                    <a:pt x="125146" y="92303"/>
                  </a:lnTo>
                  <a:close/>
                  <a:moveTo>
                    <a:pt x="10742" y="117472"/>
                  </a:moveTo>
                  <a:lnTo>
                    <a:pt x="10913" y="117485"/>
                  </a:lnTo>
                  <a:lnTo>
                    <a:pt x="11085" y="117512"/>
                  </a:lnTo>
                  <a:lnTo>
                    <a:pt x="11256" y="117538"/>
                  </a:lnTo>
                  <a:lnTo>
                    <a:pt x="11427" y="117577"/>
                  </a:lnTo>
                  <a:lnTo>
                    <a:pt x="11585" y="117630"/>
                  </a:lnTo>
                  <a:lnTo>
                    <a:pt x="11743" y="117683"/>
                  </a:lnTo>
                  <a:lnTo>
                    <a:pt x="11901" y="117749"/>
                  </a:lnTo>
                  <a:lnTo>
                    <a:pt x="12046" y="117814"/>
                  </a:lnTo>
                  <a:lnTo>
                    <a:pt x="12190" y="117880"/>
                  </a:lnTo>
                  <a:lnTo>
                    <a:pt x="12335" y="117972"/>
                  </a:lnTo>
                  <a:lnTo>
                    <a:pt x="12480" y="118064"/>
                  </a:lnTo>
                  <a:lnTo>
                    <a:pt x="12743" y="118249"/>
                  </a:lnTo>
                  <a:lnTo>
                    <a:pt x="12980" y="118473"/>
                  </a:lnTo>
                  <a:lnTo>
                    <a:pt x="13204" y="118723"/>
                  </a:lnTo>
                  <a:lnTo>
                    <a:pt x="13401" y="118986"/>
                  </a:lnTo>
                  <a:lnTo>
                    <a:pt x="13494" y="119118"/>
                  </a:lnTo>
                  <a:lnTo>
                    <a:pt x="13573" y="119262"/>
                  </a:lnTo>
                  <a:lnTo>
                    <a:pt x="13651" y="119407"/>
                  </a:lnTo>
                  <a:lnTo>
                    <a:pt x="13717" y="119565"/>
                  </a:lnTo>
                  <a:lnTo>
                    <a:pt x="13783" y="119723"/>
                  </a:lnTo>
                  <a:lnTo>
                    <a:pt x="13836" y="119881"/>
                  </a:lnTo>
                  <a:lnTo>
                    <a:pt x="13875" y="120039"/>
                  </a:lnTo>
                  <a:lnTo>
                    <a:pt x="13915" y="120210"/>
                  </a:lnTo>
                  <a:lnTo>
                    <a:pt x="13941" y="120368"/>
                  </a:lnTo>
                  <a:lnTo>
                    <a:pt x="13967" y="120539"/>
                  </a:lnTo>
                  <a:lnTo>
                    <a:pt x="13981" y="120723"/>
                  </a:lnTo>
                  <a:lnTo>
                    <a:pt x="13981" y="120895"/>
                  </a:lnTo>
                  <a:lnTo>
                    <a:pt x="13981" y="121066"/>
                  </a:lnTo>
                  <a:lnTo>
                    <a:pt x="13967" y="121237"/>
                  </a:lnTo>
                  <a:lnTo>
                    <a:pt x="13941" y="121408"/>
                  </a:lnTo>
                  <a:lnTo>
                    <a:pt x="13915" y="121579"/>
                  </a:lnTo>
                  <a:lnTo>
                    <a:pt x="13875" y="121750"/>
                  </a:lnTo>
                  <a:lnTo>
                    <a:pt x="13836" y="121908"/>
                  </a:lnTo>
                  <a:lnTo>
                    <a:pt x="13783" y="122066"/>
                  </a:lnTo>
                  <a:lnTo>
                    <a:pt x="13717" y="122224"/>
                  </a:lnTo>
                  <a:lnTo>
                    <a:pt x="13651" y="122369"/>
                  </a:lnTo>
                  <a:lnTo>
                    <a:pt x="13573" y="122527"/>
                  </a:lnTo>
                  <a:lnTo>
                    <a:pt x="13494" y="122659"/>
                  </a:lnTo>
                  <a:lnTo>
                    <a:pt x="13401" y="122803"/>
                  </a:lnTo>
                  <a:lnTo>
                    <a:pt x="13204" y="123067"/>
                  </a:lnTo>
                  <a:lnTo>
                    <a:pt x="12980" y="123304"/>
                  </a:lnTo>
                  <a:lnTo>
                    <a:pt x="12743" y="123527"/>
                  </a:lnTo>
                  <a:lnTo>
                    <a:pt x="12480" y="123725"/>
                  </a:lnTo>
                  <a:lnTo>
                    <a:pt x="12335" y="123817"/>
                  </a:lnTo>
                  <a:lnTo>
                    <a:pt x="12190" y="123896"/>
                  </a:lnTo>
                  <a:lnTo>
                    <a:pt x="12046" y="123975"/>
                  </a:lnTo>
                  <a:lnTo>
                    <a:pt x="11901" y="124041"/>
                  </a:lnTo>
                  <a:lnTo>
                    <a:pt x="11743" y="124106"/>
                  </a:lnTo>
                  <a:lnTo>
                    <a:pt x="11585" y="124159"/>
                  </a:lnTo>
                  <a:lnTo>
                    <a:pt x="11427" y="124199"/>
                  </a:lnTo>
                  <a:lnTo>
                    <a:pt x="11256" y="124238"/>
                  </a:lnTo>
                  <a:lnTo>
                    <a:pt x="11085" y="124278"/>
                  </a:lnTo>
                  <a:lnTo>
                    <a:pt x="10913" y="124291"/>
                  </a:lnTo>
                  <a:lnTo>
                    <a:pt x="10742" y="124304"/>
                  </a:lnTo>
                  <a:lnTo>
                    <a:pt x="10571" y="124317"/>
                  </a:lnTo>
                  <a:lnTo>
                    <a:pt x="10387" y="124304"/>
                  </a:lnTo>
                  <a:lnTo>
                    <a:pt x="10216" y="124291"/>
                  </a:lnTo>
                  <a:lnTo>
                    <a:pt x="10045" y="124278"/>
                  </a:lnTo>
                  <a:lnTo>
                    <a:pt x="9874" y="124238"/>
                  </a:lnTo>
                  <a:lnTo>
                    <a:pt x="9716" y="124199"/>
                  </a:lnTo>
                  <a:lnTo>
                    <a:pt x="9544" y="124159"/>
                  </a:lnTo>
                  <a:lnTo>
                    <a:pt x="9387" y="124106"/>
                  </a:lnTo>
                  <a:lnTo>
                    <a:pt x="9242" y="124041"/>
                  </a:lnTo>
                  <a:lnTo>
                    <a:pt x="9084" y="123975"/>
                  </a:lnTo>
                  <a:lnTo>
                    <a:pt x="8939" y="123896"/>
                  </a:lnTo>
                  <a:lnTo>
                    <a:pt x="8794" y="123817"/>
                  </a:lnTo>
                  <a:lnTo>
                    <a:pt x="8649" y="123725"/>
                  </a:lnTo>
                  <a:lnTo>
                    <a:pt x="8386" y="123527"/>
                  </a:lnTo>
                  <a:lnTo>
                    <a:pt x="8149" y="123304"/>
                  </a:lnTo>
                  <a:lnTo>
                    <a:pt x="7925" y="123067"/>
                  </a:lnTo>
                  <a:lnTo>
                    <a:pt x="7728" y="122803"/>
                  </a:lnTo>
                  <a:lnTo>
                    <a:pt x="7649" y="122659"/>
                  </a:lnTo>
                  <a:lnTo>
                    <a:pt x="7557" y="122527"/>
                  </a:lnTo>
                  <a:lnTo>
                    <a:pt x="7491" y="122369"/>
                  </a:lnTo>
                  <a:lnTo>
                    <a:pt x="7412" y="122224"/>
                  </a:lnTo>
                  <a:lnTo>
                    <a:pt x="7359" y="122066"/>
                  </a:lnTo>
                  <a:lnTo>
                    <a:pt x="7307" y="121908"/>
                  </a:lnTo>
                  <a:lnTo>
                    <a:pt x="7254" y="121750"/>
                  </a:lnTo>
                  <a:lnTo>
                    <a:pt x="7215" y="121579"/>
                  </a:lnTo>
                  <a:lnTo>
                    <a:pt x="7188" y="121408"/>
                  </a:lnTo>
                  <a:lnTo>
                    <a:pt x="7162" y="121237"/>
                  </a:lnTo>
                  <a:lnTo>
                    <a:pt x="7149" y="121066"/>
                  </a:lnTo>
                  <a:lnTo>
                    <a:pt x="7149" y="120895"/>
                  </a:lnTo>
                  <a:lnTo>
                    <a:pt x="7149" y="120723"/>
                  </a:lnTo>
                  <a:lnTo>
                    <a:pt x="7162" y="120539"/>
                  </a:lnTo>
                  <a:lnTo>
                    <a:pt x="7188" y="120368"/>
                  </a:lnTo>
                  <a:lnTo>
                    <a:pt x="7215" y="120210"/>
                  </a:lnTo>
                  <a:lnTo>
                    <a:pt x="7254" y="120039"/>
                  </a:lnTo>
                  <a:lnTo>
                    <a:pt x="7307" y="119881"/>
                  </a:lnTo>
                  <a:lnTo>
                    <a:pt x="7359" y="119723"/>
                  </a:lnTo>
                  <a:lnTo>
                    <a:pt x="7412" y="119565"/>
                  </a:lnTo>
                  <a:lnTo>
                    <a:pt x="7491" y="119407"/>
                  </a:lnTo>
                  <a:lnTo>
                    <a:pt x="7557" y="119262"/>
                  </a:lnTo>
                  <a:lnTo>
                    <a:pt x="7649" y="119118"/>
                  </a:lnTo>
                  <a:lnTo>
                    <a:pt x="7728" y="118986"/>
                  </a:lnTo>
                  <a:lnTo>
                    <a:pt x="7925" y="118723"/>
                  </a:lnTo>
                  <a:lnTo>
                    <a:pt x="8149" y="118473"/>
                  </a:lnTo>
                  <a:lnTo>
                    <a:pt x="8386" y="118249"/>
                  </a:lnTo>
                  <a:lnTo>
                    <a:pt x="8649" y="118064"/>
                  </a:lnTo>
                  <a:lnTo>
                    <a:pt x="8794" y="117972"/>
                  </a:lnTo>
                  <a:lnTo>
                    <a:pt x="8939" y="117880"/>
                  </a:lnTo>
                  <a:lnTo>
                    <a:pt x="9084" y="117814"/>
                  </a:lnTo>
                  <a:lnTo>
                    <a:pt x="9242" y="117749"/>
                  </a:lnTo>
                  <a:lnTo>
                    <a:pt x="9387" y="117683"/>
                  </a:lnTo>
                  <a:lnTo>
                    <a:pt x="9544" y="117630"/>
                  </a:lnTo>
                  <a:lnTo>
                    <a:pt x="9716" y="117577"/>
                  </a:lnTo>
                  <a:lnTo>
                    <a:pt x="9874" y="117538"/>
                  </a:lnTo>
                  <a:lnTo>
                    <a:pt x="10045" y="117512"/>
                  </a:lnTo>
                  <a:lnTo>
                    <a:pt x="10216" y="117485"/>
                  </a:lnTo>
                  <a:lnTo>
                    <a:pt x="10387" y="117472"/>
                  </a:lnTo>
                  <a:close/>
                  <a:moveTo>
                    <a:pt x="71136" y="1"/>
                  </a:moveTo>
                  <a:lnTo>
                    <a:pt x="70847" y="27"/>
                  </a:lnTo>
                  <a:lnTo>
                    <a:pt x="70544" y="54"/>
                  </a:lnTo>
                  <a:lnTo>
                    <a:pt x="70254" y="93"/>
                  </a:lnTo>
                  <a:lnTo>
                    <a:pt x="69965" y="146"/>
                  </a:lnTo>
                  <a:lnTo>
                    <a:pt x="69688" y="225"/>
                  </a:lnTo>
                  <a:lnTo>
                    <a:pt x="69412" y="304"/>
                  </a:lnTo>
                  <a:lnTo>
                    <a:pt x="69136" y="383"/>
                  </a:lnTo>
                  <a:lnTo>
                    <a:pt x="68872" y="488"/>
                  </a:lnTo>
                  <a:lnTo>
                    <a:pt x="68609" y="593"/>
                  </a:lnTo>
                  <a:lnTo>
                    <a:pt x="68346" y="725"/>
                  </a:lnTo>
                  <a:lnTo>
                    <a:pt x="68096" y="856"/>
                  </a:lnTo>
                  <a:lnTo>
                    <a:pt x="67859" y="988"/>
                  </a:lnTo>
                  <a:lnTo>
                    <a:pt x="67609" y="1146"/>
                  </a:lnTo>
                  <a:lnTo>
                    <a:pt x="67385" y="1304"/>
                  </a:lnTo>
                  <a:lnTo>
                    <a:pt x="67161" y="1475"/>
                  </a:lnTo>
                  <a:lnTo>
                    <a:pt x="66937" y="1646"/>
                  </a:lnTo>
                  <a:lnTo>
                    <a:pt x="66727" y="1831"/>
                  </a:lnTo>
                  <a:lnTo>
                    <a:pt x="66529" y="2028"/>
                  </a:lnTo>
                  <a:lnTo>
                    <a:pt x="66332" y="2239"/>
                  </a:lnTo>
                  <a:lnTo>
                    <a:pt x="66147" y="2449"/>
                  </a:lnTo>
                  <a:lnTo>
                    <a:pt x="65963" y="2660"/>
                  </a:lnTo>
                  <a:lnTo>
                    <a:pt x="65792" y="2884"/>
                  </a:lnTo>
                  <a:lnTo>
                    <a:pt x="65634" y="3121"/>
                  </a:lnTo>
                  <a:lnTo>
                    <a:pt x="65489" y="3358"/>
                  </a:lnTo>
                  <a:lnTo>
                    <a:pt x="65344" y="3594"/>
                  </a:lnTo>
                  <a:lnTo>
                    <a:pt x="65213" y="3845"/>
                  </a:lnTo>
                  <a:lnTo>
                    <a:pt x="65081" y="4108"/>
                  </a:lnTo>
                  <a:lnTo>
                    <a:pt x="64976" y="4371"/>
                  </a:lnTo>
                  <a:lnTo>
                    <a:pt x="64871" y="4634"/>
                  </a:lnTo>
                  <a:lnTo>
                    <a:pt x="64778" y="4911"/>
                  </a:lnTo>
                  <a:lnTo>
                    <a:pt x="64699" y="5187"/>
                  </a:lnTo>
                  <a:lnTo>
                    <a:pt x="58342" y="5187"/>
                  </a:lnTo>
                  <a:lnTo>
                    <a:pt x="57920" y="5200"/>
                  </a:lnTo>
                  <a:lnTo>
                    <a:pt x="57512" y="5227"/>
                  </a:lnTo>
                  <a:lnTo>
                    <a:pt x="57104" y="5266"/>
                  </a:lnTo>
                  <a:lnTo>
                    <a:pt x="56696" y="5332"/>
                  </a:lnTo>
                  <a:lnTo>
                    <a:pt x="56301" y="5411"/>
                  </a:lnTo>
                  <a:lnTo>
                    <a:pt x="55906" y="5503"/>
                  </a:lnTo>
                  <a:lnTo>
                    <a:pt x="55538" y="5609"/>
                  </a:lnTo>
                  <a:lnTo>
                    <a:pt x="55156" y="5740"/>
                  </a:lnTo>
                  <a:lnTo>
                    <a:pt x="54801" y="5872"/>
                  </a:lnTo>
                  <a:lnTo>
                    <a:pt x="54445" y="6030"/>
                  </a:lnTo>
                  <a:lnTo>
                    <a:pt x="54103" y="6201"/>
                  </a:lnTo>
                  <a:lnTo>
                    <a:pt x="53774" y="6385"/>
                  </a:lnTo>
                  <a:lnTo>
                    <a:pt x="53458" y="6569"/>
                  </a:lnTo>
                  <a:lnTo>
                    <a:pt x="53142" y="6780"/>
                  </a:lnTo>
                  <a:lnTo>
                    <a:pt x="52839" y="7004"/>
                  </a:lnTo>
                  <a:lnTo>
                    <a:pt x="52563" y="7228"/>
                  </a:lnTo>
                  <a:lnTo>
                    <a:pt x="52286" y="7478"/>
                  </a:lnTo>
                  <a:lnTo>
                    <a:pt x="52036" y="7728"/>
                  </a:lnTo>
                  <a:lnTo>
                    <a:pt x="51786" y="7991"/>
                  </a:lnTo>
                  <a:lnTo>
                    <a:pt x="51562" y="8268"/>
                  </a:lnTo>
                  <a:lnTo>
                    <a:pt x="51352" y="8544"/>
                  </a:lnTo>
                  <a:lnTo>
                    <a:pt x="51154" y="8847"/>
                  </a:lnTo>
                  <a:lnTo>
                    <a:pt x="50970" y="9150"/>
                  </a:lnTo>
                  <a:lnTo>
                    <a:pt x="50812" y="9452"/>
                  </a:lnTo>
                  <a:lnTo>
                    <a:pt x="50654" y="9768"/>
                  </a:lnTo>
                  <a:lnTo>
                    <a:pt x="50536" y="10097"/>
                  </a:lnTo>
                  <a:lnTo>
                    <a:pt x="50417" y="10426"/>
                  </a:lnTo>
                  <a:lnTo>
                    <a:pt x="50325" y="10755"/>
                  </a:lnTo>
                  <a:lnTo>
                    <a:pt x="50259" y="11111"/>
                  </a:lnTo>
                  <a:lnTo>
                    <a:pt x="50206" y="11453"/>
                  </a:lnTo>
                  <a:lnTo>
                    <a:pt x="50180" y="11809"/>
                  </a:lnTo>
                  <a:lnTo>
                    <a:pt x="50167" y="12164"/>
                  </a:lnTo>
                  <a:lnTo>
                    <a:pt x="50167" y="39044"/>
                  </a:lnTo>
                  <a:lnTo>
                    <a:pt x="36240" y="39044"/>
                  </a:lnTo>
                  <a:lnTo>
                    <a:pt x="35871" y="39057"/>
                  </a:lnTo>
                  <a:lnTo>
                    <a:pt x="35529" y="39097"/>
                  </a:lnTo>
                  <a:lnTo>
                    <a:pt x="35174" y="39149"/>
                  </a:lnTo>
                  <a:lnTo>
                    <a:pt x="34832" y="39215"/>
                  </a:lnTo>
                  <a:lnTo>
                    <a:pt x="34489" y="39307"/>
                  </a:lnTo>
                  <a:lnTo>
                    <a:pt x="34160" y="39412"/>
                  </a:lnTo>
                  <a:lnTo>
                    <a:pt x="33844" y="39544"/>
                  </a:lnTo>
                  <a:lnTo>
                    <a:pt x="33528" y="39689"/>
                  </a:lnTo>
                  <a:lnTo>
                    <a:pt x="33212" y="39860"/>
                  </a:lnTo>
                  <a:lnTo>
                    <a:pt x="32910" y="40044"/>
                  </a:lnTo>
                  <a:lnTo>
                    <a:pt x="32620" y="40242"/>
                  </a:lnTo>
                  <a:lnTo>
                    <a:pt x="32344" y="40452"/>
                  </a:lnTo>
                  <a:lnTo>
                    <a:pt x="32067" y="40676"/>
                  </a:lnTo>
                  <a:lnTo>
                    <a:pt x="31804" y="40913"/>
                  </a:lnTo>
                  <a:lnTo>
                    <a:pt x="31541" y="41176"/>
                  </a:lnTo>
                  <a:lnTo>
                    <a:pt x="31304" y="41453"/>
                  </a:lnTo>
                  <a:lnTo>
                    <a:pt x="31067" y="41729"/>
                  </a:lnTo>
                  <a:lnTo>
                    <a:pt x="30856" y="42032"/>
                  </a:lnTo>
                  <a:lnTo>
                    <a:pt x="30646" y="42335"/>
                  </a:lnTo>
                  <a:lnTo>
                    <a:pt x="30448" y="42664"/>
                  </a:lnTo>
                  <a:lnTo>
                    <a:pt x="30264" y="42993"/>
                  </a:lnTo>
                  <a:lnTo>
                    <a:pt x="30106" y="43335"/>
                  </a:lnTo>
                  <a:lnTo>
                    <a:pt x="29948" y="43691"/>
                  </a:lnTo>
                  <a:lnTo>
                    <a:pt x="29803" y="44046"/>
                  </a:lnTo>
                  <a:lnTo>
                    <a:pt x="29685" y="44415"/>
                  </a:lnTo>
                  <a:lnTo>
                    <a:pt x="29566" y="44796"/>
                  </a:lnTo>
                  <a:lnTo>
                    <a:pt x="29474" y="45191"/>
                  </a:lnTo>
                  <a:lnTo>
                    <a:pt x="29395" y="45586"/>
                  </a:lnTo>
                  <a:lnTo>
                    <a:pt x="29342" y="45981"/>
                  </a:lnTo>
                  <a:lnTo>
                    <a:pt x="29290" y="46389"/>
                  </a:lnTo>
                  <a:lnTo>
                    <a:pt x="29263" y="46810"/>
                  </a:lnTo>
                  <a:lnTo>
                    <a:pt x="29263" y="47232"/>
                  </a:lnTo>
                  <a:lnTo>
                    <a:pt x="29263" y="51457"/>
                  </a:lnTo>
                  <a:lnTo>
                    <a:pt x="29263" y="56907"/>
                  </a:lnTo>
                  <a:lnTo>
                    <a:pt x="29263" y="66384"/>
                  </a:lnTo>
                  <a:lnTo>
                    <a:pt x="29263" y="72663"/>
                  </a:lnTo>
                  <a:lnTo>
                    <a:pt x="12164" y="72663"/>
                  </a:lnTo>
                  <a:lnTo>
                    <a:pt x="11993" y="72650"/>
                  </a:lnTo>
                  <a:lnTo>
                    <a:pt x="11822" y="72637"/>
                  </a:lnTo>
                  <a:lnTo>
                    <a:pt x="11651" y="72611"/>
                  </a:lnTo>
                  <a:lnTo>
                    <a:pt x="11480" y="72571"/>
                  </a:lnTo>
                  <a:lnTo>
                    <a:pt x="11322" y="72519"/>
                  </a:lnTo>
                  <a:lnTo>
                    <a:pt x="11164" y="72453"/>
                  </a:lnTo>
                  <a:lnTo>
                    <a:pt x="11006" y="72374"/>
                  </a:lnTo>
                  <a:lnTo>
                    <a:pt x="10848" y="72295"/>
                  </a:lnTo>
                  <a:lnTo>
                    <a:pt x="10690" y="72190"/>
                  </a:lnTo>
                  <a:lnTo>
                    <a:pt x="10545" y="72097"/>
                  </a:lnTo>
                  <a:lnTo>
                    <a:pt x="10400" y="71979"/>
                  </a:lnTo>
                  <a:lnTo>
                    <a:pt x="10255" y="71860"/>
                  </a:lnTo>
                  <a:lnTo>
                    <a:pt x="10124" y="71729"/>
                  </a:lnTo>
                  <a:lnTo>
                    <a:pt x="9992" y="71584"/>
                  </a:lnTo>
                  <a:lnTo>
                    <a:pt x="9874" y="71439"/>
                  </a:lnTo>
                  <a:lnTo>
                    <a:pt x="9755" y="71281"/>
                  </a:lnTo>
                  <a:lnTo>
                    <a:pt x="9637" y="71123"/>
                  </a:lnTo>
                  <a:lnTo>
                    <a:pt x="9531" y="70952"/>
                  </a:lnTo>
                  <a:lnTo>
                    <a:pt x="9426" y="70781"/>
                  </a:lnTo>
                  <a:lnTo>
                    <a:pt x="9334" y="70597"/>
                  </a:lnTo>
                  <a:lnTo>
                    <a:pt x="9242" y="70413"/>
                  </a:lnTo>
                  <a:lnTo>
                    <a:pt x="9150" y="70215"/>
                  </a:lnTo>
                  <a:lnTo>
                    <a:pt x="9071" y="70018"/>
                  </a:lnTo>
                  <a:lnTo>
                    <a:pt x="9005" y="69807"/>
                  </a:lnTo>
                  <a:lnTo>
                    <a:pt x="8939" y="69596"/>
                  </a:lnTo>
                  <a:lnTo>
                    <a:pt x="8886" y="69386"/>
                  </a:lnTo>
                  <a:lnTo>
                    <a:pt x="8847" y="69175"/>
                  </a:lnTo>
                  <a:lnTo>
                    <a:pt x="8807" y="68951"/>
                  </a:lnTo>
                  <a:lnTo>
                    <a:pt x="8768" y="68728"/>
                  </a:lnTo>
                  <a:lnTo>
                    <a:pt x="8755" y="68491"/>
                  </a:lnTo>
                  <a:lnTo>
                    <a:pt x="8742" y="68267"/>
                  </a:lnTo>
                  <a:lnTo>
                    <a:pt x="8728" y="68030"/>
                  </a:lnTo>
                  <a:lnTo>
                    <a:pt x="8728" y="60790"/>
                  </a:lnTo>
                  <a:lnTo>
                    <a:pt x="9005" y="60711"/>
                  </a:lnTo>
                  <a:lnTo>
                    <a:pt x="9281" y="60619"/>
                  </a:lnTo>
                  <a:lnTo>
                    <a:pt x="9544" y="60527"/>
                  </a:lnTo>
                  <a:lnTo>
                    <a:pt x="9808" y="60408"/>
                  </a:lnTo>
                  <a:lnTo>
                    <a:pt x="10071" y="60290"/>
                  </a:lnTo>
                  <a:lnTo>
                    <a:pt x="10321" y="60158"/>
                  </a:lnTo>
                  <a:lnTo>
                    <a:pt x="10558" y="60013"/>
                  </a:lnTo>
                  <a:lnTo>
                    <a:pt x="10808" y="59855"/>
                  </a:lnTo>
                  <a:lnTo>
                    <a:pt x="11032" y="59697"/>
                  </a:lnTo>
                  <a:lnTo>
                    <a:pt x="11256" y="59526"/>
                  </a:lnTo>
                  <a:lnTo>
                    <a:pt x="11480" y="59355"/>
                  </a:lnTo>
                  <a:lnTo>
                    <a:pt x="11690" y="59171"/>
                  </a:lnTo>
                  <a:lnTo>
                    <a:pt x="11888" y="58973"/>
                  </a:lnTo>
                  <a:lnTo>
                    <a:pt x="12085" y="58763"/>
                  </a:lnTo>
                  <a:lnTo>
                    <a:pt x="12269" y="58552"/>
                  </a:lnTo>
                  <a:lnTo>
                    <a:pt x="12454" y="58342"/>
                  </a:lnTo>
                  <a:lnTo>
                    <a:pt x="12612" y="58118"/>
                  </a:lnTo>
                  <a:lnTo>
                    <a:pt x="12770" y="57881"/>
                  </a:lnTo>
                  <a:lnTo>
                    <a:pt x="12927" y="57644"/>
                  </a:lnTo>
                  <a:lnTo>
                    <a:pt x="13072" y="57394"/>
                  </a:lnTo>
                  <a:lnTo>
                    <a:pt x="13204" y="57144"/>
                  </a:lnTo>
                  <a:lnTo>
                    <a:pt x="13322" y="56894"/>
                  </a:lnTo>
                  <a:lnTo>
                    <a:pt x="13428" y="56630"/>
                  </a:lnTo>
                  <a:lnTo>
                    <a:pt x="13533" y="56354"/>
                  </a:lnTo>
                  <a:lnTo>
                    <a:pt x="13625" y="56091"/>
                  </a:lnTo>
                  <a:lnTo>
                    <a:pt x="13704" y="55814"/>
                  </a:lnTo>
                  <a:lnTo>
                    <a:pt x="13770" y="55525"/>
                  </a:lnTo>
                  <a:lnTo>
                    <a:pt x="13823" y="55235"/>
                  </a:lnTo>
                  <a:lnTo>
                    <a:pt x="13862" y="54945"/>
                  </a:lnTo>
                  <a:lnTo>
                    <a:pt x="13902" y="54656"/>
                  </a:lnTo>
                  <a:lnTo>
                    <a:pt x="13915" y="54353"/>
                  </a:lnTo>
                  <a:lnTo>
                    <a:pt x="13928" y="54050"/>
                  </a:lnTo>
                  <a:lnTo>
                    <a:pt x="13915" y="53695"/>
                  </a:lnTo>
                  <a:lnTo>
                    <a:pt x="13888" y="53339"/>
                  </a:lnTo>
                  <a:lnTo>
                    <a:pt x="13849" y="52997"/>
                  </a:lnTo>
                  <a:lnTo>
                    <a:pt x="13783" y="52655"/>
                  </a:lnTo>
                  <a:lnTo>
                    <a:pt x="13704" y="52313"/>
                  </a:lnTo>
                  <a:lnTo>
                    <a:pt x="13612" y="51984"/>
                  </a:lnTo>
                  <a:lnTo>
                    <a:pt x="13507" y="51668"/>
                  </a:lnTo>
                  <a:lnTo>
                    <a:pt x="13375" y="51352"/>
                  </a:lnTo>
                  <a:lnTo>
                    <a:pt x="13230" y="51036"/>
                  </a:lnTo>
                  <a:lnTo>
                    <a:pt x="13085" y="50733"/>
                  </a:lnTo>
                  <a:lnTo>
                    <a:pt x="12914" y="50443"/>
                  </a:lnTo>
                  <a:lnTo>
                    <a:pt x="12730" y="50167"/>
                  </a:lnTo>
                  <a:lnTo>
                    <a:pt x="12533" y="49891"/>
                  </a:lnTo>
                  <a:lnTo>
                    <a:pt x="12335" y="49627"/>
                  </a:lnTo>
                  <a:lnTo>
                    <a:pt x="12111" y="49377"/>
                  </a:lnTo>
                  <a:lnTo>
                    <a:pt x="11888" y="49140"/>
                  </a:lnTo>
                  <a:lnTo>
                    <a:pt x="11637" y="48903"/>
                  </a:lnTo>
                  <a:lnTo>
                    <a:pt x="11387" y="48680"/>
                  </a:lnTo>
                  <a:lnTo>
                    <a:pt x="11124" y="48482"/>
                  </a:lnTo>
                  <a:lnTo>
                    <a:pt x="10848" y="48285"/>
                  </a:lnTo>
                  <a:lnTo>
                    <a:pt x="10571" y="48100"/>
                  </a:lnTo>
                  <a:lnTo>
                    <a:pt x="10282" y="47929"/>
                  </a:lnTo>
                  <a:lnTo>
                    <a:pt x="9979" y="47784"/>
                  </a:lnTo>
                  <a:lnTo>
                    <a:pt x="9663" y="47640"/>
                  </a:lnTo>
                  <a:lnTo>
                    <a:pt x="9347" y="47521"/>
                  </a:lnTo>
                  <a:lnTo>
                    <a:pt x="9031" y="47403"/>
                  </a:lnTo>
                  <a:lnTo>
                    <a:pt x="8702" y="47311"/>
                  </a:lnTo>
                  <a:lnTo>
                    <a:pt x="8360" y="47232"/>
                  </a:lnTo>
                  <a:lnTo>
                    <a:pt x="8018" y="47179"/>
                  </a:lnTo>
                  <a:lnTo>
                    <a:pt x="7675" y="47126"/>
                  </a:lnTo>
                  <a:lnTo>
                    <a:pt x="7320" y="47100"/>
                  </a:lnTo>
                  <a:lnTo>
                    <a:pt x="6964" y="47087"/>
                  </a:lnTo>
                  <a:lnTo>
                    <a:pt x="6596" y="47100"/>
                  </a:lnTo>
                  <a:lnTo>
                    <a:pt x="6254" y="47126"/>
                  </a:lnTo>
                  <a:lnTo>
                    <a:pt x="5898" y="47179"/>
                  </a:lnTo>
                  <a:lnTo>
                    <a:pt x="5556" y="47232"/>
                  </a:lnTo>
                  <a:lnTo>
                    <a:pt x="5227" y="47311"/>
                  </a:lnTo>
                  <a:lnTo>
                    <a:pt x="4898" y="47403"/>
                  </a:lnTo>
                  <a:lnTo>
                    <a:pt x="4569" y="47521"/>
                  </a:lnTo>
                  <a:lnTo>
                    <a:pt x="4253" y="47640"/>
                  </a:lnTo>
                  <a:lnTo>
                    <a:pt x="3950" y="47784"/>
                  </a:lnTo>
                  <a:lnTo>
                    <a:pt x="3647" y="47929"/>
                  </a:lnTo>
                  <a:lnTo>
                    <a:pt x="3358" y="48100"/>
                  </a:lnTo>
                  <a:lnTo>
                    <a:pt x="3068" y="48285"/>
                  </a:lnTo>
                  <a:lnTo>
                    <a:pt x="2792" y="48482"/>
                  </a:lnTo>
                  <a:lnTo>
                    <a:pt x="2528" y="48680"/>
                  </a:lnTo>
                  <a:lnTo>
                    <a:pt x="2278" y="48903"/>
                  </a:lnTo>
                  <a:lnTo>
                    <a:pt x="2041" y="49140"/>
                  </a:lnTo>
                  <a:lnTo>
                    <a:pt x="1804" y="49377"/>
                  </a:lnTo>
                  <a:lnTo>
                    <a:pt x="1594" y="49627"/>
                  </a:lnTo>
                  <a:lnTo>
                    <a:pt x="1383" y="49891"/>
                  </a:lnTo>
                  <a:lnTo>
                    <a:pt x="1186" y="50167"/>
                  </a:lnTo>
                  <a:lnTo>
                    <a:pt x="1001" y="50443"/>
                  </a:lnTo>
                  <a:lnTo>
                    <a:pt x="843" y="50733"/>
                  </a:lnTo>
                  <a:lnTo>
                    <a:pt x="685" y="51036"/>
                  </a:lnTo>
                  <a:lnTo>
                    <a:pt x="541" y="51352"/>
                  </a:lnTo>
                  <a:lnTo>
                    <a:pt x="422" y="51668"/>
                  </a:lnTo>
                  <a:lnTo>
                    <a:pt x="304" y="51984"/>
                  </a:lnTo>
                  <a:lnTo>
                    <a:pt x="212" y="52313"/>
                  </a:lnTo>
                  <a:lnTo>
                    <a:pt x="133" y="52655"/>
                  </a:lnTo>
                  <a:lnTo>
                    <a:pt x="80" y="52997"/>
                  </a:lnTo>
                  <a:lnTo>
                    <a:pt x="27" y="53339"/>
                  </a:lnTo>
                  <a:lnTo>
                    <a:pt x="1" y="53695"/>
                  </a:lnTo>
                  <a:lnTo>
                    <a:pt x="1" y="54050"/>
                  </a:lnTo>
                  <a:lnTo>
                    <a:pt x="1" y="54353"/>
                  </a:lnTo>
                  <a:lnTo>
                    <a:pt x="27" y="54656"/>
                  </a:lnTo>
                  <a:lnTo>
                    <a:pt x="54" y="54945"/>
                  </a:lnTo>
                  <a:lnTo>
                    <a:pt x="93" y="55235"/>
                  </a:lnTo>
                  <a:lnTo>
                    <a:pt x="146" y="55525"/>
                  </a:lnTo>
                  <a:lnTo>
                    <a:pt x="225" y="55814"/>
                  </a:lnTo>
                  <a:lnTo>
                    <a:pt x="304" y="56091"/>
                  </a:lnTo>
                  <a:lnTo>
                    <a:pt x="383" y="56354"/>
                  </a:lnTo>
                  <a:lnTo>
                    <a:pt x="488" y="56630"/>
                  </a:lnTo>
                  <a:lnTo>
                    <a:pt x="593" y="56894"/>
                  </a:lnTo>
                  <a:lnTo>
                    <a:pt x="725" y="57144"/>
                  </a:lnTo>
                  <a:lnTo>
                    <a:pt x="857" y="57394"/>
                  </a:lnTo>
                  <a:lnTo>
                    <a:pt x="988" y="57644"/>
                  </a:lnTo>
                  <a:lnTo>
                    <a:pt x="1146" y="57881"/>
                  </a:lnTo>
                  <a:lnTo>
                    <a:pt x="1304" y="58118"/>
                  </a:lnTo>
                  <a:lnTo>
                    <a:pt x="1475" y="58342"/>
                  </a:lnTo>
                  <a:lnTo>
                    <a:pt x="1646" y="58552"/>
                  </a:lnTo>
                  <a:lnTo>
                    <a:pt x="1831" y="58763"/>
                  </a:lnTo>
                  <a:lnTo>
                    <a:pt x="2028" y="58973"/>
                  </a:lnTo>
                  <a:lnTo>
                    <a:pt x="2239" y="59171"/>
                  </a:lnTo>
                  <a:lnTo>
                    <a:pt x="2449" y="59355"/>
                  </a:lnTo>
                  <a:lnTo>
                    <a:pt x="2660" y="59526"/>
                  </a:lnTo>
                  <a:lnTo>
                    <a:pt x="2884" y="59697"/>
                  </a:lnTo>
                  <a:lnTo>
                    <a:pt x="3121" y="59855"/>
                  </a:lnTo>
                  <a:lnTo>
                    <a:pt x="3358" y="60013"/>
                  </a:lnTo>
                  <a:lnTo>
                    <a:pt x="3595" y="60158"/>
                  </a:lnTo>
                  <a:lnTo>
                    <a:pt x="3845" y="60290"/>
                  </a:lnTo>
                  <a:lnTo>
                    <a:pt x="4108" y="60408"/>
                  </a:lnTo>
                  <a:lnTo>
                    <a:pt x="4371" y="60527"/>
                  </a:lnTo>
                  <a:lnTo>
                    <a:pt x="4634" y="60619"/>
                  </a:lnTo>
                  <a:lnTo>
                    <a:pt x="4911" y="60711"/>
                  </a:lnTo>
                  <a:lnTo>
                    <a:pt x="5187" y="60790"/>
                  </a:lnTo>
                  <a:lnTo>
                    <a:pt x="5187" y="68030"/>
                  </a:lnTo>
                  <a:lnTo>
                    <a:pt x="5201" y="68451"/>
                  </a:lnTo>
                  <a:lnTo>
                    <a:pt x="5227" y="68859"/>
                  </a:lnTo>
                  <a:lnTo>
                    <a:pt x="5266" y="69267"/>
                  </a:lnTo>
                  <a:lnTo>
                    <a:pt x="5332" y="69675"/>
                  </a:lnTo>
                  <a:lnTo>
                    <a:pt x="5411" y="70070"/>
                  </a:lnTo>
                  <a:lnTo>
                    <a:pt x="5503" y="70452"/>
                  </a:lnTo>
                  <a:lnTo>
                    <a:pt x="5609" y="70834"/>
                  </a:lnTo>
                  <a:lnTo>
                    <a:pt x="5740" y="71202"/>
                  </a:lnTo>
                  <a:lnTo>
                    <a:pt x="5872" y="71571"/>
                  </a:lnTo>
                  <a:lnTo>
                    <a:pt x="6030" y="71926"/>
                  </a:lnTo>
                  <a:lnTo>
                    <a:pt x="6201" y="72269"/>
                  </a:lnTo>
                  <a:lnTo>
                    <a:pt x="6385" y="72598"/>
                  </a:lnTo>
                  <a:lnTo>
                    <a:pt x="6570" y="72914"/>
                  </a:lnTo>
                  <a:lnTo>
                    <a:pt x="6780" y="73229"/>
                  </a:lnTo>
                  <a:lnTo>
                    <a:pt x="7004" y="73519"/>
                  </a:lnTo>
                  <a:lnTo>
                    <a:pt x="7228" y="73809"/>
                  </a:lnTo>
                  <a:lnTo>
                    <a:pt x="7478" y="74072"/>
                  </a:lnTo>
                  <a:lnTo>
                    <a:pt x="7728" y="74335"/>
                  </a:lnTo>
                  <a:lnTo>
                    <a:pt x="7991" y="74572"/>
                  </a:lnTo>
                  <a:lnTo>
                    <a:pt x="8268" y="74809"/>
                  </a:lnTo>
                  <a:lnTo>
                    <a:pt x="8544" y="75020"/>
                  </a:lnTo>
                  <a:lnTo>
                    <a:pt x="8847" y="75217"/>
                  </a:lnTo>
                  <a:lnTo>
                    <a:pt x="9150" y="75401"/>
                  </a:lnTo>
                  <a:lnTo>
                    <a:pt x="9452" y="75559"/>
                  </a:lnTo>
                  <a:lnTo>
                    <a:pt x="9768" y="75704"/>
                  </a:lnTo>
                  <a:lnTo>
                    <a:pt x="10097" y="75836"/>
                  </a:lnTo>
                  <a:lnTo>
                    <a:pt x="10426" y="75941"/>
                  </a:lnTo>
                  <a:lnTo>
                    <a:pt x="10756" y="76033"/>
                  </a:lnTo>
                  <a:lnTo>
                    <a:pt x="11111" y="76112"/>
                  </a:lnTo>
                  <a:lnTo>
                    <a:pt x="11453" y="76165"/>
                  </a:lnTo>
                  <a:lnTo>
                    <a:pt x="11809" y="76191"/>
                  </a:lnTo>
                  <a:lnTo>
                    <a:pt x="12164" y="76204"/>
                  </a:lnTo>
                  <a:lnTo>
                    <a:pt x="29263" y="76204"/>
                  </a:lnTo>
                  <a:lnTo>
                    <a:pt x="29263" y="100754"/>
                  </a:lnTo>
                  <a:lnTo>
                    <a:pt x="29263" y="115682"/>
                  </a:lnTo>
                  <a:lnTo>
                    <a:pt x="29250" y="115866"/>
                  </a:lnTo>
                  <a:lnTo>
                    <a:pt x="29237" y="116037"/>
                  </a:lnTo>
                  <a:lnTo>
                    <a:pt x="29198" y="116208"/>
                  </a:lnTo>
                  <a:lnTo>
                    <a:pt x="29158" y="116366"/>
                  </a:lnTo>
                  <a:lnTo>
                    <a:pt x="29105" y="116537"/>
                  </a:lnTo>
                  <a:lnTo>
                    <a:pt x="29040" y="116695"/>
                  </a:lnTo>
                  <a:lnTo>
                    <a:pt x="28974" y="116853"/>
                  </a:lnTo>
                  <a:lnTo>
                    <a:pt x="28882" y="117011"/>
                  </a:lnTo>
                  <a:lnTo>
                    <a:pt x="28789" y="117156"/>
                  </a:lnTo>
                  <a:lnTo>
                    <a:pt x="28684" y="117314"/>
                  </a:lnTo>
                  <a:lnTo>
                    <a:pt x="28579" y="117446"/>
                  </a:lnTo>
                  <a:lnTo>
                    <a:pt x="28460" y="117591"/>
                  </a:lnTo>
                  <a:lnTo>
                    <a:pt x="28329" y="117722"/>
                  </a:lnTo>
                  <a:lnTo>
                    <a:pt x="28184" y="117854"/>
                  </a:lnTo>
                  <a:lnTo>
                    <a:pt x="28039" y="117985"/>
                  </a:lnTo>
                  <a:lnTo>
                    <a:pt x="27881" y="118104"/>
                  </a:lnTo>
                  <a:lnTo>
                    <a:pt x="27723" y="118222"/>
                  </a:lnTo>
                  <a:lnTo>
                    <a:pt x="27552" y="118328"/>
                  </a:lnTo>
                  <a:lnTo>
                    <a:pt x="27381" y="118433"/>
                  </a:lnTo>
                  <a:lnTo>
                    <a:pt x="27197" y="118525"/>
                  </a:lnTo>
                  <a:lnTo>
                    <a:pt x="27012" y="118617"/>
                  </a:lnTo>
                  <a:lnTo>
                    <a:pt x="26815" y="118696"/>
                  </a:lnTo>
                  <a:lnTo>
                    <a:pt x="26618" y="118775"/>
                  </a:lnTo>
                  <a:lnTo>
                    <a:pt x="26407" y="118841"/>
                  </a:lnTo>
                  <a:lnTo>
                    <a:pt x="26196" y="118907"/>
                  </a:lnTo>
                  <a:lnTo>
                    <a:pt x="25986" y="118960"/>
                  </a:lnTo>
                  <a:lnTo>
                    <a:pt x="25762" y="119012"/>
                  </a:lnTo>
                  <a:lnTo>
                    <a:pt x="25538" y="119052"/>
                  </a:lnTo>
                  <a:lnTo>
                    <a:pt x="25314" y="119078"/>
                  </a:lnTo>
                  <a:lnTo>
                    <a:pt x="25091" y="119104"/>
                  </a:lnTo>
                  <a:lnTo>
                    <a:pt x="24854" y="119118"/>
                  </a:lnTo>
                  <a:lnTo>
                    <a:pt x="17298" y="119118"/>
                  </a:lnTo>
                  <a:lnTo>
                    <a:pt x="17219" y="118841"/>
                  </a:lnTo>
                  <a:lnTo>
                    <a:pt x="17127" y="118565"/>
                  </a:lnTo>
                  <a:lnTo>
                    <a:pt x="17034" y="118301"/>
                  </a:lnTo>
                  <a:lnTo>
                    <a:pt x="16916" y="118038"/>
                  </a:lnTo>
                  <a:lnTo>
                    <a:pt x="16798" y="117788"/>
                  </a:lnTo>
                  <a:lnTo>
                    <a:pt x="16666" y="117538"/>
                  </a:lnTo>
                  <a:lnTo>
                    <a:pt x="16521" y="117288"/>
                  </a:lnTo>
                  <a:lnTo>
                    <a:pt x="16376" y="117051"/>
                  </a:lnTo>
                  <a:lnTo>
                    <a:pt x="16205" y="116814"/>
                  </a:lnTo>
                  <a:lnTo>
                    <a:pt x="16047" y="116590"/>
                  </a:lnTo>
                  <a:lnTo>
                    <a:pt x="15863" y="116380"/>
                  </a:lnTo>
                  <a:lnTo>
                    <a:pt x="15679" y="116169"/>
                  </a:lnTo>
                  <a:lnTo>
                    <a:pt x="15481" y="115958"/>
                  </a:lnTo>
                  <a:lnTo>
                    <a:pt x="15284" y="115774"/>
                  </a:lnTo>
                  <a:lnTo>
                    <a:pt x="15073" y="115590"/>
                  </a:lnTo>
                  <a:lnTo>
                    <a:pt x="14849" y="115405"/>
                  </a:lnTo>
                  <a:lnTo>
                    <a:pt x="14626" y="115234"/>
                  </a:lnTo>
                  <a:lnTo>
                    <a:pt x="14389" y="115076"/>
                  </a:lnTo>
                  <a:lnTo>
                    <a:pt x="14152" y="114932"/>
                  </a:lnTo>
                  <a:lnTo>
                    <a:pt x="13915" y="114787"/>
                  </a:lnTo>
                  <a:lnTo>
                    <a:pt x="13651" y="114655"/>
                  </a:lnTo>
                  <a:lnTo>
                    <a:pt x="13401" y="114537"/>
                  </a:lnTo>
                  <a:lnTo>
                    <a:pt x="13138" y="114418"/>
                  </a:lnTo>
                  <a:lnTo>
                    <a:pt x="12875" y="114326"/>
                  </a:lnTo>
                  <a:lnTo>
                    <a:pt x="12598" y="114234"/>
                  </a:lnTo>
                  <a:lnTo>
                    <a:pt x="12322" y="114155"/>
                  </a:lnTo>
                  <a:lnTo>
                    <a:pt x="12032" y="114089"/>
                  </a:lnTo>
                  <a:lnTo>
                    <a:pt x="11756" y="114023"/>
                  </a:lnTo>
                  <a:lnTo>
                    <a:pt x="11466" y="113984"/>
                  </a:lnTo>
                  <a:lnTo>
                    <a:pt x="11164" y="113957"/>
                  </a:lnTo>
                  <a:lnTo>
                    <a:pt x="10874" y="113931"/>
                  </a:lnTo>
                  <a:lnTo>
                    <a:pt x="10571" y="113931"/>
                  </a:lnTo>
                  <a:lnTo>
                    <a:pt x="10203" y="113944"/>
                  </a:lnTo>
                  <a:lnTo>
                    <a:pt x="9860" y="113971"/>
                  </a:lnTo>
                  <a:lnTo>
                    <a:pt x="9505" y="114010"/>
                  </a:lnTo>
                  <a:lnTo>
                    <a:pt x="9163" y="114076"/>
                  </a:lnTo>
                  <a:lnTo>
                    <a:pt x="8834" y="114155"/>
                  </a:lnTo>
                  <a:lnTo>
                    <a:pt x="8505" y="114247"/>
                  </a:lnTo>
                  <a:lnTo>
                    <a:pt x="8175" y="114352"/>
                  </a:lnTo>
                  <a:lnTo>
                    <a:pt x="7860" y="114471"/>
                  </a:lnTo>
                  <a:lnTo>
                    <a:pt x="7557" y="114616"/>
                  </a:lnTo>
                  <a:lnTo>
                    <a:pt x="7254" y="114774"/>
                  </a:lnTo>
                  <a:lnTo>
                    <a:pt x="6964" y="114945"/>
                  </a:lnTo>
                  <a:lnTo>
                    <a:pt x="6675" y="115116"/>
                  </a:lnTo>
                  <a:lnTo>
                    <a:pt x="6398" y="115313"/>
                  </a:lnTo>
                  <a:lnTo>
                    <a:pt x="6135" y="115524"/>
                  </a:lnTo>
                  <a:lnTo>
                    <a:pt x="5885" y="115734"/>
                  </a:lnTo>
                  <a:lnTo>
                    <a:pt x="5648" y="115971"/>
                  </a:lnTo>
                  <a:lnTo>
                    <a:pt x="5411" y="116208"/>
                  </a:lnTo>
                  <a:lnTo>
                    <a:pt x="5201" y="116472"/>
                  </a:lnTo>
                  <a:lnTo>
                    <a:pt x="4990" y="116735"/>
                  </a:lnTo>
                  <a:lnTo>
                    <a:pt x="4792" y="116998"/>
                  </a:lnTo>
                  <a:lnTo>
                    <a:pt x="4608" y="117288"/>
                  </a:lnTo>
                  <a:lnTo>
                    <a:pt x="4450" y="117577"/>
                  </a:lnTo>
                  <a:lnTo>
                    <a:pt x="4292" y="117880"/>
                  </a:lnTo>
                  <a:lnTo>
                    <a:pt x="4147" y="118183"/>
                  </a:lnTo>
                  <a:lnTo>
                    <a:pt x="4029" y="118499"/>
                  </a:lnTo>
                  <a:lnTo>
                    <a:pt x="3911" y="118828"/>
                  </a:lnTo>
                  <a:lnTo>
                    <a:pt x="3818" y="119157"/>
                  </a:lnTo>
                  <a:lnTo>
                    <a:pt x="3739" y="119486"/>
                  </a:lnTo>
                  <a:lnTo>
                    <a:pt x="3687" y="119828"/>
                  </a:lnTo>
                  <a:lnTo>
                    <a:pt x="3634" y="120184"/>
                  </a:lnTo>
                  <a:lnTo>
                    <a:pt x="3608" y="120539"/>
                  </a:lnTo>
                  <a:lnTo>
                    <a:pt x="3608" y="120895"/>
                  </a:lnTo>
                  <a:lnTo>
                    <a:pt x="3608" y="121250"/>
                  </a:lnTo>
                  <a:lnTo>
                    <a:pt x="3634" y="121605"/>
                  </a:lnTo>
                  <a:lnTo>
                    <a:pt x="3687" y="121948"/>
                  </a:lnTo>
                  <a:lnTo>
                    <a:pt x="3739" y="122290"/>
                  </a:lnTo>
                  <a:lnTo>
                    <a:pt x="3818" y="122632"/>
                  </a:lnTo>
                  <a:lnTo>
                    <a:pt x="3911" y="122961"/>
                  </a:lnTo>
                  <a:lnTo>
                    <a:pt x="4029" y="123290"/>
                  </a:lnTo>
                  <a:lnTo>
                    <a:pt x="4147" y="123606"/>
                  </a:lnTo>
                  <a:lnTo>
                    <a:pt x="4292" y="123909"/>
                  </a:lnTo>
                  <a:lnTo>
                    <a:pt x="4450" y="124212"/>
                  </a:lnTo>
                  <a:lnTo>
                    <a:pt x="4608" y="124501"/>
                  </a:lnTo>
                  <a:lnTo>
                    <a:pt x="4792" y="124778"/>
                  </a:lnTo>
                  <a:lnTo>
                    <a:pt x="4990" y="125054"/>
                  </a:lnTo>
                  <a:lnTo>
                    <a:pt x="5201" y="125318"/>
                  </a:lnTo>
                  <a:lnTo>
                    <a:pt x="5411" y="125568"/>
                  </a:lnTo>
                  <a:lnTo>
                    <a:pt x="5648" y="125818"/>
                  </a:lnTo>
                  <a:lnTo>
                    <a:pt x="5885" y="126042"/>
                  </a:lnTo>
                  <a:lnTo>
                    <a:pt x="6135" y="126265"/>
                  </a:lnTo>
                  <a:lnTo>
                    <a:pt x="6398" y="126476"/>
                  </a:lnTo>
                  <a:lnTo>
                    <a:pt x="6675" y="126660"/>
                  </a:lnTo>
                  <a:lnTo>
                    <a:pt x="6964" y="126844"/>
                  </a:lnTo>
                  <a:lnTo>
                    <a:pt x="7254" y="127016"/>
                  </a:lnTo>
                  <a:lnTo>
                    <a:pt x="7557" y="127174"/>
                  </a:lnTo>
                  <a:lnTo>
                    <a:pt x="7860" y="127305"/>
                  </a:lnTo>
                  <a:lnTo>
                    <a:pt x="8175" y="127437"/>
                  </a:lnTo>
                  <a:lnTo>
                    <a:pt x="8505" y="127542"/>
                  </a:lnTo>
                  <a:lnTo>
                    <a:pt x="8834" y="127634"/>
                  </a:lnTo>
                  <a:lnTo>
                    <a:pt x="9163" y="127713"/>
                  </a:lnTo>
                  <a:lnTo>
                    <a:pt x="9505" y="127779"/>
                  </a:lnTo>
                  <a:lnTo>
                    <a:pt x="9860" y="127819"/>
                  </a:lnTo>
                  <a:lnTo>
                    <a:pt x="10203" y="127845"/>
                  </a:lnTo>
                  <a:lnTo>
                    <a:pt x="10571" y="127858"/>
                  </a:lnTo>
                  <a:lnTo>
                    <a:pt x="10874" y="127845"/>
                  </a:lnTo>
                  <a:lnTo>
                    <a:pt x="11164" y="127832"/>
                  </a:lnTo>
                  <a:lnTo>
                    <a:pt x="11466" y="127805"/>
                  </a:lnTo>
                  <a:lnTo>
                    <a:pt x="11756" y="127753"/>
                  </a:lnTo>
                  <a:lnTo>
                    <a:pt x="12032" y="127700"/>
                  </a:lnTo>
                  <a:lnTo>
                    <a:pt x="12322" y="127634"/>
                  </a:lnTo>
                  <a:lnTo>
                    <a:pt x="12598" y="127555"/>
                  </a:lnTo>
                  <a:lnTo>
                    <a:pt x="12875" y="127463"/>
                  </a:lnTo>
                  <a:lnTo>
                    <a:pt x="13138" y="127371"/>
                  </a:lnTo>
                  <a:lnTo>
                    <a:pt x="13401" y="127253"/>
                  </a:lnTo>
                  <a:lnTo>
                    <a:pt x="13651" y="127134"/>
                  </a:lnTo>
                  <a:lnTo>
                    <a:pt x="13915" y="127002"/>
                  </a:lnTo>
                  <a:lnTo>
                    <a:pt x="14152" y="126858"/>
                  </a:lnTo>
                  <a:lnTo>
                    <a:pt x="14389" y="126713"/>
                  </a:lnTo>
                  <a:lnTo>
                    <a:pt x="14626" y="126555"/>
                  </a:lnTo>
                  <a:lnTo>
                    <a:pt x="14849" y="126384"/>
                  </a:lnTo>
                  <a:lnTo>
                    <a:pt x="15073" y="126199"/>
                  </a:lnTo>
                  <a:lnTo>
                    <a:pt x="15284" y="126015"/>
                  </a:lnTo>
                  <a:lnTo>
                    <a:pt x="15481" y="125818"/>
                  </a:lnTo>
                  <a:lnTo>
                    <a:pt x="15679" y="125620"/>
                  </a:lnTo>
                  <a:lnTo>
                    <a:pt x="15863" y="125410"/>
                  </a:lnTo>
                  <a:lnTo>
                    <a:pt x="16047" y="125186"/>
                  </a:lnTo>
                  <a:lnTo>
                    <a:pt x="16205" y="124962"/>
                  </a:lnTo>
                  <a:lnTo>
                    <a:pt x="16376" y="124738"/>
                  </a:lnTo>
                  <a:lnTo>
                    <a:pt x="16521" y="124501"/>
                  </a:lnTo>
                  <a:lnTo>
                    <a:pt x="16666" y="124251"/>
                  </a:lnTo>
                  <a:lnTo>
                    <a:pt x="16798" y="124001"/>
                  </a:lnTo>
                  <a:lnTo>
                    <a:pt x="16916" y="123751"/>
                  </a:lnTo>
                  <a:lnTo>
                    <a:pt x="17034" y="123488"/>
                  </a:lnTo>
                  <a:lnTo>
                    <a:pt x="17127" y="123211"/>
                  </a:lnTo>
                  <a:lnTo>
                    <a:pt x="17219" y="122948"/>
                  </a:lnTo>
                  <a:lnTo>
                    <a:pt x="17298" y="122672"/>
                  </a:lnTo>
                  <a:lnTo>
                    <a:pt x="24630" y="122672"/>
                  </a:lnTo>
                  <a:lnTo>
                    <a:pt x="25038" y="122659"/>
                  </a:lnTo>
                  <a:lnTo>
                    <a:pt x="25459" y="122632"/>
                  </a:lnTo>
                  <a:lnTo>
                    <a:pt x="25867" y="122580"/>
                  </a:lnTo>
                  <a:lnTo>
                    <a:pt x="26275" y="122527"/>
                  </a:lnTo>
                  <a:lnTo>
                    <a:pt x="26670" y="122448"/>
                  </a:lnTo>
                  <a:lnTo>
                    <a:pt x="27052" y="122356"/>
                  </a:lnTo>
                  <a:lnTo>
                    <a:pt x="27434" y="122237"/>
                  </a:lnTo>
                  <a:lnTo>
                    <a:pt x="27802" y="122119"/>
                  </a:lnTo>
                  <a:lnTo>
                    <a:pt x="28171" y="121974"/>
                  </a:lnTo>
                  <a:lnTo>
                    <a:pt x="28513" y="121816"/>
                  </a:lnTo>
                  <a:lnTo>
                    <a:pt x="28855" y="121658"/>
                  </a:lnTo>
                  <a:lnTo>
                    <a:pt x="29198" y="121474"/>
                  </a:lnTo>
                  <a:lnTo>
                    <a:pt x="29513" y="121276"/>
                  </a:lnTo>
                  <a:lnTo>
                    <a:pt x="29829" y="121066"/>
                  </a:lnTo>
                  <a:lnTo>
                    <a:pt x="30119" y="120855"/>
                  </a:lnTo>
                  <a:lnTo>
                    <a:pt x="30409" y="120618"/>
                  </a:lnTo>
                  <a:lnTo>
                    <a:pt x="30672" y="120381"/>
                  </a:lnTo>
                  <a:lnTo>
                    <a:pt x="30935" y="120118"/>
                  </a:lnTo>
                  <a:lnTo>
                    <a:pt x="31172" y="119855"/>
                  </a:lnTo>
                  <a:lnTo>
                    <a:pt x="31409" y="119591"/>
                  </a:lnTo>
                  <a:lnTo>
                    <a:pt x="31620" y="119302"/>
                  </a:lnTo>
                  <a:lnTo>
                    <a:pt x="31817" y="119012"/>
                  </a:lnTo>
                  <a:lnTo>
                    <a:pt x="31988" y="118709"/>
                  </a:lnTo>
                  <a:lnTo>
                    <a:pt x="32159" y="118407"/>
                  </a:lnTo>
                  <a:lnTo>
                    <a:pt x="32304" y="118078"/>
                  </a:lnTo>
                  <a:lnTo>
                    <a:pt x="32436" y="117762"/>
                  </a:lnTo>
                  <a:lnTo>
                    <a:pt x="32541" y="117433"/>
                  </a:lnTo>
                  <a:lnTo>
                    <a:pt x="32633" y="117090"/>
                  </a:lnTo>
                  <a:lnTo>
                    <a:pt x="32712" y="116748"/>
                  </a:lnTo>
                  <a:lnTo>
                    <a:pt x="32765" y="116406"/>
                  </a:lnTo>
                  <a:lnTo>
                    <a:pt x="32791" y="116050"/>
                  </a:lnTo>
                  <a:lnTo>
                    <a:pt x="32804" y="115682"/>
                  </a:lnTo>
                  <a:lnTo>
                    <a:pt x="32804" y="106507"/>
                  </a:lnTo>
                  <a:lnTo>
                    <a:pt x="33054" y="106639"/>
                  </a:lnTo>
                  <a:lnTo>
                    <a:pt x="33305" y="106783"/>
                  </a:lnTo>
                  <a:lnTo>
                    <a:pt x="33568" y="106902"/>
                  </a:lnTo>
                  <a:lnTo>
                    <a:pt x="33844" y="107020"/>
                  </a:lnTo>
                  <a:lnTo>
                    <a:pt x="34121" y="107126"/>
                  </a:lnTo>
                  <a:lnTo>
                    <a:pt x="34397" y="107231"/>
                  </a:lnTo>
                  <a:lnTo>
                    <a:pt x="34674" y="107323"/>
                  </a:lnTo>
                  <a:lnTo>
                    <a:pt x="34963" y="107402"/>
                  </a:lnTo>
                  <a:lnTo>
                    <a:pt x="35266" y="107481"/>
                  </a:lnTo>
                  <a:lnTo>
                    <a:pt x="35556" y="107547"/>
                  </a:lnTo>
                  <a:lnTo>
                    <a:pt x="35871" y="107599"/>
                  </a:lnTo>
                  <a:lnTo>
                    <a:pt x="36174" y="107652"/>
                  </a:lnTo>
                  <a:lnTo>
                    <a:pt x="36477" y="107692"/>
                  </a:lnTo>
                  <a:lnTo>
                    <a:pt x="36793" y="107718"/>
                  </a:lnTo>
                  <a:lnTo>
                    <a:pt x="37109" y="107731"/>
                  </a:lnTo>
                  <a:lnTo>
                    <a:pt x="51273" y="107731"/>
                  </a:lnTo>
                  <a:lnTo>
                    <a:pt x="51510" y="107757"/>
                  </a:lnTo>
                  <a:lnTo>
                    <a:pt x="51733" y="107771"/>
                  </a:lnTo>
                  <a:lnTo>
                    <a:pt x="51957" y="107810"/>
                  </a:lnTo>
                  <a:lnTo>
                    <a:pt x="52181" y="107850"/>
                  </a:lnTo>
                  <a:lnTo>
                    <a:pt x="52405" y="107889"/>
                  </a:lnTo>
                  <a:lnTo>
                    <a:pt x="52615" y="107942"/>
                  </a:lnTo>
                  <a:lnTo>
                    <a:pt x="52826" y="108008"/>
                  </a:lnTo>
                  <a:lnTo>
                    <a:pt x="53037" y="108073"/>
                  </a:lnTo>
                  <a:lnTo>
                    <a:pt x="53234" y="108152"/>
                  </a:lnTo>
                  <a:lnTo>
                    <a:pt x="53418" y="108244"/>
                  </a:lnTo>
                  <a:lnTo>
                    <a:pt x="53616" y="108323"/>
                  </a:lnTo>
                  <a:lnTo>
                    <a:pt x="53800" y="108429"/>
                  </a:lnTo>
                  <a:lnTo>
                    <a:pt x="53971" y="108534"/>
                  </a:lnTo>
                  <a:lnTo>
                    <a:pt x="54142" y="108639"/>
                  </a:lnTo>
                  <a:lnTo>
                    <a:pt x="54300" y="108758"/>
                  </a:lnTo>
                  <a:lnTo>
                    <a:pt x="54458" y="108876"/>
                  </a:lnTo>
                  <a:lnTo>
                    <a:pt x="54603" y="108995"/>
                  </a:lnTo>
                  <a:lnTo>
                    <a:pt x="54748" y="109126"/>
                  </a:lnTo>
                  <a:lnTo>
                    <a:pt x="54866" y="109258"/>
                  </a:lnTo>
                  <a:lnTo>
                    <a:pt x="54998" y="109403"/>
                  </a:lnTo>
                  <a:lnTo>
                    <a:pt x="55103" y="109548"/>
                  </a:lnTo>
                  <a:lnTo>
                    <a:pt x="55209" y="109692"/>
                  </a:lnTo>
                  <a:lnTo>
                    <a:pt x="55301" y="109850"/>
                  </a:lnTo>
                  <a:lnTo>
                    <a:pt x="55393" y="109995"/>
                  </a:lnTo>
                  <a:lnTo>
                    <a:pt x="55459" y="110153"/>
                  </a:lnTo>
                  <a:lnTo>
                    <a:pt x="55525" y="110324"/>
                  </a:lnTo>
                  <a:lnTo>
                    <a:pt x="55577" y="110482"/>
                  </a:lnTo>
                  <a:lnTo>
                    <a:pt x="55617" y="110653"/>
                  </a:lnTo>
                  <a:lnTo>
                    <a:pt x="55656" y="110825"/>
                  </a:lnTo>
                  <a:lnTo>
                    <a:pt x="55669" y="110996"/>
                  </a:lnTo>
                  <a:lnTo>
                    <a:pt x="55682" y="111167"/>
                  </a:lnTo>
                  <a:lnTo>
                    <a:pt x="55682" y="169165"/>
                  </a:lnTo>
                  <a:lnTo>
                    <a:pt x="59223" y="169165"/>
                  </a:lnTo>
                  <a:lnTo>
                    <a:pt x="59223" y="111167"/>
                  </a:lnTo>
                  <a:lnTo>
                    <a:pt x="59210" y="110811"/>
                  </a:lnTo>
                  <a:lnTo>
                    <a:pt x="59184" y="110456"/>
                  </a:lnTo>
                  <a:lnTo>
                    <a:pt x="59131" y="110101"/>
                  </a:lnTo>
                  <a:lnTo>
                    <a:pt x="59052" y="109758"/>
                  </a:lnTo>
                  <a:lnTo>
                    <a:pt x="58960" y="109429"/>
                  </a:lnTo>
                  <a:lnTo>
                    <a:pt x="58855" y="109100"/>
                  </a:lnTo>
                  <a:lnTo>
                    <a:pt x="58723" y="108771"/>
                  </a:lnTo>
                  <a:lnTo>
                    <a:pt x="58578" y="108455"/>
                  </a:lnTo>
                  <a:lnTo>
                    <a:pt x="58407" y="108139"/>
                  </a:lnTo>
                  <a:lnTo>
                    <a:pt x="58236" y="107850"/>
                  </a:lnTo>
                  <a:lnTo>
                    <a:pt x="58039" y="107547"/>
                  </a:lnTo>
                  <a:lnTo>
                    <a:pt x="57828" y="107270"/>
                  </a:lnTo>
                  <a:lnTo>
                    <a:pt x="57591" y="106994"/>
                  </a:lnTo>
                  <a:lnTo>
                    <a:pt x="57354" y="106731"/>
                  </a:lnTo>
                  <a:lnTo>
                    <a:pt x="57091" y="106481"/>
                  </a:lnTo>
                  <a:lnTo>
                    <a:pt x="56828" y="106230"/>
                  </a:lnTo>
                  <a:lnTo>
                    <a:pt x="56538" y="106007"/>
                  </a:lnTo>
                  <a:lnTo>
                    <a:pt x="56235" y="105783"/>
                  </a:lnTo>
                  <a:lnTo>
                    <a:pt x="55933" y="105572"/>
                  </a:lnTo>
                  <a:lnTo>
                    <a:pt x="55617" y="105388"/>
                  </a:lnTo>
                  <a:lnTo>
                    <a:pt x="55274" y="105204"/>
                  </a:lnTo>
                  <a:lnTo>
                    <a:pt x="54932" y="105033"/>
                  </a:lnTo>
                  <a:lnTo>
                    <a:pt x="54590" y="104875"/>
                  </a:lnTo>
                  <a:lnTo>
                    <a:pt x="54221" y="104743"/>
                  </a:lnTo>
                  <a:lnTo>
                    <a:pt x="53853" y="104611"/>
                  </a:lnTo>
                  <a:lnTo>
                    <a:pt x="53471" y="104506"/>
                  </a:lnTo>
                  <a:lnTo>
                    <a:pt x="53089" y="104414"/>
                  </a:lnTo>
                  <a:lnTo>
                    <a:pt x="52694" y="104335"/>
                  </a:lnTo>
                  <a:lnTo>
                    <a:pt x="52286" y="104269"/>
                  </a:lnTo>
                  <a:lnTo>
                    <a:pt x="51878" y="104230"/>
                  </a:lnTo>
                  <a:lnTo>
                    <a:pt x="51457" y="104203"/>
                  </a:lnTo>
                  <a:lnTo>
                    <a:pt x="51049" y="104190"/>
                  </a:lnTo>
                  <a:lnTo>
                    <a:pt x="37201" y="104190"/>
                  </a:lnTo>
                  <a:lnTo>
                    <a:pt x="36964" y="104177"/>
                  </a:lnTo>
                  <a:lnTo>
                    <a:pt x="36740" y="104151"/>
                  </a:lnTo>
                  <a:lnTo>
                    <a:pt x="36516" y="104124"/>
                  </a:lnTo>
                  <a:lnTo>
                    <a:pt x="36293" y="104085"/>
                  </a:lnTo>
                  <a:lnTo>
                    <a:pt x="36082" y="104032"/>
                  </a:lnTo>
                  <a:lnTo>
                    <a:pt x="35858" y="103979"/>
                  </a:lnTo>
                  <a:lnTo>
                    <a:pt x="35648" y="103914"/>
                  </a:lnTo>
                  <a:lnTo>
                    <a:pt x="35450" y="103848"/>
                  </a:lnTo>
                  <a:lnTo>
                    <a:pt x="35253" y="103769"/>
                  </a:lnTo>
                  <a:lnTo>
                    <a:pt x="35055" y="103690"/>
                  </a:lnTo>
                  <a:lnTo>
                    <a:pt x="34871" y="103598"/>
                  </a:lnTo>
                  <a:lnTo>
                    <a:pt x="34687" y="103492"/>
                  </a:lnTo>
                  <a:lnTo>
                    <a:pt x="34502" y="103387"/>
                  </a:lnTo>
                  <a:lnTo>
                    <a:pt x="34344" y="103282"/>
                  </a:lnTo>
                  <a:lnTo>
                    <a:pt x="34173" y="103176"/>
                  </a:lnTo>
                  <a:lnTo>
                    <a:pt x="34029" y="103045"/>
                  </a:lnTo>
                  <a:lnTo>
                    <a:pt x="33871" y="102926"/>
                  </a:lnTo>
                  <a:lnTo>
                    <a:pt x="33739" y="102795"/>
                  </a:lnTo>
                  <a:lnTo>
                    <a:pt x="33607" y="102663"/>
                  </a:lnTo>
                  <a:lnTo>
                    <a:pt x="33489" y="102518"/>
                  </a:lnTo>
                  <a:lnTo>
                    <a:pt x="33370" y="102374"/>
                  </a:lnTo>
                  <a:lnTo>
                    <a:pt x="33265" y="102229"/>
                  </a:lnTo>
                  <a:lnTo>
                    <a:pt x="33173" y="102071"/>
                  </a:lnTo>
                  <a:lnTo>
                    <a:pt x="33094" y="101926"/>
                  </a:lnTo>
                  <a:lnTo>
                    <a:pt x="33015" y="101768"/>
                  </a:lnTo>
                  <a:lnTo>
                    <a:pt x="32949" y="101597"/>
                  </a:lnTo>
                  <a:lnTo>
                    <a:pt x="32896" y="101439"/>
                  </a:lnTo>
                  <a:lnTo>
                    <a:pt x="32857" y="101268"/>
                  </a:lnTo>
                  <a:lnTo>
                    <a:pt x="32831" y="101097"/>
                  </a:lnTo>
                  <a:lnTo>
                    <a:pt x="32804" y="100926"/>
                  </a:lnTo>
                  <a:lnTo>
                    <a:pt x="32804" y="100754"/>
                  </a:lnTo>
                  <a:lnTo>
                    <a:pt x="32804" y="66384"/>
                  </a:lnTo>
                  <a:lnTo>
                    <a:pt x="32804" y="56907"/>
                  </a:lnTo>
                  <a:lnTo>
                    <a:pt x="32804" y="51457"/>
                  </a:lnTo>
                  <a:lnTo>
                    <a:pt x="32804" y="47232"/>
                  </a:lnTo>
                  <a:lnTo>
                    <a:pt x="32804" y="46995"/>
                  </a:lnTo>
                  <a:lnTo>
                    <a:pt x="32818" y="46758"/>
                  </a:lnTo>
                  <a:lnTo>
                    <a:pt x="32844" y="46534"/>
                  </a:lnTo>
                  <a:lnTo>
                    <a:pt x="32870" y="46310"/>
                  </a:lnTo>
                  <a:lnTo>
                    <a:pt x="32910" y="46086"/>
                  </a:lnTo>
                  <a:lnTo>
                    <a:pt x="32962" y="45863"/>
                  </a:lnTo>
                  <a:lnTo>
                    <a:pt x="33015" y="45652"/>
                  </a:lnTo>
                  <a:lnTo>
                    <a:pt x="33081" y="45441"/>
                  </a:lnTo>
                  <a:lnTo>
                    <a:pt x="33147" y="45244"/>
                  </a:lnTo>
                  <a:lnTo>
                    <a:pt x="33226" y="45046"/>
                  </a:lnTo>
                  <a:lnTo>
                    <a:pt x="33305" y="44849"/>
                  </a:lnTo>
                  <a:lnTo>
                    <a:pt x="33397" y="44652"/>
                  </a:lnTo>
                  <a:lnTo>
                    <a:pt x="33489" y="44480"/>
                  </a:lnTo>
                  <a:lnTo>
                    <a:pt x="33594" y="44296"/>
                  </a:lnTo>
                  <a:lnTo>
                    <a:pt x="33713" y="44125"/>
                  </a:lnTo>
                  <a:lnTo>
                    <a:pt x="33818" y="43967"/>
                  </a:lnTo>
                  <a:lnTo>
                    <a:pt x="33936" y="43809"/>
                  </a:lnTo>
                  <a:lnTo>
                    <a:pt x="34068" y="43664"/>
                  </a:lnTo>
                  <a:lnTo>
                    <a:pt x="34200" y="43533"/>
                  </a:lnTo>
                  <a:lnTo>
                    <a:pt x="34331" y="43401"/>
                  </a:lnTo>
                  <a:lnTo>
                    <a:pt x="34476" y="43269"/>
                  </a:lnTo>
                  <a:lnTo>
                    <a:pt x="34621" y="43164"/>
                  </a:lnTo>
                  <a:lnTo>
                    <a:pt x="34766" y="43059"/>
                  </a:lnTo>
                  <a:lnTo>
                    <a:pt x="34911" y="42967"/>
                  </a:lnTo>
                  <a:lnTo>
                    <a:pt x="35068" y="42874"/>
                  </a:lnTo>
                  <a:lnTo>
                    <a:pt x="35226" y="42809"/>
                  </a:lnTo>
                  <a:lnTo>
                    <a:pt x="35384" y="42743"/>
                  </a:lnTo>
                  <a:lnTo>
                    <a:pt x="35556" y="42690"/>
                  </a:lnTo>
                  <a:lnTo>
                    <a:pt x="35727" y="42651"/>
                  </a:lnTo>
                  <a:lnTo>
                    <a:pt x="35885" y="42624"/>
                  </a:lnTo>
                  <a:lnTo>
                    <a:pt x="36069" y="42598"/>
                  </a:lnTo>
                  <a:lnTo>
                    <a:pt x="72519" y="42598"/>
                  </a:lnTo>
                  <a:lnTo>
                    <a:pt x="72519" y="70070"/>
                  </a:lnTo>
                  <a:lnTo>
                    <a:pt x="72505" y="70241"/>
                  </a:lnTo>
                  <a:lnTo>
                    <a:pt x="72492" y="70413"/>
                  </a:lnTo>
                  <a:lnTo>
                    <a:pt x="72466" y="70584"/>
                  </a:lnTo>
                  <a:lnTo>
                    <a:pt x="72426" y="70755"/>
                  </a:lnTo>
                  <a:lnTo>
                    <a:pt x="72374" y="70926"/>
                  </a:lnTo>
                  <a:lnTo>
                    <a:pt x="72308" y="71084"/>
                  </a:lnTo>
                  <a:lnTo>
                    <a:pt x="72229" y="71242"/>
                  </a:lnTo>
                  <a:lnTo>
                    <a:pt x="72150" y="71400"/>
                  </a:lnTo>
                  <a:lnTo>
                    <a:pt x="72058" y="71545"/>
                  </a:lnTo>
                  <a:lnTo>
                    <a:pt x="71953" y="71689"/>
                  </a:lnTo>
                  <a:lnTo>
                    <a:pt x="71834" y="71834"/>
                  </a:lnTo>
                  <a:lnTo>
                    <a:pt x="71716" y="71979"/>
                  </a:lnTo>
                  <a:lnTo>
                    <a:pt x="71584" y="72111"/>
                  </a:lnTo>
                  <a:lnTo>
                    <a:pt x="71439" y="72242"/>
                  </a:lnTo>
                  <a:lnTo>
                    <a:pt x="71294" y="72374"/>
                  </a:lnTo>
                  <a:lnTo>
                    <a:pt x="71150" y="72492"/>
                  </a:lnTo>
                  <a:lnTo>
                    <a:pt x="70978" y="72598"/>
                  </a:lnTo>
                  <a:lnTo>
                    <a:pt x="70807" y="72716"/>
                  </a:lnTo>
                  <a:lnTo>
                    <a:pt x="70636" y="72821"/>
                  </a:lnTo>
                  <a:lnTo>
                    <a:pt x="70452" y="72914"/>
                  </a:lnTo>
                  <a:lnTo>
                    <a:pt x="70268" y="73006"/>
                  </a:lnTo>
                  <a:lnTo>
                    <a:pt x="70070" y="73085"/>
                  </a:lnTo>
                  <a:lnTo>
                    <a:pt x="69873" y="73164"/>
                  </a:lnTo>
                  <a:lnTo>
                    <a:pt x="69662" y="73229"/>
                  </a:lnTo>
                  <a:lnTo>
                    <a:pt x="69465" y="73295"/>
                  </a:lnTo>
                  <a:lnTo>
                    <a:pt x="69241" y="73348"/>
                  </a:lnTo>
                  <a:lnTo>
                    <a:pt x="69030" y="73401"/>
                  </a:lnTo>
                  <a:lnTo>
                    <a:pt x="68806" y="73440"/>
                  </a:lnTo>
                  <a:lnTo>
                    <a:pt x="68583" y="73466"/>
                  </a:lnTo>
                  <a:lnTo>
                    <a:pt x="68346" y="73493"/>
                  </a:lnTo>
                  <a:lnTo>
                    <a:pt x="68122" y="73506"/>
                  </a:lnTo>
                  <a:lnTo>
                    <a:pt x="61330" y="73506"/>
                  </a:lnTo>
                  <a:lnTo>
                    <a:pt x="61251" y="73229"/>
                  </a:lnTo>
                  <a:lnTo>
                    <a:pt x="61158" y="72953"/>
                  </a:lnTo>
                  <a:lnTo>
                    <a:pt x="61066" y="72690"/>
                  </a:lnTo>
                  <a:lnTo>
                    <a:pt x="60948" y="72427"/>
                  </a:lnTo>
                  <a:lnTo>
                    <a:pt x="60829" y="72176"/>
                  </a:lnTo>
                  <a:lnTo>
                    <a:pt x="60698" y="71926"/>
                  </a:lnTo>
                  <a:lnTo>
                    <a:pt x="60553" y="71676"/>
                  </a:lnTo>
                  <a:lnTo>
                    <a:pt x="60408" y="71439"/>
                  </a:lnTo>
                  <a:lnTo>
                    <a:pt x="60237" y="71202"/>
                  </a:lnTo>
                  <a:lnTo>
                    <a:pt x="60079" y="70979"/>
                  </a:lnTo>
                  <a:lnTo>
                    <a:pt x="59895" y="70768"/>
                  </a:lnTo>
                  <a:lnTo>
                    <a:pt x="59711" y="70557"/>
                  </a:lnTo>
                  <a:lnTo>
                    <a:pt x="59513" y="70347"/>
                  </a:lnTo>
                  <a:lnTo>
                    <a:pt x="59316" y="70162"/>
                  </a:lnTo>
                  <a:lnTo>
                    <a:pt x="59105" y="69965"/>
                  </a:lnTo>
                  <a:lnTo>
                    <a:pt x="58881" y="69794"/>
                  </a:lnTo>
                  <a:lnTo>
                    <a:pt x="58657" y="69623"/>
                  </a:lnTo>
                  <a:lnTo>
                    <a:pt x="58420" y="69465"/>
                  </a:lnTo>
                  <a:lnTo>
                    <a:pt x="58184" y="69307"/>
                  </a:lnTo>
                  <a:lnTo>
                    <a:pt x="57947" y="69175"/>
                  </a:lnTo>
                  <a:lnTo>
                    <a:pt x="57683" y="69043"/>
                  </a:lnTo>
                  <a:lnTo>
                    <a:pt x="57433" y="68925"/>
                  </a:lnTo>
                  <a:lnTo>
                    <a:pt x="57170" y="68807"/>
                  </a:lnTo>
                  <a:lnTo>
                    <a:pt x="56907" y="68701"/>
                  </a:lnTo>
                  <a:lnTo>
                    <a:pt x="56630" y="68622"/>
                  </a:lnTo>
                  <a:lnTo>
                    <a:pt x="56354" y="68543"/>
                  </a:lnTo>
                  <a:lnTo>
                    <a:pt x="56064" y="68477"/>
                  </a:lnTo>
                  <a:lnTo>
                    <a:pt x="55788" y="68412"/>
                  </a:lnTo>
                  <a:lnTo>
                    <a:pt x="55485" y="68372"/>
                  </a:lnTo>
                  <a:lnTo>
                    <a:pt x="55195" y="68346"/>
                  </a:lnTo>
                  <a:lnTo>
                    <a:pt x="54906" y="68320"/>
                  </a:lnTo>
                  <a:lnTo>
                    <a:pt x="54235" y="68320"/>
                  </a:lnTo>
                  <a:lnTo>
                    <a:pt x="53892" y="68346"/>
                  </a:lnTo>
                  <a:lnTo>
                    <a:pt x="53537" y="68398"/>
                  </a:lnTo>
                  <a:lnTo>
                    <a:pt x="53195" y="68451"/>
                  </a:lnTo>
                  <a:lnTo>
                    <a:pt x="52866" y="68530"/>
                  </a:lnTo>
                  <a:lnTo>
                    <a:pt x="52523" y="68635"/>
                  </a:lnTo>
                  <a:lnTo>
                    <a:pt x="52207" y="68741"/>
                  </a:lnTo>
                  <a:lnTo>
                    <a:pt x="51891" y="68859"/>
                  </a:lnTo>
                  <a:lnTo>
                    <a:pt x="51575" y="69004"/>
                  </a:lnTo>
                  <a:lnTo>
                    <a:pt x="51286" y="69162"/>
                  </a:lnTo>
                  <a:lnTo>
                    <a:pt x="50996" y="69320"/>
                  </a:lnTo>
                  <a:lnTo>
                    <a:pt x="50707" y="69504"/>
                  </a:lnTo>
                  <a:lnTo>
                    <a:pt x="50430" y="69702"/>
                  </a:lnTo>
                  <a:lnTo>
                    <a:pt x="50167" y="69912"/>
                  </a:lnTo>
                  <a:lnTo>
                    <a:pt x="49917" y="70123"/>
                  </a:lnTo>
                  <a:lnTo>
                    <a:pt x="49680" y="70360"/>
                  </a:lnTo>
                  <a:lnTo>
                    <a:pt x="49443" y="70597"/>
                  </a:lnTo>
                  <a:lnTo>
                    <a:pt x="49232" y="70847"/>
                  </a:lnTo>
                  <a:lnTo>
                    <a:pt x="49022" y="71110"/>
                  </a:lnTo>
                  <a:lnTo>
                    <a:pt x="48824" y="71387"/>
                  </a:lnTo>
                  <a:lnTo>
                    <a:pt x="48640" y="71676"/>
                  </a:lnTo>
                  <a:lnTo>
                    <a:pt x="48482" y="71966"/>
                  </a:lnTo>
                  <a:lnTo>
                    <a:pt x="48324" y="72269"/>
                  </a:lnTo>
                  <a:lnTo>
                    <a:pt x="48179" y="72571"/>
                  </a:lnTo>
                  <a:lnTo>
                    <a:pt x="48061" y="72887"/>
                  </a:lnTo>
                  <a:lnTo>
                    <a:pt x="47942" y="73216"/>
                  </a:lnTo>
                  <a:lnTo>
                    <a:pt x="47850" y="73545"/>
                  </a:lnTo>
                  <a:lnTo>
                    <a:pt x="47771" y="73875"/>
                  </a:lnTo>
                  <a:lnTo>
                    <a:pt x="47719" y="74217"/>
                  </a:lnTo>
                  <a:lnTo>
                    <a:pt x="47666" y="74572"/>
                  </a:lnTo>
                  <a:lnTo>
                    <a:pt x="47640" y="74928"/>
                  </a:lnTo>
                  <a:lnTo>
                    <a:pt x="47640" y="75283"/>
                  </a:lnTo>
                  <a:lnTo>
                    <a:pt x="47640" y="75638"/>
                  </a:lnTo>
                  <a:lnTo>
                    <a:pt x="47666" y="75994"/>
                  </a:lnTo>
                  <a:lnTo>
                    <a:pt x="47719" y="76336"/>
                  </a:lnTo>
                  <a:lnTo>
                    <a:pt x="47771" y="76678"/>
                  </a:lnTo>
                  <a:lnTo>
                    <a:pt x="47850" y="77021"/>
                  </a:lnTo>
                  <a:lnTo>
                    <a:pt x="47942" y="77350"/>
                  </a:lnTo>
                  <a:lnTo>
                    <a:pt x="48061" y="77666"/>
                  </a:lnTo>
                  <a:lnTo>
                    <a:pt x="48179" y="77982"/>
                  </a:lnTo>
                  <a:lnTo>
                    <a:pt x="48324" y="78297"/>
                  </a:lnTo>
                  <a:lnTo>
                    <a:pt x="48482" y="78600"/>
                  </a:lnTo>
                  <a:lnTo>
                    <a:pt x="48640" y="78890"/>
                  </a:lnTo>
                  <a:lnTo>
                    <a:pt x="48824" y="79166"/>
                  </a:lnTo>
                  <a:lnTo>
                    <a:pt x="49022" y="79443"/>
                  </a:lnTo>
                  <a:lnTo>
                    <a:pt x="49232" y="79706"/>
                  </a:lnTo>
                  <a:lnTo>
                    <a:pt x="49443" y="79956"/>
                  </a:lnTo>
                  <a:lnTo>
                    <a:pt x="49680" y="80206"/>
                  </a:lnTo>
                  <a:lnTo>
                    <a:pt x="49917" y="80430"/>
                  </a:lnTo>
                  <a:lnTo>
                    <a:pt x="50167" y="80654"/>
                  </a:lnTo>
                  <a:lnTo>
                    <a:pt x="50430" y="80864"/>
                  </a:lnTo>
                  <a:lnTo>
                    <a:pt x="50707" y="81049"/>
                  </a:lnTo>
                  <a:lnTo>
                    <a:pt x="50996" y="81233"/>
                  </a:lnTo>
                  <a:lnTo>
                    <a:pt x="51286" y="81404"/>
                  </a:lnTo>
                  <a:lnTo>
                    <a:pt x="51575" y="81562"/>
                  </a:lnTo>
                  <a:lnTo>
                    <a:pt x="51891" y="81694"/>
                  </a:lnTo>
                  <a:lnTo>
                    <a:pt x="52207" y="81825"/>
                  </a:lnTo>
                  <a:lnTo>
                    <a:pt x="52523" y="81931"/>
                  </a:lnTo>
                  <a:lnTo>
                    <a:pt x="52866" y="82023"/>
                  </a:lnTo>
                  <a:lnTo>
                    <a:pt x="53195" y="82102"/>
                  </a:lnTo>
                  <a:lnTo>
                    <a:pt x="53537" y="82168"/>
                  </a:lnTo>
                  <a:lnTo>
                    <a:pt x="53892" y="82207"/>
                  </a:lnTo>
                  <a:lnTo>
                    <a:pt x="54235" y="82233"/>
                  </a:lnTo>
                  <a:lnTo>
                    <a:pt x="54603" y="82247"/>
                  </a:lnTo>
                  <a:lnTo>
                    <a:pt x="54906" y="82233"/>
                  </a:lnTo>
                  <a:lnTo>
                    <a:pt x="55195" y="82220"/>
                  </a:lnTo>
                  <a:lnTo>
                    <a:pt x="55485" y="82181"/>
                  </a:lnTo>
                  <a:lnTo>
                    <a:pt x="55788" y="82141"/>
                  </a:lnTo>
                  <a:lnTo>
                    <a:pt x="56064" y="82089"/>
                  </a:lnTo>
                  <a:lnTo>
                    <a:pt x="56354" y="82023"/>
                  </a:lnTo>
                  <a:lnTo>
                    <a:pt x="56630" y="81944"/>
                  </a:lnTo>
                  <a:lnTo>
                    <a:pt x="56907" y="81852"/>
                  </a:lnTo>
                  <a:lnTo>
                    <a:pt x="57170" y="81746"/>
                  </a:lnTo>
                  <a:lnTo>
                    <a:pt x="57433" y="81641"/>
                  </a:lnTo>
                  <a:lnTo>
                    <a:pt x="57683" y="81523"/>
                  </a:lnTo>
                  <a:lnTo>
                    <a:pt x="57947" y="81391"/>
                  </a:lnTo>
                  <a:lnTo>
                    <a:pt x="58184" y="81246"/>
                  </a:lnTo>
                  <a:lnTo>
                    <a:pt x="58420" y="81101"/>
                  </a:lnTo>
                  <a:lnTo>
                    <a:pt x="58657" y="80930"/>
                  </a:lnTo>
                  <a:lnTo>
                    <a:pt x="58881" y="80772"/>
                  </a:lnTo>
                  <a:lnTo>
                    <a:pt x="59105" y="80588"/>
                  </a:lnTo>
                  <a:lnTo>
                    <a:pt x="59316" y="80404"/>
                  </a:lnTo>
                  <a:lnTo>
                    <a:pt x="59513" y="80206"/>
                  </a:lnTo>
                  <a:lnTo>
                    <a:pt x="59711" y="80009"/>
                  </a:lnTo>
                  <a:lnTo>
                    <a:pt x="59895" y="79798"/>
                  </a:lnTo>
                  <a:lnTo>
                    <a:pt x="60079" y="79574"/>
                  </a:lnTo>
                  <a:lnTo>
                    <a:pt x="60237" y="79351"/>
                  </a:lnTo>
                  <a:lnTo>
                    <a:pt x="60408" y="79127"/>
                  </a:lnTo>
                  <a:lnTo>
                    <a:pt x="60553" y="78890"/>
                  </a:lnTo>
                  <a:lnTo>
                    <a:pt x="60698" y="78640"/>
                  </a:lnTo>
                  <a:lnTo>
                    <a:pt x="60829" y="78390"/>
                  </a:lnTo>
                  <a:lnTo>
                    <a:pt x="60948" y="78126"/>
                  </a:lnTo>
                  <a:lnTo>
                    <a:pt x="61066" y="77863"/>
                  </a:lnTo>
                  <a:lnTo>
                    <a:pt x="61158" y="77600"/>
                  </a:lnTo>
                  <a:lnTo>
                    <a:pt x="61251" y="77323"/>
                  </a:lnTo>
                  <a:lnTo>
                    <a:pt x="61330" y="77047"/>
                  </a:lnTo>
                  <a:lnTo>
                    <a:pt x="68306" y="77047"/>
                  </a:lnTo>
                  <a:lnTo>
                    <a:pt x="68714" y="77021"/>
                  </a:lnTo>
                  <a:lnTo>
                    <a:pt x="69122" y="76968"/>
                  </a:lnTo>
                  <a:lnTo>
                    <a:pt x="69530" y="76915"/>
                  </a:lnTo>
                  <a:lnTo>
                    <a:pt x="69925" y="76836"/>
                  </a:lnTo>
                  <a:lnTo>
                    <a:pt x="70307" y="76744"/>
                  </a:lnTo>
                  <a:lnTo>
                    <a:pt x="70689" y="76626"/>
                  </a:lnTo>
                  <a:lnTo>
                    <a:pt x="71071" y="76507"/>
                  </a:lnTo>
                  <a:lnTo>
                    <a:pt x="71426" y="76362"/>
                  </a:lnTo>
                  <a:lnTo>
                    <a:pt x="71781" y="76204"/>
                  </a:lnTo>
                  <a:lnTo>
                    <a:pt x="72124" y="76046"/>
                  </a:lnTo>
                  <a:lnTo>
                    <a:pt x="72453" y="75862"/>
                  </a:lnTo>
                  <a:lnTo>
                    <a:pt x="72769" y="75665"/>
                  </a:lnTo>
                  <a:lnTo>
                    <a:pt x="73085" y="75454"/>
                  </a:lnTo>
                  <a:lnTo>
                    <a:pt x="73374" y="75230"/>
                  </a:lnTo>
                  <a:lnTo>
                    <a:pt x="73664" y="75007"/>
                  </a:lnTo>
                  <a:lnTo>
                    <a:pt x="73940" y="74770"/>
                  </a:lnTo>
                  <a:lnTo>
                    <a:pt x="74190" y="74506"/>
                  </a:lnTo>
                  <a:lnTo>
                    <a:pt x="74440" y="74243"/>
                  </a:lnTo>
                  <a:lnTo>
                    <a:pt x="74664" y="73967"/>
                  </a:lnTo>
                  <a:lnTo>
                    <a:pt x="74875" y="73690"/>
                  </a:lnTo>
                  <a:lnTo>
                    <a:pt x="75072" y="73401"/>
                  </a:lnTo>
                  <a:lnTo>
                    <a:pt x="75257" y="73098"/>
                  </a:lnTo>
                  <a:lnTo>
                    <a:pt x="75415" y="72782"/>
                  </a:lnTo>
                  <a:lnTo>
                    <a:pt x="75559" y="72466"/>
                  </a:lnTo>
                  <a:lnTo>
                    <a:pt x="75691" y="72150"/>
                  </a:lnTo>
                  <a:lnTo>
                    <a:pt x="75809" y="71821"/>
                  </a:lnTo>
                  <a:lnTo>
                    <a:pt x="75902" y="71479"/>
                  </a:lnTo>
                  <a:lnTo>
                    <a:pt x="75967" y="71136"/>
                  </a:lnTo>
                  <a:lnTo>
                    <a:pt x="76020" y="70781"/>
                  </a:lnTo>
                  <a:lnTo>
                    <a:pt x="76046" y="70426"/>
                  </a:lnTo>
                  <a:lnTo>
                    <a:pt x="76060" y="70070"/>
                  </a:lnTo>
                  <a:lnTo>
                    <a:pt x="76060" y="42598"/>
                  </a:lnTo>
                  <a:lnTo>
                    <a:pt x="92264" y="42598"/>
                  </a:lnTo>
                  <a:lnTo>
                    <a:pt x="92685" y="42585"/>
                  </a:lnTo>
                  <a:lnTo>
                    <a:pt x="93093" y="42559"/>
                  </a:lnTo>
                  <a:lnTo>
                    <a:pt x="93501" y="42519"/>
                  </a:lnTo>
                  <a:lnTo>
                    <a:pt x="93909" y="42453"/>
                  </a:lnTo>
                  <a:lnTo>
                    <a:pt x="94304" y="42374"/>
                  </a:lnTo>
                  <a:lnTo>
                    <a:pt x="94686" y="42282"/>
                  </a:lnTo>
                  <a:lnTo>
                    <a:pt x="95068" y="42164"/>
                  </a:lnTo>
                  <a:lnTo>
                    <a:pt x="95436" y="42045"/>
                  </a:lnTo>
                  <a:lnTo>
                    <a:pt x="95805" y="41900"/>
                  </a:lnTo>
                  <a:lnTo>
                    <a:pt x="96160" y="41756"/>
                  </a:lnTo>
                  <a:lnTo>
                    <a:pt x="96502" y="41584"/>
                  </a:lnTo>
                  <a:lnTo>
                    <a:pt x="96832" y="41400"/>
                  </a:lnTo>
                  <a:lnTo>
                    <a:pt x="97147" y="41203"/>
                  </a:lnTo>
                  <a:lnTo>
                    <a:pt x="97463" y="40992"/>
                  </a:lnTo>
                  <a:lnTo>
                    <a:pt x="97753" y="40781"/>
                  </a:lnTo>
                  <a:lnTo>
                    <a:pt x="98043" y="40544"/>
                  </a:lnTo>
                  <a:lnTo>
                    <a:pt x="98319" y="40308"/>
                  </a:lnTo>
                  <a:lnTo>
                    <a:pt x="98569" y="40057"/>
                  </a:lnTo>
                  <a:lnTo>
                    <a:pt x="98819" y="39794"/>
                  </a:lnTo>
                  <a:lnTo>
                    <a:pt x="99043" y="39518"/>
                  </a:lnTo>
                  <a:lnTo>
                    <a:pt x="99254" y="39228"/>
                  </a:lnTo>
                  <a:lnTo>
                    <a:pt x="99451" y="38939"/>
                  </a:lnTo>
                  <a:lnTo>
                    <a:pt x="99635" y="38636"/>
                  </a:lnTo>
                  <a:lnTo>
                    <a:pt x="99793" y="38333"/>
                  </a:lnTo>
                  <a:lnTo>
                    <a:pt x="99938" y="38017"/>
                  </a:lnTo>
                  <a:lnTo>
                    <a:pt x="100070" y="37688"/>
                  </a:lnTo>
                  <a:lnTo>
                    <a:pt x="100188" y="37359"/>
                  </a:lnTo>
                  <a:lnTo>
                    <a:pt x="100280" y="37017"/>
                  </a:lnTo>
                  <a:lnTo>
                    <a:pt x="100346" y="36674"/>
                  </a:lnTo>
                  <a:lnTo>
                    <a:pt x="100399" y="36332"/>
                  </a:lnTo>
                  <a:lnTo>
                    <a:pt x="100425" y="35977"/>
                  </a:lnTo>
                  <a:lnTo>
                    <a:pt x="100438" y="35621"/>
                  </a:lnTo>
                  <a:lnTo>
                    <a:pt x="100438" y="28131"/>
                  </a:lnTo>
                  <a:lnTo>
                    <a:pt x="100438" y="21721"/>
                  </a:lnTo>
                  <a:lnTo>
                    <a:pt x="100438" y="14244"/>
                  </a:lnTo>
                  <a:lnTo>
                    <a:pt x="100451" y="14059"/>
                  </a:lnTo>
                  <a:lnTo>
                    <a:pt x="100465" y="13888"/>
                  </a:lnTo>
                  <a:lnTo>
                    <a:pt x="100491" y="13717"/>
                  </a:lnTo>
                  <a:lnTo>
                    <a:pt x="100530" y="13559"/>
                  </a:lnTo>
                  <a:lnTo>
                    <a:pt x="100583" y="13388"/>
                  </a:lnTo>
                  <a:lnTo>
                    <a:pt x="100649" y="13230"/>
                  </a:lnTo>
                  <a:lnTo>
                    <a:pt x="100728" y="13072"/>
                  </a:lnTo>
                  <a:lnTo>
                    <a:pt x="100807" y="12914"/>
                  </a:lnTo>
                  <a:lnTo>
                    <a:pt x="100899" y="12769"/>
                  </a:lnTo>
                  <a:lnTo>
                    <a:pt x="101004" y="12612"/>
                  </a:lnTo>
                  <a:lnTo>
                    <a:pt x="101123" y="12480"/>
                  </a:lnTo>
                  <a:lnTo>
                    <a:pt x="101241" y="12335"/>
                  </a:lnTo>
                  <a:lnTo>
                    <a:pt x="101373" y="12203"/>
                  </a:lnTo>
                  <a:lnTo>
                    <a:pt x="101518" y="12072"/>
                  </a:lnTo>
                  <a:lnTo>
                    <a:pt x="101663" y="11940"/>
                  </a:lnTo>
                  <a:lnTo>
                    <a:pt x="101820" y="11822"/>
                  </a:lnTo>
                  <a:lnTo>
                    <a:pt x="101978" y="11703"/>
                  </a:lnTo>
                  <a:lnTo>
                    <a:pt x="102150" y="11598"/>
                  </a:lnTo>
                  <a:lnTo>
                    <a:pt x="102321" y="11493"/>
                  </a:lnTo>
                  <a:lnTo>
                    <a:pt x="102505" y="11400"/>
                  </a:lnTo>
                  <a:lnTo>
                    <a:pt x="102689" y="11308"/>
                  </a:lnTo>
                  <a:lnTo>
                    <a:pt x="102887" y="11229"/>
                  </a:lnTo>
                  <a:lnTo>
                    <a:pt x="103084" y="11150"/>
                  </a:lnTo>
                  <a:lnTo>
                    <a:pt x="103295" y="11085"/>
                  </a:lnTo>
                  <a:lnTo>
                    <a:pt x="103505" y="11019"/>
                  </a:lnTo>
                  <a:lnTo>
                    <a:pt x="103716" y="10966"/>
                  </a:lnTo>
                  <a:lnTo>
                    <a:pt x="103927" y="10913"/>
                  </a:lnTo>
                  <a:lnTo>
                    <a:pt x="104150" y="10874"/>
                  </a:lnTo>
                  <a:lnTo>
                    <a:pt x="104374" y="10848"/>
                  </a:lnTo>
                  <a:lnTo>
                    <a:pt x="104611" y="10821"/>
                  </a:lnTo>
                  <a:lnTo>
                    <a:pt x="104835" y="10808"/>
                  </a:lnTo>
                  <a:lnTo>
                    <a:pt x="126884" y="10808"/>
                  </a:lnTo>
                  <a:lnTo>
                    <a:pt x="126884" y="62607"/>
                  </a:lnTo>
                  <a:lnTo>
                    <a:pt x="126897" y="63028"/>
                  </a:lnTo>
                  <a:lnTo>
                    <a:pt x="126923" y="63449"/>
                  </a:lnTo>
                  <a:lnTo>
                    <a:pt x="126976" y="63857"/>
                  </a:lnTo>
                  <a:lnTo>
                    <a:pt x="127029" y="64252"/>
                  </a:lnTo>
                  <a:lnTo>
                    <a:pt x="127108" y="64647"/>
                  </a:lnTo>
                  <a:lnTo>
                    <a:pt x="127200" y="65042"/>
                  </a:lnTo>
                  <a:lnTo>
                    <a:pt x="127318" y="65424"/>
                  </a:lnTo>
                  <a:lnTo>
                    <a:pt x="127437" y="65792"/>
                  </a:lnTo>
                  <a:lnTo>
                    <a:pt x="127581" y="66148"/>
                  </a:lnTo>
                  <a:lnTo>
                    <a:pt x="127726" y="66503"/>
                  </a:lnTo>
                  <a:lnTo>
                    <a:pt x="127897" y="66845"/>
                  </a:lnTo>
                  <a:lnTo>
                    <a:pt x="128082" y="67174"/>
                  </a:lnTo>
                  <a:lnTo>
                    <a:pt x="128279" y="67503"/>
                  </a:lnTo>
                  <a:lnTo>
                    <a:pt x="128490" y="67806"/>
                  </a:lnTo>
                  <a:lnTo>
                    <a:pt x="128700" y="68109"/>
                  </a:lnTo>
                  <a:lnTo>
                    <a:pt x="128937" y="68385"/>
                  </a:lnTo>
                  <a:lnTo>
                    <a:pt x="129174" y="68662"/>
                  </a:lnTo>
                  <a:lnTo>
                    <a:pt x="129424" y="68925"/>
                  </a:lnTo>
                  <a:lnTo>
                    <a:pt x="129701" y="69162"/>
                  </a:lnTo>
                  <a:lnTo>
                    <a:pt x="129964" y="69386"/>
                  </a:lnTo>
                  <a:lnTo>
                    <a:pt x="130254" y="69610"/>
                  </a:lnTo>
                  <a:lnTo>
                    <a:pt x="130543" y="69807"/>
                  </a:lnTo>
                  <a:lnTo>
                    <a:pt x="130846" y="69978"/>
                  </a:lnTo>
                  <a:lnTo>
                    <a:pt x="131149" y="70149"/>
                  </a:lnTo>
                  <a:lnTo>
                    <a:pt x="131465" y="70294"/>
                  </a:lnTo>
                  <a:lnTo>
                    <a:pt x="131794" y="70426"/>
                  </a:lnTo>
                  <a:lnTo>
                    <a:pt x="132123" y="70531"/>
                  </a:lnTo>
                  <a:lnTo>
                    <a:pt x="132465" y="70623"/>
                  </a:lnTo>
                  <a:lnTo>
                    <a:pt x="132807" y="70689"/>
                  </a:lnTo>
                  <a:lnTo>
                    <a:pt x="133150" y="70742"/>
                  </a:lnTo>
                  <a:lnTo>
                    <a:pt x="133505" y="70781"/>
                  </a:lnTo>
                  <a:lnTo>
                    <a:pt x="133860" y="70794"/>
                  </a:lnTo>
                  <a:lnTo>
                    <a:pt x="142970" y="70794"/>
                  </a:lnTo>
                  <a:lnTo>
                    <a:pt x="142970" y="90434"/>
                  </a:lnTo>
                  <a:lnTo>
                    <a:pt x="142970" y="90605"/>
                  </a:lnTo>
                  <a:lnTo>
                    <a:pt x="142943" y="90776"/>
                  </a:lnTo>
                  <a:lnTo>
                    <a:pt x="142917" y="90948"/>
                  </a:lnTo>
                  <a:lnTo>
                    <a:pt x="142877" y="91119"/>
                  </a:lnTo>
                  <a:lnTo>
                    <a:pt x="142825" y="91277"/>
                  </a:lnTo>
                  <a:lnTo>
                    <a:pt x="142759" y="91448"/>
                  </a:lnTo>
                  <a:lnTo>
                    <a:pt x="142693" y="91606"/>
                  </a:lnTo>
                  <a:lnTo>
                    <a:pt x="142601" y="91751"/>
                  </a:lnTo>
                  <a:lnTo>
                    <a:pt x="142509" y="91909"/>
                  </a:lnTo>
                  <a:lnTo>
                    <a:pt x="142404" y="92053"/>
                  </a:lnTo>
                  <a:lnTo>
                    <a:pt x="142285" y="92198"/>
                  </a:lnTo>
                  <a:lnTo>
                    <a:pt x="142167" y="92343"/>
                  </a:lnTo>
                  <a:lnTo>
                    <a:pt x="142035" y="92475"/>
                  </a:lnTo>
                  <a:lnTo>
                    <a:pt x="141903" y="92606"/>
                  </a:lnTo>
                  <a:lnTo>
                    <a:pt x="141759" y="92725"/>
                  </a:lnTo>
                  <a:lnTo>
                    <a:pt x="141601" y="92856"/>
                  </a:lnTo>
                  <a:lnTo>
                    <a:pt x="141443" y="92962"/>
                  </a:lnTo>
                  <a:lnTo>
                    <a:pt x="141271" y="93067"/>
                  </a:lnTo>
                  <a:lnTo>
                    <a:pt x="141087" y="93172"/>
                  </a:lnTo>
                  <a:lnTo>
                    <a:pt x="140903" y="93278"/>
                  </a:lnTo>
                  <a:lnTo>
                    <a:pt x="140719" y="93370"/>
                  </a:lnTo>
                  <a:lnTo>
                    <a:pt x="140521" y="93449"/>
                  </a:lnTo>
                  <a:lnTo>
                    <a:pt x="140324" y="93528"/>
                  </a:lnTo>
                  <a:lnTo>
                    <a:pt x="140126" y="93593"/>
                  </a:lnTo>
                  <a:lnTo>
                    <a:pt x="139916" y="93659"/>
                  </a:lnTo>
                  <a:lnTo>
                    <a:pt x="139705" y="93712"/>
                  </a:lnTo>
                  <a:lnTo>
                    <a:pt x="139481" y="93765"/>
                  </a:lnTo>
                  <a:lnTo>
                    <a:pt x="139257" y="93804"/>
                  </a:lnTo>
                  <a:lnTo>
                    <a:pt x="139034" y="93830"/>
                  </a:lnTo>
                  <a:lnTo>
                    <a:pt x="138810" y="93857"/>
                  </a:lnTo>
                  <a:lnTo>
                    <a:pt x="138573" y="93870"/>
                  </a:lnTo>
                  <a:lnTo>
                    <a:pt x="132044" y="93870"/>
                  </a:lnTo>
                  <a:lnTo>
                    <a:pt x="131952" y="93593"/>
                  </a:lnTo>
                  <a:lnTo>
                    <a:pt x="131860" y="93330"/>
                  </a:lnTo>
                  <a:lnTo>
                    <a:pt x="131767" y="93067"/>
                  </a:lnTo>
                  <a:lnTo>
                    <a:pt x="131649" y="92804"/>
                  </a:lnTo>
                  <a:lnTo>
                    <a:pt x="131530" y="92554"/>
                  </a:lnTo>
                  <a:lnTo>
                    <a:pt x="131386" y="92303"/>
                  </a:lnTo>
                  <a:lnTo>
                    <a:pt x="131254" y="92066"/>
                  </a:lnTo>
                  <a:lnTo>
                    <a:pt x="131096" y="91830"/>
                  </a:lnTo>
                  <a:lnTo>
                    <a:pt x="130938" y="91606"/>
                  </a:lnTo>
                  <a:lnTo>
                    <a:pt x="130767" y="91382"/>
                  </a:lnTo>
                  <a:lnTo>
                    <a:pt x="130583" y="91158"/>
                  </a:lnTo>
                  <a:lnTo>
                    <a:pt x="130398" y="90961"/>
                  </a:lnTo>
                  <a:lnTo>
                    <a:pt x="130201" y="90763"/>
                  </a:lnTo>
                  <a:lnTo>
                    <a:pt x="130004" y="90566"/>
                  </a:lnTo>
                  <a:lnTo>
                    <a:pt x="129793" y="90382"/>
                  </a:lnTo>
                  <a:lnTo>
                    <a:pt x="129582" y="90210"/>
                  </a:lnTo>
                  <a:lnTo>
                    <a:pt x="129359" y="90039"/>
                  </a:lnTo>
                  <a:lnTo>
                    <a:pt x="129122" y="89881"/>
                  </a:lnTo>
                  <a:lnTo>
                    <a:pt x="128885" y="89737"/>
                  </a:lnTo>
                  <a:lnTo>
                    <a:pt x="128635" y="89592"/>
                  </a:lnTo>
                  <a:lnTo>
                    <a:pt x="128384" y="89473"/>
                  </a:lnTo>
                  <a:lnTo>
                    <a:pt x="128134" y="89355"/>
                  </a:lnTo>
                  <a:lnTo>
                    <a:pt x="127871" y="89236"/>
                  </a:lnTo>
                  <a:lnTo>
                    <a:pt x="127608" y="89144"/>
                  </a:lnTo>
                  <a:lnTo>
                    <a:pt x="127344" y="89052"/>
                  </a:lnTo>
                  <a:lnTo>
                    <a:pt x="127068" y="88973"/>
                  </a:lnTo>
                  <a:lnTo>
                    <a:pt x="126778" y="88907"/>
                  </a:lnTo>
                  <a:lnTo>
                    <a:pt x="126502" y="88855"/>
                  </a:lnTo>
                  <a:lnTo>
                    <a:pt x="126212" y="88815"/>
                  </a:lnTo>
                  <a:lnTo>
                    <a:pt x="125923" y="88776"/>
                  </a:lnTo>
                  <a:lnTo>
                    <a:pt x="125620" y="88762"/>
                  </a:lnTo>
                  <a:lnTo>
                    <a:pt x="124962" y="88762"/>
                  </a:lnTo>
                  <a:lnTo>
                    <a:pt x="124620" y="88789"/>
                  </a:lnTo>
                  <a:lnTo>
                    <a:pt x="124264" y="88841"/>
                  </a:lnTo>
                  <a:lnTo>
                    <a:pt x="123922" y="88894"/>
                  </a:lnTo>
                  <a:lnTo>
                    <a:pt x="123593" y="88973"/>
                  </a:lnTo>
                  <a:lnTo>
                    <a:pt x="123251" y="89065"/>
                  </a:lnTo>
                  <a:lnTo>
                    <a:pt x="122935" y="89184"/>
                  </a:lnTo>
                  <a:lnTo>
                    <a:pt x="122619" y="89302"/>
                  </a:lnTo>
                  <a:lnTo>
                    <a:pt x="122303" y="89447"/>
                  </a:lnTo>
                  <a:lnTo>
                    <a:pt x="122013" y="89605"/>
                  </a:lnTo>
                  <a:lnTo>
                    <a:pt x="121711" y="89763"/>
                  </a:lnTo>
                  <a:lnTo>
                    <a:pt x="121434" y="89947"/>
                  </a:lnTo>
                  <a:lnTo>
                    <a:pt x="121158" y="90145"/>
                  </a:lnTo>
                  <a:lnTo>
                    <a:pt x="120894" y="90355"/>
                  </a:lnTo>
                  <a:lnTo>
                    <a:pt x="120644" y="90566"/>
                  </a:lnTo>
                  <a:lnTo>
                    <a:pt x="120407" y="90803"/>
                  </a:lnTo>
                  <a:lnTo>
                    <a:pt x="120170" y="91040"/>
                  </a:lnTo>
                  <a:lnTo>
                    <a:pt x="119947" y="91290"/>
                  </a:lnTo>
                  <a:lnTo>
                    <a:pt x="119749" y="91553"/>
                  </a:lnTo>
                  <a:lnTo>
                    <a:pt x="119552" y="91830"/>
                  </a:lnTo>
                  <a:lnTo>
                    <a:pt x="119367" y="92106"/>
                  </a:lnTo>
                  <a:lnTo>
                    <a:pt x="119196" y="92409"/>
                  </a:lnTo>
                  <a:lnTo>
                    <a:pt x="119051" y="92698"/>
                  </a:lnTo>
                  <a:lnTo>
                    <a:pt x="118907" y="93014"/>
                  </a:lnTo>
                  <a:lnTo>
                    <a:pt x="118788" y="93330"/>
                  </a:lnTo>
                  <a:lnTo>
                    <a:pt x="118670" y="93646"/>
                  </a:lnTo>
                  <a:lnTo>
                    <a:pt x="118578" y="93988"/>
                  </a:lnTo>
                  <a:lnTo>
                    <a:pt x="118499" y="94317"/>
                  </a:lnTo>
                  <a:lnTo>
                    <a:pt x="118446" y="94660"/>
                  </a:lnTo>
                  <a:lnTo>
                    <a:pt x="118393" y="95015"/>
                  </a:lnTo>
                  <a:lnTo>
                    <a:pt x="118367" y="95357"/>
                  </a:lnTo>
                  <a:lnTo>
                    <a:pt x="118367" y="95726"/>
                  </a:lnTo>
                  <a:lnTo>
                    <a:pt x="118367" y="96081"/>
                  </a:lnTo>
                  <a:lnTo>
                    <a:pt x="118393" y="96437"/>
                  </a:lnTo>
                  <a:lnTo>
                    <a:pt x="118446" y="96779"/>
                  </a:lnTo>
                  <a:lnTo>
                    <a:pt x="118499" y="97121"/>
                  </a:lnTo>
                  <a:lnTo>
                    <a:pt x="118578" y="97464"/>
                  </a:lnTo>
                  <a:lnTo>
                    <a:pt x="118670" y="97793"/>
                  </a:lnTo>
                  <a:lnTo>
                    <a:pt x="118788" y="98109"/>
                  </a:lnTo>
                  <a:lnTo>
                    <a:pt x="118907" y="98424"/>
                  </a:lnTo>
                  <a:lnTo>
                    <a:pt x="119051" y="98740"/>
                  </a:lnTo>
                  <a:lnTo>
                    <a:pt x="119196" y="99043"/>
                  </a:lnTo>
                  <a:lnTo>
                    <a:pt x="119367" y="99333"/>
                  </a:lnTo>
                  <a:lnTo>
                    <a:pt x="119552" y="99609"/>
                  </a:lnTo>
                  <a:lnTo>
                    <a:pt x="119749" y="99886"/>
                  </a:lnTo>
                  <a:lnTo>
                    <a:pt x="119947" y="100149"/>
                  </a:lnTo>
                  <a:lnTo>
                    <a:pt x="120170" y="100399"/>
                  </a:lnTo>
                  <a:lnTo>
                    <a:pt x="120407" y="100649"/>
                  </a:lnTo>
                  <a:lnTo>
                    <a:pt x="120644" y="100873"/>
                  </a:lnTo>
                  <a:lnTo>
                    <a:pt x="120894" y="101097"/>
                  </a:lnTo>
                  <a:lnTo>
                    <a:pt x="121158" y="101294"/>
                  </a:lnTo>
                  <a:lnTo>
                    <a:pt x="121434" y="101492"/>
                  </a:lnTo>
                  <a:lnTo>
                    <a:pt x="121711" y="101676"/>
                  </a:lnTo>
                  <a:lnTo>
                    <a:pt x="122013" y="101847"/>
                  </a:lnTo>
                  <a:lnTo>
                    <a:pt x="122303" y="101992"/>
                  </a:lnTo>
                  <a:lnTo>
                    <a:pt x="122619" y="102137"/>
                  </a:lnTo>
                  <a:lnTo>
                    <a:pt x="122935" y="102255"/>
                  </a:lnTo>
                  <a:lnTo>
                    <a:pt x="123251" y="102374"/>
                  </a:lnTo>
                  <a:lnTo>
                    <a:pt x="123593" y="102466"/>
                  </a:lnTo>
                  <a:lnTo>
                    <a:pt x="123922" y="102545"/>
                  </a:lnTo>
                  <a:lnTo>
                    <a:pt x="124264" y="102610"/>
                  </a:lnTo>
                  <a:lnTo>
                    <a:pt x="124620" y="102650"/>
                  </a:lnTo>
                  <a:lnTo>
                    <a:pt x="124962" y="102676"/>
                  </a:lnTo>
                  <a:lnTo>
                    <a:pt x="125330" y="102689"/>
                  </a:lnTo>
                  <a:lnTo>
                    <a:pt x="125633" y="102676"/>
                  </a:lnTo>
                  <a:lnTo>
                    <a:pt x="125923" y="102663"/>
                  </a:lnTo>
                  <a:lnTo>
                    <a:pt x="126226" y="102624"/>
                  </a:lnTo>
                  <a:lnTo>
                    <a:pt x="126515" y="102584"/>
                  </a:lnTo>
                  <a:lnTo>
                    <a:pt x="126805" y="102531"/>
                  </a:lnTo>
                  <a:lnTo>
                    <a:pt x="127094" y="102453"/>
                  </a:lnTo>
                  <a:lnTo>
                    <a:pt x="127371" y="102374"/>
                  </a:lnTo>
                  <a:lnTo>
                    <a:pt x="127647" y="102281"/>
                  </a:lnTo>
                  <a:lnTo>
                    <a:pt x="127924" y="102189"/>
                  </a:lnTo>
                  <a:lnTo>
                    <a:pt x="128187" y="102071"/>
                  </a:lnTo>
                  <a:lnTo>
                    <a:pt x="128437" y="101952"/>
                  </a:lnTo>
                  <a:lnTo>
                    <a:pt x="128687" y="101821"/>
                  </a:lnTo>
                  <a:lnTo>
                    <a:pt x="128937" y="101676"/>
                  </a:lnTo>
                  <a:lnTo>
                    <a:pt x="129174" y="101518"/>
                  </a:lnTo>
                  <a:lnTo>
                    <a:pt x="129411" y="101360"/>
                  </a:lnTo>
                  <a:lnTo>
                    <a:pt x="129635" y="101189"/>
                  </a:lnTo>
                  <a:lnTo>
                    <a:pt x="129859" y="101005"/>
                  </a:lnTo>
                  <a:lnTo>
                    <a:pt x="130069" y="100807"/>
                  </a:lnTo>
                  <a:lnTo>
                    <a:pt x="130267" y="100610"/>
                  </a:lnTo>
                  <a:lnTo>
                    <a:pt x="130464" y="100412"/>
                  </a:lnTo>
                  <a:lnTo>
                    <a:pt x="130662" y="100202"/>
                  </a:lnTo>
                  <a:lnTo>
                    <a:pt x="130833" y="99978"/>
                  </a:lnTo>
                  <a:lnTo>
                    <a:pt x="131004" y="99754"/>
                  </a:lnTo>
                  <a:lnTo>
                    <a:pt x="131162" y="99517"/>
                  </a:lnTo>
                  <a:lnTo>
                    <a:pt x="131320" y="99267"/>
                  </a:lnTo>
                  <a:lnTo>
                    <a:pt x="131451" y="99017"/>
                  </a:lnTo>
                  <a:lnTo>
                    <a:pt x="131583" y="98767"/>
                  </a:lnTo>
                  <a:lnTo>
                    <a:pt x="131702" y="98503"/>
                  </a:lnTo>
                  <a:lnTo>
                    <a:pt x="131820" y="98240"/>
                  </a:lnTo>
                  <a:lnTo>
                    <a:pt x="131912" y="97977"/>
                  </a:lnTo>
                  <a:lnTo>
                    <a:pt x="132004" y="97700"/>
                  </a:lnTo>
                  <a:lnTo>
                    <a:pt x="132083" y="97411"/>
                  </a:lnTo>
                  <a:lnTo>
                    <a:pt x="138336" y="97411"/>
                  </a:lnTo>
                  <a:lnTo>
                    <a:pt x="138757" y="97398"/>
                  </a:lnTo>
                  <a:lnTo>
                    <a:pt x="139178" y="97371"/>
                  </a:lnTo>
                  <a:lnTo>
                    <a:pt x="139587" y="97332"/>
                  </a:lnTo>
                  <a:lnTo>
                    <a:pt x="139981" y="97266"/>
                  </a:lnTo>
                  <a:lnTo>
                    <a:pt x="140376" y="97187"/>
                  </a:lnTo>
                  <a:lnTo>
                    <a:pt x="140771" y="97095"/>
                  </a:lnTo>
                  <a:lnTo>
                    <a:pt x="141153" y="96990"/>
                  </a:lnTo>
                  <a:lnTo>
                    <a:pt x="141522" y="96858"/>
                  </a:lnTo>
                  <a:lnTo>
                    <a:pt x="141877" y="96726"/>
                  </a:lnTo>
                  <a:lnTo>
                    <a:pt x="142232" y="96568"/>
                  </a:lnTo>
                  <a:lnTo>
                    <a:pt x="142575" y="96397"/>
                  </a:lnTo>
                  <a:lnTo>
                    <a:pt x="142904" y="96213"/>
                  </a:lnTo>
                  <a:lnTo>
                    <a:pt x="143233" y="96029"/>
                  </a:lnTo>
                  <a:lnTo>
                    <a:pt x="143536" y="95818"/>
                  </a:lnTo>
                  <a:lnTo>
                    <a:pt x="143838" y="95594"/>
                  </a:lnTo>
                  <a:lnTo>
                    <a:pt x="144115" y="95371"/>
                  </a:lnTo>
                  <a:lnTo>
                    <a:pt x="144391" y="95120"/>
                  </a:lnTo>
                  <a:lnTo>
                    <a:pt x="144641" y="94870"/>
                  </a:lnTo>
                  <a:lnTo>
                    <a:pt x="144891" y="94607"/>
                  </a:lnTo>
                  <a:lnTo>
                    <a:pt x="145115" y="94331"/>
                  </a:lnTo>
                  <a:lnTo>
                    <a:pt x="145326" y="94054"/>
                  </a:lnTo>
                  <a:lnTo>
                    <a:pt x="145523" y="93765"/>
                  </a:lnTo>
                  <a:lnTo>
                    <a:pt x="145708" y="93462"/>
                  </a:lnTo>
                  <a:lnTo>
                    <a:pt x="145879" y="93146"/>
                  </a:lnTo>
                  <a:lnTo>
                    <a:pt x="146023" y="92830"/>
                  </a:lnTo>
                  <a:lnTo>
                    <a:pt x="146155" y="92514"/>
                  </a:lnTo>
                  <a:lnTo>
                    <a:pt x="146260" y="92172"/>
                  </a:lnTo>
                  <a:lnTo>
                    <a:pt x="146353" y="91843"/>
                  </a:lnTo>
                  <a:lnTo>
                    <a:pt x="146418" y="91500"/>
                  </a:lnTo>
                  <a:lnTo>
                    <a:pt x="146471" y="91145"/>
                  </a:lnTo>
                  <a:lnTo>
                    <a:pt x="146511" y="90790"/>
                  </a:lnTo>
                  <a:lnTo>
                    <a:pt x="146524" y="90434"/>
                  </a:lnTo>
                  <a:lnTo>
                    <a:pt x="146524" y="70794"/>
                  </a:lnTo>
                  <a:lnTo>
                    <a:pt x="176984" y="70794"/>
                  </a:lnTo>
                  <a:lnTo>
                    <a:pt x="177063" y="71071"/>
                  </a:lnTo>
                  <a:lnTo>
                    <a:pt x="177155" y="71334"/>
                  </a:lnTo>
                  <a:lnTo>
                    <a:pt x="177260" y="71610"/>
                  </a:lnTo>
                  <a:lnTo>
                    <a:pt x="177366" y="71874"/>
                  </a:lnTo>
                  <a:lnTo>
                    <a:pt x="177484" y="72124"/>
                  </a:lnTo>
                  <a:lnTo>
                    <a:pt x="177629" y="72374"/>
                  </a:lnTo>
                  <a:lnTo>
                    <a:pt x="177761" y="72624"/>
                  </a:lnTo>
                  <a:lnTo>
                    <a:pt x="177919" y="72861"/>
                  </a:lnTo>
                  <a:lnTo>
                    <a:pt x="178077" y="73085"/>
                  </a:lnTo>
                  <a:lnTo>
                    <a:pt x="178248" y="73322"/>
                  </a:lnTo>
                  <a:lnTo>
                    <a:pt x="178419" y="73532"/>
                  </a:lnTo>
                  <a:lnTo>
                    <a:pt x="178616" y="73743"/>
                  </a:lnTo>
                  <a:lnTo>
                    <a:pt x="178801" y="73940"/>
                  </a:lnTo>
                  <a:lnTo>
                    <a:pt x="179011" y="74138"/>
                  </a:lnTo>
                  <a:lnTo>
                    <a:pt x="179222" y="74322"/>
                  </a:lnTo>
                  <a:lnTo>
                    <a:pt x="179432" y="74506"/>
                  </a:lnTo>
                  <a:lnTo>
                    <a:pt x="179669" y="74677"/>
                  </a:lnTo>
                  <a:lnTo>
                    <a:pt x="179893" y="74835"/>
                  </a:lnTo>
                  <a:lnTo>
                    <a:pt x="180130" y="74980"/>
                  </a:lnTo>
                  <a:lnTo>
                    <a:pt x="180380" y="75125"/>
                  </a:lnTo>
                  <a:lnTo>
                    <a:pt x="180630" y="75257"/>
                  </a:lnTo>
                  <a:lnTo>
                    <a:pt x="180880" y="75375"/>
                  </a:lnTo>
                  <a:lnTo>
                    <a:pt x="181144" y="75494"/>
                  </a:lnTo>
                  <a:lnTo>
                    <a:pt x="181420" y="75586"/>
                  </a:lnTo>
                  <a:lnTo>
                    <a:pt x="181697" y="75678"/>
                  </a:lnTo>
                  <a:lnTo>
                    <a:pt x="181973" y="75757"/>
                  </a:lnTo>
                  <a:lnTo>
                    <a:pt x="182249" y="75823"/>
                  </a:lnTo>
                  <a:lnTo>
                    <a:pt x="182539" y="75875"/>
                  </a:lnTo>
                  <a:lnTo>
                    <a:pt x="182829" y="75928"/>
                  </a:lnTo>
                  <a:lnTo>
                    <a:pt x="183118" y="75954"/>
                  </a:lnTo>
                  <a:lnTo>
                    <a:pt x="183421" y="75981"/>
                  </a:lnTo>
                  <a:lnTo>
                    <a:pt x="183724" y="75981"/>
                  </a:lnTo>
                  <a:lnTo>
                    <a:pt x="184079" y="75968"/>
                  </a:lnTo>
                  <a:lnTo>
                    <a:pt x="184435" y="75941"/>
                  </a:lnTo>
                  <a:lnTo>
                    <a:pt x="184777" y="75902"/>
                  </a:lnTo>
                  <a:lnTo>
                    <a:pt x="185119" y="75836"/>
                  </a:lnTo>
                  <a:lnTo>
                    <a:pt x="185461" y="75757"/>
                  </a:lnTo>
                  <a:lnTo>
                    <a:pt x="185790" y="75665"/>
                  </a:lnTo>
                  <a:lnTo>
                    <a:pt x="186106" y="75559"/>
                  </a:lnTo>
                  <a:lnTo>
                    <a:pt x="186435" y="75428"/>
                  </a:lnTo>
                  <a:lnTo>
                    <a:pt x="186738" y="75296"/>
                  </a:lnTo>
                  <a:lnTo>
                    <a:pt x="187041" y="75138"/>
                  </a:lnTo>
                  <a:lnTo>
                    <a:pt x="187330" y="74967"/>
                  </a:lnTo>
                  <a:lnTo>
                    <a:pt x="187607" y="74796"/>
                  </a:lnTo>
                  <a:lnTo>
                    <a:pt x="187883" y="74599"/>
                  </a:lnTo>
                  <a:lnTo>
                    <a:pt x="188147" y="74388"/>
                  </a:lnTo>
                  <a:lnTo>
                    <a:pt x="188397" y="74164"/>
                  </a:lnTo>
                  <a:lnTo>
                    <a:pt x="188647" y="73940"/>
                  </a:lnTo>
                  <a:lnTo>
                    <a:pt x="188871" y="73703"/>
                  </a:lnTo>
                  <a:lnTo>
                    <a:pt x="189094" y="73440"/>
                  </a:lnTo>
                  <a:lnTo>
                    <a:pt x="189305" y="73177"/>
                  </a:lnTo>
                  <a:lnTo>
                    <a:pt x="189489" y="72914"/>
                  </a:lnTo>
                  <a:lnTo>
                    <a:pt x="189674" y="72624"/>
                  </a:lnTo>
                  <a:lnTo>
                    <a:pt x="189845" y="72334"/>
                  </a:lnTo>
                  <a:lnTo>
                    <a:pt x="190003" y="72032"/>
                  </a:lnTo>
                  <a:lnTo>
                    <a:pt x="190134" y="71729"/>
                  </a:lnTo>
                  <a:lnTo>
                    <a:pt x="190266" y="71413"/>
                  </a:lnTo>
                  <a:lnTo>
                    <a:pt x="190371" y="71084"/>
                  </a:lnTo>
                  <a:lnTo>
                    <a:pt x="190463" y="70755"/>
                  </a:lnTo>
                  <a:lnTo>
                    <a:pt x="190542" y="70413"/>
                  </a:lnTo>
                  <a:lnTo>
                    <a:pt x="190608" y="70070"/>
                  </a:lnTo>
                  <a:lnTo>
                    <a:pt x="190648" y="69728"/>
                  </a:lnTo>
                  <a:lnTo>
                    <a:pt x="190674" y="69373"/>
                  </a:lnTo>
                  <a:lnTo>
                    <a:pt x="190687" y="69017"/>
                  </a:lnTo>
                  <a:lnTo>
                    <a:pt x="190674" y="68662"/>
                  </a:lnTo>
                  <a:lnTo>
                    <a:pt x="190648" y="68306"/>
                  </a:lnTo>
                  <a:lnTo>
                    <a:pt x="190608" y="67964"/>
                  </a:lnTo>
                  <a:lnTo>
                    <a:pt x="190542" y="67622"/>
                  </a:lnTo>
                  <a:lnTo>
                    <a:pt x="190463" y="67280"/>
                  </a:lnTo>
                  <a:lnTo>
                    <a:pt x="190371" y="66951"/>
                  </a:lnTo>
                  <a:lnTo>
                    <a:pt x="190266" y="66621"/>
                  </a:lnTo>
                  <a:lnTo>
                    <a:pt x="190134" y="66305"/>
                  </a:lnTo>
                  <a:lnTo>
                    <a:pt x="190003" y="66003"/>
                  </a:lnTo>
                  <a:lnTo>
                    <a:pt x="189845" y="65700"/>
                  </a:lnTo>
                  <a:lnTo>
                    <a:pt x="189674" y="65410"/>
                  </a:lnTo>
                  <a:lnTo>
                    <a:pt x="189489" y="65121"/>
                  </a:lnTo>
                  <a:lnTo>
                    <a:pt x="189305" y="64858"/>
                  </a:lnTo>
                  <a:lnTo>
                    <a:pt x="189094" y="64594"/>
                  </a:lnTo>
                  <a:lnTo>
                    <a:pt x="188871" y="64331"/>
                  </a:lnTo>
                  <a:lnTo>
                    <a:pt x="188647" y="64094"/>
                  </a:lnTo>
                  <a:lnTo>
                    <a:pt x="188397" y="63870"/>
                  </a:lnTo>
                  <a:lnTo>
                    <a:pt x="188147" y="63646"/>
                  </a:lnTo>
                  <a:lnTo>
                    <a:pt x="187883" y="63436"/>
                  </a:lnTo>
                  <a:lnTo>
                    <a:pt x="187607" y="63238"/>
                  </a:lnTo>
                  <a:lnTo>
                    <a:pt x="187330" y="63067"/>
                  </a:lnTo>
                  <a:lnTo>
                    <a:pt x="187041" y="62896"/>
                  </a:lnTo>
                  <a:lnTo>
                    <a:pt x="186738" y="62738"/>
                  </a:lnTo>
                  <a:lnTo>
                    <a:pt x="186435" y="62607"/>
                  </a:lnTo>
                  <a:lnTo>
                    <a:pt x="186106" y="62475"/>
                  </a:lnTo>
                  <a:lnTo>
                    <a:pt x="185790" y="62370"/>
                  </a:lnTo>
                  <a:lnTo>
                    <a:pt x="185461" y="62277"/>
                  </a:lnTo>
                  <a:lnTo>
                    <a:pt x="185119" y="62198"/>
                  </a:lnTo>
                  <a:lnTo>
                    <a:pt x="184777" y="62133"/>
                  </a:lnTo>
                  <a:lnTo>
                    <a:pt x="184435" y="62093"/>
                  </a:lnTo>
                  <a:lnTo>
                    <a:pt x="184079" y="62067"/>
                  </a:lnTo>
                  <a:lnTo>
                    <a:pt x="183724" y="62054"/>
                  </a:lnTo>
                  <a:lnTo>
                    <a:pt x="183421" y="62054"/>
                  </a:lnTo>
                  <a:lnTo>
                    <a:pt x="183118" y="62080"/>
                  </a:lnTo>
                  <a:lnTo>
                    <a:pt x="182829" y="62106"/>
                  </a:lnTo>
                  <a:lnTo>
                    <a:pt x="182539" y="62159"/>
                  </a:lnTo>
                  <a:lnTo>
                    <a:pt x="182249" y="62212"/>
                  </a:lnTo>
                  <a:lnTo>
                    <a:pt x="181973" y="62277"/>
                  </a:lnTo>
                  <a:lnTo>
                    <a:pt x="181697" y="62356"/>
                  </a:lnTo>
                  <a:lnTo>
                    <a:pt x="181420" y="62449"/>
                  </a:lnTo>
                  <a:lnTo>
                    <a:pt x="181144" y="62541"/>
                  </a:lnTo>
                  <a:lnTo>
                    <a:pt x="180880" y="62659"/>
                  </a:lnTo>
                  <a:lnTo>
                    <a:pt x="180630" y="62778"/>
                  </a:lnTo>
                  <a:lnTo>
                    <a:pt x="180380" y="62909"/>
                  </a:lnTo>
                  <a:lnTo>
                    <a:pt x="180130" y="63054"/>
                  </a:lnTo>
                  <a:lnTo>
                    <a:pt x="179893" y="63199"/>
                  </a:lnTo>
                  <a:lnTo>
                    <a:pt x="179669" y="63357"/>
                  </a:lnTo>
                  <a:lnTo>
                    <a:pt x="179432" y="63528"/>
                  </a:lnTo>
                  <a:lnTo>
                    <a:pt x="179222" y="63712"/>
                  </a:lnTo>
                  <a:lnTo>
                    <a:pt x="179011" y="63897"/>
                  </a:lnTo>
                  <a:lnTo>
                    <a:pt x="178801" y="64094"/>
                  </a:lnTo>
                  <a:lnTo>
                    <a:pt x="178616" y="64291"/>
                  </a:lnTo>
                  <a:lnTo>
                    <a:pt x="178419" y="64502"/>
                  </a:lnTo>
                  <a:lnTo>
                    <a:pt x="178248" y="64713"/>
                  </a:lnTo>
                  <a:lnTo>
                    <a:pt x="178077" y="64950"/>
                  </a:lnTo>
                  <a:lnTo>
                    <a:pt x="177919" y="65173"/>
                  </a:lnTo>
                  <a:lnTo>
                    <a:pt x="177761" y="65410"/>
                  </a:lnTo>
                  <a:lnTo>
                    <a:pt x="177629" y="65660"/>
                  </a:lnTo>
                  <a:lnTo>
                    <a:pt x="177484" y="65911"/>
                  </a:lnTo>
                  <a:lnTo>
                    <a:pt x="177366" y="66161"/>
                  </a:lnTo>
                  <a:lnTo>
                    <a:pt x="177260" y="66424"/>
                  </a:lnTo>
                  <a:lnTo>
                    <a:pt x="177155" y="66700"/>
                  </a:lnTo>
                  <a:lnTo>
                    <a:pt x="177063" y="66964"/>
                  </a:lnTo>
                  <a:lnTo>
                    <a:pt x="176984" y="67240"/>
                  </a:lnTo>
                  <a:lnTo>
                    <a:pt x="133689" y="67240"/>
                  </a:lnTo>
                  <a:lnTo>
                    <a:pt x="133518" y="67227"/>
                  </a:lnTo>
                  <a:lnTo>
                    <a:pt x="133347" y="67187"/>
                  </a:lnTo>
                  <a:lnTo>
                    <a:pt x="133189" y="67148"/>
                  </a:lnTo>
                  <a:lnTo>
                    <a:pt x="133018" y="67095"/>
                  </a:lnTo>
                  <a:lnTo>
                    <a:pt x="132860" y="67029"/>
                  </a:lnTo>
                  <a:lnTo>
                    <a:pt x="132702" y="66964"/>
                  </a:lnTo>
                  <a:lnTo>
                    <a:pt x="132544" y="66872"/>
                  </a:lnTo>
                  <a:lnTo>
                    <a:pt x="132399" y="66779"/>
                  </a:lnTo>
                  <a:lnTo>
                    <a:pt x="132241" y="66674"/>
                  </a:lnTo>
                  <a:lnTo>
                    <a:pt x="132097" y="66569"/>
                  </a:lnTo>
                  <a:lnTo>
                    <a:pt x="131965" y="66437"/>
                  </a:lnTo>
                  <a:lnTo>
                    <a:pt x="131833" y="66305"/>
                  </a:lnTo>
                  <a:lnTo>
                    <a:pt x="131702" y="66174"/>
                  </a:lnTo>
                  <a:lnTo>
                    <a:pt x="131570" y="66029"/>
                  </a:lnTo>
                  <a:lnTo>
                    <a:pt x="131451" y="65871"/>
                  </a:lnTo>
                  <a:lnTo>
                    <a:pt x="131333" y="65713"/>
                  </a:lnTo>
                  <a:lnTo>
                    <a:pt x="131228" y="65542"/>
                  </a:lnTo>
                  <a:lnTo>
                    <a:pt x="131122" y="65358"/>
                  </a:lnTo>
                  <a:lnTo>
                    <a:pt x="131030" y="65187"/>
                  </a:lnTo>
                  <a:lnTo>
                    <a:pt x="130938" y="64989"/>
                  </a:lnTo>
                  <a:lnTo>
                    <a:pt x="130859" y="64805"/>
                  </a:lnTo>
                  <a:lnTo>
                    <a:pt x="130780" y="64594"/>
                  </a:lnTo>
                  <a:lnTo>
                    <a:pt x="130701" y="64397"/>
                  </a:lnTo>
                  <a:lnTo>
                    <a:pt x="130649" y="64186"/>
                  </a:lnTo>
                  <a:lnTo>
                    <a:pt x="130596" y="63976"/>
                  </a:lnTo>
                  <a:lnTo>
                    <a:pt x="130543" y="63752"/>
                  </a:lnTo>
                  <a:lnTo>
                    <a:pt x="130504" y="63528"/>
                  </a:lnTo>
                  <a:lnTo>
                    <a:pt x="130477" y="63304"/>
                  </a:lnTo>
                  <a:lnTo>
                    <a:pt x="130451" y="63080"/>
                  </a:lnTo>
                  <a:lnTo>
                    <a:pt x="130438" y="62843"/>
                  </a:lnTo>
                  <a:lnTo>
                    <a:pt x="130438" y="62607"/>
                  </a:lnTo>
                  <a:lnTo>
                    <a:pt x="130438" y="37148"/>
                  </a:lnTo>
                  <a:lnTo>
                    <a:pt x="150249" y="37148"/>
                  </a:lnTo>
                  <a:lnTo>
                    <a:pt x="150420" y="37175"/>
                  </a:lnTo>
                  <a:lnTo>
                    <a:pt x="150591" y="37201"/>
                  </a:lnTo>
                  <a:lnTo>
                    <a:pt x="150762" y="37240"/>
                  </a:lnTo>
                  <a:lnTo>
                    <a:pt x="150920" y="37293"/>
                  </a:lnTo>
                  <a:lnTo>
                    <a:pt x="151091" y="37359"/>
                  </a:lnTo>
                  <a:lnTo>
                    <a:pt x="151249" y="37438"/>
                  </a:lnTo>
                  <a:lnTo>
                    <a:pt x="151394" y="37517"/>
                  </a:lnTo>
                  <a:lnTo>
                    <a:pt x="151552" y="37609"/>
                  </a:lnTo>
                  <a:lnTo>
                    <a:pt x="151697" y="37714"/>
                  </a:lnTo>
                  <a:lnTo>
                    <a:pt x="151842" y="37833"/>
                  </a:lnTo>
                  <a:lnTo>
                    <a:pt x="151987" y="37951"/>
                  </a:lnTo>
                  <a:lnTo>
                    <a:pt x="152118" y="38083"/>
                  </a:lnTo>
                  <a:lnTo>
                    <a:pt x="152250" y="38215"/>
                  </a:lnTo>
                  <a:lnTo>
                    <a:pt x="152368" y="38373"/>
                  </a:lnTo>
                  <a:lnTo>
                    <a:pt x="152500" y="38517"/>
                  </a:lnTo>
                  <a:lnTo>
                    <a:pt x="152605" y="38688"/>
                  </a:lnTo>
                  <a:lnTo>
                    <a:pt x="152711" y="38846"/>
                  </a:lnTo>
                  <a:lnTo>
                    <a:pt x="152816" y="39031"/>
                  </a:lnTo>
                  <a:lnTo>
                    <a:pt x="152921" y="39215"/>
                  </a:lnTo>
                  <a:lnTo>
                    <a:pt x="153013" y="39399"/>
                  </a:lnTo>
                  <a:lnTo>
                    <a:pt x="153092" y="39597"/>
                  </a:lnTo>
                  <a:lnTo>
                    <a:pt x="153171" y="39794"/>
                  </a:lnTo>
                  <a:lnTo>
                    <a:pt x="153237" y="39992"/>
                  </a:lnTo>
                  <a:lnTo>
                    <a:pt x="153303" y="40202"/>
                  </a:lnTo>
                  <a:lnTo>
                    <a:pt x="153356" y="40426"/>
                  </a:lnTo>
                  <a:lnTo>
                    <a:pt x="153408" y="40637"/>
                  </a:lnTo>
                  <a:lnTo>
                    <a:pt x="153448" y="40860"/>
                  </a:lnTo>
                  <a:lnTo>
                    <a:pt x="153474" y="41084"/>
                  </a:lnTo>
                  <a:lnTo>
                    <a:pt x="153500" y="41308"/>
                  </a:lnTo>
                  <a:lnTo>
                    <a:pt x="153513" y="41545"/>
                  </a:lnTo>
                  <a:lnTo>
                    <a:pt x="153513" y="41782"/>
                  </a:lnTo>
                  <a:lnTo>
                    <a:pt x="153513" y="44888"/>
                  </a:lnTo>
                  <a:lnTo>
                    <a:pt x="153211" y="44954"/>
                  </a:lnTo>
                  <a:lnTo>
                    <a:pt x="152921" y="45033"/>
                  </a:lnTo>
                  <a:lnTo>
                    <a:pt x="152632" y="45125"/>
                  </a:lnTo>
                  <a:lnTo>
                    <a:pt x="152355" y="45218"/>
                  </a:lnTo>
                  <a:lnTo>
                    <a:pt x="152079" y="45336"/>
                  </a:lnTo>
                  <a:lnTo>
                    <a:pt x="151815" y="45468"/>
                  </a:lnTo>
                  <a:lnTo>
                    <a:pt x="151552" y="45599"/>
                  </a:lnTo>
                  <a:lnTo>
                    <a:pt x="151289" y="45744"/>
                  </a:lnTo>
                  <a:lnTo>
                    <a:pt x="151039" y="45902"/>
                  </a:lnTo>
                  <a:lnTo>
                    <a:pt x="150802" y="46073"/>
                  </a:lnTo>
                  <a:lnTo>
                    <a:pt x="150565" y="46244"/>
                  </a:lnTo>
                  <a:lnTo>
                    <a:pt x="150341" y="46442"/>
                  </a:lnTo>
                  <a:lnTo>
                    <a:pt x="150117" y="46639"/>
                  </a:lnTo>
                  <a:lnTo>
                    <a:pt x="149907" y="46837"/>
                  </a:lnTo>
                  <a:lnTo>
                    <a:pt x="149709" y="47047"/>
                  </a:lnTo>
                  <a:lnTo>
                    <a:pt x="149525" y="47271"/>
                  </a:lnTo>
                  <a:lnTo>
                    <a:pt x="149341" y="47508"/>
                  </a:lnTo>
                  <a:lnTo>
                    <a:pt x="149156" y="47745"/>
                  </a:lnTo>
                  <a:lnTo>
                    <a:pt x="148998" y="47982"/>
                  </a:lnTo>
                  <a:lnTo>
                    <a:pt x="148840" y="48245"/>
                  </a:lnTo>
                  <a:lnTo>
                    <a:pt x="148709" y="48495"/>
                  </a:lnTo>
                  <a:lnTo>
                    <a:pt x="148577" y="48759"/>
                  </a:lnTo>
                  <a:lnTo>
                    <a:pt x="148446" y="49035"/>
                  </a:lnTo>
                  <a:lnTo>
                    <a:pt x="148340" y="49311"/>
                  </a:lnTo>
                  <a:lnTo>
                    <a:pt x="148248" y="49601"/>
                  </a:lnTo>
                  <a:lnTo>
                    <a:pt x="148156" y="49891"/>
                  </a:lnTo>
                  <a:lnTo>
                    <a:pt x="148090" y="50180"/>
                  </a:lnTo>
                  <a:lnTo>
                    <a:pt x="148024" y="50483"/>
                  </a:lnTo>
                  <a:lnTo>
                    <a:pt x="147972" y="50786"/>
                  </a:lnTo>
                  <a:lnTo>
                    <a:pt x="147945" y="51088"/>
                  </a:lnTo>
                  <a:lnTo>
                    <a:pt x="147919" y="51404"/>
                  </a:lnTo>
                  <a:lnTo>
                    <a:pt x="147919" y="51720"/>
                  </a:lnTo>
                  <a:lnTo>
                    <a:pt x="147919" y="52076"/>
                  </a:lnTo>
                  <a:lnTo>
                    <a:pt x="147945" y="52431"/>
                  </a:lnTo>
                  <a:lnTo>
                    <a:pt x="147998" y="52773"/>
                  </a:lnTo>
                  <a:lnTo>
                    <a:pt x="148064" y="53116"/>
                  </a:lnTo>
                  <a:lnTo>
                    <a:pt x="148130" y="53458"/>
                  </a:lnTo>
                  <a:lnTo>
                    <a:pt x="148235" y="53787"/>
                  </a:lnTo>
                  <a:lnTo>
                    <a:pt x="148340" y="54103"/>
                  </a:lnTo>
                  <a:lnTo>
                    <a:pt x="148459" y="54419"/>
                  </a:lnTo>
                  <a:lnTo>
                    <a:pt x="148604" y="54735"/>
                  </a:lnTo>
                  <a:lnTo>
                    <a:pt x="148761" y="55038"/>
                  </a:lnTo>
                  <a:lnTo>
                    <a:pt x="148919" y="55327"/>
                  </a:lnTo>
                  <a:lnTo>
                    <a:pt x="149104" y="55604"/>
                  </a:lnTo>
                  <a:lnTo>
                    <a:pt x="149301" y="55880"/>
                  </a:lnTo>
                  <a:lnTo>
                    <a:pt x="149512" y="56143"/>
                  </a:lnTo>
                  <a:lnTo>
                    <a:pt x="149722" y="56393"/>
                  </a:lnTo>
                  <a:lnTo>
                    <a:pt x="149959" y="56630"/>
                  </a:lnTo>
                  <a:lnTo>
                    <a:pt x="150196" y="56867"/>
                  </a:lnTo>
                  <a:lnTo>
                    <a:pt x="150446" y="57091"/>
                  </a:lnTo>
                  <a:lnTo>
                    <a:pt x="150710" y="57288"/>
                  </a:lnTo>
                  <a:lnTo>
                    <a:pt x="150986" y="57486"/>
                  </a:lnTo>
                  <a:lnTo>
                    <a:pt x="151276" y="57670"/>
                  </a:lnTo>
                  <a:lnTo>
                    <a:pt x="151565" y="57841"/>
                  </a:lnTo>
                  <a:lnTo>
                    <a:pt x="151868" y="57986"/>
                  </a:lnTo>
                  <a:lnTo>
                    <a:pt x="152171" y="58131"/>
                  </a:lnTo>
                  <a:lnTo>
                    <a:pt x="152487" y="58249"/>
                  </a:lnTo>
                  <a:lnTo>
                    <a:pt x="152816" y="58368"/>
                  </a:lnTo>
                  <a:lnTo>
                    <a:pt x="153145" y="58460"/>
                  </a:lnTo>
                  <a:lnTo>
                    <a:pt x="153474" y="58539"/>
                  </a:lnTo>
                  <a:lnTo>
                    <a:pt x="153816" y="58592"/>
                  </a:lnTo>
                  <a:lnTo>
                    <a:pt x="154172" y="58644"/>
                  </a:lnTo>
                  <a:lnTo>
                    <a:pt x="154527" y="58671"/>
                  </a:lnTo>
                  <a:lnTo>
                    <a:pt x="154882" y="58684"/>
                  </a:lnTo>
                  <a:lnTo>
                    <a:pt x="155238" y="58671"/>
                  </a:lnTo>
                  <a:lnTo>
                    <a:pt x="155593" y="58644"/>
                  </a:lnTo>
                  <a:lnTo>
                    <a:pt x="155936" y="58592"/>
                  </a:lnTo>
                  <a:lnTo>
                    <a:pt x="156278" y="58539"/>
                  </a:lnTo>
                  <a:lnTo>
                    <a:pt x="156620" y="58460"/>
                  </a:lnTo>
                  <a:lnTo>
                    <a:pt x="156949" y="58368"/>
                  </a:lnTo>
                  <a:lnTo>
                    <a:pt x="157278" y="58249"/>
                  </a:lnTo>
                  <a:lnTo>
                    <a:pt x="157594" y="58131"/>
                  </a:lnTo>
                  <a:lnTo>
                    <a:pt x="157897" y="57986"/>
                  </a:lnTo>
                  <a:lnTo>
                    <a:pt x="158200" y="57841"/>
                  </a:lnTo>
                  <a:lnTo>
                    <a:pt x="158489" y="57670"/>
                  </a:lnTo>
                  <a:lnTo>
                    <a:pt x="158766" y="57486"/>
                  </a:lnTo>
                  <a:lnTo>
                    <a:pt x="159042" y="57288"/>
                  </a:lnTo>
                  <a:lnTo>
                    <a:pt x="159305" y="57091"/>
                  </a:lnTo>
                  <a:lnTo>
                    <a:pt x="159556" y="56867"/>
                  </a:lnTo>
                  <a:lnTo>
                    <a:pt x="159806" y="56630"/>
                  </a:lnTo>
                  <a:lnTo>
                    <a:pt x="160029" y="56393"/>
                  </a:lnTo>
                  <a:lnTo>
                    <a:pt x="160253" y="56143"/>
                  </a:lnTo>
                  <a:lnTo>
                    <a:pt x="160464" y="55880"/>
                  </a:lnTo>
                  <a:lnTo>
                    <a:pt x="160648" y="55604"/>
                  </a:lnTo>
                  <a:lnTo>
                    <a:pt x="160832" y="55327"/>
                  </a:lnTo>
                  <a:lnTo>
                    <a:pt x="161004" y="55038"/>
                  </a:lnTo>
                  <a:lnTo>
                    <a:pt x="161161" y="54735"/>
                  </a:lnTo>
                  <a:lnTo>
                    <a:pt x="161293" y="54419"/>
                  </a:lnTo>
                  <a:lnTo>
                    <a:pt x="161425" y="54103"/>
                  </a:lnTo>
                  <a:lnTo>
                    <a:pt x="161530" y="53787"/>
                  </a:lnTo>
                  <a:lnTo>
                    <a:pt x="161622" y="53458"/>
                  </a:lnTo>
                  <a:lnTo>
                    <a:pt x="161701" y="53116"/>
                  </a:lnTo>
                  <a:lnTo>
                    <a:pt x="161767" y="52773"/>
                  </a:lnTo>
                  <a:lnTo>
                    <a:pt x="161806" y="52431"/>
                  </a:lnTo>
                  <a:lnTo>
                    <a:pt x="161833" y="52076"/>
                  </a:lnTo>
                  <a:lnTo>
                    <a:pt x="161846" y="51720"/>
                  </a:lnTo>
                  <a:lnTo>
                    <a:pt x="161833" y="51431"/>
                  </a:lnTo>
                  <a:lnTo>
                    <a:pt x="161820" y="51141"/>
                  </a:lnTo>
                  <a:lnTo>
                    <a:pt x="161793" y="50865"/>
                  </a:lnTo>
                  <a:lnTo>
                    <a:pt x="161754" y="50588"/>
                  </a:lnTo>
                  <a:lnTo>
                    <a:pt x="161701" y="50312"/>
                  </a:lnTo>
                  <a:lnTo>
                    <a:pt x="161635" y="50035"/>
                  </a:lnTo>
                  <a:lnTo>
                    <a:pt x="161570" y="49772"/>
                  </a:lnTo>
                  <a:lnTo>
                    <a:pt x="161491" y="49509"/>
                  </a:lnTo>
                  <a:lnTo>
                    <a:pt x="161398" y="49259"/>
                  </a:lnTo>
                  <a:lnTo>
                    <a:pt x="161293" y="48995"/>
                  </a:lnTo>
                  <a:lnTo>
                    <a:pt x="161188" y="48759"/>
                  </a:lnTo>
                  <a:lnTo>
                    <a:pt x="161056" y="48508"/>
                  </a:lnTo>
                  <a:lnTo>
                    <a:pt x="160938" y="48271"/>
                  </a:lnTo>
                  <a:lnTo>
                    <a:pt x="160793" y="48035"/>
                  </a:lnTo>
                  <a:lnTo>
                    <a:pt x="160648" y="47811"/>
                  </a:lnTo>
                  <a:lnTo>
                    <a:pt x="160490" y="47600"/>
                  </a:lnTo>
                  <a:lnTo>
                    <a:pt x="160332" y="47376"/>
                  </a:lnTo>
                  <a:lnTo>
                    <a:pt x="160161" y="47179"/>
                  </a:lnTo>
                  <a:lnTo>
                    <a:pt x="159977" y="46981"/>
                  </a:lnTo>
                  <a:lnTo>
                    <a:pt x="159792" y="46784"/>
                  </a:lnTo>
                  <a:lnTo>
                    <a:pt x="159595" y="46600"/>
                  </a:lnTo>
                  <a:lnTo>
                    <a:pt x="159398" y="46415"/>
                  </a:lnTo>
                  <a:lnTo>
                    <a:pt x="159187" y="46244"/>
                  </a:lnTo>
                  <a:lnTo>
                    <a:pt x="158976" y="46086"/>
                  </a:lnTo>
                  <a:lnTo>
                    <a:pt x="158753" y="45928"/>
                  </a:lnTo>
                  <a:lnTo>
                    <a:pt x="158529" y="45784"/>
                  </a:lnTo>
                  <a:lnTo>
                    <a:pt x="158292" y="45652"/>
                  </a:lnTo>
                  <a:lnTo>
                    <a:pt x="158055" y="45520"/>
                  </a:lnTo>
                  <a:lnTo>
                    <a:pt x="157818" y="45402"/>
                  </a:lnTo>
                  <a:lnTo>
                    <a:pt x="157568" y="45297"/>
                  </a:lnTo>
                  <a:lnTo>
                    <a:pt x="157318" y="45191"/>
                  </a:lnTo>
                  <a:lnTo>
                    <a:pt x="157054" y="45099"/>
                  </a:lnTo>
                  <a:lnTo>
                    <a:pt x="157054" y="41782"/>
                  </a:lnTo>
                  <a:lnTo>
                    <a:pt x="157041" y="41361"/>
                  </a:lnTo>
                  <a:lnTo>
                    <a:pt x="157015" y="40939"/>
                  </a:lnTo>
                  <a:lnTo>
                    <a:pt x="156975" y="40531"/>
                  </a:lnTo>
                  <a:lnTo>
                    <a:pt x="156910" y="40136"/>
                  </a:lnTo>
                  <a:lnTo>
                    <a:pt x="156831" y="39742"/>
                  </a:lnTo>
                  <a:lnTo>
                    <a:pt x="156739" y="39347"/>
                  </a:lnTo>
                  <a:lnTo>
                    <a:pt x="156633" y="38965"/>
                  </a:lnTo>
                  <a:lnTo>
                    <a:pt x="156502" y="38596"/>
                  </a:lnTo>
                  <a:lnTo>
                    <a:pt x="156370" y="38241"/>
                  </a:lnTo>
                  <a:lnTo>
                    <a:pt x="156212" y="37885"/>
                  </a:lnTo>
                  <a:lnTo>
                    <a:pt x="156041" y="37543"/>
                  </a:lnTo>
                  <a:lnTo>
                    <a:pt x="155857" y="37214"/>
                  </a:lnTo>
                  <a:lnTo>
                    <a:pt x="155672" y="36885"/>
                  </a:lnTo>
                  <a:lnTo>
                    <a:pt x="155462" y="36582"/>
                  </a:lnTo>
                  <a:lnTo>
                    <a:pt x="155238" y="36280"/>
                  </a:lnTo>
                  <a:lnTo>
                    <a:pt x="155014" y="36003"/>
                  </a:lnTo>
                  <a:lnTo>
                    <a:pt x="154764" y="35727"/>
                  </a:lnTo>
                  <a:lnTo>
                    <a:pt x="154514" y="35477"/>
                  </a:lnTo>
                  <a:lnTo>
                    <a:pt x="154251" y="35226"/>
                  </a:lnTo>
                  <a:lnTo>
                    <a:pt x="153974" y="35003"/>
                  </a:lnTo>
                  <a:lnTo>
                    <a:pt x="153698" y="34792"/>
                  </a:lnTo>
                  <a:lnTo>
                    <a:pt x="153408" y="34595"/>
                  </a:lnTo>
                  <a:lnTo>
                    <a:pt x="153105" y="34410"/>
                  </a:lnTo>
                  <a:lnTo>
                    <a:pt x="152790" y="34239"/>
                  </a:lnTo>
                  <a:lnTo>
                    <a:pt x="152474" y="34094"/>
                  </a:lnTo>
                  <a:lnTo>
                    <a:pt x="152158" y="33976"/>
                  </a:lnTo>
                  <a:lnTo>
                    <a:pt x="151815" y="33857"/>
                  </a:lnTo>
                  <a:lnTo>
                    <a:pt x="151486" y="33765"/>
                  </a:lnTo>
                  <a:lnTo>
                    <a:pt x="151144" y="33699"/>
                  </a:lnTo>
                  <a:lnTo>
                    <a:pt x="150789" y="33647"/>
                  </a:lnTo>
                  <a:lnTo>
                    <a:pt x="150433" y="33607"/>
                  </a:lnTo>
                  <a:lnTo>
                    <a:pt x="130438" y="33607"/>
                  </a:lnTo>
                  <a:lnTo>
                    <a:pt x="130438" y="10808"/>
                  </a:lnTo>
                  <a:lnTo>
                    <a:pt x="157107" y="10808"/>
                  </a:lnTo>
                  <a:lnTo>
                    <a:pt x="157186" y="11085"/>
                  </a:lnTo>
                  <a:lnTo>
                    <a:pt x="157278" y="11361"/>
                  </a:lnTo>
                  <a:lnTo>
                    <a:pt x="157384" y="11624"/>
                  </a:lnTo>
                  <a:lnTo>
                    <a:pt x="157489" y="11888"/>
                  </a:lnTo>
                  <a:lnTo>
                    <a:pt x="157621" y="12138"/>
                  </a:lnTo>
                  <a:lnTo>
                    <a:pt x="157752" y="12388"/>
                  </a:lnTo>
                  <a:lnTo>
                    <a:pt x="157884" y="12638"/>
                  </a:lnTo>
                  <a:lnTo>
                    <a:pt x="158042" y="12875"/>
                  </a:lnTo>
                  <a:lnTo>
                    <a:pt x="158200" y="13112"/>
                  </a:lnTo>
                  <a:lnTo>
                    <a:pt x="158371" y="13336"/>
                  </a:lnTo>
                  <a:lnTo>
                    <a:pt x="158542" y="13546"/>
                  </a:lnTo>
                  <a:lnTo>
                    <a:pt x="158739" y="13757"/>
                  </a:lnTo>
                  <a:lnTo>
                    <a:pt x="158924" y="13967"/>
                  </a:lnTo>
                  <a:lnTo>
                    <a:pt x="159134" y="14152"/>
                  </a:lnTo>
                  <a:lnTo>
                    <a:pt x="159345" y="14336"/>
                  </a:lnTo>
                  <a:lnTo>
                    <a:pt x="159556" y="14520"/>
                  </a:lnTo>
                  <a:lnTo>
                    <a:pt x="159792" y="14691"/>
                  </a:lnTo>
                  <a:lnTo>
                    <a:pt x="160016" y="14849"/>
                  </a:lnTo>
                  <a:lnTo>
                    <a:pt x="160253" y="14994"/>
                  </a:lnTo>
                  <a:lnTo>
                    <a:pt x="160503" y="15139"/>
                  </a:lnTo>
                  <a:lnTo>
                    <a:pt x="160753" y="15271"/>
                  </a:lnTo>
                  <a:lnTo>
                    <a:pt x="161017" y="15389"/>
                  </a:lnTo>
                  <a:lnTo>
                    <a:pt x="161267" y="15507"/>
                  </a:lnTo>
                  <a:lnTo>
                    <a:pt x="161543" y="15600"/>
                  </a:lnTo>
                  <a:lnTo>
                    <a:pt x="161820" y="15692"/>
                  </a:lnTo>
                  <a:lnTo>
                    <a:pt x="162096" y="15771"/>
                  </a:lnTo>
                  <a:lnTo>
                    <a:pt x="162373" y="15837"/>
                  </a:lnTo>
                  <a:lnTo>
                    <a:pt x="162662" y="15902"/>
                  </a:lnTo>
                  <a:lnTo>
                    <a:pt x="162952" y="15942"/>
                  </a:lnTo>
                  <a:lnTo>
                    <a:pt x="163241" y="15968"/>
                  </a:lnTo>
                  <a:lnTo>
                    <a:pt x="163544" y="15995"/>
                  </a:lnTo>
                  <a:lnTo>
                    <a:pt x="163847" y="15995"/>
                  </a:lnTo>
                  <a:lnTo>
                    <a:pt x="164202" y="15981"/>
                  </a:lnTo>
                  <a:lnTo>
                    <a:pt x="164558" y="15955"/>
                  </a:lnTo>
                  <a:lnTo>
                    <a:pt x="164900" y="15916"/>
                  </a:lnTo>
                  <a:lnTo>
                    <a:pt x="165242" y="15850"/>
                  </a:lnTo>
                  <a:lnTo>
                    <a:pt x="165584" y="15771"/>
                  </a:lnTo>
                  <a:lnTo>
                    <a:pt x="165913" y="15679"/>
                  </a:lnTo>
                  <a:lnTo>
                    <a:pt x="166243" y="15573"/>
                  </a:lnTo>
                  <a:lnTo>
                    <a:pt x="166559" y="15455"/>
                  </a:lnTo>
                  <a:lnTo>
                    <a:pt x="166861" y="15310"/>
                  </a:lnTo>
                  <a:lnTo>
                    <a:pt x="167164" y="15152"/>
                  </a:lnTo>
                  <a:lnTo>
                    <a:pt x="167454" y="14981"/>
                  </a:lnTo>
                  <a:lnTo>
                    <a:pt x="167730" y="14810"/>
                  </a:lnTo>
                  <a:lnTo>
                    <a:pt x="168006" y="14612"/>
                  </a:lnTo>
                  <a:lnTo>
                    <a:pt x="168270" y="14402"/>
                  </a:lnTo>
                  <a:lnTo>
                    <a:pt x="168520" y="14191"/>
                  </a:lnTo>
                  <a:lnTo>
                    <a:pt x="168770" y="13954"/>
                  </a:lnTo>
                  <a:lnTo>
                    <a:pt x="168994" y="13717"/>
                  </a:lnTo>
                  <a:lnTo>
                    <a:pt x="169218" y="13454"/>
                  </a:lnTo>
                  <a:lnTo>
                    <a:pt x="169428" y="13191"/>
                  </a:lnTo>
                  <a:lnTo>
                    <a:pt x="169612" y="12927"/>
                  </a:lnTo>
                  <a:lnTo>
                    <a:pt x="169797" y="12638"/>
                  </a:lnTo>
                  <a:lnTo>
                    <a:pt x="169968" y="12348"/>
                  </a:lnTo>
                  <a:lnTo>
                    <a:pt x="170126" y="12045"/>
                  </a:lnTo>
                  <a:lnTo>
                    <a:pt x="170257" y="11743"/>
                  </a:lnTo>
                  <a:lnTo>
                    <a:pt x="170389" y="11427"/>
                  </a:lnTo>
                  <a:lnTo>
                    <a:pt x="170494" y="11098"/>
                  </a:lnTo>
                  <a:lnTo>
                    <a:pt x="170587" y="10769"/>
                  </a:lnTo>
                  <a:lnTo>
                    <a:pt x="170666" y="10440"/>
                  </a:lnTo>
                  <a:lnTo>
                    <a:pt x="170731" y="10097"/>
                  </a:lnTo>
                  <a:lnTo>
                    <a:pt x="170771" y="9742"/>
                  </a:lnTo>
                  <a:lnTo>
                    <a:pt x="170797" y="9386"/>
                  </a:lnTo>
                  <a:lnTo>
                    <a:pt x="170810" y="9031"/>
                  </a:lnTo>
                  <a:lnTo>
                    <a:pt x="170797" y="8676"/>
                  </a:lnTo>
                  <a:lnTo>
                    <a:pt x="170771" y="8320"/>
                  </a:lnTo>
                  <a:lnTo>
                    <a:pt x="170731" y="7978"/>
                  </a:lnTo>
                  <a:lnTo>
                    <a:pt x="170666" y="7636"/>
                  </a:lnTo>
                  <a:lnTo>
                    <a:pt x="170587" y="7293"/>
                  </a:lnTo>
                  <a:lnTo>
                    <a:pt x="170494" y="6964"/>
                  </a:lnTo>
                  <a:lnTo>
                    <a:pt x="170389" y="6635"/>
                  </a:lnTo>
                  <a:lnTo>
                    <a:pt x="170257" y="6319"/>
                  </a:lnTo>
                  <a:lnTo>
                    <a:pt x="170126" y="6017"/>
                  </a:lnTo>
                  <a:lnTo>
                    <a:pt x="169968" y="5714"/>
                  </a:lnTo>
                  <a:lnTo>
                    <a:pt x="169797" y="5424"/>
                  </a:lnTo>
                  <a:lnTo>
                    <a:pt x="169612" y="5148"/>
                  </a:lnTo>
                  <a:lnTo>
                    <a:pt x="169428" y="4871"/>
                  </a:lnTo>
                  <a:lnTo>
                    <a:pt x="169218" y="4608"/>
                  </a:lnTo>
                  <a:lnTo>
                    <a:pt x="168994" y="4358"/>
                  </a:lnTo>
                  <a:lnTo>
                    <a:pt x="168770" y="4108"/>
                  </a:lnTo>
                  <a:lnTo>
                    <a:pt x="168520" y="3884"/>
                  </a:lnTo>
                  <a:lnTo>
                    <a:pt x="168270" y="3660"/>
                  </a:lnTo>
                  <a:lnTo>
                    <a:pt x="168006" y="3450"/>
                  </a:lnTo>
                  <a:lnTo>
                    <a:pt x="167730" y="3265"/>
                  </a:lnTo>
                  <a:lnTo>
                    <a:pt x="167454" y="3081"/>
                  </a:lnTo>
                  <a:lnTo>
                    <a:pt x="167164" y="2910"/>
                  </a:lnTo>
                  <a:lnTo>
                    <a:pt x="166861" y="2752"/>
                  </a:lnTo>
                  <a:lnTo>
                    <a:pt x="166559" y="2620"/>
                  </a:lnTo>
                  <a:lnTo>
                    <a:pt x="166243" y="2489"/>
                  </a:lnTo>
                  <a:lnTo>
                    <a:pt x="165913" y="2383"/>
                  </a:lnTo>
                  <a:lnTo>
                    <a:pt x="165584" y="2291"/>
                  </a:lnTo>
                  <a:lnTo>
                    <a:pt x="165242" y="2212"/>
                  </a:lnTo>
                  <a:lnTo>
                    <a:pt x="164900" y="2147"/>
                  </a:lnTo>
                  <a:lnTo>
                    <a:pt x="164558" y="2107"/>
                  </a:lnTo>
                  <a:lnTo>
                    <a:pt x="164202" y="2081"/>
                  </a:lnTo>
                  <a:lnTo>
                    <a:pt x="163847" y="2068"/>
                  </a:lnTo>
                  <a:lnTo>
                    <a:pt x="163544" y="2081"/>
                  </a:lnTo>
                  <a:lnTo>
                    <a:pt x="163241" y="2094"/>
                  </a:lnTo>
                  <a:lnTo>
                    <a:pt x="162952" y="2120"/>
                  </a:lnTo>
                  <a:lnTo>
                    <a:pt x="162662" y="2173"/>
                  </a:lnTo>
                  <a:lnTo>
                    <a:pt x="162373" y="2225"/>
                  </a:lnTo>
                  <a:lnTo>
                    <a:pt x="162096" y="2291"/>
                  </a:lnTo>
                  <a:lnTo>
                    <a:pt x="161820" y="2370"/>
                  </a:lnTo>
                  <a:lnTo>
                    <a:pt x="161543" y="2462"/>
                  </a:lnTo>
                  <a:lnTo>
                    <a:pt x="161267" y="2555"/>
                  </a:lnTo>
                  <a:lnTo>
                    <a:pt x="161017" y="2673"/>
                  </a:lnTo>
                  <a:lnTo>
                    <a:pt x="160753" y="2792"/>
                  </a:lnTo>
                  <a:lnTo>
                    <a:pt x="160503" y="2923"/>
                  </a:lnTo>
                  <a:lnTo>
                    <a:pt x="160253" y="3068"/>
                  </a:lnTo>
                  <a:lnTo>
                    <a:pt x="160016" y="3213"/>
                  </a:lnTo>
                  <a:lnTo>
                    <a:pt x="159792" y="3371"/>
                  </a:lnTo>
                  <a:lnTo>
                    <a:pt x="159556" y="3542"/>
                  </a:lnTo>
                  <a:lnTo>
                    <a:pt x="159345" y="3726"/>
                  </a:lnTo>
                  <a:lnTo>
                    <a:pt x="159134" y="3910"/>
                  </a:lnTo>
                  <a:lnTo>
                    <a:pt x="158924" y="4108"/>
                  </a:lnTo>
                  <a:lnTo>
                    <a:pt x="158739" y="4305"/>
                  </a:lnTo>
                  <a:lnTo>
                    <a:pt x="158542" y="4516"/>
                  </a:lnTo>
                  <a:lnTo>
                    <a:pt x="158371" y="4740"/>
                  </a:lnTo>
                  <a:lnTo>
                    <a:pt x="158200" y="4964"/>
                  </a:lnTo>
                  <a:lnTo>
                    <a:pt x="158042" y="5187"/>
                  </a:lnTo>
                  <a:lnTo>
                    <a:pt x="157884" y="5424"/>
                  </a:lnTo>
                  <a:lnTo>
                    <a:pt x="157752" y="5674"/>
                  </a:lnTo>
                  <a:lnTo>
                    <a:pt x="157621" y="5924"/>
                  </a:lnTo>
                  <a:lnTo>
                    <a:pt x="157489" y="6175"/>
                  </a:lnTo>
                  <a:lnTo>
                    <a:pt x="157384" y="6438"/>
                  </a:lnTo>
                  <a:lnTo>
                    <a:pt x="157278" y="6714"/>
                  </a:lnTo>
                  <a:lnTo>
                    <a:pt x="157186" y="6978"/>
                  </a:lnTo>
                  <a:lnTo>
                    <a:pt x="157107" y="7267"/>
                  </a:lnTo>
                  <a:lnTo>
                    <a:pt x="104651" y="7267"/>
                  </a:lnTo>
                  <a:lnTo>
                    <a:pt x="104243" y="7293"/>
                  </a:lnTo>
                  <a:lnTo>
                    <a:pt x="103835" y="7346"/>
                  </a:lnTo>
                  <a:lnTo>
                    <a:pt x="103426" y="7399"/>
                  </a:lnTo>
                  <a:lnTo>
                    <a:pt x="103032" y="7478"/>
                  </a:lnTo>
                  <a:lnTo>
                    <a:pt x="102650" y="7570"/>
                  </a:lnTo>
                  <a:lnTo>
                    <a:pt x="102268" y="7688"/>
                  </a:lnTo>
                  <a:lnTo>
                    <a:pt x="101899" y="7807"/>
                  </a:lnTo>
                  <a:lnTo>
                    <a:pt x="101531" y="7952"/>
                  </a:lnTo>
                  <a:lnTo>
                    <a:pt x="101175" y="8110"/>
                  </a:lnTo>
                  <a:lnTo>
                    <a:pt x="100833" y="8268"/>
                  </a:lnTo>
                  <a:lnTo>
                    <a:pt x="100504" y="8452"/>
                  </a:lnTo>
                  <a:lnTo>
                    <a:pt x="100188" y="8649"/>
                  </a:lnTo>
                  <a:lnTo>
                    <a:pt x="99872" y="8860"/>
                  </a:lnTo>
                  <a:lnTo>
                    <a:pt x="99583" y="9071"/>
                  </a:lnTo>
                  <a:lnTo>
                    <a:pt x="99293" y="9307"/>
                  </a:lnTo>
                  <a:lnTo>
                    <a:pt x="99030" y="9544"/>
                  </a:lnTo>
                  <a:lnTo>
                    <a:pt x="98767" y="9808"/>
                  </a:lnTo>
                  <a:lnTo>
                    <a:pt x="98530" y="10071"/>
                  </a:lnTo>
                  <a:lnTo>
                    <a:pt x="98293" y="10334"/>
                  </a:lnTo>
                  <a:lnTo>
                    <a:pt x="98082" y="10624"/>
                  </a:lnTo>
                  <a:lnTo>
                    <a:pt x="97885" y="10913"/>
                  </a:lnTo>
                  <a:lnTo>
                    <a:pt x="97700" y="11216"/>
                  </a:lnTo>
                  <a:lnTo>
                    <a:pt x="97542" y="11519"/>
                  </a:lnTo>
                  <a:lnTo>
                    <a:pt x="97398" y="11848"/>
                  </a:lnTo>
                  <a:lnTo>
                    <a:pt x="97266" y="12164"/>
                  </a:lnTo>
                  <a:lnTo>
                    <a:pt x="97161" y="12493"/>
                  </a:lnTo>
                  <a:lnTo>
                    <a:pt x="97068" y="12835"/>
                  </a:lnTo>
                  <a:lnTo>
                    <a:pt x="96989" y="13178"/>
                  </a:lnTo>
                  <a:lnTo>
                    <a:pt x="96937" y="13520"/>
                  </a:lnTo>
                  <a:lnTo>
                    <a:pt x="96911" y="13875"/>
                  </a:lnTo>
                  <a:lnTo>
                    <a:pt x="96897" y="14244"/>
                  </a:lnTo>
                  <a:lnTo>
                    <a:pt x="96897" y="21721"/>
                  </a:lnTo>
                  <a:lnTo>
                    <a:pt x="96897" y="28131"/>
                  </a:lnTo>
                  <a:lnTo>
                    <a:pt x="96897" y="35621"/>
                  </a:lnTo>
                  <a:lnTo>
                    <a:pt x="96884" y="35792"/>
                  </a:lnTo>
                  <a:lnTo>
                    <a:pt x="96871" y="35964"/>
                  </a:lnTo>
                  <a:lnTo>
                    <a:pt x="96845" y="36135"/>
                  </a:lnTo>
                  <a:lnTo>
                    <a:pt x="96805" y="36293"/>
                  </a:lnTo>
                  <a:lnTo>
                    <a:pt x="96753" y="36464"/>
                  </a:lnTo>
                  <a:lnTo>
                    <a:pt x="96687" y="36622"/>
                  </a:lnTo>
                  <a:lnTo>
                    <a:pt x="96608" y="36780"/>
                  </a:lnTo>
                  <a:lnTo>
                    <a:pt x="96529" y="36938"/>
                  </a:lnTo>
                  <a:lnTo>
                    <a:pt x="96437" y="37096"/>
                  </a:lnTo>
                  <a:lnTo>
                    <a:pt x="96331" y="37240"/>
                  </a:lnTo>
                  <a:lnTo>
                    <a:pt x="96213" y="37385"/>
                  </a:lnTo>
                  <a:lnTo>
                    <a:pt x="96094" y="37517"/>
                  </a:lnTo>
                  <a:lnTo>
                    <a:pt x="95963" y="37662"/>
                  </a:lnTo>
                  <a:lnTo>
                    <a:pt x="95818" y="37780"/>
                  </a:lnTo>
                  <a:lnTo>
                    <a:pt x="95673" y="37912"/>
                  </a:lnTo>
                  <a:lnTo>
                    <a:pt x="95515" y="38030"/>
                  </a:lnTo>
                  <a:lnTo>
                    <a:pt x="95357" y="38149"/>
                  </a:lnTo>
                  <a:lnTo>
                    <a:pt x="95186" y="38254"/>
                  </a:lnTo>
                  <a:lnTo>
                    <a:pt x="95015" y="38359"/>
                  </a:lnTo>
                  <a:lnTo>
                    <a:pt x="94831" y="38451"/>
                  </a:lnTo>
                  <a:lnTo>
                    <a:pt x="94646" y="38544"/>
                  </a:lnTo>
                  <a:lnTo>
                    <a:pt x="94449" y="38623"/>
                  </a:lnTo>
                  <a:lnTo>
                    <a:pt x="94251" y="38702"/>
                  </a:lnTo>
                  <a:lnTo>
                    <a:pt x="94041" y="38781"/>
                  </a:lnTo>
                  <a:lnTo>
                    <a:pt x="93830" y="38833"/>
                  </a:lnTo>
                  <a:lnTo>
                    <a:pt x="93620" y="38886"/>
                  </a:lnTo>
                  <a:lnTo>
                    <a:pt x="93409" y="38939"/>
                  </a:lnTo>
                  <a:lnTo>
                    <a:pt x="93185" y="38978"/>
                  </a:lnTo>
                  <a:lnTo>
                    <a:pt x="92961" y="39004"/>
                  </a:lnTo>
                  <a:lnTo>
                    <a:pt x="92725" y="39031"/>
                  </a:lnTo>
                  <a:lnTo>
                    <a:pt x="92501" y="39044"/>
                  </a:lnTo>
                  <a:lnTo>
                    <a:pt x="53708" y="39044"/>
                  </a:lnTo>
                  <a:lnTo>
                    <a:pt x="53708" y="12164"/>
                  </a:lnTo>
                  <a:lnTo>
                    <a:pt x="53708" y="11993"/>
                  </a:lnTo>
                  <a:lnTo>
                    <a:pt x="53734" y="11822"/>
                  </a:lnTo>
                  <a:lnTo>
                    <a:pt x="53761" y="11651"/>
                  </a:lnTo>
                  <a:lnTo>
                    <a:pt x="53800" y="11479"/>
                  </a:lnTo>
                  <a:lnTo>
                    <a:pt x="53853" y="11321"/>
                  </a:lnTo>
                  <a:lnTo>
                    <a:pt x="53919" y="11164"/>
                  </a:lnTo>
                  <a:lnTo>
                    <a:pt x="53998" y="11006"/>
                  </a:lnTo>
                  <a:lnTo>
                    <a:pt x="54077" y="10848"/>
                  </a:lnTo>
                  <a:lnTo>
                    <a:pt x="54169" y="10690"/>
                  </a:lnTo>
                  <a:lnTo>
                    <a:pt x="54274" y="10545"/>
                  </a:lnTo>
                  <a:lnTo>
                    <a:pt x="54392" y="10400"/>
                  </a:lnTo>
                  <a:lnTo>
                    <a:pt x="54511" y="10255"/>
                  </a:lnTo>
                  <a:lnTo>
                    <a:pt x="54643" y="10124"/>
                  </a:lnTo>
                  <a:lnTo>
                    <a:pt x="54787" y="9992"/>
                  </a:lnTo>
                  <a:lnTo>
                    <a:pt x="54932" y="9873"/>
                  </a:lnTo>
                  <a:lnTo>
                    <a:pt x="55077" y="9755"/>
                  </a:lnTo>
                  <a:lnTo>
                    <a:pt x="55248" y="9637"/>
                  </a:lnTo>
                  <a:lnTo>
                    <a:pt x="55419" y="9531"/>
                  </a:lnTo>
                  <a:lnTo>
                    <a:pt x="55590" y="9426"/>
                  </a:lnTo>
                  <a:lnTo>
                    <a:pt x="55775" y="9334"/>
                  </a:lnTo>
                  <a:lnTo>
                    <a:pt x="55959" y="9242"/>
                  </a:lnTo>
                  <a:lnTo>
                    <a:pt x="56156" y="9150"/>
                  </a:lnTo>
                  <a:lnTo>
                    <a:pt x="56354" y="9071"/>
                  </a:lnTo>
                  <a:lnTo>
                    <a:pt x="56551" y="9005"/>
                  </a:lnTo>
                  <a:lnTo>
                    <a:pt x="56762" y="8939"/>
                  </a:lnTo>
                  <a:lnTo>
                    <a:pt x="56986" y="8886"/>
                  </a:lnTo>
                  <a:lnTo>
                    <a:pt x="57196" y="8847"/>
                  </a:lnTo>
                  <a:lnTo>
                    <a:pt x="57420" y="8807"/>
                  </a:lnTo>
                  <a:lnTo>
                    <a:pt x="57644" y="8768"/>
                  </a:lnTo>
                  <a:lnTo>
                    <a:pt x="57881" y="8755"/>
                  </a:lnTo>
                  <a:lnTo>
                    <a:pt x="58105" y="8741"/>
                  </a:lnTo>
                  <a:lnTo>
                    <a:pt x="58342" y="8728"/>
                  </a:lnTo>
                  <a:lnTo>
                    <a:pt x="64699" y="8728"/>
                  </a:lnTo>
                  <a:lnTo>
                    <a:pt x="64778" y="9005"/>
                  </a:lnTo>
                  <a:lnTo>
                    <a:pt x="64871" y="9281"/>
                  </a:lnTo>
                  <a:lnTo>
                    <a:pt x="64976" y="9544"/>
                  </a:lnTo>
                  <a:lnTo>
                    <a:pt x="65081" y="9808"/>
                  </a:lnTo>
                  <a:lnTo>
                    <a:pt x="65213" y="10071"/>
                  </a:lnTo>
                  <a:lnTo>
                    <a:pt x="65344" y="10321"/>
                  </a:lnTo>
                  <a:lnTo>
                    <a:pt x="65489" y="10558"/>
                  </a:lnTo>
                  <a:lnTo>
                    <a:pt x="65634" y="10808"/>
                  </a:lnTo>
                  <a:lnTo>
                    <a:pt x="65792" y="11032"/>
                  </a:lnTo>
                  <a:lnTo>
                    <a:pt x="65963" y="11256"/>
                  </a:lnTo>
                  <a:lnTo>
                    <a:pt x="66147" y="11479"/>
                  </a:lnTo>
                  <a:lnTo>
                    <a:pt x="66332" y="11690"/>
                  </a:lnTo>
                  <a:lnTo>
                    <a:pt x="66529" y="11888"/>
                  </a:lnTo>
                  <a:lnTo>
                    <a:pt x="66727" y="12085"/>
                  </a:lnTo>
                  <a:lnTo>
                    <a:pt x="66937" y="12269"/>
                  </a:lnTo>
                  <a:lnTo>
                    <a:pt x="67161" y="12440"/>
                  </a:lnTo>
                  <a:lnTo>
                    <a:pt x="67385" y="12612"/>
                  </a:lnTo>
                  <a:lnTo>
                    <a:pt x="67609" y="12769"/>
                  </a:lnTo>
                  <a:lnTo>
                    <a:pt x="67859" y="12927"/>
                  </a:lnTo>
                  <a:lnTo>
                    <a:pt x="68096" y="13072"/>
                  </a:lnTo>
                  <a:lnTo>
                    <a:pt x="68346" y="13204"/>
                  </a:lnTo>
                  <a:lnTo>
                    <a:pt x="68609" y="13322"/>
                  </a:lnTo>
                  <a:lnTo>
                    <a:pt x="68872" y="13428"/>
                  </a:lnTo>
                  <a:lnTo>
                    <a:pt x="69136" y="13533"/>
                  </a:lnTo>
                  <a:lnTo>
                    <a:pt x="69412" y="13625"/>
                  </a:lnTo>
                  <a:lnTo>
                    <a:pt x="69688" y="13704"/>
                  </a:lnTo>
                  <a:lnTo>
                    <a:pt x="69965" y="13770"/>
                  </a:lnTo>
                  <a:lnTo>
                    <a:pt x="70254" y="13823"/>
                  </a:lnTo>
                  <a:lnTo>
                    <a:pt x="70544" y="13862"/>
                  </a:lnTo>
                  <a:lnTo>
                    <a:pt x="70847" y="13902"/>
                  </a:lnTo>
                  <a:lnTo>
                    <a:pt x="71136" y="13915"/>
                  </a:lnTo>
                  <a:lnTo>
                    <a:pt x="71439" y="13928"/>
                  </a:lnTo>
                  <a:lnTo>
                    <a:pt x="71795" y="13915"/>
                  </a:lnTo>
                  <a:lnTo>
                    <a:pt x="72150" y="13888"/>
                  </a:lnTo>
                  <a:lnTo>
                    <a:pt x="72505" y="13849"/>
                  </a:lnTo>
                  <a:lnTo>
                    <a:pt x="72848" y="13783"/>
                  </a:lnTo>
                  <a:lnTo>
                    <a:pt x="73177" y="13704"/>
                  </a:lnTo>
                  <a:lnTo>
                    <a:pt x="73506" y="13612"/>
                  </a:lnTo>
                  <a:lnTo>
                    <a:pt x="73835" y="13507"/>
                  </a:lnTo>
                  <a:lnTo>
                    <a:pt x="74151" y="13375"/>
                  </a:lnTo>
                  <a:lnTo>
                    <a:pt x="74454" y="13230"/>
                  </a:lnTo>
                  <a:lnTo>
                    <a:pt x="74756" y="13085"/>
                  </a:lnTo>
                  <a:lnTo>
                    <a:pt x="75046" y="12914"/>
                  </a:lnTo>
                  <a:lnTo>
                    <a:pt x="75336" y="12730"/>
                  </a:lnTo>
                  <a:lnTo>
                    <a:pt x="75599" y="12533"/>
                  </a:lnTo>
                  <a:lnTo>
                    <a:pt x="75862" y="12335"/>
                  </a:lnTo>
                  <a:lnTo>
                    <a:pt x="76125" y="12111"/>
                  </a:lnTo>
                  <a:lnTo>
                    <a:pt x="76362" y="11888"/>
                  </a:lnTo>
                  <a:lnTo>
                    <a:pt x="76586" y="11637"/>
                  </a:lnTo>
                  <a:lnTo>
                    <a:pt x="76810" y="11387"/>
                  </a:lnTo>
                  <a:lnTo>
                    <a:pt x="77020" y="11124"/>
                  </a:lnTo>
                  <a:lnTo>
                    <a:pt x="77218" y="10848"/>
                  </a:lnTo>
                  <a:lnTo>
                    <a:pt x="77389" y="10571"/>
                  </a:lnTo>
                  <a:lnTo>
                    <a:pt x="77560" y="10282"/>
                  </a:lnTo>
                  <a:lnTo>
                    <a:pt x="77718" y="9979"/>
                  </a:lnTo>
                  <a:lnTo>
                    <a:pt x="77850" y="9663"/>
                  </a:lnTo>
                  <a:lnTo>
                    <a:pt x="77981" y="9347"/>
                  </a:lnTo>
                  <a:lnTo>
                    <a:pt x="78087" y="9031"/>
                  </a:lnTo>
                  <a:lnTo>
                    <a:pt x="78179" y="8702"/>
                  </a:lnTo>
                  <a:lnTo>
                    <a:pt x="78258" y="8360"/>
                  </a:lnTo>
                  <a:lnTo>
                    <a:pt x="78324" y="8017"/>
                  </a:lnTo>
                  <a:lnTo>
                    <a:pt x="78363" y="7675"/>
                  </a:lnTo>
                  <a:lnTo>
                    <a:pt x="78389" y="7320"/>
                  </a:lnTo>
                  <a:lnTo>
                    <a:pt x="78403" y="6964"/>
                  </a:lnTo>
                  <a:lnTo>
                    <a:pt x="78389" y="6596"/>
                  </a:lnTo>
                  <a:lnTo>
                    <a:pt x="78363" y="6254"/>
                  </a:lnTo>
                  <a:lnTo>
                    <a:pt x="78324" y="5898"/>
                  </a:lnTo>
                  <a:lnTo>
                    <a:pt x="78258" y="5556"/>
                  </a:lnTo>
                  <a:lnTo>
                    <a:pt x="78179" y="5227"/>
                  </a:lnTo>
                  <a:lnTo>
                    <a:pt x="78087" y="4885"/>
                  </a:lnTo>
                  <a:lnTo>
                    <a:pt x="77981" y="4569"/>
                  </a:lnTo>
                  <a:lnTo>
                    <a:pt x="77850" y="4253"/>
                  </a:lnTo>
                  <a:lnTo>
                    <a:pt x="77718" y="3937"/>
                  </a:lnTo>
                  <a:lnTo>
                    <a:pt x="77560" y="3647"/>
                  </a:lnTo>
                  <a:lnTo>
                    <a:pt x="77389" y="3358"/>
                  </a:lnTo>
                  <a:lnTo>
                    <a:pt x="77218" y="3068"/>
                  </a:lnTo>
                  <a:lnTo>
                    <a:pt x="77020" y="2792"/>
                  </a:lnTo>
                  <a:lnTo>
                    <a:pt x="76810" y="2528"/>
                  </a:lnTo>
                  <a:lnTo>
                    <a:pt x="76586" y="2278"/>
                  </a:lnTo>
                  <a:lnTo>
                    <a:pt x="76362" y="2041"/>
                  </a:lnTo>
                  <a:lnTo>
                    <a:pt x="76125" y="1804"/>
                  </a:lnTo>
                  <a:lnTo>
                    <a:pt x="75862" y="1594"/>
                  </a:lnTo>
                  <a:lnTo>
                    <a:pt x="75599" y="1383"/>
                  </a:lnTo>
                  <a:lnTo>
                    <a:pt x="75336" y="1186"/>
                  </a:lnTo>
                  <a:lnTo>
                    <a:pt x="75046" y="1001"/>
                  </a:lnTo>
                  <a:lnTo>
                    <a:pt x="74756" y="843"/>
                  </a:lnTo>
                  <a:lnTo>
                    <a:pt x="74454" y="685"/>
                  </a:lnTo>
                  <a:lnTo>
                    <a:pt x="74151" y="541"/>
                  </a:lnTo>
                  <a:lnTo>
                    <a:pt x="73835" y="422"/>
                  </a:lnTo>
                  <a:lnTo>
                    <a:pt x="73506" y="304"/>
                  </a:lnTo>
                  <a:lnTo>
                    <a:pt x="73177" y="211"/>
                  </a:lnTo>
                  <a:lnTo>
                    <a:pt x="72848" y="132"/>
                  </a:lnTo>
                  <a:lnTo>
                    <a:pt x="72505" y="80"/>
                  </a:lnTo>
                  <a:lnTo>
                    <a:pt x="72150" y="27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rgbClr val="E99B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4" name="Google Shape;1314;p30"/>
          <p:cNvSpPr txBox="1"/>
          <p:nvPr/>
        </p:nvSpPr>
        <p:spPr>
          <a:xfrm>
            <a:off x="591800" y="4230225"/>
            <a:ext cx="4646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Limiar: 0.7;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Precisão: 0.75; Recall: 0.6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31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h="50124" w="45058">
                <a:moveTo>
                  <a:pt x="0" y="1"/>
                </a:move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Curva ROC</a:t>
            </a:r>
            <a:endParaRPr/>
          </a:p>
        </p:txBody>
      </p:sp>
      <p:sp>
        <p:nvSpPr>
          <p:cNvPr id="1321" name="Google Shape;1321;p31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fill="none" h="50124" w="45058">
                <a:moveTo>
                  <a:pt x="0" y="1"/>
                </a:moveTo>
                <a:lnTo>
                  <a:pt x="0" y="45671"/>
                </a:ln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lnTo>
                  <a:pt x="0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1"/>
          <p:cNvSpPr/>
          <p:nvPr/>
        </p:nvSpPr>
        <p:spPr>
          <a:xfrm>
            <a:off x="7449157" y="1209065"/>
            <a:ext cx="1237631" cy="230645"/>
          </a:xfrm>
          <a:custGeom>
            <a:rect b="b" l="l" r="r" t="t"/>
            <a:pathLst>
              <a:path extrusionOk="0" h="8397" w="45058">
                <a:moveTo>
                  <a:pt x="2226" y="1"/>
                </a:moveTo>
                <a:lnTo>
                  <a:pt x="1987" y="16"/>
                </a:lnTo>
                <a:lnTo>
                  <a:pt x="1778" y="46"/>
                </a:lnTo>
                <a:lnTo>
                  <a:pt x="1554" y="105"/>
                </a:lnTo>
                <a:lnTo>
                  <a:pt x="1360" y="180"/>
                </a:lnTo>
                <a:lnTo>
                  <a:pt x="1165" y="270"/>
                </a:lnTo>
                <a:lnTo>
                  <a:pt x="971" y="389"/>
                </a:lnTo>
                <a:lnTo>
                  <a:pt x="807" y="509"/>
                </a:lnTo>
                <a:lnTo>
                  <a:pt x="643" y="658"/>
                </a:lnTo>
                <a:lnTo>
                  <a:pt x="508" y="822"/>
                </a:lnTo>
                <a:lnTo>
                  <a:pt x="374" y="987"/>
                </a:lnTo>
                <a:lnTo>
                  <a:pt x="269" y="1166"/>
                </a:lnTo>
                <a:lnTo>
                  <a:pt x="164" y="1360"/>
                </a:lnTo>
                <a:lnTo>
                  <a:pt x="90" y="1569"/>
                </a:lnTo>
                <a:lnTo>
                  <a:pt x="45" y="1779"/>
                </a:lnTo>
                <a:lnTo>
                  <a:pt x="15" y="2003"/>
                </a:lnTo>
                <a:lnTo>
                  <a:pt x="0" y="2227"/>
                </a:lnTo>
                <a:lnTo>
                  <a:pt x="0" y="8397"/>
                </a:lnTo>
                <a:lnTo>
                  <a:pt x="45058" y="8397"/>
                </a:lnTo>
                <a:lnTo>
                  <a:pt x="45058" y="2227"/>
                </a:lnTo>
                <a:lnTo>
                  <a:pt x="45043" y="2003"/>
                </a:lnTo>
                <a:lnTo>
                  <a:pt x="45013" y="1779"/>
                </a:lnTo>
                <a:lnTo>
                  <a:pt x="44953" y="1569"/>
                </a:lnTo>
                <a:lnTo>
                  <a:pt x="44879" y="1360"/>
                </a:lnTo>
                <a:lnTo>
                  <a:pt x="44789" y="1166"/>
                </a:lnTo>
                <a:lnTo>
                  <a:pt x="44685" y="987"/>
                </a:lnTo>
                <a:lnTo>
                  <a:pt x="44550" y="822"/>
                </a:lnTo>
                <a:lnTo>
                  <a:pt x="44401" y="658"/>
                </a:lnTo>
                <a:lnTo>
                  <a:pt x="44251" y="509"/>
                </a:lnTo>
                <a:lnTo>
                  <a:pt x="44072" y="389"/>
                </a:lnTo>
                <a:lnTo>
                  <a:pt x="43893" y="270"/>
                </a:lnTo>
                <a:lnTo>
                  <a:pt x="43699" y="180"/>
                </a:lnTo>
                <a:lnTo>
                  <a:pt x="43489" y="105"/>
                </a:lnTo>
                <a:lnTo>
                  <a:pt x="43280" y="46"/>
                </a:lnTo>
                <a:lnTo>
                  <a:pt x="43056" y="16"/>
                </a:lnTo>
                <a:lnTo>
                  <a:pt x="428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1"/>
          <p:cNvSpPr/>
          <p:nvPr/>
        </p:nvSpPr>
        <p:spPr>
          <a:xfrm>
            <a:off x="8306337" y="1273090"/>
            <a:ext cx="80892" cy="80452"/>
          </a:xfrm>
          <a:custGeom>
            <a:rect b="b" l="l" r="r" t="t"/>
            <a:pathLst>
              <a:path extrusionOk="0" h="2929" w="2945">
                <a:moveTo>
                  <a:pt x="1331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5" y="538"/>
                </a:lnTo>
                <a:lnTo>
                  <a:pt x="255" y="643"/>
                </a:lnTo>
                <a:lnTo>
                  <a:pt x="180" y="762"/>
                </a:lnTo>
                <a:lnTo>
                  <a:pt x="121" y="897"/>
                </a:lnTo>
                <a:lnTo>
                  <a:pt x="76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6" y="1898"/>
                </a:lnTo>
                <a:lnTo>
                  <a:pt x="121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5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31" y="2928"/>
                </a:lnTo>
                <a:lnTo>
                  <a:pt x="1629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5" y="2032"/>
                </a:lnTo>
                <a:lnTo>
                  <a:pt x="2869" y="1898"/>
                </a:lnTo>
                <a:lnTo>
                  <a:pt x="2914" y="1763"/>
                </a:lnTo>
                <a:lnTo>
                  <a:pt x="2929" y="1614"/>
                </a:lnTo>
                <a:lnTo>
                  <a:pt x="2944" y="1464"/>
                </a:lnTo>
                <a:lnTo>
                  <a:pt x="2929" y="1315"/>
                </a:lnTo>
                <a:lnTo>
                  <a:pt x="2914" y="1166"/>
                </a:lnTo>
                <a:lnTo>
                  <a:pt x="2869" y="1031"/>
                </a:lnTo>
                <a:lnTo>
                  <a:pt x="2825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1"/>
          <p:cNvSpPr/>
          <p:nvPr/>
        </p:nvSpPr>
        <p:spPr>
          <a:xfrm>
            <a:off x="8436831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4" y="538"/>
                </a:lnTo>
                <a:lnTo>
                  <a:pt x="255" y="643"/>
                </a:lnTo>
                <a:lnTo>
                  <a:pt x="180" y="762"/>
                </a:lnTo>
                <a:lnTo>
                  <a:pt x="120" y="897"/>
                </a:lnTo>
                <a:lnTo>
                  <a:pt x="75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5" y="1898"/>
                </a:lnTo>
                <a:lnTo>
                  <a:pt x="120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4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4" y="2032"/>
                </a:lnTo>
                <a:lnTo>
                  <a:pt x="2869" y="1898"/>
                </a:lnTo>
                <a:lnTo>
                  <a:pt x="2899" y="1763"/>
                </a:lnTo>
                <a:lnTo>
                  <a:pt x="2929" y="1614"/>
                </a:lnTo>
                <a:lnTo>
                  <a:pt x="2929" y="1464"/>
                </a:lnTo>
                <a:lnTo>
                  <a:pt x="2929" y="1315"/>
                </a:lnTo>
                <a:lnTo>
                  <a:pt x="2899" y="1166"/>
                </a:lnTo>
                <a:lnTo>
                  <a:pt x="2869" y="1031"/>
                </a:lnTo>
                <a:lnTo>
                  <a:pt x="2824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1"/>
          <p:cNvSpPr/>
          <p:nvPr/>
        </p:nvSpPr>
        <p:spPr>
          <a:xfrm>
            <a:off x="8561996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1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0"/>
                </a:move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1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0"/>
                </a:ln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1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1"/>
                </a:move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1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1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1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31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0"/>
                </a:move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1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31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1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1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h="1763" w="19676">
                <a:moveTo>
                  <a:pt x="882" y="0"/>
                </a:move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1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fill="none" h="1763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1"/>
          <p:cNvSpPr/>
          <p:nvPr/>
        </p:nvSpPr>
        <p:spPr>
          <a:xfrm>
            <a:off x="6944090" y="1884908"/>
            <a:ext cx="701328" cy="492849"/>
          </a:xfrm>
          <a:custGeom>
            <a:rect b="b" l="l" r="r" t="t"/>
            <a:pathLst>
              <a:path extrusionOk="0" h="17943" w="25533">
                <a:moveTo>
                  <a:pt x="21574" y="0"/>
                </a:moveTo>
                <a:lnTo>
                  <a:pt x="21215" y="30"/>
                </a:lnTo>
                <a:lnTo>
                  <a:pt x="20871" y="105"/>
                </a:lnTo>
                <a:lnTo>
                  <a:pt x="20513" y="209"/>
                </a:lnTo>
                <a:lnTo>
                  <a:pt x="20184" y="344"/>
                </a:lnTo>
                <a:lnTo>
                  <a:pt x="19855" y="508"/>
                </a:lnTo>
                <a:lnTo>
                  <a:pt x="19706" y="613"/>
                </a:lnTo>
                <a:lnTo>
                  <a:pt x="19557" y="717"/>
                </a:lnTo>
                <a:lnTo>
                  <a:pt x="19407" y="822"/>
                </a:lnTo>
                <a:lnTo>
                  <a:pt x="19258" y="956"/>
                </a:lnTo>
                <a:lnTo>
                  <a:pt x="19123" y="1076"/>
                </a:lnTo>
                <a:lnTo>
                  <a:pt x="18989" y="1210"/>
                </a:lnTo>
                <a:lnTo>
                  <a:pt x="18869" y="1360"/>
                </a:lnTo>
                <a:lnTo>
                  <a:pt x="18750" y="1509"/>
                </a:lnTo>
                <a:lnTo>
                  <a:pt x="18615" y="1718"/>
                </a:lnTo>
                <a:lnTo>
                  <a:pt x="18481" y="1912"/>
                </a:lnTo>
                <a:lnTo>
                  <a:pt x="12819" y="12026"/>
                </a:lnTo>
                <a:lnTo>
                  <a:pt x="12311" y="11982"/>
                </a:lnTo>
                <a:lnTo>
                  <a:pt x="11818" y="11937"/>
                </a:lnTo>
                <a:lnTo>
                  <a:pt x="11310" y="11877"/>
                </a:lnTo>
                <a:lnTo>
                  <a:pt x="10802" y="11802"/>
                </a:lnTo>
                <a:lnTo>
                  <a:pt x="10309" y="11728"/>
                </a:lnTo>
                <a:lnTo>
                  <a:pt x="9801" y="11638"/>
                </a:lnTo>
                <a:lnTo>
                  <a:pt x="9308" y="11533"/>
                </a:lnTo>
                <a:lnTo>
                  <a:pt x="8800" y="11429"/>
                </a:lnTo>
                <a:lnTo>
                  <a:pt x="8068" y="11250"/>
                </a:lnTo>
                <a:lnTo>
                  <a:pt x="7351" y="11055"/>
                </a:lnTo>
                <a:lnTo>
                  <a:pt x="6619" y="10846"/>
                </a:lnTo>
                <a:lnTo>
                  <a:pt x="5902" y="10607"/>
                </a:lnTo>
                <a:lnTo>
                  <a:pt x="5185" y="10353"/>
                </a:lnTo>
                <a:lnTo>
                  <a:pt x="4468" y="10084"/>
                </a:lnTo>
                <a:lnTo>
                  <a:pt x="3751" y="9786"/>
                </a:lnTo>
                <a:lnTo>
                  <a:pt x="3048" y="9487"/>
                </a:lnTo>
                <a:lnTo>
                  <a:pt x="3033" y="9487"/>
                </a:lnTo>
                <a:lnTo>
                  <a:pt x="2824" y="9397"/>
                </a:lnTo>
                <a:lnTo>
                  <a:pt x="2615" y="9337"/>
                </a:lnTo>
                <a:lnTo>
                  <a:pt x="2406" y="9307"/>
                </a:lnTo>
                <a:lnTo>
                  <a:pt x="2197" y="9293"/>
                </a:lnTo>
                <a:lnTo>
                  <a:pt x="1988" y="9307"/>
                </a:lnTo>
                <a:lnTo>
                  <a:pt x="1779" y="9322"/>
                </a:lnTo>
                <a:lnTo>
                  <a:pt x="1584" y="9382"/>
                </a:lnTo>
                <a:lnTo>
                  <a:pt x="1375" y="9442"/>
                </a:lnTo>
                <a:lnTo>
                  <a:pt x="1196" y="9532"/>
                </a:lnTo>
                <a:lnTo>
                  <a:pt x="1017" y="9621"/>
                </a:lnTo>
                <a:lnTo>
                  <a:pt x="837" y="9741"/>
                </a:lnTo>
                <a:lnTo>
                  <a:pt x="673" y="9875"/>
                </a:lnTo>
                <a:lnTo>
                  <a:pt x="539" y="10040"/>
                </a:lnTo>
                <a:lnTo>
                  <a:pt x="404" y="10204"/>
                </a:lnTo>
                <a:lnTo>
                  <a:pt x="285" y="10383"/>
                </a:lnTo>
                <a:lnTo>
                  <a:pt x="180" y="10577"/>
                </a:lnTo>
                <a:lnTo>
                  <a:pt x="105" y="10772"/>
                </a:lnTo>
                <a:lnTo>
                  <a:pt x="60" y="10966"/>
                </a:lnTo>
                <a:lnTo>
                  <a:pt x="16" y="11160"/>
                </a:lnTo>
                <a:lnTo>
                  <a:pt x="1" y="11354"/>
                </a:lnTo>
                <a:lnTo>
                  <a:pt x="1" y="11548"/>
                </a:lnTo>
                <a:lnTo>
                  <a:pt x="16" y="11743"/>
                </a:lnTo>
                <a:lnTo>
                  <a:pt x="60" y="11937"/>
                </a:lnTo>
                <a:lnTo>
                  <a:pt x="105" y="12116"/>
                </a:lnTo>
                <a:lnTo>
                  <a:pt x="180" y="12295"/>
                </a:lnTo>
                <a:lnTo>
                  <a:pt x="255" y="12475"/>
                </a:lnTo>
                <a:lnTo>
                  <a:pt x="359" y="12639"/>
                </a:lnTo>
                <a:lnTo>
                  <a:pt x="464" y="12803"/>
                </a:lnTo>
                <a:lnTo>
                  <a:pt x="598" y="12938"/>
                </a:lnTo>
                <a:lnTo>
                  <a:pt x="733" y="13087"/>
                </a:lnTo>
                <a:lnTo>
                  <a:pt x="897" y="13207"/>
                </a:lnTo>
                <a:lnTo>
                  <a:pt x="1061" y="13311"/>
                </a:lnTo>
                <a:lnTo>
                  <a:pt x="1808" y="13745"/>
                </a:lnTo>
                <a:lnTo>
                  <a:pt x="2570" y="14163"/>
                </a:lnTo>
                <a:lnTo>
                  <a:pt x="3332" y="14566"/>
                </a:lnTo>
                <a:lnTo>
                  <a:pt x="4109" y="14940"/>
                </a:lnTo>
                <a:lnTo>
                  <a:pt x="4916" y="15313"/>
                </a:lnTo>
                <a:lnTo>
                  <a:pt x="5708" y="15657"/>
                </a:lnTo>
                <a:lnTo>
                  <a:pt x="6529" y="15985"/>
                </a:lnTo>
                <a:lnTo>
                  <a:pt x="7366" y="16299"/>
                </a:lnTo>
                <a:lnTo>
                  <a:pt x="8203" y="16583"/>
                </a:lnTo>
                <a:lnTo>
                  <a:pt x="9054" y="16852"/>
                </a:lnTo>
                <a:lnTo>
                  <a:pt x="9906" y="17091"/>
                </a:lnTo>
                <a:lnTo>
                  <a:pt x="10772" y="17300"/>
                </a:lnTo>
                <a:lnTo>
                  <a:pt x="11639" y="17494"/>
                </a:lnTo>
                <a:lnTo>
                  <a:pt x="12520" y="17659"/>
                </a:lnTo>
                <a:lnTo>
                  <a:pt x="13402" y="17808"/>
                </a:lnTo>
                <a:lnTo>
                  <a:pt x="14298" y="17928"/>
                </a:lnTo>
                <a:lnTo>
                  <a:pt x="14477" y="17943"/>
                </a:lnTo>
                <a:lnTo>
                  <a:pt x="14836" y="17943"/>
                </a:lnTo>
                <a:lnTo>
                  <a:pt x="15015" y="17913"/>
                </a:lnTo>
                <a:lnTo>
                  <a:pt x="15179" y="17883"/>
                </a:lnTo>
                <a:lnTo>
                  <a:pt x="15344" y="17838"/>
                </a:lnTo>
                <a:lnTo>
                  <a:pt x="15508" y="17793"/>
                </a:lnTo>
                <a:lnTo>
                  <a:pt x="15672" y="17718"/>
                </a:lnTo>
                <a:lnTo>
                  <a:pt x="15822" y="17644"/>
                </a:lnTo>
                <a:lnTo>
                  <a:pt x="15971" y="17569"/>
                </a:lnTo>
                <a:lnTo>
                  <a:pt x="16121" y="17464"/>
                </a:lnTo>
                <a:lnTo>
                  <a:pt x="16255" y="17375"/>
                </a:lnTo>
                <a:lnTo>
                  <a:pt x="16389" y="17255"/>
                </a:lnTo>
                <a:lnTo>
                  <a:pt x="16509" y="17136"/>
                </a:lnTo>
                <a:lnTo>
                  <a:pt x="16629" y="17016"/>
                </a:lnTo>
                <a:lnTo>
                  <a:pt x="16733" y="16882"/>
                </a:lnTo>
                <a:lnTo>
                  <a:pt x="16942" y="16598"/>
                </a:lnTo>
                <a:lnTo>
                  <a:pt x="24800" y="5991"/>
                </a:lnTo>
                <a:lnTo>
                  <a:pt x="24905" y="5841"/>
                </a:lnTo>
                <a:lnTo>
                  <a:pt x="25010" y="5677"/>
                </a:lnTo>
                <a:lnTo>
                  <a:pt x="25099" y="5513"/>
                </a:lnTo>
                <a:lnTo>
                  <a:pt x="25189" y="5348"/>
                </a:lnTo>
                <a:lnTo>
                  <a:pt x="25264" y="5169"/>
                </a:lnTo>
                <a:lnTo>
                  <a:pt x="25323" y="5005"/>
                </a:lnTo>
                <a:lnTo>
                  <a:pt x="25383" y="4826"/>
                </a:lnTo>
                <a:lnTo>
                  <a:pt x="25428" y="4646"/>
                </a:lnTo>
                <a:lnTo>
                  <a:pt x="25503" y="4288"/>
                </a:lnTo>
                <a:lnTo>
                  <a:pt x="25533" y="3929"/>
                </a:lnTo>
                <a:lnTo>
                  <a:pt x="25533" y="3556"/>
                </a:lnTo>
                <a:lnTo>
                  <a:pt x="25503" y="3197"/>
                </a:lnTo>
                <a:lnTo>
                  <a:pt x="25428" y="2854"/>
                </a:lnTo>
                <a:lnTo>
                  <a:pt x="25323" y="2495"/>
                </a:lnTo>
                <a:lnTo>
                  <a:pt x="25189" y="2166"/>
                </a:lnTo>
                <a:lnTo>
                  <a:pt x="25010" y="1838"/>
                </a:lnTo>
                <a:lnTo>
                  <a:pt x="24920" y="1688"/>
                </a:lnTo>
                <a:lnTo>
                  <a:pt x="24815" y="1539"/>
                </a:lnTo>
                <a:lnTo>
                  <a:pt x="24696" y="1390"/>
                </a:lnTo>
                <a:lnTo>
                  <a:pt x="24576" y="1240"/>
                </a:lnTo>
                <a:lnTo>
                  <a:pt x="24442" y="1106"/>
                </a:lnTo>
                <a:lnTo>
                  <a:pt x="24307" y="971"/>
                </a:lnTo>
                <a:lnTo>
                  <a:pt x="24173" y="852"/>
                </a:lnTo>
                <a:lnTo>
                  <a:pt x="24009" y="732"/>
                </a:lnTo>
                <a:lnTo>
                  <a:pt x="23859" y="613"/>
                </a:lnTo>
                <a:lnTo>
                  <a:pt x="23695" y="523"/>
                </a:lnTo>
                <a:lnTo>
                  <a:pt x="23531" y="418"/>
                </a:lnTo>
                <a:lnTo>
                  <a:pt x="23351" y="344"/>
                </a:lnTo>
                <a:lnTo>
                  <a:pt x="23187" y="269"/>
                </a:lnTo>
                <a:lnTo>
                  <a:pt x="23008" y="194"/>
                </a:lnTo>
                <a:lnTo>
                  <a:pt x="22843" y="150"/>
                </a:lnTo>
                <a:lnTo>
                  <a:pt x="22664" y="90"/>
                </a:lnTo>
                <a:lnTo>
                  <a:pt x="22306" y="30"/>
                </a:lnTo>
                <a:lnTo>
                  <a:pt x="21947" y="0"/>
                </a:lnTo>
                <a:close/>
              </a:path>
            </a:pathLst>
          </a:custGeom>
          <a:solidFill>
            <a:srgbClr val="1ACC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1"/>
          <p:cNvSpPr/>
          <p:nvPr/>
        </p:nvSpPr>
        <p:spPr>
          <a:xfrm>
            <a:off x="6835349" y="2050257"/>
            <a:ext cx="196173" cy="192492"/>
          </a:xfrm>
          <a:custGeom>
            <a:rect b="b" l="l" r="r" t="t"/>
            <a:pathLst>
              <a:path extrusionOk="0" h="7008" w="7142">
                <a:moveTo>
                  <a:pt x="60" y="1"/>
                </a:moveTo>
                <a:lnTo>
                  <a:pt x="31" y="31"/>
                </a:lnTo>
                <a:lnTo>
                  <a:pt x="1" y="61"/>
                </a:lnTo>
                <a:lnTo>
                  <a:pt x="1" y="105"/>
                </a:lnTo>
                <a:lnTo>
                  <a:pt x="31" y="150"/>
                </a:lnTo>
                <a:lnTo>
                  <a:pt x="105" y="285"/>
                </a:lnTo>
                <a:lnTo>
                  <a:pt x="240" y="449"/>
                </a:lnTo>
                <a:lnTo>
                  <a:pt x="404" y="643"/>
                </a:lnTo>
                <a:lnTo>
                  <a:pt x="628" y="837"/>
                </a:lnTo>
                <a:lnTo>
                  <a:pt x="1106" y="1271"/>
                </a:lnTo>
                <a:lnTo>
                  <a:pt x="1629" y="1704"/>
                </a:lnTo>
                <a:lnTo>
                  <a:pt x="2092" y="2077"/>
                </a:lnTo>
                <a:lnTo>
                  <a:pt x="2540" y="2436"/>
                </a:lnTo>
                <a:lnTo>
                  <a:pt x="2526" y="2436"/>
                </a:lnTo>
                <a:lnTo>
                  <a:pt x="2466" y="2451"/>
                </a:lnTo>
                <a:lnTo>
                  <a:pt x="2376" y="2511"/>
                </a:lnTo>
                <a:lnTo>
                  <a:pt x="2242" y="2600"/>
                </a:lnTo>
                <a:lnTo>
                  <a:pt x="2107" y="2765"/>
                </a:lnTo>
                <a:lnTo>
                  <a:pt x="1928" y="2989"/>
                </a:lnTo>
                <a:lnTo>
                  <a:pt x="1853" y="3123"/>
                </a:lnTo>
                <a:lnTo>
                  <a:pt x="1749" y="3287"/>
                </a:lnTo>
                <a:lnTo>
                  <a:pt x="1659" y="3482"/>
                </a:lnTo>
                <a:lnTo>
                  <a:pt x="1569" y="3691"/>
                </a:lnTo>
                <a:lnTo>
                  <a:pt x="1480" y="3915"/>
                </a:lnTo>
                <a:lnTo>
                  <a:pt x="1420" y="4154"/>
                </a:lnTo>
                <a:lnTo>
                  <a:pt x="1360" y="4378"/>
                </a:lnTo>
                <a:lnTo>
                  <a:pt x="1330" y="4602"/>
                </a:lnTo>
                <a:lnTo>
                  <a:pt x="1330" y="4826"/>
                </a:lnTo>
                <a:lnTo>
                  <a:pt x="1330" y="5050"/>
                </a:lnTo>
                <a:lnTo>
                  <a:pt x="1375" y="5245"/>
                </a:lnTo>
                <a:lnTo>
                  <a:pt x="1420" y="5439"/>
                </a:lnTo>
                <a:lnTo>
                  <a:pt x="1495" y="5618"/>
                </a:lnTo>
                <a:lnTo>
                  <a:pt x="1599" y="5767"/>
                </a:lnTo>
                <a:lnTo>
                  <a:pt x="1734" y="5902"/>
                </a:lnTo>
                <a:lnTo>
                  <a:pt x="1793" y="5962"/>
                </a:lnTo>
                <a:lnTo>
                  <a:pt x="1883" y="6006"/>
                </a:lnTo>
                <a:lnTo>
                  <a:pt x="1958" y="6051"/>
                </a:lnTo>
                <a:lnTo>
                  <a:pt x="2062" y="6081"/>
                </a:lnTo>
                <a:lnTo>
                  <a:pt x="2152" y="6111"/>
                </a:lnTo>
                <a:lnTo>
                  <a:pt x="2257" y="6141"/>
                </a:lnTo>
                <a:lnTo>
                  <a:pt x="2376" y="6156"/>
                </a:lnTo>
                <a:lnTo>
                  <a:pt x="2496" y="6156"/>
                </a:lnTo>
                <a:lnTo>
                  <a:pt x="2765" y="6141"/>
                </a:lnTo>
                <a:lnTo>
                  <a:pt x="2854" y="6126"/>
                </a:lnTo>
                <a:lnTo>
                  <a:pt x="3004" y="6245"/>
                </a:lnTo>
                <a:lnTo>
                  <a:pt x="3243" y="6395"/>
                </a:lnTo>
                <a:lnTo>
                  <a:pt x="3556" y="6574"/>
                </a:lnTo>
                <a:lnTo>
                  <a:pt x="3736" y="6664"/>
                </a:lnTo>
                <a:lnTo>
                  <a:pt x="3915" y="6753"/>
                </a:lnTo>
                <a:lnTo>
                  <a:pt x="4124" y="6843"/>
                </a:lnTo>
                <a:lnTo>
                  <a:pt x="4333" y="6903"/>
                </a:lnTo>
                <a:lnTo>
                  <a:pt x="4542" y="6963"/>
                </a:lnTo>
                <a:lnTo>
                  <a:pt x="4766" y="6992"/>
                </a:lnTo>
                <a:lnTo>
                  <a:pt x="4976" y="7007"/>
                </a:lnTo>
                <a:lnTo>
                  <a:pt x="5200" y="6992"/>
                </a:lnTo>
                <a:lnTo>
                  <a:pt x="5409" y="6948"/>
                </a:lnTo>
                <a:lnTo>
                  <a:pt x="5513" y="6918"/>
                </a:lnTo>
                <a:lnTo>
                  <a:pt x="5618" y="6873"/>
                </a:lnTo>
                <a:lnTo>
                  <a:pt x="5723" y="6828"/>
                </a:lnTo>
                <a:lnTo>
                  <a:pt x="5812" y="6753"/>
                </a:lnTo>
                <a:lnTo>
                  <a:pt x="5917" y="6694"/>
                </a:lnTo>
                <a:lnTo>
                  <a:pt x="6006" y="6604"/>
                </a:lnTo>
                <a:lnTo>
                  <a:pt x="6216" y="6380"/>
                </a:lnTo>
                <a:lnTo>
                  <a:pt x="6425" y="6126"/>
                </a:lnTo>
                <a:lnTo>
                  <a:pt x="6559" y="5932"/>
                </a:lnTo>
                <a:lnTo>
                  <a:pt x="6664" y="5723"/>
                </a:lnTo>
                <a:lnTo>
                  <a:pt x="6768" y="5528"/>
                </a:lnTo>
                <a:lnTo>
                  <a:pt x="6858" y="5319"/>
                </a:lnTo>
                <a:lnTo>
                  <a:pt x="6918" y="5125"/>
                </a:lnTo>
                <a:lnTo>
                  <a:pt x="6978" y="4946"/>
                </a:lnTo>
                <a:lnTo>
                  <a:pt x="7067" y="4587"/>
                </a:lnTo>
                <a:lnTo>
                  <a:pt x="7112" y="4288"/>
                </a:lnTo>
                <a:lnTo>
                  <a:pt x="7142" y="4064"/>
                </a:lnTo>
                <a:lnTo>
                  <a:pt x="7142" y="3855"/>
                </a:lnTo>
                <a:lnTo>
                  <a:pt x="7112" y="3751"/>
                </a:lnTo>
                <a:lnTo>
                  <a:pt x="7022" y="3467"/>
                </a:lnTo>
                <a:lnTo>
                  <a:pt x="6858" y="3063"/>
                </a:lnTo>
                <a:lnTo>
                  <a:pt x="6753" y="2824"/>
                </a:lnTo>
                <a:lnTo>
                  <a:pt x="6649" y="2585"/>
                </a:lnTo>
                <a:lnTo>
                  <a:pt x="6514" y="2346"/>
                </a:lnTo>
                <a:lnTo>
                  <a:pt x="6380" y="2122"/>
                </a:lnTo>
                <a:lnTo>
                  <a:pt x="6216" y="1898"/>
                </a:lnTo>
                <a:lnTo>
                  <a:pt x="6051" y="1689"/>
                </a:lnTo>
                <a:lnTo>
                  <a:pt x="5872" y="1510"/>
                </a:lnTo>
                <a:lnTo>
                  <a:pt x="5782" y="1435"/>
                </a:lnTo>
                <a:lnTo>
                  <a:pt x="5678" y="1360"/>
                </a:lnTo>
                <a:lnTo>
                  <a:pt x="5573" y="1301"/>
                </a:lnTo>
                <a:lnTo>
                  <a:pt x="5469" y="1256"/>
                </a:lnTo>
                <a:lnTo>
                  <a:pt x="5364" y="1226"/>
                </a:lnTo>
                <a:lnTo>
                  <a:pt x="5259" y="1196"/>
                </a:lnTo>
                <a:lnTo>
                  <a:pt x="5020" y="1181"/>
                </a:lnTo>
                <a:lnTo>
                  <a:pt x="4811" y="1181"/>
                </a:lnTo>
                <a:lnTo>
                  <a:pt x="4632" y="1211"/>
                </a:lnTo>
                <a:lnTo>
                  <a:pt x="4498" y="1256"/>
                </a:lnTo>
                <a:lnTo>
                  <a:pt x="4378" y="1301"/>
                </a:lnTo>
                <a:lnTo>
                  <a:pt x="4288" y="1375"/>
                </a:lnTo>
                <a:lnTo>
                  <a:pt x="4214" y="1450"/>
                </a:lnTo>
                <a:lnTo>
                  <a:pt x="4169" y="1525"/>
                </a:lnTo>
                <a:lnTo>
                  <a:pt x="4109" y="1644"/>
                </a:lnTo>
                <a:lnTo>
                  <a:pt x="4094" y="1734"/>
                </a:lnTo>
                <a:lnTo>
                  <a:pt x="4079" y="1823"/>
                </a:lnTo>
                <a:lnTo>
                  <a:pt x="3870" y="1704"/>
                </a:lnTo>
                <a:lnTo>
                  <a:pt x="3019" y="1241"/>
                </a:lnTo>
                <a:lnTo>
                  <a:pt x="2451" y="942"/>
                </a:lnTo>
                <a:lnTo>
                  <a:pt x="1838" y="643"/>
                </a:lnTo>
                <a:lnTo>
                  <a:pt x="1256" y="374"/>
                </a:lnTo>
                <a:lnTo>
                  <a:pt x="733" y="150"/>
                </a:lnTo>
                <a:lnTo>
                  <a:pt x="509" y="75"/>
                </a:lnTo>
                <a:lnTo>
                  <a:pt x="329" y="31"/>
                </a:lnTo>
                <a:lnTo>
                  <a:pt x="180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1"/>
          <p:cNvSpPr/>
          <p:nvPr/>
        </p:nvSpPr>
        <p:spPr>
          <a:xfrm>
            <a:off x="6901434" y="2150400"/>
            <a:ext cx="37356" cy="18898"/>
          </a:xfrm>
          <a:custGeom>
            <a:rect b="b" l="l" r="r" t="t"/>
            <a:pathLst>
              <a:path extrusionOk="0" h="688" w="1360">
                <a:moveTo>
                  <a:pt x="105" y="0"/>
                </a:moveTo>
                <a:lnTo>
                  <a:pt x="60" y="15"/>
                </a:lnTo>
                <a:lnTo>
                  <a:pt x="15" y="45"/>
                </a:lnTo>
                <a:lnTo>
                  <a:pt x="0" y="90"/>
                </a:lnTo>
                <a:lnTo>
                  <a:pt x="0" y="149"/>
                </a:lnTo>
                <a:lnTo>
                  <a:pt x="15" y="194"/>
                </a:lnTo>
                <a:lnTo>
                  <a:pt x="45" y="239"/>
                </a:lnTo>
                <a:lnTo>
                  <a:pt x="299" y="418"/>
                </a:lnTo>
                <a:lnTo>
                  <a:pt x="538" y="538"/>
                </a:lnTo>
                <a:lnTo>
                  <a:pt x="732" y="613"/>
                </a:lnTo>
                <a:lnTo>
                  <a:pt x="911" y="657"/>
                </a:lnTo>
                <a:lnTo>
                  <a:pt x="1046" y="687"/>
                </a:lnTo>
                <a:lnTo>
                  <a:pt x="1150" y="687"/>
                </a:lnTo>
                <a:lnTo>
                  <a:pt x="1255" y="672"/>
                </a:lnTo>
                <a:lnTo>
                  <a:pt x="1270" y="672"/>
                </a:lnTo>
                <a:lnTo>
                  <a:pt x="1315" y="642"/>
                </a:lnTo>
                <a:lnTo>
                  <a:pt x="1345" y="613"/>
                </a:lnTo>
                <a:lnTo>
                  <a:pt x="1360" y="568"/>
                </a:lnTo>
                <a:lnTo>
                  <a:pt x="1345" y="523"/>
                </a:lnTo>
                <a:lnTo>
                  <a:pt x="1330" y="463"/>
                </a:lnTo>
                <a:lnTo>
                  <a:pt x="1285" y="433"/>
                </a:lnTo>
                <a:lnTo>
                  <a:pt x="1240" y="418"/>
                </a:lnTo>
                <a:lnTo>
                  <a:pt x="1031" y="418"/>
                </a:lnTo>
                <a:lnTo>
                  <a:pt x="926" y="388"/>
                </a:lnTo>
                <a:lnTo>
                  <a:pt x="777" y="359"/>
                </a:lnTo>
                <a:lnTo>
                  <a:pt x="613" y="284"/>
                </a:lnTo>
                <a:lnTo>
                  <a:pt x="418" y="179"/>
                </a:lnTo>
                <a:lnTo>
                  <a:pt x="209" y="30"/>
                </a:lnTo>
                <a:lnTo>
                  <a:pt x="16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1"/>
          <p:cNvSpPr/>
          <p:nvPr/>
        </p:nvSpPr>
        <p:spPr>
          <a:xfrm>
            <a:off x="6890749" y="2178279"/>
            <a:ext cx="42300" cy="19337"/>
          </a:xfrm>
          <a:custGeom>
            <a:rect b="b" l="l" r="r" t="t"/>
            <a:pathLst>
              <a:path extrusionOk="0" h="704" w="1540">
                <a:moveTo>
                  <a:pt x="135" y="1"/>
                </a:moveTo>
                <a:lnTo>
                  <a:pt x="90" y="16"/>
                </a:lnTo>
                <a:lnTo>
                  <a:pt x="45" y="46"/>
                </a:lnTo>
                <a:lnTo>
                  <a:pt x="16" y="91"/>
                </a:lnTo>
                <a:lnTo>
                  <a:pt x="1" y="135"/>
                </a:lnTo>
                <a:lnTo>
                  <a:pt x="16" y="195"/>
                </a:lnTo>
                <a:lnTo>
                  <a:pt x="45" y="240"/>
                </a:lnTo>
                <a:lnTo>
                  <a:pt x="150" y="330"/>
                </a:lnTo>
                <a:lnTo>
                  <a:pt x="269" y="404"/>
                </a:lnTo>
                <a:lnTo>
                  <a:pt x="374" y="479"/>
                </a:lnTo>
                <a:lnTo>
                  <a:pt x="494" y="539"/>
                </a:lnTo>
                <a:lnTo>
                  <a:pt x="718" y="613"/>
                </a:lnTo>
                <a:lnTo>
                  <a:pt x="927" y="673"/>
                </a:lnTo>
                <a:lnTo>
                  <a:pt x="1121" y="688"/>
                </a:lnTo>
                <a:lnTo>
                  <a:pt x="1270" y="703"/>
                </a:lnTo>
                <a:lnTo>
                  <a:pt x="1420" y="688"/>
                </a:lnTo>
                <a:lnTo>
                  <a:pt x="1450" y="688"/>
                </a:lnTo>
                <a:lnTo>
                  <a:pt x="1495" y="658"/>
                </a:lnTo>
                <a:lnTo>
                  <a:pt x="1524" y="628"/>
                </a:lnTo>
                <a:lnTo>
                  <a:pt x="1539" y="584"/>
                </a:lnTo>
                <a:lnTo>
                  <a:pt x="1539" y="539"/>
                </a:lnTo>
                <a:lnTo>
                  <a:pt x="1524" y="494"/>
                </a:lnTo>
                <a:lnTo>
                  <a:pt x="1480" y="449"/>
                </a:lnTo>
                <a:lnTo>
                  <a:pt x="1435" y="434"/>
                </a:lnTo>
                <a:lnTo>
                  <a:pt x="1270" y="434"/>
                </a:lnTo>
                <a:lnTo>
                  <a:pt x="1136" y="419"/>
                </a:lnTo>
                <a:lnTo>
                  <a:pt x="987" y="404"/>
                </a:lnTo>
                <a:lnTo>
                  <a:pt x="807" y="359"/>
                </a:lnTo>
                <a:lnTo>
                  <a:pt x="613" y="300"/>
                </a:lnTo>
                <a:lnTo>
                  <a:pt x="509" y="255"/>
                </a:lnTo>
                <a:lnTo>
                  <a:pt x="419" y="195"/>
                </a:lnTo>
                <a:lnTo>
                  <a:pt x="314" y="120"/>
                </a:lnTo>
                <a:lnTo>
                  <a:pt x="225" y="46"/>
                </a:lnTo>
                <a:lnTo>
                  <a:pt x="180" y="16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1"/>
          <p:cNvSpPr/>
          <p:nvPr/>
        </p:nvSpPr>
        <p:spPr>
          <a:xfrm>
            <a:off x="6937113" y="2092116"/>
            <a:ext cx="61994" cy="50925"/>
          </a:xfrm>
          <a:custGeom>
            <a:rect b="b" l="l" r="r" t="t"/>
            <a:pathLst>
              <a:path extrusionOk="0" h="1854" w="2257">
                <a:moveTo>
                  <a:pt x="464" y="1"/>
                </a:moveTo>
                <a:lnTo>
                  <a:pt x="404" y="120"/>
                </a:lnTo>
                <a:lnTo>
                  <a:pt x="389" y="210"/>
                </a:lnTo>
                <a:lnTo>
                  <a:pt x="374" y="299"/>
                </a:lnTo>
                <a:lnTo>
                  <a:pt x="165" y="180"/>
                </a:lnTo>
                <a:lnTo>
                  <a:pt x="31" y="987"/>
                </a:lnTo>
                <a:lnTo>
                  <a:pt x="16" y="1151"/>
                </a:lnTo>
                <a:lnTo>
                  <a:pt x="1" y="1270"/>
                </a:lnTo>
                <a:lnTo>
                  <a:pt x="1" y="1390"/>
                </a:lnTo>
                <a:lnTo>
                  <a:pt x="31" y="1509"/>
                </a:lnTo>
                <a:lnTo>
                  <a:pt x="61" y="1629"/>
                </a:lnTo>
                <a:lnTo>
                  <a:pt x="90" y="1674"/>
                </a:lnTo>
                <a:lnTo>
                  <a:pt x="135" y="1734"/>
                </a:lnTo>
                <a:lnTo>
                  <a:pt x="180" y="1763"/>
                </a:lnTo>
                <a:lnTo>
                  <a:pt x="225" y="1808"/>
                </a:lnTo>
                <a:lnTo>
                  <a:pt x="285" y="1823"/>
                </a:lnTo>
                <a:lnTo>
                  <a:pt x="359" y="1853"/>
                </a:lnTo>
                <a:lnTo>
                  <a:pt x="494" y="1853"/>
                </a:lnTo>
                <a:lnTo>
                  <a:pt x="658" y="1823"/>
                </a:lnTo>
                <a:lnTo>
                  <a:pt x="822" y="1763"/>
                </a:lnTo>
                <a:lnTo>
                  <a:pt x="1047" y="1659"/>
                </a:lnTo>
                <a:lnTo>
                  <a:pt x="1256" y="1524"/>
                </a:lnTo>
                <a:lnTo>
                  <a:pt x="1465" y="1390"/>
                </a:lnTo>
                <a:lnTo>
                  <a:pt x="1674" y="1241"/>
                </a:lnTo>
                <a:lnTo>
                  <a:pt x="2003" y="972"/>
                </a:lnTo>
                <a:lnTo>
                  <a:pt x="2212" y="777"/>
                </a:lnTo>
                <a:lnTo>
                  <a:pt x="2242" y="733"/>
                </a:lnTo>
                <a:lnTo>
                  <a:pt x="2257" y="688"/>
                </a:lnTo>
                <a:lnTo>
                  <a:pt x="2257" y="643"/>
                </a:lnTo>
                <a:lnTo>
                  <a:pt x="2227" y="598"/>
                </a:lnTo>
                <a:lnTo>
                  <a:pt x="2182" y="553"/>
                </a:lnTo>
                <a:lnTo>
                  <a:pt x="2077" y="553"/>
                </a:lnTo>
                <a:lnTo>
                  <a:pt x="2033" y="583"/>
                </a:lnTo>
                <a:lnTo>
                  <a:pt x="1823" y="777"/>
                </a:lnTo>
                <a:lnTo>
                  <a:pt x="1584" y="957"/>
                </a:lnTo>
                <a:lnTo>
                  <a:pt x="1345" y="1151"/>
                </a:lnTo>
                <a:lnTo>
                  <a:pt x="1106" y="1315"/>
                </a:lnTo>
                <a:lnTo>
                  <a:pt x="867" y="1450"/>
                </a:lnTo>
                <a:lnTo>
                  <a:pt x="658" y="1539"/>
                </a:lnTo>
                <a:lnTo>
                  <a:pt x="568" y="1569"/>
                </a:lnTo>
                <a:lnTo>
                  <a:pt x="479" y="1584"/>
                </a:lnTo>
                <a:lnTo>
                  <a:pt x="419" y="1584"/>
                </a:lnTo>
                <a:lnTo>
                  <a:pt x="359" y="1569"/>
                </a:lnTo>
                <a:lnTo>
                  <a:pt x="329" y="1539"/>
                </a:lnTo>
                <a:lnTo>
                  <a:pt x="300" y="1509"/>
                </a:lnTo>
                <a:lnTo>
                  <a:pt x="285" y="1450"/>
                </a:lnTo>
                <a:lnTo>
                  <a:pt x="270" y="1390"/>
                </a:lnTo>
                <a:lnTo>
                  <a:pt x="270" y="1226"/>
                </a:lnTo>
                <a:lnTo>
                  <a:pt x="300" y="1031"/>
                </a:lnTo>
                <a:lnTo>
                  <a:pt x="464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1"/>
          <p:cNvSpPr/>
          <p:nvPr/>
        </p:nvSpPr>
        <p:spPr>
          <a:xfrm>
            <a:off x="6911267" y="2123318"/>
            <a:ext cx="27934" cy="98498"/>
          </a:xfrm>
          <a:custGeom>
            <a:rect b="b" l="l" r="r" t="t"/>
            <a:pathLst>
              <a:path extrusionOk="0" h="3586" w="1017">
                <a:moveTo>
                  <a:pt x="419" y="0"/>
                </a:moveTo>
                <a:lnTo>
                  <a:pt x="374" y="15"/>
                </a:lnTo>
                <a:lnTo>
                  <a:pt x="329" y="45"/>
                </a:lnTo>
                <a:lnTo>
                  <a:pt x="299" y="75"/>
                </a:lnTo>
                <a:lnTo>
                  <a:pt x="284" y="134"/>
                </a:lnTo>
                <a:lnTo>
                  <a:pt x="284" y="179"/>
                </a:lnTo>
                <a:lnTo>
                  <a:pt x="314" y="224"/>
                </a:lnTo>
                <a:lnTo>
                  <a:pt x="374" y="299"/>
                </a:lnTo>
                <a:lnTo>
                  <a:pt x="494" y="493"/>
                </a:lnTo>
                <a:lnTo>
                  <a:pt x="553" y="627"/>
                </a:lnTo>
                <a:lnTo>
                  <a:pt x="628" y="792"/>
                </a:lnTo>
                <a:lnTo>
                  <a:pt x="673" y="971"/>
                </a:lnTo>
                <a:lnTo>
                  <a:pt x="718" y="1165"/>
                </a:lnTo>
                <a:lnTo>
                  <a:pt x="748" y="1389"/>
                </a:lnTo>
                <a:lnTo>
                  <a:pt x="748" y="1643"/>
                </a:lnTo>
                <a:lnTo>
                  <a:pt x="733" y="1897"/>
                </a:lnTo>
                <a:lnTo>
                  <a:pt x="673" y="2181"/>
                </a:lnTo>
                <a:lnTo>
                  <a:pt x="568" y="2480"/>
                </a:lnTo>
                <a:lnTo>
                  <a:pt x="509" y="2644"/>
                </a:lnTo>
                <a:lnTo>
                  <a:pt x="434" y="2794"/>
                </a:lnTo>
                <a:lnTo>
                  <a:pt x="344" y="2958"/>
                </a:lnTo>
                <a:lnTo>
                  <a:pt x="240" y="3137"/>
                </a:lnTo>
                <a:lnTo>
                  <a:pt x="120" y="3302"/>
                </a:lnTo>
                <a:lnTo>
                  <a:pt x="1" y="3481"/>
                </a:lnTo>
                <a:lnTo>
                  <a:pt x="90" y="3466"/>
                </a:lnTo>
                <a:lnTo>
                  <a:pt x="240" y="3585"/>
                </a:lnTo>
                <a:lnTo>
                  <a:pt x="374" y="3391"/>
                </a:lnTo>
                <a:lnTo>
                  <a:pt x="509" y="3212"/>
                </a:lnTo>
                <a:lnTo>
                  <a:pt x="613" y="3033"/>
                </a:lnTo>
                <a:lnTo>
                  <a:pt x="703" y="2853"/>
                </a:lnTo>
                <a:lnTo>
                  <a:pt x="777" y="2674"/>
                </a:lnTo>
                <a:lnTo>
                  <a:pt x="837" y="2510"/>
                </a:lnTo>
                <a:lnTo>
                  <a:pt x="897" y="2346"/>
                </a:lnTo>
                <a:lnTo>
                  <a:pt x="942" y="2181"/>
                </a:lnTo>
                <a:lnTo>
                  <a:pt x="972" y="2017"/>
                </a:lnTo>
                <a:lnTo>
                  <a:pt x="987" y="1867"/>
                </a:lnTo>
                <a:lnTo>
                  <a:pt x="1016" y="1584"/>
                </a:lnTo>
                <a:lnTo>
                  <a:pt x="1002" y="1315"/>
                </a:lnTo>
                <a:lnTo>
                  <a:pt x="957" y="1061"/>
                </a:lnTo>
                <a:lnTo>
                  <a:pt x="912" y="837"/>
                </a:lnTo>
                <a:lnTo>
                  <a:pt x="837" y="642"/>
                </a:lnTo>
                <a:lnTo>
                  <a:pt x="762" y="463"/>
                </a:lnTo>
                <a:lnTo>
                  <a:pt x="703" y="329"/>
                </a:lnTo>
                <a:lnTo>
                  <a:pt x="568" y="120"/>
                </a:lnTo>
                <a:lnTo>
                  <a:pt x="523" y="45"/>
                </a:lnTo>
                <a:lnTo>
                  <a:pt x="479" y="15"/>
                </a:lnTo>
                <a:lnTo>
                  <a:pt x="419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4" name="Google Shape;1344;p31"/>
          <p:cNvGrpSpPr/>
          <p:nvPr/>
        </p:nvGrpSpPr>
        <p:grpSpPr>
          <a:xfrm>
            <a:off x="7279760" y="2822123"/>
            <a:ext cx="1040277" cy="1792776"/>
            <a:chOff x="6822560" y="2822123"/>
            <a:chExt cx="1040277" cy="1792776"/>
          </a:xfrm>
        </p:grpSpPr>
        <p:sp>
          <p:nvSpPr>
            <p:cNvPr id="1345" name="Google Shape;1345;p31"/>
            <p:cNvSpPr/>
            <p:nvPr/>
          </p:nvSpPr>
          <p:spPr>
            <a:xfrm>
              <a:off x="6822560" y="4485610"/>
              <a:ext cx="1040277" cy="129290"/>
            </a:xfrm>
            <a:custGeom>
              <a:rect b="b" l="l" r="r" t="t"/>
              <a:pathLst>
                <a:path extrusionOk="0" h="4707" w="37873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1"/>
            <p:cNvSpPr/>
            <p:nvPr/>
          </p:nvSpPr>
          <p:spPr>
            <a:xfrm>
              <a:off x="6985053" y="2849590"/>
              <a:ext cx="406684" cy="1483877"/>
            </a:xfrm>
            <a:custGeom>
              <a:rect b="b" l="l" r="r" t="t"/>
              <a:pathLst>
                <a:path extrusionOk="0" h="54023" w="14806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1"/>
            <p:cNvSpPr/>
            <p:nvPr/>
          </p:nvSpPr>
          <p:spPr>
            <a:xfrm>
              <a:off x="7274744" y="4316553"/>
              <a:ext cx="116984" cy="135854"/>
            </a:xfrm>
            <a:custGeom>
              <a:rect b="b" l="l" r="r" t="t"/>
              <a:pathLst>
                <a:path extrusionOk="0" h="4946" w="4259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1"/>
            <p:cNvSpPr/>
            <p:nvPr/>
          </p:nvSpPr>
          <p:spPr>
            <a:xfrm>
              <a:off x="7242745" y="4295623"/>
              <a:ext cx="166618" cy="74712"/>
            </a:xfrm>
            <a:custGeom>
              <a:rect b="b" l="l" r="r" t="t"/>
              <a:pathLst>
                <a:path extrusionOk="0" h="2720" w="6066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1"/>
            <p:cNvSpPr/>
            <p:nvPr/>
          </p:nvSpPr>
          <p:spPr>
            <a:xfrm>
              <a:off x="7018699" y="4389202"/>
              <a:ext cx="386578" cy="185076"/>
            </a:xfrm>
            <a:custGeom>
              <a:rect b="b" l="l" r="r" t="t"/>
              <a:pathLst>
                <a:path extrusionOk="0" h="6738" w="14074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1"/>
            <p:cNvSpPr/>
            <p:nvPr/>
          </p:nvSpPr>
          <p:spPr>
            <a:xfrm>
              <a:off x="7158203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1"/>
            <p:cNvSpPr/>
            <p:nvPr/>
          </p:nvSpPr>
          <p:spPr>
            <a:xfrm>
              <a:off x="7186109" y="4423261"/>
              <a:ext cx="52573" cy="48013"/>
            </a:xfrm>
            <a:custGeom>
              <a:rect b="b" l="l" r="r" t="t"/>
              <a:pathLst>
                <a:path extrusionOk="0" h="1748" w="1914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1"/>
            <p:cNvSpPr/>
            <p:nvPr/>
          </p:nvSpPr>
          <p:spPr>
            <a:xfrm>
              <a:off x="7135652" y="4455259"/>
              <a:ext cx="56638" cy="48865"/>
            </a:xfrm>
            <a:custGeom>
              <a:rect b="b" l="l" r="r" t="t"/>
              <a:pathLst>
                <a:path extrusionOk="0" h="1779" w="2062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1"/>
            <p:cNvSpPr/>
            <p:nvPr/>
          </p:nvSpPr>
          <p:spPr>
            <a:xfrm>
              <a:off x="7199238" y="2822123"/>
              <a:ext cx="463734" cy="1521178"/>
            </a:xfrm>
            <a:custGeom>
              <a:rect b="b" l="l" r="r" t="t"/>
              <a:pathLst>
                <a:path extrusionOk="0" h="55381" w="16883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1"/>
            <p:cNvSpPr/>
            <p:nvPr/>
          </p:nvSpPr>
          <p:spPr>
            <a:xfrm>
              <a:off x="7548861" y="4315317"/>
              <a:ext cx="131350" cy="137090"/>
            </a:xfrm>
            <a:custGeom>
              <a:rect b="b" l="l" r="r" t="t"/>
              <a:pathLst>
                <a:path extrusionOk="0" h="4991" w="4782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1"/>
            <p:cNvSpPr/>
            <p:nvPr/>
          </p:nvSpPr>
          <p:spPr>
            <a:xfrm>
              <a:off x="7514390" y="4300567"/>
              <a:ext cx="183455" cy="74712"/>
            </a:xfrm>
            <a:custGeom>
              <a:rect b="b" l="l" r="r" t="t"/>
              <a:pathLst>
                <a:path extrusionOk="0" h="2720" w="6679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1"/>
            <p:cNvSpPr/>
            <p:nvPr/>
          </p:nvSpPr>
          <p:spPr>
            <a:xfrm>
              <a:off x="7314131" y="4389202"/>
              <a:ext cx="386605" cy="185076"/>
            </a:xfrm>
            <a:custGeom>
              <a:rect b="b" l="l" r="r" t="t"/>
              <a:pathLst>
                <a:path extrusionOk="0" h="6738" w="14075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1"/>
            <p:cNvSpPr/>
            <p:nvPr/>
          </p:nvSpPr>
          <p:spPr>
            <a:xfrm>
              <a:off x="7453661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1"/>
            <p:cNvSpPr/>
            <p:nvPr/>
          </p:nvSpPr>
          <p:spPr>
            <a:xfrm>
              <a:off x="7481568" y="4423261"/>
              <a:ext cx="52957" cy="48013"/>
            </a:xfrm>
            <a:custGeom>
              <a:rect b="b" l="l" r="r" t="t"/>
              <a:pathLst>
                <a:path extrusionOk="0" h="1748" w="1928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1"/>
            <p:cNvSpPr/>
            <p:nvPr/>
          </p:nvSpPr>
          <p:spPr>
            <a:xfrm>
              <a:off x="7431084" y="4455259"/>
              <a:ext cx="56665" cy="48865"/>
            </a:xfrm>
            <a:custGeom>
              <a:rect b="b" l="l" r="r" t="t"/>
              <a:pathLst>
                <a:path extrusionOk="0" h="1779" w="2063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31"/>
          <p:cNvSpPr/>
          <p:nvPr/>
        </p:nvSpPr>
        <p:spPr>
          <a:xfrm>
            <a:off x="7447169" y="1607908"/>
            <a:ext cx="127229" cy="219987"/>
          </a:xfrm>
          <a:custGeom>
            <a:rect b="b" l="l" r="r" t="t"/>
            <a:pathLst>
              <a:path extrusionOk="0" h="8009" w="4632">
                <a:moveTo>
                  <a:pt x="299" y="1"/>
                </a:moveTo>
                <a:lnTo>
                  <a:pt x="180" y="16"/>
                </a:lnTo>
                <a:lnTo>
                  <a:pt x="75" y="31"/>
                </a:lnTo>
                <a:lnTo>
                  <a:pt x="150" y="180"/>
                </a:lnTo>
                <a:lnTo>
                  <a:pt x="329" y="599"/>
                </a:lnTo>
                <a:lnTo>
                  <a:pt x="449" y="897"/>
                </a:lnTo>
                <a:lnTo>
                  <a:pt x="568" y="1226"/>
                </a:lnTo>
                <a:lnTo>
                  <a:pt x="673" y="1614"/>
                </a:lnTo>
                <a:lnTo>
                  <a:pt x="778" y="2033"/>
                </a:lnTo>
                <a:lnTo>
                  <a:pt x="867" y="2466"/>
                </a:lnTo>
                <a:lnTo>
                  <a:pt x="942" y="2929"/>
                </a:lnTo>
                <a:lnTo>
                  <a:pt x="957" y="3168"/>
                </a:lnTo>
                <a:lnTo>
                  <a:pt x="972" y="3407"/>
                </a:lnTo>
                <a:lnTo>
                  <a:pt x="987" y="3646"/>
                </a:lnTo>
                <a:lnTo>
                  <a:pt x="972" y="3900"/>
                </a:lnTo>
                <a:lnTo>
                  <a:pt x="957" y="4139"/>
                </a:lnTo>
                <a:lnTo>
                  <a:pt x="927" y="4378"/>
                </a:lnTo>
                <a:lnTo>
                  <a:pt x="882" y="4632"/>
                </a:lnTo>
                <a:lnTo>
                  <a:pt x="822" y="4871"/>
                </a:lnTo>
                <a:lnTo>
                  <a:pt x="763" y="5110"/>
                </a:lnTo>
                <a:lnTo>
                  <a:pt x="673" y="5334"/>
                </a:lnTo>
                <a:lnTo>
                  <a:pt x="568" y="5573"/>
                </a:lnTo>
                <a:lnTo>
                  <a:pt x="449" y="5798"/>
                </a:lnTo>
                <a:lnTo>
                  <a:pt x="344" y="5992"/>
                </a:lnTo>
                <a:lnTo>
                  <a:pt x="240" y="6291"/>
                </a:lnTo>
                <a:lnTo>
                  <a:pt x="120" y="6664"/>
                </a:lnTo>
                <a:lnTo>
                  <a:pt x="1" y="7112"/>
                </a:lnTo>
                <a:lnTo>
                  <a:pt x="987" y="7336"/>
                </a:lnTo>
                <a:lnTo>
                  <a:pt x="1868" y="7530"/>
                </a:lnTo>
                <a:lnTo>
                  <a:pt x="2750" y="7695"/>
                </a:lnTo>
                <a:lnTo>
                  <a:pt x="3646" y="7859"/>
                </a:lnTo>
                <a:lnTo>
                  <a:pt x="4527" y="8009"/>
                </a:lnTo>
                <a:lnTo>
                  <a:pt x="4572" y="7545"/>
                </a:lnTo>
                <a:lnTo>
                  <a:pt x="4602" y="7112"/>
                </a:lnTo>
                <a:lnTo>
                  <a:pt x="4632" y="6679"/>
                </a:lnTo>
                <a:lnTo>
                  <a:pt x="4632" y="6276"/>
                </a:lnTo>
                <a:lnTo>
                  <a:pt x="4632" y="5872"/>
                </a:lnTo>
                <a:lnTo>
                  <a:pt x="4602" y="5499"/>
                </a:lnTo>
                <a:lnTo>
                  <a:pt x="4572" y="5155"/>
                </a:lnTo>
                <a:lnTo>
                  <a:pt x="4527" y="4811"/>
                </a:lnTo>
                <a:lnTo>
                  <a:pt x="4468" y="4498"/>
                </a:lnTo>
                <a:lnTo>
                  <a:pt x="4393" y="4199"/>
                </a:lnTo>
                <a:lnTo>
                  <a:pt x="4303" y="3900"/>
                </a:lnTo>
                <a:lnTo>
                  <a:pt x="4199" y="3616"/>
                </a:lnTo>
                <a:lnTo>
                  <a:pt x="4094" y="3332"/>
                </a:lnTo>
                <a:lnTo>
                  <a:pt x="3975" y="3079"/>
                </a:lnTo>
                <a:lnTo>
                  <a:pt x="3855" y="2825"/>
                </a:lnTo>
                <a:lnTo>
                  <a:pt x="3721" y="2571"/>
                </a:lnTo>
                <a:lnTo>
                  <a:pt x="3586" y="2346"/>
                </a:lnTo>
                <a:lnTo>
                  <a:pt x="3437" y="2122"/>
                </a:lnTo>
                <a:lnTo>
                  <a:pt x="3287" y="1913"/>
                </a:lnTo>
                <a:lnTo>
                  <a:pt x="3138" y="1719"/>
                </a:lnTo>
                <a:lnTo>
                  <a:pt x="2974" y="1525"/>
                </a:lnTo>
                <a:lnTo>
                  <a:pt x="2809" y="1346"/>
                </a:lnTo>
                <a:lnTo>
                  <a:pt x="2645" y="1181"/>
                </a:lnTo>
                <a:lnTo>
                  <a:pt x="2481" y="1017"/>
                </a:lnTo>
                <a:lnTo>
                  <a:pt x="2301" y="867"/>
                </a:lnTo>
                <a:lnTo>
                  <a:pt x="2137" y="733"/>
                </a:lnTo>
                <a:lnTo>
                  <a:pt x="1793" y="509"/>
                </a:lnTo>
                <a:lnTo>
                  <a:pt x="1465" y="315"/>
                </a:lnTo>
                <a:lnTo>
                  <a:pt x="1136" y="165"/>
                </a:lnTo>
                <a:lnTo>
                  <a:pt x="987" y="106"/>
                </a:lnTo>
                <a:lnTo>
                  <a:pt x="837" y="61"/>
                </a:lnTo>
                <a:lnTo>
                  <a:pt x="688" y="31"/>
                </a:lnTo>
                <a:lnTo>
                  <a:pt x="55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1"/>
          <p:cNvSpPr/>
          <p:nvPr/>
        </p:nvSpPr>
        <p:spPr>
          <a:xfrm>
            <a:off x="7425828" y="1719120"/>
            <a:ext cx="579042" cy="1208515"/>
          </a:xfrm>
          <a:custGeom>
            <a:rect b="b" l="l" r="r" t="t"/>
            <a:pathLst>
              <a:path extrusionOk="0" h="43998" w="21081">
                <a:moveTo>
                  <a:pt x="8621" y="1"/>
                </a:moveTo>
                <a:lnTo>
                  <a:pt x="8292" y="16"/>
                </a:lnTo>
                <a:lnTo>
                  <a:pt x="7964" y="30"/>
                </a:lnTo>
                <a:lnTo>
                  <a:pt x="7635" y="60"/>
                </a:lnTo>
                <a:lnTo>
                  <a:pt x="7321" y="105"/>
                </a:lnTo>
                <a:lnTo>
                  <a:pt x="7097" y="150"/>
                </a:lnTo>
                <a:lnTo>
                  <a:pt x="6858" y="210"/>
                </a:lnTo>
                <a:lnTo>
                  <a:pt x="6634" y="299"/>
                </a:lnTo>
                <a:lnTo>
                  <a:pt x="6410" y="389"/>
                </a:lnTo>
                <a:lnTo>
                  <a:pt x="6186" y="509"/>
                </a:lnTo>
                <a:lnTo>
                  <a:pt x="5962" y="628"/>
                </a:lnTo>
                <a:lnTo>
                  <a:pt x="5723" y="762"/>
                </a:lnTo>
                <a:lnTo>
                  <a:pt x="5499" y="912"/>
                </a:lnTo>
                <a:lnTo>
                  <a:pt x="5275" y="1076"/>
                </a:lnTo>
                <a:lnTo>
                  <a:pt x="5065" y="1241"/>
                </a:lnTo>
                <a:lnTo>
                  <a:pt x="4632" y="1599"/>
                </a:lnTo>
                <a:lnTo>
                  <a:pt x="4199" y="1988"/>
                </a:lnTo>
                <a:lnTo>
                  <a:pt x="3810" y="2406"/>
                </a:lnTo>
                <a:lnTo>
                  <a:pt x="3422" y="2824"/>
                </a:lnTo>
                <a:lnTo>
                  <a:pt x="3078" y="3242"/>
                </a:lnTo>
                <a:lnTo>
                  <a:pt x="2765" y="3661"/>
                </a:lnTo>
                <a:lnTo>
                  <a:pt x="2466" y="4079"/>
                </a:lnTo>
                <a:lnTo>
                  <a:pt x="2227" y="4467"/>
                </a:lnTo>
                <a:lnTo>
                  <a:pt x="2018" y="4826"/>
                </a:lnTo>
                <a:lnTo>
                  <a:pt x="1868" y="5140"/>
                </a:lnTo>
                <a:lnTo>
                  <a:pt x="1764" y="5424"/>
                </a:lnTo>
                <a:lnTo>
                  <a:pt x="1659" y="5782"/>
                </a:lnTo>
                <a:lnTo>
                  <a:pt x="1555" y="6126"/>
                </a:lnTo>
                <a:lnTo>
                  <a:pt x="1480" y="6499"/>
                </a:lnTo>
                <a:lnTo>
                  <a:pt x="1405" y="6918"/>
                </a:lnTo>
                <a:lnTo>
                  <a:pt x="1360" y="7411"/>
                </a:lnTo>
                <a:lnTo>
                  <a:pt x="1316" y="7978"/>
                </a:lnTo>
                <a:lnTo>
                  <a:pt x="1271" y="8651"/>
                </a:lnTo>
                <a:lnTo>
                  <a:pt x="1256" y="9457"/>
                </a:lnTo>
                <a:lnTo>
                  <a:pt x="1226" y="11668"/>
                </a:lnTo>
                <a:lnTo>
                  <a:pt x="1226" y="12759"/>
                </a:lnTo>
                <a:lnTo>
                  <a:pt x="1241" y="13835"/>
                </a:lnTo>
                <a:lnTo>
                  <a:pt x="1286" y="14925"/>
                </a:lnTo>
                <a:lnTo>
                  <a:pt x="1360" y="16031"/>
                </a:lnTo>
                <a:lnTo>
                  <a:pt x="1405" y="16583"/>
                </a:lnTo>
                <a:lnTo>
                  <a:pt x="1465" y="17151"/>
                </a:lnTo>
                <a:lnTo>
                  <a:pt x="1540" y="17734"/>
                </a:lnTo>
                <a:lnTo>
                  <a:pt x="1614" y="18316"/>
                </a:lnTo>
                <a:lnTo>
                  <a:pt x="1659" y="18600"/>
                </a:lnTo>
                <a:lnTo>
                  <a:pt x="1704" y="18899"/>
                </a:lnTo>
                <a:lnTo>
                  <a:pt x="1734" y="19213"/>
                </a:lnTo>
                <a:lnTo>
                  <a:pt x="1779" y="19885"/>
                </a:lnTo>
                <a:lnTo>
                  <a:pt x="1809" y="20617"/>
                </a:lnTo>
                <a:lnTo>
                  <a:pt x="1809" y="21424"/>
                </a:lnTo>
                <a:lnTo>
                  <a:pt x="1779" y="22260"/>
                </a:lnTo>
                <a:lnTo>
                  <a:pt x="1734" y="23142"/>
                </a:lnTo>
                <a:lnTo>
                  <a:pt x="1689" y="24083"/>
                </a:lnTo>
                <a:lnTo>
                  <a:pt x="1614" y="25039"/>
                </a:lnTo>
                <a:lnTo>
                  <a:pt x="1584" y="25338"/>
                </a:lnTo>
                <a:lnTo>
                  <a:pt x="1570" y="25487"/>
                </a:lnTo>
                <a:lnTo>
                  <a:pt x="1540" y="25786"/>
                </a:lnTo>
                <a:lnTo>
                  <a:pt x="1435" y="26966"/>
                </a:lnTo>
                <a:lnTo>
                  <a:pt x="1301" y="28177"/>
                </a:lnTo>
                <a:lnTo>
                  <a:pt x="1271" y="28565"/>
                </a:lnTo>
                <a:lnTo>
                  <a:pt x="1256" y="28655"/>
                </a:lnTo>
                <a:lnTo>
                  <a:pt x="1151" y="29611"/>
                </a:lnTo>
                <a:lnTo>
                  <a:pt x="1062" y="30432"/>
                </a:lnTo>
                <a:lnTo>
                  <a:pt x="1002" y="30881"/>
                </a:lnTo>
                <a:lnTo>
                  <a:pt x="987" y="31000"/>
                </a:lnTo>
                <a:lnTo>
                  <a:pt x="867" y="32046"/>
                </a:lnTo>
                <a:lnTo>
                  <a:pt x="703" y="33420"/>
                </a:lnTo>
                <a:lnTo>
                  <a:pt x="583" y="34466"/>
                </a:lnTo>
                <a:lnTo>
                  <a:pt x="419" y="35915"/>
                </a:lnTo>
                <a:lnTo>
                  <a:pt x="270" y="37290"/>
                </a:lnTo>
                <a:lnTo>
                  <a:pt x="150" y="38559"/>
                </a:lnTo>
                <a:lnTo>
                  <a:pt x="61" y="39725"/>
                </a:lnTo>
                <a:lnTo>
                  <a:pt x="31" y="40248"/>
                </a:lnTo>
                <a:lnTo>
                  <a:pt x="16" y="40741"/>
                </a:lnTo>
                <a:lnTo>
                  <a:pt x="1" y="41189"/>
                </a:lnTo>
                <a:lnTo>
                  <a:pt x="16" y="41592"/>
                </a:lnTo>
                <a:lnTo>
                  <a:pt x="31" y="41966"/>
                </a:lnTo>
                <a:lnTo>
                  <a:pt x="76" y="42279"/>
                </a:lnTo>
                <a:lnTo>
                  <a:pt x="120" y="42548"/>
                </a:lnTo>
                <a:lnTo>
                  <a:pt x="180" y="42758"/>
                </a:lnTo>
                <a:lnTo>
                  <a:pt x="240" y="42892"/>
                </a:lnTo>
                <a:lnTo>
                  <a:pt x="300" y="42997"/>
                </a:lnTo>
                <a:lnTo>
                  <a:pt x="389" y="43116"/>
                </a:lnTo>
                <a:lnTo>
                  <a:pt x="479" y="43221"/>
                </a:lnTo>
                <a:lnTo>
                  <a:pt x="569" y="43325"/>
                </a:lnTo>
                <a:lnTo>
                  <a:pt x="688" y="43415"/>
                </a:lnTo>
                <a:lnTo>
                  <a:pt x="808" y="43504"/>
                </a:lnTo>
                <a:lnTo>
                  <a:pt x="942" y="43579"/>
                </a:lnTo>
                <a:lnTo>
                  <a:pt x="1091" y="43654"/>
                </a:lnTo>
                <a:lnTo>
                  <a:pt x="1256" y="43729"/>
                </a:lnTo>
                <a:lnTo>
                  <a:pt x="1420" y="43788"/>
                </a:lnTo>
                <a:lnTo>
                  <a:pt x="1599" y="43833"/>
                </a:lnTo>
                <a:lnTo>
                  <a:pt x="1794" y="43878"/>
                </a:lnTo>
                <a:lnTo>
                  <a:pt x="2003" y="43923"/>
                </a:lnTo>
                <a:lnTo>
                  <a:pt x="2212" y="43953"/>
                </a:lnTo>
                <a:lnTo>
                  <a:pt x="2451" y="43983"/>
                </a:lnTo>
                <a:lnTo>
                  <a:pt x="2929" y="43997"/>
                </a:lnTo>
                <a:lnTo>
                  <a:pt x="3452" y="43997"/>
                </a:lnTo>
                <a:lnTo>
                  <a:pt x="4035" y="43953"/>
                </a:lnTo>
                <a:lnTo>
                  <a:pt x="4647" y="43863"/>
                </a:lnTo>
                <a:lnTo>
                  <a:pt x="5304" y="43744"/>
                </a:lnTo>
                <a:lnTo>
                  <a:pt x="5992" y="43594"/>
                </a:lnTo>
                <a:lnTo>
                  <a:pt x="6739" y="43400"/>
                </a:lnTo>
                <a:lnTo>
                  <a:pt x="7515" y="43161"/>
                </a:lnTo>
                <a:lnTo>
                  <a:pt x="7919" y="43026"/>
                </a:lnTo>
                <a:lnTo>
                  <a:pt x="8352" y="42922"/>
                </a:lnTo>
                <a:lnTo>
                  <a:pt x="8785" y="42817"/>
                </a:lnTo>
                <a:lnTo>
                  <a:pt x="9234" y="42713"/>
                </a:lnTo>
                <a:lnTo>
                  <a:pt x="9682" y="42638"/>
                </a:lnTo>
                <a:lnTo>
                  <a:pt x="10145" y="42563"/>
                </a:lnTo>
                <a:lnTo>
                  <a:pt x="11101" y="42414"/>
                </a:lnTo>
                <a:lnTo>
                  <a:pt x="12057" y="42309"/>
                </a:lnTo>
                <a:lnTo>
                  <a:pt x="13028" y="42205"/>
                </a:lnTo>
                <a:lnTo>
                  <a:pt x="14911" y="42025"/>
                </a:lnTo>
                <a:lnTo>
                  <a:pt x="15822" y="41936"/>
                </a:lnTo>
                <a:lnTo>
                  <a:pt x="16673" y="41831"/>
                </a:lnTo>
                <a:lnTo>
                  <a:pt x="17480" y="41712"/>
                </a:lnTo>
                <a:lnTo>
                  <a:pt x="17854" y="41637"/>
                </a:lnTo>
                <a:lnTo>
                  <a:pt x="18212" y="41562"/>
                </a:lnTo>
                <a:lnTo>
                  <a:pt x="18541" y="41488"/>
                </a:lnTo>
                <a:lnTo>
                  <a:pt x="18855" y="41398"/>
                </a:lnTo>
                <a:lnTo>
                  <a:pt x="19153" y="41293"/>
                </a:lnTo>
                <a:lnTo>
                  <a:pt x="19422" y="41189"/>
                </a:lnTo>
                <a:lnTo>
                  <a:pt x="19661" y="41069"/>
                </a:lnTo>
                <a:lnTo>
                  <a:pt x="19871" y="40935"/>
                </a:lnTo>
                <a:lnTo>
                  <a:pt x="20065" y="40785"/>
                </a:lnTo>
                <a:lnTo>
                  <a:pt x="20214" y="40636"/>
                </a:lnTo>
                <a:lnTo>
                  <a:pt x="20378" y="40427"/>
                </a:lnTo>
                <a:lnTo>
                  <a:pt x="20513" y="40158"/>
                </a:lnTo>
                <a:lnTo>
                  <a:pt x="20647" y="39859"/>
                </a:lnTo>
                <a:lnTo>
                  <a:pt x="20767" y="39516"/>
                </a:lnTo>
                <a:lnTo>
                  <a:pt x="20871" y="39142"/>
                </a:lnTo>
                <a:lnTo>
                  <a:pt x="20961" y="38709"/>
                </a:lnTo>
                <a:lnTo>
                  <a:pt x="21021" y="38246"/>
                </a:lnTo>
                <a:lnTo>
                  <a:pt x="21066" y="37738"/>
                </a:lnTo>
                <a:lnTo>
                  <a:pt x="21081" y="37200"/>
                </a:lnTo>
                <a:lnTo>
                  <a:pt x="21066" y="36602"/>
                </a:lnTo>
                <a:lnTo>
                  <a:pt x="21036" y="35990"/>
                </a:lnTo>
                <a:lnTo>
                  <a:pt x="20976" y="35318"/>
                </a:lnTo>
                <a:lnTo>
                  <a:pt x="20886" y="34615"/>
                </a:lnTo>
                <a:lnTo>
                  <a:pt x="20767" y="33883"/>
                </a:lnTo>
                <a:lnTo>
                  <a:pt x="20618" y="33092"/>
                </a:lnTo>
                <a:lnTo>
                  <a:pt x="20423" y="32285"/>
                </a:lnTo>
                <a:lnTo>
                  <a:pt x="20169" y="31254"/>
                </a:lnTo>
                <a:lnTo>
                  <a:pt x="19841" y="29924"/>
                </a:lnTo>
                <a:lnTo>
                  <a:pt x="19602" y="28909"/>
                </a:lnTo>
                <a:lnTo>
                  <a:pt x="19273" y="27549"/>
                </a:lnTo>
                <a:lnTo>
                  <a:pt x="19124" y="26877"/>
                </a:lnTo>
                <a:lnTo>
                  <a:pt x="19049" y="26518"/>
                </a:lnTo>
                <a:lnTo>
                  <a:pt x="18944" y="26055"/>
                </a:lnTo>
                <a:lnTo>
                  <a:pt x="18810" y="25383"/>
                </a:lnTo>
                <a:lnTo>
                  <a:pt x="18675" y="24740"/>
                </a:lnTo>
                <a:lnTo>
                  <a:pt x="18571" y="24128"/>
                </a:lnTo>
                <a:lnTo>
                  <a:pt x="18481" y="23530"/>
                </a:lnTo>
                <a:lnTo>
                  <a:pt x="18377" y="22753"/>
                </a:lnTo>
                <a:lnTo>
                  <a:pt x="18317" y="21977"/>
                </a:lnTo>
                <a:lnTo>
                  <a:pt x="18287" y="21185"/>
                </a:lnTo>
                <a:lnTo>
                  <a:pt x="18272" y="20408"/>
                </a:lnTo>
                <a:lnTo>
                  <a:pt x="18272" y="19616"/>
                </a:lnTo>
                <a:lnTo>
                  <a:pt x="18287" y="18809"/>
                </a:lnTo>
                <a:lnTo>
                  <a:pt x="18332" y="18018"/>
                </a:lnTo>
                <a:lnTo>
                  <a:pt x="18377" y="17226"/>
                </a:lnTo>
                <a:lnTo>
                  <a:pt x="18511" y="15269"/>
                </a:lnTo>
                <a:lnTo>
                  <a:pt x="18571" y="14298"/>
                </a:lnTo>
                <a:lnTo>
                  <a:pt x="18631" y="13342"/>
                </a:lnTo>
                <a:lnTo>
                  <a:pt x="18660" y="12415"/>
                </a:lnTo>
                <a:lnTo>
                  <a:pt x="18690" y="11519"/>
                </a:lnTo>
                <a:lnTo>
                  <a:pt x="18675" y="10638"/>
                </a:lnTo>
                <a:lnTo>
                  <a:pt x="18660" y="10204"/>
                </a:lnTo>
                <a:lnTo>
                  <a:pt x="18631" y="9786"/>
                </a:lnTo>
                <a:lnTo>
                  <a:pt x="18586" y="9353"/>
                </a:lnTo>
                <a:lnTo>
                  <a:pt x="18526" y="8919"/>
                </a:lnTo>
                <a:lnTo>
                  <a:pt x="18466" y="8516"/>
                </a:lnTo>
                <a:lnTo>
                  <a:pt x="18377" y="8113"/>
                </a:lnTo>
                <a:lnTo>
                  <a:pt x="18272" y="7709"/>
                </a:lnTo>
                <a:lnTo>
                  <a:pt x="18167" y="7336"/>
                </a:lnTo>
                <a:lnTo>
                  <a:pt x="18033" y="6962"/>
                </a:lnTo>
                <a:lnTo>
                  <a:pt x="17869" y="6604"/>
                </a:lnTo>
                <a:lnTo>
                  <a:pt x="17645" y="6171"/>
                </a:lnTo>
                <a:lnTo>
                  <a:pt x="17391" y="5737"/>
                </a:lnTo>
                <a:lnTo>
                  <a:pt x="17107" y="5319"/>
                </a:lnTo>
                <a:lnTo>
                  <a:pt x="16808" y="4916"/>
                </a:lnTo>
                <a:lnTo>
                  <a:pt x="16479" y="4512"/>
                </a:lnTo>
                <a:lnTo>
                  <a:pt x="16136" y="4139"/>
                </a:lnTo>
                <a:lnTo>
                  <a:pt x="15762" y="3765"/>
                </a:lnTo>
                <a:lnTo>
                  <a:pt x="15389" y="3407"/>
                </a:lnTo>
                <a:lnTo>
                  <a:pt x="15015" y="3063"/>
                </a:lnTo>
                <a:lnTo>
                  <a:pt x="14627" y="2735"/>
                </a:lnTo>
                <a:lnTo>
                  <a:pt x="14223" y="2421"/>
                </a:lnTo>
                <a:lnTo>
                  <a:pt x="13835" y="2137"/>
                </a:lnTo>
                <a:lnTo>
                  <a:pt x="13446" y="1853"/>
                </a:lnTo>
                <a:lnTo>
                  <a:pt x="13058" y="1584"/>
                </a:lnTo>
                <a:lnTo>
                  <a:pt x="12311" y="1106"/>
                </a:lnTo>
                <a:lnTo>
                  <a:pt x="12027" y="927"/>
                </a:lnTo>
                <a:lnTo>
                  <a:pt x="11743" y="777"/>
                </a:lnTo>
                <a:lnTo>
                  <a:pt x="11445" y="643"/>
                </a:lnTo>
                <a:lnTo>
                  <a:pt x="11146" y="509"/>
                </a:lnTo>
                <a:lnTo>
                  <a:pt x="10847" y="404"/>
                </a:lnTo>
                <a:lnTo>
                  <a:pt x="10533" y="299"/>
                </a:lnTo>
                <a:lnTo>
                  <a:pt x="10220" y="210"/>
                </a:lnTo>
                <a:lnTo>
                  <a:pt x="9906" y="150"/>
                </a:lnTo>
                <a:lnTo>
                  <a:pt x="9592" y="90"/>
                </a:lnTo>
                <a:lnTo>
                  <a:pt x="9263" y="45"/>
                </a:lnTo>
                <a:lnTo>
                  <a:pt x="8935" y="16"/>
                </a:lnTo>
                <a:lnTo>
                  <a:pt x="86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1"/>
          <p:cNvSpPr/>
          <p:nvPr/>
        </p:nvSpPr>
        <p:spPr>
          <a:xfrm>
            <a:off x="7515699" y="1585358"/>
            <a:ext cx="206446" cy="238033"/>
          </a:xfrm>
          <a:custGeom>
            <a:rect b="b" l="l" r="r" t="t"/>
            <a:pathLst>
              <a:path extrusionOk="0" h="8666" w="7516">
                <a:moveTo>
                  <a:pt x="5110" y="0"/>
                </a:moveTo>
                <a:lnTo>
                  <a:pt x="1" y="3392"/>
                </a:lnTo>
                <a:lnTo>
                  <a:pt x="314" y="4019"/>
                </a:lnTo>
                <a:lnTo>
                  <a:pt x="344" y="4094"/>
                </a:lnTo>
                <a:lnTo>
                  <a:pt x="359" y="4094"/>
                </a:lnTo>
                <a:lnTo>
                  <a:pt x="598" y="4557"/>
                </a:lnTo>
                <a:lnTo>
                  <a:pt x="897" y="5095"/>
                </a:lnTo>
                <a:lnTo>
                  <a:pt x="1151" y="5513"/>
                </a:lnTo>
                <a:lnTo>
                  <a:pt x="1390" y="5916"/>
                </a:lnTo>
                <a:lnTo>
                  <a:pt x="1853" y="6648"/>
                </a:lnTo>
                <a:lnTo>
                  <a:pt x="2107" y="7007"/>
                </a:lnTo>
                <a:lnTo>
                  <a:pt x="2361" y="7365"/>
                </a:lnTo>
                <a:lnTo>
                  <a:pt x="2630" y="7724"/>
                </a:lnTo>
                <a:lnTo>
                  <a:pt x="2899" y="8053"/>
                </a:lnTo>
                <a:lnTo>
                  <a:pt x="3168" y="8366"/>
                </a:lnTo>
                <a:lnTo>
                  <a:pt x="3437" y="8665"/>
                </a:lnTo>
                <a:lnTo>
                  <a:pt x="3825" y="8516"/>
                </a:lnTo>
                <a:lnTo>
                  <a:pt x="4199" y="8351"/>
                </a:lnTo>
                <a:lnTo>
                  <a:pt x="4557" y="8187"/>
                </a:lnTo>
                <a:lnTo>
                  <a:pt x="4901" y="8023"/>
                </a:lnTo>
                <a:lnTo>
                  <a:pt x="5229" y="7844"/>
                </a:lnTo>
                <a:lnTo>
                  <a:pt x="5528" y="7649"/>
                </a:lnTo>
                <a:lnTo>
                  <a:pt x="5812" y="7470"/>
                </a:lnTo>
                <a:lnTo>
                  <a:pt x="6081" y="7261"/>
                </a:lnTo>
                <a:lnTo>
                  <a:pt x="6335" y="7067"/>
                </a:lnTo>
                <a:lnTo>
                  <a:pt x="6559" y="6843"/>
                </a:lnTo>
                <a:lnTo>
                  <a:pt x="6768" y="6633"/>
                </a:lnTo>
                <a:lnTo>
                  <a:pt x="6962" y="6409"/>
                </a:lnTo>
                <a:lnTo>
                  <a:pt x="7127" y="6170"/>
                </a:lnTo>
                <a:lnTo>
                  <a:pt x="7276" y="5931"/>
                </a:lnTo>
                <a:lnTo>
                  <a:pt x="7411" y="5677"/>
                </a:lnTo>
                <a:lnTo>
                  <a:pt x="7515" y="5408"/>
                </a:lnTo>
                <a:lnTo>
                  <a:pt x="7411" y="5289"/>
                </a:lnTo>
                <a:lnTo>
                  <a:pt x="7142" y="4945"/>
                </a:lnTo>
                <a:lnTo>
                  <a:pt x="6768" y="4393"/>
                </a:lnTo>
                <a:lnTo>
                  <a:pt x="6559" y="4064"/>
                </a:lnTo>
                <a:lnTo>
                  <a:pt x="6350" y="3690"/>
                </a:lnTo>
                <a:lnTo>
                  <a:pt x="6126" y="3302"/>
                </a:lnTo>
                <a:lnTo>
                  <a:pt x="5917" y="2869"/>
                </a:lnTo>
                <a:lnTo>
                  <a:pt x="5708" y="2420"/>
                </a:lnTo>
                <a:lnTo>
                  <a:pt x="5528" y="1957"/>
                </a:lnTo>
                <a:lnTo>
                  <a:pt x="5364" y="1479"/>
                </a:lnTo>
                <a:lnTo>
                  <a:pt x="5304" y="1240"/>
                </a:lnTo>
                <a:lnTo>
                  <a:pt x="5244" y="986"/>
                </a:lnTo>
                <a:lnTo>
                  <a:pt x="5200" y="747"/>
                </a:lnTo>
                <a:lnTo>
                  <a:pt x="5155" y="493"/>
                </a:lnTo>
                <a:lnTo>
                  <a:pt x="5125" y="254"/>
                </a:lnTo>
                <a:lnTo>
                  <a:pt x="5110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1"/>
          <p:cNvSpPr/>
          <p:nvPr/>
        </p:nvSpPr>
        <p:spPr>
          <a:xfrm>
            <a:off x="7524323" y="1671932"/>
            <a:ext cx="49277" cy="75948"/>
          </a:xfrm>
          <a:custGeom>
            <a:rect b="b" l="l" r="r" t="t"/>
            <a:pathLst>
              <a:path extrusionOk="0" h="2765" w="1794">
                <a:moveTo>
                  <a:pt x="1793" y="1"/>
                </a:moveTo>
                <a:lnTo>
                  <a:pt x="0" y="867"/>
                </a:lnTo>
                <a:lnTo>
                  <a:pt x="30" y="942"/>
                </a:lnTo>
                <a:lnTo>
                  <a:pt x="45" y="942"/>
                </a:lnTo>
                <a:lnTo>
                  <a:pt x="284" y="1405"/>
                </a:lnTo>
                <a:lnTo>
                  <a:pt x="583" y="1943"/>
                </a:lnTo>
                <a:lnTo>
                  <a:pt x="837" y="2361"/>
                </a:lnTo>
                <a:lnTo>
                  <a:pt x="1076" y="2764"/>
                </a:lnTo>
                <a:lnTo>
                  <a:pt x="1181" y="2570"/>
                </a:lnTo>
                <a:lnTo>
                  <a:pt x="1270" y="2346"/>
                </a:lnTo>
                <a:lnTo>
                  <a:pt x="1345" y="2122"/>
                </a:lnTo>
                <a:lnTo>
                  <a:pt x="1420" y="1898"/>
                </a:lnTo>
                <a:lnTo>
                  <a:pt x="1539" y="1435"/>
                </a:lnTo>
                <a:lnTo>
                  <a:pt x="1629" y="1001"/>
                </a:lnTo>
                <a:lnTo>
                  <a:pt x="1703" y="613"/>
                </a:lnTo>
                <a:lnTo>
                  <a:pt x="1748" y="299"/>
                </a:lnTo>
                <a:lnTo>
                  <a:pt x="1793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31"/>
          <p:cNvSpPr/>
          <p:nvPr/>
        </p:nvSpPr>
        <p:spPr>
          <a:xfrm>
            <a:off x="7389736" y="1418333"/>
            <a:ext cx="335268" cy="314778"/>
          </a:xfrm>
          <a:custGeom>
            <a:rect b="b" l="l" r="r" t="t"/>
            <a:pathLst>
              <a:path extrusionOk="0" h="11460" w="12206">
                <a:moveTo>
                  <a:pt x="8665" y="1"/>
                </a:moveTo>
                <a:lnTo>
                  <a:pt x="8277" y="16"/>
                </a:lnTo>
                <a:lnTo>
                  <a:pt x="7873" y="46"/>
                </a:lnTo>
                <a:lnTo>
                  <a:pt x="7440" y="91"/>
                </a:lnTo>
                <a:lnTo>
                  <a:pt x="7007" y="150"/>
                </a:lnTo>
                <a:lnTo>
                  <a:pt x="6559" y="240"/>
                </a:lnTo>
                <a:lnTo>
                  <a:pt x="6110" y="330"/>
                </a:lnTo>
                <a:lnTo>
                  <a:pt x="5647" y="449"/>
                </a:lnTo>
                <a:lnTo>
                  <a:pt x="5199" y="554"/>
                </a:lnTo>
                <a:lnTo>
                  <a:pt x="4348" y="808"/>
                </a:lnTo>
                <a:lnTo>
                  <a:pt x="3541" y="1047"/>
                </a:lnTo>
                <a:lnTo>
                  <a:pt x="2854" y="1286"/>
                </a:lnTo>
                <a:lnTo>
                  <a:pt x="2704" y="1345"/>
                </a:lnTo>
                <a:lnTo>
                  <a:pt x="2555" y="1405"/>
                </a:lnTo>
                <a:lnTo>
                  <a:pt x="2420" y="1480"/>
                </a:lnTo>
                <a:lnTo>
                  <a:pt x="2286" y="1570"/>
                </a:lnTo>
                <a:lnTo>
                  <a:pt x="2151" y="1659"/>
                </a:lnTo>
                <a:lnTo>
                  <a:pt x="2032" y="1764"/>
                </a:lnTo>
                <a:lnTo>
                  <a:pt x="1912" y="1868"/>
                </a:lnTo>
                <a:lnTo>
                  <a:pt x="1808" y="1973"/>
                </a:lnTo>
                <a:lnTo>
                  <a:pt x="1703" y="2092"/>
                </a:lnTo>
                <a:lnTo>
                  <a:pt x="1614" y="2212"/>
                </a:lnTo>
                <a:lnTo>
                  <a:pt x="1524" y="2346"/>
                </a:lnTo>
                <a:lnTo>
                  <a:pt x="1449" y="2481"/>
                </a:lnTo>
                <a:lnTo>
                  <a:pt x="1375" y="2630"/>
                </a:lnTo>
                <a:lnTo>
                  <a:pt x="1315" y="2765"/>
                </a:lnTo>
                <a:lnTo>
                  <a:pt x="1255" y="2929"/>
                </a:lnTo>
                <a:lnTo>
                  <a:pt x="1210" y="3078"/>
                </a:lnTo>
                <a:lnTo>
                  <a:pt x="1151" y="3377"/>
                </a:lnTo>
                <a:lnTo>
                  <a:pt x="1091" y="3676"/>
                </a:lnTo>
                <a:lnTo>
                  <a:pt x="1046" y="3990"/>
                </a:lnTo>
                <a:lnTo>
                  <a:pt x="1001" y="4318"/>
                </a:lnTo>
                <a:lnTo>
                  <a:pt x="941" y="4991"/>
                </a:lnTo>
                <a:lnTo>
                  <a:pt x="897" y="5693"/>
                </a:lnTo>
                <a:lnTo>
                  <a:pt x="0" y="7262"/>
                </a:lnTo>
                <a:lnTo>
                  <a:pt x="0" y="7306"/>
                </a:lnTo>
                <a:lnTo>
                  <a:pt x="0" y="7336"/>
                </a:lnTo>
                <a:lnTo>
                  <a:pt x="15" y="7381"/>
                </a:lnTo>
                <a:lnTo>
                  <a:pt x="60" y="7411"/>
                </a:lnTo>
                <a:lnTo>
                  <a:pt x="164" y="7471"/>
                </a:lnTo>
                <a:lnTo>
                  <a:pt x="314" y="7530"/>
                </a:lnTo>
                <a:lnTo>
                  <a:pt x="478" y="7590"/>
                </a:lnTo>
                <a:lnTo>
                  <a:pt x="643" y="7635"/>
                </a:lnTo>
                <a:lnTo>
                  <a:pt x="941" y="7695"/>
                </a:lnTo>
                <a:lnTo>
                  <a:pt x="986" y="8128"/>
                </a:lnTo>
                <a:lnTo>
                  <a:pt x="1136" y="9353"/>
                </a:lnTo>
                <a:lnTo>
                  <a:pt x="1255" y="9936"/>
                </a:lnTo>
                <a:lnTo>
                  <a:pt x="1300" y="10145"/>
                </a:lnTo>
                <a:lnTo>
                  <a:pt x="1360" y="10339"/>
                </a:lnTo>
                <a:lnTo>
                  <a:pt x="1419" y="10518"/>
                </a:lnTo>
                <a:lnTo>
                  <a:pt x="1479" y="10683"/>
                </a:lnTo>
                <a:lnTo>
                  <a:pt x="1554" y="10832"/>
                </a:lnTo>
                <a:lnTo>
                  <a:pt x="1629" y="10967"/>
                </a:lnTo>
                <a:lnTo>
                  <a:pt x="1703" y="11071"/>
                </a:lnTo>
                <a:lnTo>
                  <a:pt x="1793" y="11176"/>
                </a:lnTo>
                <a:lnTo>
                  <a:pt x="1883" y="11250"/>
                </a:lnTo>
                <a:lnTo>
                  <a:pt x="1987" y="11325"/>
                </a:lnTo>
                <a:lnTo>
                  <a:pt x="2077" y="11385"/>
                </a:lnTo>
                <a:lnTo>
                  <a:pt x="2196" y="11415"/>
                </a:lnTo>
                <a:lnTo>
                  <a:pt x="2301" y="11445"/>
                </a:lnTo>
                <a:lnTo>
                  <a:pt x="2420" y="11460"/>
                </a:lnTo>
                <a:lnTo>
                  <a:pt x="2659" y="11460"/>
                </a:lnTo>
                <a:lnTo>
                  <a:pt x="2794" y="11430"/>
                </a:lnTo>
                <a:lnTo>
                  <a:pt x="2943" y="11385"/>
                </a:lnTo>
                <a:lnTo>
                  <a:pt x="3302" y="11265"/>
                </a:lnTo>
                <a:lnTo>
                  <a:pt x="3735" y="11086"/>
                </a:lnTo>
                <a:lnTo>
                  <a:pt x="4243" y="10862"/>
                </a:lnTo>
                <a:lnTo>
                  <a:pt x="4796" y="10578"/>
                </a:lnTo>
                <a:lnTo>
                  <a:pt x="5393" y="10264"/>
                </a:lnTo>
                <a:lnTo>
                  <a:pt x="6021" y="9921"/>
                </a:lnTo>
                <a:lnTo>
                  <a:pt x="6663" y="9532"/>
                </a:lnTo>
                <a:lnTo>
                  <a:pt x="7321" y="9144"/>
                </a:lnTo>
                <a:lnTo>
                  <a:pt x="7978" y="8726"/>
                </a:lnTo>
                <a:lnTo>
                  <a:pt x="8620" y="8292"/>
                </a:lnTo>
                <a:lnTo>
                  <a:pt x="9233" y="7859"/>
                </a:lnTo>
                <a:lnTo>
                  <a:pt x="9815" y="7426"/>
                </a:lnTo>
                <a:lnTo>
                  <a:pt x="10368" y="6993"/>
                </a:lnTo>
                <a:lnTo>
                  <a:pt x="10846" y="6574"/>
                </a:lnTo>
                <a:lnTo>
                  <a:pt x="11070" y="6365"/>
                </a:lnTo>
                <a:lnTo>
                  <a:pt x="11265" y="6171"/>
                </a:lnTo>
                <a:lnTo>
                  <a:pt x="11444" y="5977"/>
                </a:lnTo>
                <a:lnTo>
                  <a:pt x="11608" y="5768"/>
                </a:lnTo>
                <a:lnTo>
                  <a:pt x="11743" y="5543"/>
                </a:lnTo>
                <a:lnTo>
                  <a:pt x="11862" y="5334"/>
                </a:lnTo>
                <a:lnTo>
                  <a:pt x="11967" y="5095"/>
                </a:lnTo>
                <a:lnTo>
                  <a:pt x="12056" y="4871"/>
                </a:lnTo>
                <a:lnTo>
                  <a:pt x="12116" y="4632"/>
                </a:lnTo>
                <a:lnTo>
                  <a:pt x="12161" y="4408"/>
                </a:lnTo>
                <a:lnTo>
                  <a:pt x="12191" y="4169"/>
                </a:lnTo>
                <a:lnTo>
                  <a:pt x="12206" y="3930"/>
                </a:lnTo>
                <a:lnTo>
                  <a:pt x="12206" y="3691"/>
                </a:lnTo>
                <a:lnTo>
                  <a:pt x="12191" y="3452"/>
                </a:lnTo>
                <a:lnTo>
                  <a:pt x="12146" y="3213"/>
                </a:lnTo>
                <a:lnTo>
                  <a:pt x="12101" y="2974"/>
                </a:lnTo>
                <a:lnTo>
                  <a:pt x="12041" y="2750"/>
                </a:lnTo>
                <a:lnTo>
                  <a:pt x="11967" y="2511"/>
                </a:lnTo>
                <a:lnTo>
                  <a:pt x="11877" y="2287"/>
                </a:lnTo>
                <a:lnTo>
                  <a:pt x="11773" y="2077"/>
                </a:lnTo>
                <a:lnTo>
                  <a:pt x="11668" y="1868"/>
                </a:lnTo>
                <a:lnTo>
                  <a:pt x="11548" y="1659"/>
                </a:lnTo>
                <a:lnTo>
                  <a:pt x="11414" y="1465"/>
                </a:lnTo>
                <a:lnTo>
                  <a:pt x="11265" y="1271"/>
                </a:lnTo>
                <a:lnTo>
                  <a:pt x="11115" y="1091"/>
                </a:lnTo>
                <a:lnTo>
                  <a:pt x="10951" y="927"/>
                </a:lnTo>
                <a:lnTo>
                  <a:pt x="10772" y="778"/>
                </a:lnTo>
                <a:lnTo>
                  <a:pt x="10592" y="628"/>
                </a:lnTo>
                <a:lnTo>
                  <a:pt x="10398" y="509"/>
                </a:lnTo>
                <a:lnTo>
                  <a:pt x="10204" y="389"/>
                </a:lnTo>
                <a:lnTo>
                  <a:pt x="10010" y="285"/>
                </a:lnTo>
                <a:lnTo>
                  <a:pt x="9801" y="195"/>
                </a:lnTo>
                <a:lnTo>
                  <a:pt x="9576" y="120"/>
                </a:lnTo>
                <a:lnTo>
                  <a:pt x="9367" y="76"/>
                </a:lnTo>
                <a:lnTo>
                  <a:pt x="9024" y="31"/>
                </a:lnTo>
                <a:lnTo>
                  <a:pt x="8665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1"/>
          <p:cNvSpPr/>
          <p:nvPr/>
        </p:nvSpPr>
        <p:spPr>
          <a:xfrm>
            <a:off x="7425416" y="1645262"/>
            <a:ext cx="36559" cy="20546"/>
          </a:xfrm>
          <a:custGeom>
            <a:rect b="b" l="l" r="r" t="t"/>
            <a:pathLst>
              <a:path extrusionOk="0" h="748" w="1331">
                <a:moveTo>
                  <a:pt x="1181" y="0"/>
                </a:moveTo>
                <a:lnTo>
                  <a:pt x="1136" y="15"/>
                </a:lnTo>
                <a:lnTo>
                  <a:pt x="1091" y="60"/>
                </a:lnTo>
                <a:lnTo>
                  <a:pt x="1017" y="150"/>
                </a:lnTo>
                <a:lnTo>
                  <a:pt x="942" y="225"/>
                </a:lnTo>
                <a:lnTo>
                  <a:pt x="838" y="314"/>
                </a:lnTo>
                <a:lnTo>
                  <a:pt x="703" y="389"/>
                </a:lnTo>
                <a:lnTo>
                  <a:pt x="539" y="449"/>
                </a:lnTo>
                <a:lnTo>
                  <a:pt x="449" y="479"/>
                </a:lnTo>
                <a:lnTo>
                  <a:pt x="359" y="493"/>
                </a:lnTo>
                <a:lnTo>
                  <a:pt x="255" y="493"/>
                </a:lnTo>
                <a:lnTo>
                  <a:pt x="150" y="479"/>
                </a:lnTo>
                <a:lnTo>
                  <a:pt x="105" y="479"/>
                </a:lnTo>
                <a:lnTo>
                  <a:pt x="61" y="493"/>
                </a:lnTo>
                <a:lnTo>
                  <a:pt x="31" y="538"/>
                </a:lnTo>
                <a:lnTo>
                  <a:pt x="1" y="583"/>
                </a:lnTo>
                <a:lnTo>
                  <a:pt x="1" y="628"/>
                </a:lnTo>
                <a:lnTo>
                  <a:pt x="31" y="673"/>
                </a:lnTo>
                <a:lnTo>
                  <a:pt x="61" y="718"/>
                </a:lnTo>
                <a:lnTo>
                  <a:pt x="105" y="732"/>
                </a:lnTo>
                <a:lnTo>
                  <a:pt x="210" y="747"/>
                </a:lnTo>
                <a:lnTo>
                  <a:pt x="419" y="747"/>
                </a:lnTo>
                <a:lnTo>
                  <a:pt x="524" y="732"/>
                </a:lnTo>
                <a:lnTo>
                  <a:pt x="628" y="703"/>
                </a:lnTo>
                <a:lnTo>
                  <a:pt x="733" y="673"/>
                </a:lnTo>
                <a:lnTo>
                  <a:pt x="897" y="583"/>
                </a:lnTo>
                <a:lnTo>
                  <a:pt x="1032" y="479"/>
                </a:lnTo>
                <a:lnTo>
                  <a:pt x="1151" y="389"/>
                </a:lnTo>
                <a:lnTo>
                  <a:pt x="1241" y="299"/>
                </a:lnTo>
                <a:lnTo>
                  <a:pt x="1316" y="195"/>
                </a:lnTo>
                <a:lnTo>
                  <a:pt x="1331" y="150"/>
                </a:lnTo>
                <a:lnTo>
                  <a:pt x="1331" y="105"/>
                </a:lnTo>
                <a:lnTo>
                  <a:pt x="1316" y="60"/>
                </a:lnTo>
                <a:lnTo>
                  <a:pt x="1271" y="15"/>
                </a:lnTo>
                <a:lnTo>
                  <a:pt x="122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1"/>
          <p:cNvSpPr/>
          <p:nvPr/>
        </p:nvSpPr>
        <p:spPr>
          <a:xfrm>
            <a:off x="7459062" y="1598487"/>
            <a:ext cx="56665" cy="31615"/>
          </a:xfrm>
          <a:custGeom>
            <a:rect b="b" l="l" r="r" t="t"/>
            <a:pathLst>
              <a:path extrusionOk="0" h="1151" w="2063">
                <a:moveTo>
                  <a:pt x="1316" y="0"/>
                </a:moveTo>
                <a:lnTo>
                  <a:pt x="1121" y="15"/>
                </a:lnTo>
                <a:lnTo>
                  <a:pt x="912" y="60"/>
                </a:lnTo>
                <a:lnTo>
                  <a:pt x="703" y="120"/>
                </a:lnTo>
                <a:lnTo>
                  <a:pt x="524" y="195"/>
                </a:lnTo>
                <a:lnTo>
                  <a:pt x="360" y="284"/>
                </a:lnTo>
                <a:lnTo>
                  <a:pt x="225" y="374"/>
                </a:lnTo>
                <a:lnTo>
                  <a:pt x="120" y="478"/>
                </a:lnTo>
                <a:lnTo>
                  <a:pt x="46" y="598"/>
                </a:lnTo>
                <a:lnTo>
                  <a:pt x="16" y="643"/>
                </a:lnTo>
                <a:lnTo>
                  <a:pt x="1" y="703"/>
                </a:lnTo>
                <a:lnTo>
                  <a:pt x="1" y="762"/>
                </a:lnTo>
                <a:lnTo>
                  <a:pt x="16" y="807"/>
                </a:lnTo>
                <a:lnTo>
                  <a:pt x="31" y="867"/>
                </a:lnTo>
                <a:lnTo>
                  <a:pt x="61" y="912"/>
                </a:lnTo>
                <a:lnTo>
                  <a:pt x="91" y="956"/>
                </a:lnTo>
                <a:lnTo>
                  <a:pt x="135" y="1001"/>
                </a:lnTo>
                <a:lnTo>
                  <a:pt x="255" y="1061"/>
                </a:lnTo>
                <a:lnTo>
                  <a:pt x="389" y="1106"/>
                </a:lnTo>
                <a:lnTo>
                  <a:pt x="554" y="1136"/>
                </a:lnTo>
                <a:lnTo>
                  <a:pt x="748" y="1151"/>
                </a:lnTo>
                <a:lnTo>
                  <a:pt x="942" y="1136"/>
                </a:lnTo>
                <a:lnTo>
                  <a:pt x="1151" y="1091"/>
                </a:lnTo>
                <a:lnTo>
                  <a:pt x="1360" y="1046"/>
                </a:lnTo>
                <a:lnTo>
                  <a:pt x="1540" y="971"/>
                </a:lnTo>
                <a:lnTo>
                  <a:pt x="1704" y="882"/>
                </a:lnTo>
                <a:lnTo>
                  <a:pt x="1839" y="777"/>
                </a:lnTo>
                <a:lnTo>
                  <a:pt x="1943" y="673"/>
                </a:lnTo>
                <a:lnTo>
                  <a:pt x="2018" y="568"/>
                </a:lnTo>
                <a:lnTo>
                  <a:pt x="2033" y="508"/>
                </a:lnTo>
                <a:lnTo>
                  <a:pt x="2048" y="449"/>
                </a:lnTo>
                <a:lnTo>
                  <a:pt x="2063" y="404"/>
                </a:lnTo>
                <a:lnTo>
                  <a:pt x="2048" y="344"/>
                </a:lnTo>
                <a:lnTo>
                  <a:pt x="2033" y="284"/>
                </a:lnTo>
                <a:lnTo>
                  <a:pt x="2003" y="239"/>
                </a:lnTo>
                <a:lnTo>
                  <a:pt x="1973" y="195"/>
                </a:lnTo>
                <a:lnTo>
                  <a:pt x="1928" y="165"/>
                </a:lnTo>
                <a:lnTo>
                  <a:pt x="1809" y="90"/>
                </a:lnTo>
                <a:lnTo>
                  <a:pt x="1659" y="45"/>
                </a:lnTo>
                <a:lnTo>
                  <a:pt x="1495" y="15"/>
                </a:lnTo>
                <a:lnTo>
                  <a:pt x="131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31"/>
          <p:cNvSpPr/>
          <p:nvPr/>
        </p:nvSpPr>
        <p:spPr>
          <a:xfrm>
            <a:off x="7434452" y="1552123"/>
            <a:ext cx="13569" cy="23814"/>
          </a:xfrm>
          <a:custGeom>
            <a:rect b="b" l="l" r="r" t="t"/>
            <a:pathLst>
              <a:path extrusionOk="0" h="867" w="494">
                <a:moveTo>
                  <a:pt x="299" y="0"/>
                </a:moveTo>
                <a:lnTo>
                  <a:pt x="255" y="15"/>
                </a:lnTo>
                <a:lnTo>
                  <a:pt x="195" y="30"/>
                </a:lnTo>
                <a:lnTo>
                  <a:pt x="150" y="60"/>
                </a:lnTo>
                <a:lnTo>
                  <a:pt x="120" y="120"/>
                </a:lnTo>
                <a:lnTo>
                  <a:pt x="75" y="179"/>
                </a:lnTo>
                <a:lnTo>
                  <a:pt x="45" y="239"/>
                </a:lnTo>
                <a:lnTo>
                  <a:pt x="30" y="329"/>
                </a:lnTo>
                <a:lnTo>
                  <a:pt x="16" y="404"/>
                </a:lnTo>
                <a:lnTo>
                  <a:pt x="1" y="493"/>
                </a:lnTo>
                <a:lnTo>
                  <a:pt x="16" y="583"/>
                </a:lnTo>
                <a:lnTo>
                  <a:pt x="30" y="658"/>
                </a:lnTo>
                <a:lnTo>
                  <a:pt x="45" y="717"/>
                </a:lnTo>
                <a:lnTo>
                  <a:pt x="75" y="777"/>
                </a:lnTo>
                <a:lnTo>
                  <a:pt x="120" y="822"/>
                </a:lnTo>
                <a:lnTo>
                  <a:pt x="150" y="852"/>
                </a:lnTo>
                <a:lnTo>
                  <a:pt x="195" y="867"/>
                </a:lnTo>
                <a:lnTo>
                  <a:pt x="255" y="867"/>
                </a:lnTo>
                <a:lnTo>
                  <a:pt x="299" y="837"/>
                </a:lnTo>
                <a:lnTo>
                  <a:pt x="344" y="807"/>
                </a:lnTo>
                <a:lnTo>
                  <a:pt x="389" y="762"/>
                </a:lnTo>
                <a:lnTo>
                  <a:pt x="419" y="702"/>
                </a:lnTo>
                <a:lnTo>
                  <a:pt x="449" y="628"/>
                </a:lnTo>
                <a:lnTo>
                  <a:pt x="479" y="553"/>
                </a:lnTo>
                <a:lnTo>
                  <a:pt x="479" y="463"/>
                </a:lnTo>
                <a:lnTo>
                  <a:pt x="494" y="374"/>
                </a:lnTo>
                <a:lnTo>
                  <a:pt x="479" y="299"/>
                </a:lnTo>
                <a:lnTo>
                  <a:pt x="479" y="224"/>
                </a:lnTo>
                <a:lnTo>
                  <a:pt x="449" y="150"/>
                </a:lnTo>
                <a:lnTo>
                  <a:pt x="419" y="90"/>
                </a:lnTo>
                <a:lnTo>
                  <a:pt x="389" y="45"/>
                </a:lnTo>
                <a:lnTo>
                  <a:pt x="344" y="15"/>
                </a:lnTo>
                <a:lnTo>
                  <a:pt x="299" y="0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1"/>
          <p:cNvSpPr/>
          <p:nvPr/>
        </p:nvSpPr>
        <p:spPr>
          <a:xfrm>
            <a:off x="7427064" y="1522569"/>
            <a:ext cx="49277" cy="29582"/>
          </a:xfrm>
          <a:custGeom>
            <a:rect b="b" l="l" r="r" t="t"/>
            <a:pathLst>
              <a:path extrusionOk="0" h="1077" w="1794">
                <a:moveTo>
                  <a:pt x="464" y="1"/>
                </a:moveTo>
                <a:lnTo>
                  <a:pt x="314" y="15"/>
                </a:lnTo>
                <a:lnTo>
                  <a:pt x="165" y="60"/>
                </a:lnTo>
                <a:lnTo>
                  <a:pt x="90" y="90"/>
                </a:lnTo>
                <a:lnTo>
                  <a:pt x="31" y="150"/>
                </a:lnTo>
                <a:lnTo>
                  <a:pt x="1" y="225"/>
                </a:lnTo>
                <a:lnTo>
                  <a:pt x="16" y="299"/>
                </a:lnTo>
                <a:lnTo>
                  <a:pt x="45" y="374"/>
                </a:lnTo>
                <a:lnTo>
                  <a:pt x="105" y="434"/>
                </a:lnTo>
                <a:lnTo>
                  <a:pt x="180" y="464"/>
                </a:lnTo>
                <a:lnTo>
                  <a:pt x="270" y="449"/>
                </a:lnTo>
                <a:lnTo>
                  <a:pt x="404" y="419"/>
                </a:lnTo>
                <a:lnTo>
                  <a:pt x="643" y="419"/>
                </a:lnTo>
                <a:lnTo>
                  <a:pt x="763" y="449"/>
                </a:lnTo>
                <a:lnTo>
                  <a:pt x="852" y="479"/>
                </a:lnTo>
                <a:lnTo>
                  <a:pt x="957" y="523"/>
                </a:lnTo>
                <a:lnTo>
                  <a:pt x="1031" y="568"/>
                </a:lnTo>
                <a:lnTo>
                  <a:pt x="1106" y="628"/>
                </a:lnTo>
                <a:lnTo>
                  <a:pt x="1241" y="748"/>
                </a:lnTo>
                <a:lnTo>
                  <a:pt x="1330" y="852"/>
                </a:lnTo>
                <a:lnTo>
                  <a:pt x="1405" y="972"/>
                </a:lnTo>
                <a:lnTo>
                  <a:pt x="1450" y="1016"/>
                </a:lnTo>
                <a:lnTo>
                  <a:pt x="1495" y="1061"/>
                </a:lnTo>
                <a:lnTo>
                  <a:pt x="1539" y="1076"/>
                </a:lnTo>
                <a:lnTo>
                  <a:pt x="1644" y="1076"/>
                </a:lnTo>
                <a:lnTo>
                  <a:pt x="1689" y="1061"/>
                </a:lnTo>
                <a:lnTo>
                  <a:pt x="1749" y="1001"/>
                </a:lnTo>
                <a:lnTo>
                  <a:pt x="1793" y="942"/>
                </a:lnTo>
                <a:lnTo>
                  <a:pt x="1793" y="852"/>
                </a:lnTo>
                <a:lnTo>
                  <a:pt x="1778" y="777"/>
                </a:lnTo>
                <a:lnTo>
                  <a:pt x="1689" y="643"/>
                </a:lnTo>
                <a:lnTo>
                  <a:pt x="1554" y="479"/>
                </a:lnTo>
                <a:lnTo>
                  <a:pt x="1405" y="329"/>
                </a:lnTo>
                <a:lnTo>
                  <a:pt x="1315" y="269"/>
                </a:lnTo>
                <a:lnTo>
                  <a:pt x="1211" y="195"/>
                </a:lnTo>
                <a:lnTo>
                  <a:pt x="1106" y="135"/>
                </a:lnTo>
                <a:lnTo>
                  <a:pt x="987" y="90"/>
                </a:lnTo>
                <a:lnTo>
                  <a:pt x="867" y="45"/>
                </a:lnTo>
                <a:lnTo>
                  <a:pt x="748" y="15"/>
                </a:lnTo>
                <a:lnTo>
                  <a:pt x="598" y="1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1"/>
          <p:cNvSpPr/>
          <p:nvPr/>
        </p:nvSpPr>
        <p:spPr>
          <a:xfrm>
            <a:off x="7555498" y="1539818"/>
            <a:ext cx="33263" cy="51309"/>
          </a:xfrm>
          <a:custGeom>
            <a:rect b="b" l="l" r="r" t="t"/>
            <a:pathLst>
              <a:path extrusionOk="0" h="1868" w="1211">
                <a:moveTo>
                  <a:pt x="1032" y="0"/>
                </a:moveTo>
                <a:lnTo>
                  <a:pt x="987" y="30"/>
                </a:lnTo>
                <a:lnTo>
                  <a:pt x="837" y="149"/>
                </a:lnTo>
                <a:lnTo>
                  <a:pt x="703" y="284"/>
                </a:lnTo>
                <a:lnTo>
                  <a:pt x="539" y="463"/>
                </a:lnTo>
                <a:lnTo>
                  <a:pt x="374" y="702"/>
                </a:lnTo>
                <a:lnTo>
                  <a:pt x="300" y="837"/>
                </a:lnTo>
                <a:lnTo>
                  <a:pt x="225" y="986"/>
                </a:lnTo>
                <a:lnTo>
                  <a:pt x="150" y="1150"/>
                </a:lnTo>
                <a:lnTo>
                  <a:pt x="90" y="1330"/>
                </a:lnTo>
                <a:lnTo>
                  <a:pt x="46" y="1509"/>
                </a:lnTo>
                <a:lnTo>
                  <a:pt x="1" y="1703"/>
                </a:lnTo>
                <a:lnTo>
                  <a:pt x="1" y="1763"/>
                </a:lnTo>
                <a:lnTo>
                  <a:pt x="31" y="1808"/>
                </a:lnTo>
                <a:lnTo>
                  <a:pt x="75" y="1853"/>
                </a:lnTo>
                <a:lnTo>
                  <a:pt x="120" y="1867"/>
                </a:lnTo>
                <a:lnTo>
                  <a:pt x="150" y="1867"/>
                </a:lnTo>
                <a:lnTo>
                  <a:pt x="195" y="1853"/>
                </a:lnTo>
                <a:lnTo>
                  <a:pt x="240" y="1838"/>
                </a:lnTo>
                <a:lnTo>
                  <a:pt x="270" y="1793"/>
                </a:lnTo>
                <a:lnTo>
                  <a:pt x="285" y="1748"/>
                </a:lnTo>
                <a:lnTo>
                  <a:pt x="314" y="1569"/>
                </a:lnTo>
                <a:lnTo>
                  <a:pt x="359" y="1404"/>
                </a:lnTo>
                <a:lnTo>
                  <a:pt x="419" y="1255"/>
                </a:lnTo>
                <a:lnTo>
                  <a:pt x="479" y="1106"/>
                </a:lnTo>
                <a:lnTo>
                  <a:pt x="554" y="986"/>
                </a:lnTo>
                <a:lnTo>
                  <a:pt x="613" y="852"/>
                </a:lnTo>
                <a:lnTo>
                  <a:pt x="763" y="642"/>
                </a:lnTo>
                <a:lnTo>
                  <a:pt x="912" y="478"/>
                </a:lnTo>
                <a:lnTo>
                  <a:pt x="1032" y="359"/>
                </a:lnTo>
                <a:lnTo>
                  <a:pt x="1151" y="269"/>
                </a:lnTo>
                <a:lnTo>
                  <a:pt x="1181" y="224"/>
                </a:lnTo>
                <a:lnTo>
                  <a:pt x="1211" y="164"/>
                </a:lnTo>
                <a:lnTo>
                  <a:pt x="1211" y="120"/>
                </a:lnTo>
                <a:lnTo>
                  <a:pt x="1181" y="60"/>
                </a:lnTo>
                <a:lnTo>
                  <a:pt x="1136" y="30"/>
                </a:lnTo>
                <a:lnTo>
                  <a:pt x="1091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1"/>
          <p:cNvSpPr/>
          <p:nvPr/>
        </p:nvSpPr>
        <p:spPr>
          <a:xfrm>
            <a:off x="7564122" y="1559100"/>
            <a:ext cx="29170" cy="11921"/>
          </a:xfrm>
          <a:custGeom>
            <a:rect b="b" l="l" r="r" t="t"/>
            <a:pathLst>
              <a:path extrusionOk="0" h="434" w="1062">
                <a:moveTo>
                  <a:pt x="254" y="0"/>
                </a:moveTo>
                <a:lnTo>
                  <a:pt x="105" y="15"/>
                </a:lnTo>
                <a:lnTo>
                  <a:pt x="60" y="30"/>
                </a:lnTo>
                <a:lnTo>
                  <a:pt x="15" y="75"/>
                </a:lnTo>
                <a:lnTo>
                  <a:pt x="0" y="120"/>
                </a:lnTo>
                <a:lnTo>
                  <a:pt x="0" y="179"/>
                </a:lnTo>
                <a:lnTo>
                  <a:pt x="15" y="239"/>
                </a:lnTo>
                <a:lnTo>
                  <a:pt x="60" y="269"/>
                </a:lnTo>
                <a:lnTo>
                  <a:pt x="120" y="299"/>
                </a:lnTo>
                <a:lnTo>
                  <a:pt x="165" y="284"/>
                </a:lnTo>
                <a:lnTo>
                  <a:pt x="359" y="284"/>
                </a:lnTo>
                <a:lnTo>
                  <a:pt x="553" y="314"/>
                </a:lnTo>
                <a:lnTo>
                  <a:pt x="733" y="374"/>
                </a:lnTo>
                <a:lnTo>
                  <a:pt x="852" y="418"/>
                </a:lnTo>
                <a:lnTo>
                  <a:pt x="882" y="433"/>
                </a:lnTo>
                <a:lnTo>
                  <a:pt x="957" y="433"/>
                </a:lnTo>
                <a:lnTo>
                  <a:pt x="987" y="418"/>
                </a:lnTo>
                <a:lnTo>
                  <a:pt x="1016" y="389"/>
                </a:lnTo>
                <a:lnTo>
                  <a:pt x="1046" y="359"/>
                </a:lnTo>
                <a:lnTo>
                  <a:pt x="1061" y="299"/>
                </a:lnTo>
                <a:lnTo>
                  <a:pt x="1046" y="254"/>
                </a:lnTo>
                <a:lnTo>
                  <a:pt x="1016" y="194"/>
                </a:lnTo>
                <a:lnTo>
                  <a:pt x="972" y="164"/>
                </a:lnTo>
                <a:lnTo>
                  <a:pt x="882" y="135"/>
                </a:lnTo>
                <a:lnTo>
                  <a:pt x="673" y="60"/>
                </a:lnTo>
                <a:lnTo>
                  <a:pt x="538" y="15"/>
                </a:lnTo>
                <a:lnTo>
                  <a:pt x="40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1"/>
          <p:cNvSpPr/>
          <p:nvPr/>
        </p:nvSpPr>
        <p:spPr>
          <a:xfrm>
            <a:off x="7420911" y="1350628"/>
            <a:ext cx="382897" cy="381249"/>
          </a:xfrm>
          <a:custGeom>
            <a:rect b="b" l="l" r="r" t="t"/>
            <a:pathLst>
              <a:path extrusionOk="0" h="13880" w="13940">
                <a:moveTo>
                  <a:pt x="7829" y="1"/>
                </a:moveTo>
                <a:lnTo>
                  <a:pt x="7321" y="16"/>
                </a:lnTo>
                <a:lnTo>
                  <a:pt x="6783" y="61"/>
                </a:lnTo>
                <a:lnTo>
                  <a:pt x="6201" y="150"/>
                </a:lnTo>
                <a:lnTo>
                  <a:pt x="5603" y="270"/>
                </a:lnTo>
                <a:lnTo>
                  <a:pt x="4961" y="419"/>
                </a:lnTo>
                <a:lnTo>
                  <a:pt x="4348" y="613"/>
                </a:lnTo>
                <a:lnTo>
                  <a:pt x="3780" y="793"/>
                </a:lnTo>
                <a:lnTo>
                  <a:pt x="3257" y="972"/>
                </a:lnTo>
                <a:lnTo>
                  <a:pt x="2794" y="1166"/>
                </a:lnTo>
                <a:lnTo>
                  <a:pt x="2376" y="1360"/>
                </a:lnTo>
                <a:lnTo>
                  <a:pt x="2002" y="1555"/>
                </a:lnTo>
                <a:lnTo>
                  <a:pt x="1674" y="1749"/>
                </a:lnTo>
                <a:lnTo>
                  <a:pt x="1375" y="1943"/>
                </a:lnTo>
                <a:lnTo>
                  <a:pt x="1121" y="2137"/>
                </a:lnTo>
                <a:lnTo>
                  <a:pt x="897" y="2331"/>
                </a:lnTo>
                <a:lnTo>
                  <a:pt x="718" y="2526"/>
                </a:lnTo>
                <a:lnTo>
                  <a:pt x="553" y="2720"/>
                </a:lnTo>
                <a:lnTo>
                  <a:pt x="419" y="2899"/>
                </a:lnTo>
                <a:lnTo>
                  <a:pt x="314" y="3093"/>
                </a:lnTo>
                <a:lnTo>
                  <a:pt x="240" y="3273"/>
                </a:lnTo>
                <a:lnTo>
                  <a:pt x="165" y="3452"/>
                </a:lnTo>
                <a:lnTo>
                  <a:pt x="90" y="3751"/>
                </a:lnTo>
                <a:lnTo>
                  <a:pt x="30" y="4020"/>
                </a:lnTo>
                <a:lnTo>
                  <a:pt x="1" y="4259"/>
                </a:lnTo>
                <a:lnTo>
                  <a:pt x="1" y="4483"/>
                </a:lnTo>
                <a:lnTo>
                  <a:pt x="16" y="4677"/>
                </a:lnTo>
                <a:lnTo>
                  <a:pt x="75" y="4856"/>
                </a:lnTo>
                <a:lnTo>
                  <a:pt x="135" y="4991"/>
                </a:lnTo>
                <a:lnTo>
                  <a:pt x="225" y="5110"/>
                </a:lnTo>
                <a:lnTo>
                  <a:pt x="389" y="5260"/>
                </a:lnTo>
                <a:lnTo>
                  <a:pt x="568" y="5424"/>
                </a:lnTo>
                <a:lnTo>
                  <a:pt x="777" y="5573"/>
                </a:lnTo>
                <a:lnTo>
                  <a:pt x="987" y="5738"/>
                </a:lnTo>
                <a:lnTo>
                  <a:pt x="1226" y="5887"/>
                </a:lnTo>
                <a:lnTo>
                  <a:pt x="1465" y="6051"/>
                </a:lnTo>
                <a:lnTo>
                  <a:pt x="1719" y="6186"/>
                </a:lnTo>
                <a:lnTo>
                  <a:pt x="1988" y="6335"/>
                </a:lnTo>
                <a:lnTo>
                  <a:pt x="2256" y="6470"/>
                </a:lnTo>
                <a:lnTo>
                  <a:pt x="2540" y="6589"/>
                </a:lnTo>
                <a:lnTo>
                  <a:pt x="2824" y="6694"/>
                </a:lnTo>
                <a:lnTo>
                  <a:pt x="3108" y="6783"/>
                </a:lnTo>
                <a:lnTo>
                  <a:pt x="3392" y="6858"/>
                </a:lnTo>
                <a:lnTo>
                  <a:pt x="3676" y="6903"/>
                </a:lnTo>
                <a:lnTo>
                  <a:pt x="3960" y="6948"/>
                </a:lnTo>
                <a:lnTo>
                  <a:pt x="4228" y="6948"/>
                </a:lnTo>
                <a:lnTo>
                  <a:pt x="4288" y="6873"/>
                </a:lnTo>
                <a:lnTo>
                  <a:pt x="4423" y="6694"/>
                </a:lnTo>
                <a:lnTo>
                  <a:pt x="4527" y="6574"/>
                </a:lnTo>
                <a:lnTo>
                  <a:pt x="4662" y="6455"/>
                </a:lnTo>
                <a:lnTo>
                  <a:pt x="4796" y="6320"/>
                </a:lnTo>
                <a:lnTo>
                  <a:pt x="4961" y="6201"/>
                </a:lnTo>
                <a:lnTo>
                  <a:pt x="5140" y="6096"/>
                </a:lnTo>
                <a:lnTo>
                  <a:pt x="5334" y="6007"/>
                </a:lnTo>
                <a:lnTo>
                  <a:pt x="5543" y="5947"/>
                </a:lnTo>
                <a:lnTo>
                  <a:pt x="5663" y="5932"/>
                </a:lnTo>
                <a:lnTo>
                  <a:pt x="5767" y="5917"/>
                </a:lnTo>
                <a:lnTo>
                  <a:pt x="5887" y="5932"/>
                </a:lnTo>
                <a:lnTo>
                  <a:pt x="6006" y="5932"/>
                </a:lnTo>
                <a:lnTo>
                  <a:pt x="6126" y="5962"/>
                </a:lnTo>
                <a:lnTo>
                  <a:pt x="6260" y="6007"/>
                </a:lnTo>
                <a:lnTo>
                  <a:pt x="6380" y="6051"/>
                </a:lnTo>
                <a:lnTo>
                  <a:pt x="6514" y="6111"/>
                </a:lnTo>
                <a:lnTo>
                  <a:pt x="6649" y="6201"/>
                </a:lnTo>
                <a:lnTo>
                  <a:pt x="6783" y="6290"/>
                </a:lnTo>
                <a:lnTo>
                  <a:pt x="6903" y="6410"/>
                </a:lnTo>
                <a:lnTo>
                  <a:pt x="7022" y="6515"/>
                </a:lnTo>
                <a:lnTo>
                  <a:pt x="7112" y="6649"/>
                </a:lnTo>
                <a:lnTo>
                  <a:pt x="7172" y="6783"/>
                </a:lnTo>
                <a:lnTo>
                  <a:pt x="7231" y="6918"/>
                </a:lnTo>
                <a:lnTo>
                  <a:pt x="7276" y="7052"/>
                </a:lnTo>
                <a:lnTo>
                  <a:pt x="7291" y="7202"/>
                </a:lnTo>
                <a:lnTo>
                  <a:pt x="7306" y="7351"/>
                </a:lnTo>
                <a:lnTo>
                  <a:pt x="7291" y="7501"/>
                </a:lnTo>
                <a:lnTo>
                  <a:pt x="7276" y="7650"/>
                </a:lnTo>
                <a:lnTo>
                  <a:pt x="7246" y="7799"/>
                </a:lnTo>
                <a:lnTo>
                  <a:pt x="7201" y="7964"/>
                </a:lnTo>
                <a:lnTo>
                  <a:pt x="7142" y="8113"/>
                </a:lnTo>
                <a:lnTo>
                  <a:pt x="7082" y="8262"/>
                </a:lnTo>
                <a:lnTo>
                  <a:pt x="7007" y="8412"/>
                </a:lnTo>
                <a:lnTo>
                  <a:pt x="6918" y="8546"/>
                </a:lnTo>
                <a:lnTo>
                  <a:pt x="6828" y="8696"/>
                </a:lnTo>
                <a:lnTo>
                  <a:pt x="6723" y="8830"/>
                </a:lnTo>
                <a:lnTo>
                  <a:pt x="6604" y="8950"/>
                </a:lnTo>
                <a:lnTo>
                  <a:pt x="6499" y="9069"/>
                </a:lnTo>
                <a:lnTo>
                  <a:pt x="6365" y="9189"/>
                </a:lnTo>
                <a:lnTo>
                  <a:pt x="6245" y="9293"/>
                </a:lnTo>
                <a:lnTo>
                  <a:pt x="6111" y="9383"/>
                </a:lnTo>
                <a:lnTo>
                  <a:pt x="5976" y="9473"/>
                </a:lnTo>
                <a:lnTo>
                  <a:pt x="5827" y="9547"/>
                </a:lnTo>
                <a:lnTo>
                  <a:pt x="5693" y="9607"/>
                </a:lnTo>
                <a:lnTo>
                  <a:pt x="5543" y="9667"/>
                </a:lnTo>
                <a:lnTo>
                  <a:pt x="5394" y="9697"/>
                </a:lnTo>
                <a:lnTo>
                  <a:pt x="5244" y="9727"/>
                </a:lnTo>
                <a:lnTo>
                  <a:pt x="4946" y="9727"/>
                </a:lnTo>
                <a:lnTo>
                  <a:pt x="4811" y="9697"/>
                </a:lnTo>
                <a:lnTo>
                  <a:pt x="4781" y="9786"/>
                </a:lnTo>
                <a:lnTo>
                  <a:pt x="4736" y="10010"/>
                </a:lnTo>
                <a:lnTo>
                  <a:pt x="4721" y="10175"/>
                </a:lnTo>
                <a:lnTo>
                  <a:pt x="4707" y="10369"/>
                </a:lnTo>
                <a:lnTo>
                  <a:pt x="4707" y="10593"/>
                </a:lnTo>
                <a:lnTo>
                  <a:pt x="4707" y="10817"/>
                </a:lnTo>
                <a:lnTo>
                  <a:pt x="4736" y="11071"/>
                </a:lnTo>
                <a:lnTo>
                  <a:pt x="4781" y="11340"/>
                </a:lnTo>
                <a:lnTo>
                  <a:pt x="4841" y="11624"/>
                </a:lnTo>
                <a:lnTo>
                  <a:pt x="4931" y="11908"/>
                </a:lnTo>
                <a:lnTo>
                  <a:pt x="5065" y="12206"/>
                </a:lnTo>
                <a:lnTo>
                  <a:pt x="5214" y="12505"/>
                </a:lnTo>
                <a:lnTo>
                  <a:pt x="5409" y="12804"/>
                </a:lnTo>
                <a:lnTo>
                  <a:pt x="5528" y="12939"/>
                </a:lnTo>
                <a:lnTo>
                  <a:pt x="5648" y="13088"/>
                </a:lnTo>
                <a:lnTo>
                  <a:pt x="5991" y="13252"/>
                </a:lnTo>
                <a:lnTo>
                  <a:pt x="6350" y="13402"/>
                </a:lnTo>
                <a:lnTo>
                  <a:pt x="6694" y="13521"/>
                </a:lnTo>
                <a:lnTo>
                  <a:pt x="7052" y="13626"/>
                </a:lnTo>
                <a:lnTo>
                  <a:pt x="7411" y="13715"/>
                </a:lnTo>
                <a:lnTo>
                  <a:pt x="7754" y="13775"/>
                </a:lnTo>
                <a:lnTo>
                  <a:pt x="8113" y="13820"/>
                </a:lnTo>
                <a:lnTo>
                  <a:pt x="8471" y="13865"/>
                </a:lnTo>
                <a:lnTo>
                  <a:pt x="8815" y="13880"/>
                </a:lnTo>
                <a:lnTo>
                  <a:pt x="9502" y="13880"/>
                </a:lnTo>
                <a:lnTo>
                  <a:pt x="9846" y="13865"/>
                </a:lnTo>
                <a:lnTo>
                  <a:pt x="10174" y="13835"/>
                </a:lnTo>
                <a:lnTo>
                  <a:pt x="10488" y="13790"/>
                </a:lnTo>
                <a:lnTo>
                  <a:pt x="11101" y="13700"/>
                </a:lnTo>
                <a:lnTo>
                  <a:pt x="11668" y="13581"/>
                </a:lnTo>
                <a:lnTo>
                  <a:pt x="12191" y="13446"/>
                </a:lnTo>
                <a:lnTo>
                  <a:pt x="12654" y="13312"/>
                </a:lnTo>
                <a:lnTo>
                  <a:pt x="13058" y="13178"/>
                </a:lnTo>
                <a:lnTo>
                  <a:pt x="13372" y="13058"/>
                </a:lnTo>
                <a:lnTo>
                  <a:pt x="13611" y="12968"/>
                </a:lnTo>
                <a:lnTo>
                  <a:pt x="13820" y="12879"/>
                </a:lnTo>
                <a:lnTo>
                  <a:pt x="13879" y="12341"/>
                </a:lnTo>
                <a:lnTo>
                  <a:pt x="13909" y="11803"/>
                </a:lnTo>
                <a:lnTo>
                  <a:pt x="13939" y="11280"/>
                </a:lnTo>
                <a:lnTo>
                  <a:pt x="13939" y="10772"/>
                </a:lnTo>
                <a:lnTo>
                  <a:pt x="13939" y="10264"/>
                </a:lnTo>
                <a:lnTo>
                  <a:pt x="13909" y="9801"/>
                </a:lnTo>
                <a:lnTo>
                  <a:pt x="13879" y="9353"/>
                </a:lnTo>
                <a:lnTo>
                  <a:pt x="13850" y="8935"/>
                </a:lnTo>
                <a:lnTo>
                  <a:pt x="13760" y="8188"/>
                </a:lnTo>
                <a:lnTo>
                  <a:pt x="13670" y="7620"/>
                </a:lnTo>
                <a:lnTo>
                  <a:pt x="13611" y="7232"/>
                </a:lnTo>
                <a:lnTo>
                  <a:pt x="13566" y="7052"/>
                </a:lnTo>
                <a:lnTo>
                  <a:pt x="13491" y="6365"/>
                </a:lnTo>
                <a:lnTo>
                  <a:pt x="13372" y="5663"/>
                </a:lnTo>
                <a:lnTo>
                  <a:pt x="13312" y="5304"/>
                </a:lnTo>
                <a:lnTo>
                  <a:pt x="13222" y="4961"/>
                </a:lnTo>
                <a:lnTo>
                  <a:pt x="13147" y="4602"/>
                </a:lnTo>
                <a:lnTo>
                  <a:pt x="13043" y="4244"/>
                </a:lnTo>
                <a:lnTo>
                  <a:pt x="12923" y="3900"/>
                </a:lnTo>
                <a:lnTo>
                  <a:pt x="12804" y="3556"/>
                </a:lnTo>
                <a:lnTo>
                  <a:pt x="12669" y="3213"/>
                </a:lnTo>
                <a:lnTo>
                  <a:pt x="12520" y="2884"/>
                </a:lnTo>
                <a:lnTo>
                  <a:pt x="12341" y="2570"/>
                </a:lnTo>
                <a:lnTo>
                  <a:pt x="12161" y="2257"/>
                </a:lnTo>
                <a:lnTo>
                  <a:pt x="11952" y="1973"/>
                </a:lnTo>
                <a:lnTo>
                  <a:pt x="11728" y="1689"/>
                </a:lnTo>
                <a:lnTo>
                  <a:pt x="11489" y="1420"/>
                </a:lnTo>
                <a:lnTo>
                  <a:pt x="11235" y="1181"/>
                </a:lnTo>
                <a:lnTo>
                  <a:pt x="10951" y="942"/>
                </a:lnTo>
                <a:lnTo>
                  <a:pt x="10653" y="748"/>
                </a:lnTo>
                <a:lnTo>
                  <a:pt x="10324" y="554"/>
                </a:lnTo>
                <a:lnTo>
                  <a:pt x="9965" y="404"/>
                </a:lnTo>
                <a:lnTo>
                  <a:pt x="9592" y="255"/>
                </a:lnTo>
                <a:lnTo>
                  <a:pt x="9188" y="150"/>
                </a:lnTo>
                <a:lnTo>
                  <a:pt x="8770" y="76"/>
                </a:lnTo>
                <a:lnTo>
                  <a:pt x="8307" y="16"/>
                </a:lnTo>
                <a:lnTo>
                  <a:pt x="782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1"/>
          <p:cNvSpPr/>
          <p:nvPr/>
        </p:nvSpPr>
        <p:spPr>
          <a:xfrm>
            <a:off x="7546901" y="1451183"/>
            <a:ext cx="361527" cy="400531"/>
          </a:xfrm>
          <a:custGeom>
            <a:rect b="b" l="l" r="r" t="t"/>
            <a:pathLst>
              <a:path extrusionOk="0" h="14582" w="13162">
                <a:moveTo>
                  <a:pt x="8262" y="0"/>
                </a:moveTo>
                <a:lnTo>
                  <a:pt x="8157" y="254"/>
                </a:lnTo>
                <a:lnTo>
                  <a:pt x="8023" y="553"/>
                </a:lnTo>
                <a:lnTo>
                  <a:pt x="7843" y="941"/>
                </a:lnTo>
                <a:lnTo>
                  <a:pt x="7589" y="1389"/>
                </a:lnTo>
                <a:lnTo>
                  <a:pt x="7276" y="1897"/>
                </a:lnTo>
                <a:lnTo>
                  <a:pt x="7096" y="2166"/>
                </a:lnTo>
                <a:lnTo>
                  <a:pt x="6902" y="2450"/>
                </a:lnTo>
                <a:lnTo>
                  <a:pt x="6693" y="2719"/>
                </a:lnTo>
                <a:lnTo>
                  <a:pt x="6469" y="3003"/>
                </a:lnTo>
                <a:lnTo>
                  <a:pt x="6215" y="3287"/>
                </a:lnTo>
                <a:lnTo>
                  <a:pt x="5946" y="3571"/>
                </a:lnTo>
                <a:lnTo>
                  <a:pt x="5677" y="3840"/>
                </a:lnTo>
                <a:lnTo>
                  <a:pt x="5363" y="4108"/>
                </a:lnTo>
                <a:lnTo>
                  <a:pt x="5050" y="4377"/>
                </a:lnTo>
                <a:lnTo>
                  <a:pt x="4706" y="4631"/>
                </a:lnTo>
                <a:lnTo>
                  <a:pt x="4347" y="4855"/>
                </a:lnTo>
                <a:lnTo>
                  <a:pt x="3974" y="5080"/>
                </a:lnTo>
                <a:lnTo>
                  <a:pt x="3586" y="5289"/>
                </a:lnTo>
                <a:lnTo>
                  <a:pt x="3167" y="5468"/>
                </a:lnTo>
                <a:lnTo>
                  <a:pt x="2719" y="5632"/>
                </a:lnTo>
                <a:lnTo>
                  <a:pt x="2271" y="5767"/>
                </a:lnTo>
                <a:lnTo>
                  <a:pt x="1793" y="5886"/>
                </a:lnTo>
                <a:lnTo>
                  <a:pt x="1285" y="5961"/>
                </a:lnTo>
                <a:lnTo>
                  <a:pt x="762" y="6021"/>
                </a:lnTo>
                <a:lnTo>
                  <a:pt x="224" y="6036"/>
                </a:lnTo>
                <a:lnTo>
                  <a:pt x="179" y="6155"/>
                </a:lnTo>
                <a:lnTo>
                  <a:pt x="105" y="6499"/>
                </a:lnTo>
                <a:lnTo>
                  <a:pt x="60" y="6723"/>
                </a:lnTo>
                <a:lnTo>
                  <a:pt x="30" y="6992"/>
                </a:lnTo>
                <a:lnTo>
                  <a:pt x="0" y="7291"/>
                </a:lnTo>
                <a:lnTo>
                  <a:pt x="0" y="7604"/>
                </a:lnTo>
                <a:lnTo>
                  <a:pt x="15" y="7933"/>
                </a:lnTo>
                <a:lnTo>
                  <a:pt x="75" y="8292"/>
                </a:lnTo>
                <a:lnTo>
                  <a:pt x="105" y="8456"/>
                </a:lnTo>
                <a:lnTo>
                  <a:pt x="149" y="8635"/>
                </a:lnTo>
                <a:lnTo>
                  <a:pt x="209" y="8814"/>
                </a:lnTo>
                <a:lnTo>
                  <a:pt x="269" y="8994"/>
                </a:lnTo>
                <a:lnTo>
                  <a:pt x="344" y="9158"/>
                </a:lnTo>
                <a:lnTo>
                  <a:pt x="433" y="9337"/>
                </a:lnTo>
                <a:lnTo>
                  <a:pt x="538" y="9502"/>
                </a:lnTo>
                <a:lnTo>
                  <a:pt x="657" y="9666"/>
                </a:lnTo>
                <a:lnTo>
                  <a:pt x="792" y="9830"/>
                </a:lnTo>
                <a:lnTo>
                  <a:pt x="926" y="9980"/>
                </a:lnTo>
                <a:lnTo>
                  <a:pt x="1091" y="10129"/>
                </a:lnTo>
                <a:lnTo>
                  <a:pt x="1270" y="10264"/>
                </a:lnTo>
                <a:lnTo>
                  <a:pt x="1927" y="10757"/>
                </a:lnTo>
                <a:lnTo>
                  <a:pt x="2540" y="11190"/>
                </a:lnTo>
                <a:lnTo>
                  <a:pt x="2824" y="11414"/>
                </a:lnTo>
                <a:lnTo>
                  <a:pt x="3078" y="11638"/>
                </a:lnTo>
                <a:lnTo>
                  <a:pt x="3332" y="11862"/>
                </a:lnTo>
                <a:lnTo>
                  <a:pt x="3541" y="12086"/>
                </a:lnTo>
                <a:lnTo>
                  <a:pt x="3750" y="12325"/>
                </a:lnTo>
                <a:lnTo>
                  <a:pt x="3914" y="12579"/>
                </a:lnTo>
                <a:lnTo>
                  <a:pt x="4064" y="12848"/>
                </a:lnTo>
                <a:lnTo>
                  <a:pt x="4183" y="13147"/>
                </a:lnTo>
                <a:lnTo>
                  <a:pt x="4243" y="13296"/>
                </a:lnTo>
                <a:lnTo>
                  <a:pt x="4273" y="13461"/>
                </a:lnTo>
                <a:lnTo>
                  <a:pt x="4318" y="13625"/>
                </a:lnTo>
                <a:lnTo>
                  <a:pt x="4333" y="13804"/>
                </a:lnTo>
                <a:lnTo>
                  <a:pt x="4347" y="13983"/>
                </a:lnTo>
                <a:lnTo>
                  <a:pt x="4362" y="14178"/>
                </a:lnTo>
                <a:lnTo>
                  <a:pt x="4347" y="14581"/>
                </a:lnTo>
                <a:lnTo>
                  <a:pt x="4347" y="14581"/>
                </a:lnTo>
                <a:lnTo>
                  <a:pt x="5020" y="14521"/>
                </a:lnTo>
                <a:lnTo>
                  <a:pt x="5662" y="14432"/>
                </a:lnTo>
                <a:lnTo>
                  <a:pt x="6319" y="14327"/>
                </a:lnTo>
                <a:lnTo>
                  <a:pt x="6947" y="14193"/>
                </a:lnTo>
                <a:lnTo>
                  <a:pt x="7574" y="14043"/>
                </a:lnTo>
                <a:lnTo>
                  <a:pt x="8187" y="13894"/>
                </a:lnTo>
                <a:lnTo>
                  <a:pt x="8770" y="13715"/>
                </a:lnTo>
                <a:lnTo>
                  <a:pt x="9352" y="13520"/>
                </a:lnTo>
                <a:lnTo>
                  <a:pt x="9905" y="13311"/>
                </a:lnTo>
                <a:lnTo>
                  <a:pt x="10443" y="13072"/>
                </a:lnTo>
                <a:lnTo>
                  <a:pt x="10966" y="12833"/>
                </a:lnTo>
                <a:lnTo>
                  <a:pt x="11459" y="12579"/>
                </a:lnTo>
                <a:lnTo>
                  <a:pt x="11922" y="12310"/>
                </a:lnTo>
                <a:lnTo>
                  <a:pt x="12370" y="12026"/>
                </a:lnTo>
                <a:lnTo>
                  <a:pt x="12773" y="11743"/>
                </a:lnTo>
                <a:lnTo>
                  <a:pt x="13162" y="11429"/>
                </a:lnTo>
                <a:lnTo>
                  <a:pt x="13132" y="11339"/>
                </a:lnTo>
                <a:lnTo>
                  <a:pt x="13072" y="11235"/>
                </a:lnTo>
                <a:lnTo>
                  <a:pt x="12923" y="11025"/>
                </a:lnTo>
                <a:lnTo>
                  <a:pt x="12729" y="10771"/>
                </a:lnTo>
                <a:lnTo>
                  <a:pt x="12490" y="10473"/>
                </a:lnTo>
                <a:lnTo>
                  <a:pt x="11892" y="9771"/>
                </a:lnTo>
                <a:lnTo>
                  <a:pt x="11563" y="9352"/>
                </a:lnTo>
                <a:lnTo>
                  <a:pt x="11220" y="8874"/>
                </a:lnTo>
                <a:lnTo>
                  <a:pt x="10981" y="8516"/>
                </a:lnTo>
                <a:lnTo>
                  <a:pt x="10771" y="8172"/>
                </a:lnTo>
                <a:lnTo>
                  <a:pt x="10562" y="7798"/>
                </a:lnTo>
                <a:lnTo>
                  <a:pt x="10368" y="7440"/>
                </a:lnTo>
                <a:lnTo>
                  <a:pt x="10174" y="7066"/>
                </a:lnTo>
                <a:lnTo>
                  <a:pt x="9995" y="6693"/>
                </a:lnTo>
                <a:lnTo>
                  <a:pt x="9830" y="6319"/>
                </a:lnTo>
                <a:lnTo>
                  <a:pt x="9681" y="5946"/>
                </a:lnTo>
                <a:lnTo>
                  <a:pt x="9412" y="5199"/>
                </a:lnTo>
                <a:lnTo>
                  <a:pt x="9173" y="4452"/>
                </a:lnTo>
                <a:lnTo>
                  <a:pt x="8964" y="3750"/>
                </a:lnTo>
                <a:lnTo>
                  <a:pt x="8785" y="3063"/>
                </a:lnTo>
                <a:lnTo>
                  <a:pt x="8650" y="2420"/>
                </a:lnTo>
                <a:lnTo>
                  <a:pt x="8531" y="1838"/>
                </a:lnTo>
                <a:lnTo>
                  <a:pt x="8441" y="1315"/>
                </a:lnTo>
                <a:lnTo>
                  <a:pt x="8366" y="867"/>
                </a:lnTo>
                <a:lnTo>
                  <a:pt x="8277" y="224"/>
                </a:lnTo>
                <a:lnTo>
                  <a:pt x="8262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1"/>
          <p:cNvSpPr/>
          <p:nvPr/>
        </p:nvSpPr>
        <p:spPr>
          <a:xfrm>
            <a:off x="7549757" y="1601755"/>
            <a:ext cx="25050" cy="25078"/>
          </a:xfrm>
          <a:custGeom>
            <a:rect b="b" l="l" r="r" t="t"/>
            <a:pathLst>
              <a:path extrusionOk="0" h="913" w="912">
                <a:moveTo>
                  <a:pt x="449" y="1"/>
                </a:moveTo>
                <a:lnTo>
                  <a:pt x="359" y="16"/>
                </a:lnTo>
                <a:lnTo>
                  <a:pt x="284" y="31"/>
                </a:lnTo>
                <a:lnTo>
                  <a:pt x="195" y="76"/>
                </a:lnTo>
                <a:lnTo>
                  <a:pt x="135" y="135"/>
                </a:lnTo>
                <a:lnTo>
                  <a:pt x="75" y="210"/>
                </a:lnTo>
                <a:lnTo>
                  <a:pt x="30" y="285"/>
                </a:lnTo>
                <a:lnTo>
                  <a:pt x="1" y="359"/>
                </a:lnTo>
                <a:lnTo>
                  <a:pt x="1" y="464"/>
                </a:lnTo>
                <a:lnTo>
                  <a:pt x="1" y="554"/>
                </a:lnTo>
                <a:lnTo>
                  <a:pt x="30" y="643"/>
                </a:lnTo>
                <a:lnTo>
                  <a:pt x="75" y="718"/>
                </a:lnTo>
                <a:lnTo>
                  <a:pt x="135" y="778"/>
                </a:lnTo>
                <a:lnTo>
                  <a:pt x="195" y="837"/>
                </a:lnTo>
                <a:lnTo>
                  <a:pt x="284" y="882"/>
                </a:lnTo>
                <a:lnTo>
                  <a:pt x="359" y="912"/>
                </a:lnTo>
                <a:lnTo>
                  <a:pt x="553" y="912"/>
                </a:lnTo>
                <a:lnTo>
                  <a:pt x="628" y="882"/>
                </a:lnTo>
                <a:lnTo>
                  <a:pt x="718" y="837"/>
                </a:lnTo>
                <a:lnTo>
                  <a:pt x="777" y="778"/>
                </a:lnTo>
                <a:lnTo>
                  <a:pt x="837" y="718"/>
                </a:lnTo>
                <a:lnTo>
                  <a:pt x="882" y="643"/>
                </a:lnTo>
                <a:lnTo>
                  <a:pt x="912" y="554"/>
                </a:lnTo>
                <a:lnTo>
                  <a:pt x="912" y="464"/>
                </a:lnTo>
                <a:lnTo>
                  <a:pt x="912" y="359"/>
                </a:lnTo>
                <a:lnTo>
                  <a:pt x="882" y="285"/>
                </a:lnTo>
                <a:lnTo>
                  <a:pt x="837" y="210"/>
                </a:lnTo>
                <a:lnTo>
                  <a:pt x="777" y="135"/>
                </a:lnTo>
                <a:lnTo>
                  <a:pt x="718" y="76"/>
                </a:lnTo>
                <a:lnTo>
                  <a:pt x="628" y="31"/>
                </a:lnTo>
                <a:lnTo>
                  <a:pt x="553" y="16"/>
                </a:lnTo>
                <a:lnTo>
                  <a:pt x="4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31"/>
          <p:cNvSpPr/>
          <p:nvPr/>
        </p:nvSpPr>
        <p:spPr>
          <a:xfrm>
            <a:off x="7223536" y="1825388"/>
            <a:ext cx="750989" cy="741952"/>
          </a:xfrm>
          <a:custGeom>
            <a:rect b="b" l="l" r="r" t="t"/>
            <a:pathLst>
              <a:path extrusionOk="0" h="27012" w="27341">
                <a:moveTo>
                  <a:pt x="21140" y="1"/>
                </a:moveTo>
                <a:lnTo>
                  <a:pt x="20811" y="61"/>
                </a:lnTo>
                <a:lnTo>
                  <a:pt x="20483" y="135"/>
                </a:lnTo>
                <a:lnTo>
                  <a:pt x="20154" y="255"/>
                </a:lnTo>
                <a:lnTo>
                  <a:pt x="19840" y="404"/>
                </a:lnTo>
                <a:lnTo>
                  <a:pt x="19557" y="569"/>
                </a:lnTo>
                <a:lnTo>
                  <a:pt x="19288" y="778"/>
                </a:lnTo>
                <a:lnTo>
                  <a:pt x="19034" y="1002"/>
                </a:lnTo>
                <a:lnTo>
                  <a:pt x="18810" y="1241"/>
                </a:lnTo>
                <a:lnTo>
                  <a:pt x="18615" y="1510"/>
                </a:lnTo>
                <a:lnTo>
                  <a:pt x="18451" y="1779"/>
                </a:lnTo>
                <a:lnTo>
                  <a:pt x="18317" y="2078"/>
                </a:lnTo>
                <a:lnTo>
                  <a:pt x="18197" y="2391"/>
                </a:lnTo>
                <a:lnTo>
                  <a:pt x="18122" y="2705"/>
                </a:lnTo>
                <a:lnTo>
                  <a:pt x="18063" y="3019"/>
                </a:lnTo>
                <a:lnTo>
                  <a:pt x="18048" y="3347"/>
                </a:lnTo>
                <a:lnTo>
                  <a:pt x="18063" y="3691"/>
                </a:lnTo>
                <a:lnTo>
                  <a:pt x="18107" y="4020"/>
                </a:lnTo>
                <a:lnTo>
                  <a:pt x="18182" y="4348"/>
                </a:lnTo>
                <a:lnTo>
                  <a:pt x="18302" y="4677"/>
                </a:lnTo>
                <a:lnTo>
                  <a:pt x="18346" y="4782"/>
                </a:lnTo>
                <a:lnTo>
                  <a:pt x="18436" y="4991"/>
                </a:lnTo>
                <a:lnTo>
                  <a:pt x="18526" y="5245"/>
                </a:lnTo>
                <a:lnTo>
                  <a:pt x="18735" y="5783"/>
                </a:lnTo>
                <a:lnTo>
                  <a:pt x="18929" y="6335"/>
                </a:lnTo>
                <a:lnTo>
                  <a:pt x="19108" y="6903"/>
                </a:lnTo>
                <a:lnTo>
                  <a:pt x="19273" y="7471"/>
                </a:lnTo>
                <a:lnTo>
                  <a:pt x="19437" y="8038"/>
                </a:lnTo>
                <a:lnTo>
                  <a:pt x="19601" y="8606"/>
                </a:lnTo>
                <a:lnTo>
                  <a:pt x="19736" y="9174"/>
                </a:lnTo>
                <a:lnTo>
                  <a:pt x="19870" y="9741"/>
                </a:lnTo>
                <a:lnTo>
                  <a:pt x="19990" y="10324"/>
                </a:lnTo>
                <a:lnTo>
                  <a:pt x="20109" y="10892"/>
                </a:lnTo>
                <a:lnTo>
                  <a:pt x="20199" y="11474"/>
                </a:lnTo>
                <a:lnTo>
                  <a:pt x="20289" y="12042"/>
                </a:lnTo>
                <a:lnTo>
                  <a:pt x="20363" y="12625"/>
                </a:lnTo>
                <a:lnTo>
                  <a:pt x="20423" y="13193"/>
                </a:lnTo>
                <a:lnTo>
                  <a:pt x="20483" y="13760"/>
                </a:lnTo>
                <a:lnTo>
                  <a:pt x="20513" y="14328"/>
                </a:lnTo>
                <a:lnTo>
                  <a:pt x="20543" y="14896"/>
                </a:lnTo>
                <a:lnTo>
                  <a:pt x="20543" y="15448"/>
                </a:lnTo>
                <a:lnTo>
                  <a:pt x="20528" y="16001"/>
                </a:lnTo>
                <a:lnTo>
                  <a:pt x="20513" y="16554"/>
                </a:lnTo>
                <a:lnTo>
                  <a:pt x="20468" y="17107"/>
                </a:lnTo>
                <a:lnTo>
                  <a:pt x="20408" y="17644"/>
                </a:lnTo>
                <a:lnTo>
                  <a:pt x="20348" y="18167"/>
                </a:lnTo>
                <a:lnTo>
                  <a:pt x="20259" y="18660"/>
                </a:lnTo>
                <a:lnTo>
                  <a:pt x="20154" y="19138"/>
                </a:lnTo>
                <a:lnTo>
                  <a:pt x="20035" y="19617"/>
                </a:lnTo>
                <a:lnTo>
                  <a:pt x="19900" y="20080"/>
                </a:lnTo>
                <a:lnTo>
                  <a:pt x="19870" y="20199"/>
                </a:lnTo>
                <a:lnTo>
                  <a:pt x="19766" y="20513"/>
                </a:lnTo>
                <a:lnTo>
                  <a:pt x="19766" y="20528"/>
                </a:lnTo>
                <a:lnTo>
                  <a:pt x="16867" y="20916"/>
                </a:lnTo>
                <a:lnTo>
                  <a:pt x="14343" y="21230"/>
                </a:lnTo>
                <a:lnTo>
                  <a:pt x="11833" y="21559"/>
                </a:lnTo>
                <a:lnTo>
                  <a:pt x="9323" y="21857"/>
                </a:lnTo>
                <a:lnTo>
                  <a:pt x="6813" y="22156"/>
                </a:lnTo>
                <a:lnTo>
                  <a:pt x="4303" y="22425"/>
                </a:lnTo>
                <a:lnTo>
                  <a:pt x="1793" y="22679"/>
                </a:lnTo>
                <a:lnTo>
                  <a:pt x="1614" y="22709"/>
                </a:lnTo>
                <a:lnTo>
                  <a:pt x="1435" y="22754"/>
                </a:lnTo>
                <a:lnTo>
                  <a:pt x="1270" y="22814"/>
                </a:lnTo>
                <a:lnTo>
                  <a:pt x="1106" y="22873"/>
                </a:lnTo>
                <a:lnTo>
                  <a:pt x="957" y="22963"/>
                </a:lnTo>
                <a:lnTo>
                  <a:pt x="822" y="23053"/>
                </a:lnTo>
                <a:lnTo>
                  <a:pt x="688" y="23157"/>
                </a:lnTo>
                <a:lnTo>
                  <a:pt x="553" y="23277"/>
                </a:lnTo>
                <a:lnTo>
                  <a:pt x="449" y="23411"/>
                </a:lnTo>
                <a:lnTo>
                  <a:pt x="344" y="23546"/>
                </a:lnTo>
                <a:lnTo>
                  <a:pt x="255" y="23695"/>
                </a:lnTo>
                <a:lnTo>
                  <a:pt x="180" y="23859"/>
                </a:lnTo>
                <a:lnTo>
                  <a:pt x="105" y="24024"/>
                </a:lnTo>
                <a:lnTo>
                  <a:pt x="60" y="24188"/>
                </a:lnTo>
                <a:lnTo>
                  <a:pt x="30" y="24367"/>
                </a:lnTo>
                <a:lnTo>
                  <a:pt x="16" y="24547"/>
                </a:lnTo>
                <a:lnTo>
                  <a:pt x="1" y="24920"/>
                </a:lnTo>
                <a:lnTo>
                  <a:pt x="1" y="25219"/>
                </a:lnTo>
                <a:lnTo>
                  <a:pt x="30" y="25473"/>
                </a:lnTo>
                <a:lnTo>
                  <a:pt x="45" y="25562"/>
                </a:lnTo>
                <a:lnTo>
                  <a:pt x="75" y="25652"/>
                </a:lnTo>
                <a:lnTo>
                  <a:pt x="105" y="25727"/>
                </a:lnTo>
                <a:lnTo>
                  <a:pt x="150" y="25801"/>
                </a:lnTo>
                <a:lnTo>
                  <a:pt x="195" y="25846"/>
                </a:lnTo>
                <a:lnTo>
                  <a:pt x="255" y="25891"/>
                </a:lnTo>
                <a:lnTo>
                  <a:pt x="314" y="25936"/>
                </a:lnTo>
                <a:lnTo>
                  <a:pt x="389" y="25966"/>
                </a:lnTo>
                <a:lnTo>
                  <a:pt x="568" y="26011"/>
                </a:lnTo>
                <a:lnTo>
                  <a:pt x="1211" y="26041"/>
                </a:lnTo>
                <a:lnTo>
                  <a:pt x="1898" y="26085"/>
                </a:lnTo>
                <a:lnTo>
                  <a:pt x="3332" y="26205"/>
                </a:lnTo>
                <a:lnTo>
                  <a:pt x="4826" y="26339"/>
                </a:lnTo>
                <a:lnTo>
                  <a:pt x="6350" y="26489"/>
                </a:lnTo>
                <a:lnTo>
                  <a:pt x="7874" y="26638"/>
                </a:lnTo>
                <a:lnTo>
                  <a:pt x="9353" y="26758"/>
                </a:lnTo>
                <a:lnTo>
                  <a:pt x="10787" y="26847"/>
                </a:lnTo>
                <a:lnTo>
                  <a:pt x="11459" y="26877"/>
                </a:lnTo>
                <a:lnTo>
                  <a:pt x="12117" y="26907"/>
                </a:lnTo>
                <a:lnTo>
                  <a:pt x="14671" y="26937"/>
                </a:lnTo>
                <a:lnTo>
                  <a:pt x="17226" y="26967"/>
                </a:lnTo>
                <a:lnTo>
                  <a:pt x="19781" y="26997"/>
                </a:lnTo>
                <a:lnTo>
                  <a:pt x="22335" y="27012"/>
                </a:lnTo>
                <a:lnTo>
                  <a:pt x="22530" y="26997"/>
                </a:lnTo>
                <a:lnTo>
                  <a:pt x="22724" y="26982"/>
                </a:lnTo>
                <a:lnTo>
                  <a:pt x="22918" y="26952"/>
                </a:lnTo>
                <a:lnTo>
                  <a:pt x="23097" y="26907"/>
                </a:lnTo>
                <a:lnTo>
                  <a:pt x="23291" y="26847"/>
                </a:lnTo>
                <a:lnTo>
                  <a:pt x="23471" y="26787"/>
                </a:lnTo>
                <a:lnTo>
                  <a:pt x="23650" y="26713"/>
                </a:lnTo>
                <a:lnTo>
                  <a:pt x="23814" y="26623"/>
                </a:lnTo>
                <a:lnTo>
                  <a:pt x="23979" y="26519"/>
                </a:lnTo>
                <a:lnTo>
                  <a:pt x="24143" y="26399"/>
                </a:lnTo>
                <a:lnTo>
                  <a:pt x="24292" y="26280"/>
                </a:lnTo>
                <a:lnTo>
                  <a:pt x="24442" y="26145"/>
                </a:lnTo>
                <a:lnTo>
                  <a:pt x="24576" y="25996"/>
                </a:lnTo>
                <a:lnTo>
                  <a:pt x="24711" y="25846"/>
                </a:lnTo>
                <a:lnTo>
                  <a:pt x="24830" y="25682"/>
                </a:lnTo>
                <a:lnTo>
                  <a:pt x="24935" y="25503"/>
                </a:lnTo>
                <a:lnTo>
                  <a:pt x="25099" y="25219"/>
                </a:lnTo>
                <a:lnTo>
                  <a:pt x="25458" y="24487"/>
                </a:lnTo>
                <a:lnTo>
                  <a:pt x="25637" y="24113"/>
                </a:lnTo>
                <a:lnTo>
                  <a:pt x="25786" y="23755"/>
                </a:lnTo>
                <a:lnTo>
                  <a:pt x="26085" y="23008"/>
                </a:lnTo>
                <a:lnTo>
                  <a:pt x="26220" y="22634"/>
                </a:lnTo>
                <a:lnTo>
                  <a:pt x="26339" y="22246"/>
                </a:lnTo>
                <a:lnTo>
                  <a:pt x="26563" y="21499"/>
                </a:lnTo>
                <a:lnTo>
                  <a:pt x="26757" y="20737"/>
                </a:lnTo>
                <a:lnTo>
                  <a:pt x="26922" y="19975"/>
                </a:lnTo>
                <a:lnTo>
                  <a:pt x="27056" y="19213"/>
                </a:lnTo>
                <a:lnTo>
                  <a:pt x="27161" y="18451"/>
                </a:lnTo>
                <a:lnTo>
                  <a:pt x="27236" y="17704"/>
                </a:lnTo>
                <a:lnTo>
                  <a:pt x="27295" y="16957"/>
                </a:lnTo>
                <a:lnTo>
                  <a:pt x="27325" y="16195"/>
                </a:lnTo>
                <a:lnTo>
                  <a:pt x="27340" y="15463"/>
                </a:lnTo>
                <a:lnTo>
                  <a:pt x="27325" y="14716"/>
                </a:lnTo>
                <a:lnTo>
                  <a:pt x="27295" y="13984"/>
                </a:lnTo>
                <a:lnTo>
                  <a:pt x="27250" y="13252"/>
                </a:lnTo>
                <a:lnTo>
                  <a:pt x="27191" y="12535"/>
                </a:lnTo>
                <a:lnTo>
                  <a:pt x="27116" y="11803"/>
                </a:lnTo>
                <a:lnTo>
                  <a:pt x="27011" y="11086"/>
                </a:lnTo>
                <a:lnTo>
                  <a:pt x="26907" y="10384"/>
                </a:lnTo>
                <a:lnTo>
                  <a:pt x="26787" y="9682"/>
                </a:lnTo>
                <a:lnTo>
                  <a:pt x="26653" y="8980"/>
                </a:lnTo>
                <a:lnTo>
                  <a:pt x="26503" y="8277"/>
                </a:lnTo>
                <a:lnTo>
                  <a:pt x="26339" y="7590"/>
                </a:lnTo>
                <a:lnTo>
                  <a:pt x="26175" y="6888"/>
                </a:lnTo>
                <a:lnTo>
                  <a:pt x="25981" y="6216"/>
                </a:lnTo>
                <a:lnTo>
                  <a:pt x="25786" y="5529"/>
                </a:lnTo>
                <a:lnTo>
                  <a:pt x="25577" y="4856"/>
                </a:lnTo>
                <a:lnTo>
                  <a:pt x="25353" y="4169"/>
                </a:lnTo>
                <a:lnTo>
                  <a:pt x="25129" y="3497"/>
                </a:lnTo>
                <a:lnTo>
                  <a:pt x="24875" y="2810"/>
                </a:lnTo>
                <a:lnTo>
                  <a:pt x="24741" y="2466"/>
                </a:lnTo>
                <a:lnTo>
                  <a:pt x="24666" y="2287"/>
                </a:lnTo>
                <a:lnTo>
                  <a:pt x="24576" y="2078"/>
                </a:lnTo>
                <a:lnTo>
                  <a:pt x="24427" y="1764"/>
                </a:lnTo>
                <a:lnTo>
                  <a:pt x="24248" y="1480"/>
                </a:lnTo>
                <a:lnTo>
                  <a:pt x="24053" y="1211"/>
                </a:lnTo>
                <a:lnTo>
                  <a:pt x="23829" y="972"/>
                </a:lnTo>
                <a:lnTo>
                  <a:pt x="23575" y="748"/>
                </a:lnTo>
                <a:lnTo>
                  <a:pt x="23321" y="554"/>
                </a:lnTo>
                <a:lnTo>
                  <a:pt x="23037" y="389"/>
                </a:lnTo>
                <a:lnTo>
                  <a:pt x="22739" y="255"/>
                </a:lnTo>
                <a:lnTo>
                  <a:pt x="22440" y="150"/>
                </a:lnTo>
                <a:lnTo>
                  <a:pt x="22126" y="61"/>
                </a:lnTo>
                <a:lnTo>
                  <a:pt x="21798" y="16"/>
                </a:lnTo>
                <a:lnTo>
                  <a:pt x="214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31"/>
          <p:cNvSpPr/>
          <p:nvPr/>
        </p:nvSpPr>
        <p:spPr>
          <a:xfrm>
            <a:off x="6732761" y="2029740"/>
            <a:ext cx="681221" cy="451016"/>
          </a:xfrm>
          <a:custGeom>
            <a:rect b="b" l="l" r="r" t="t"/>
            <a:pathLst>
              <a:path extrusionOk="0" h="16420" w="24801">
                <a:moveTo>
                  <a:pt x="1" y="1"/>
                </a:moveTo>
                <a:lnTo>
                  <a:pt x="6320" y="16419"/>
                </a:lnTo>
                <a:lnTo>
                  <a:pt x="24801" y="16419"/>
                </a:lnTo>
                <a:lnTo>
                  <a:pt x="24801" y="14761"/>
                </a:lnTo>
                <a:lnTo>
                  <a:pt x="7366" y="14761"/>
                </a:lnTo>
                <a:lnTo>
                  <a:pt x="165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1"/>
          <p:cNvSpPr/>
          <p:nvPr/>
        </p:nvSpPr>
        <p:spPr>
          <a:xfrm>
            <a:off x="7089361" y="2432702"/>
            <a:ext cx="261408" cy="111628"/>
          </a:xfrm>
          <a:custGeom>
            <a:rect b="b" l="l" r="r" t="t"/>
            <a:pathLst>
              <a:path extrusionOk="0" h="4064" w="9517">
                <a:moveTo>
                  <a:pt x="8232" y="0"/>
                </a:moveTo>
                <a:lnTo>
                  <a:pt x="8157" y="30"/>
                </a:lnTo>
                <a:lnTo>
                  <a:pt x="8113" y="75"/>
                </a:lnTo>
                <a:lnTo>
                  <a:pt x="8068" y="135"/>
                </a:lnTo>
                <a:lnTo>
                  <a:pt x="8053" y="225"/>
                </a:lnTo>
                <a:lnTo>
                  <a:pt x="8038" y="314"/>
                </a:lnTo>
                <a:lnTo>
                  <a:pt x="8053" y="419"/>
                </a:lnTo>
                <a:lnTo>
                  <a:pt x="8083" y="882"/>
                </a:lnTo>
                <a:lnTo>
                  <a:pt x="8083" y="1001"/>
                </a:lnTo>
                <a:lnTo>
                  <a:pt x="8083" y="1106"/>
                </a:lnTo>
                <a:lnTo>
                  <a:pt x="8068" y="1196"/>
                </a:lnTo>
                <a:lnTo>
                  <a:pt x="8038" y="1270"/>
                </a:lnTo>
                <a:lnTo>
                  <a:pt x="8008" y="1300"/>
                </a:lnTo>
                <a:lnTo>
                  <a:pt x="7963" y="1330"/>
                </a:lnTo>
                <a:lnTo>
                  <a:pt x="7859" y="1390"/>
                </a:lnTo>
                <a:lnTo>
                  <a:pt x="7694" y="1435"/>
                </a:lnTo>
                <a:lnTo>
                  <a:pt x="7485" y="1494"/>
                </a:lnTo>
                <a:lnTo>
                  <a:pt x="7246" y="1539"/>
                </a:lnTo>
                <a:lnTo>
                  <a:pt x="6977" y="1569"/>
                </a:lnTo>
                <a:lnTo>
                  <a:pt x="6365" y="1629"/>
                </a:lnTo>
                <a:lnTo>
                  <a:pt x="5692" y="1659"/>
                </a:lnTo>
                <a:lnTo>
                  <a:pt x="5005" y="1659"/>
                </a:lnTo>
                <a:lnTo>
                  <a:pt x="4318" y="1644"/>
                </a:lnTo>
                <a:lnTo>
                  <a:pt x="3705" y="1599"/>
                </a:lnTo>
                <a:lnTo>
                  <a:pt x="3063" y="1539"/>
                </a:lnTo>
                <a:lnTo>
                  <a:pt x="2421" y="1524"/>
                </a:lnTo>
                <a:lnTo>
                  <a:pt x="1808" y="1524"/>
                </a:lnTo>
                <a:lnTo>
                  <a:pt x="1240" y="1539"/>
                </a:lnTo>
                <a:lnTo>
                  <a:pt x="927" y="1554"/>
                </a:lnTo>
                <a:lnTo>
                  <a:pt x="404" y="1584"/>
                </a:lnTo>
                <a:lnTo>
                  <a:pt x="344" y="1584"/>
                </a:lnTo>
                <a:lnTo>
                  <a:pt x="284" y="1614"/>
                </a:lnTo>
                <a:lnTo>
                  <a:pt x="180" y="1659"/>
                </a:lnTo>
                <a:lnTo>
                  <a:pt x="105" y="1733"/>
                </a:lnTo>
                <a:lnTo>
                  <a:pt x="45" y="1823"/>
                </a:lnTo>
                <a:lnTo>
                  <a:pt x="15" y="1883"/>
                </a:lnTo>
                <a:lnTo>
                  <a:pt x="0" y="1957"/>
                </a:lnTo>
                <a:lnTo>
                  <a:pt x="0" y="2017"/>
                </a:lnTo>
                <a:lnTo>
                  <a:pt x="0" y="2092"/>
                </a:lnTo>
                <a:lnTo>
                  <a:pt x="15" y="2152"/>
                </a:lnTo>
                <a:lnTo>
                  <a:pt x="45" y="2226"/>
                </a:lnTo>
                <a:lnTo>
                  <a:pt x="90" y="2286"/>
                </a:lnTo>
                <a:lnTo>
                  <a:pt x="150" y="2346"/>
                </a:lnTo>
                <a:lnTo>
                  <a:pt x="284" y="2450"/>
                </a:lnTo>
                <a:lnTo>
                  <a:pt x="449" y="2585"/>
                </a:lnTo>
                <a:lnTo>
                  <a:pt x="628" y="2704"/>
                </a:lnTo>
                <a:lnTo>
                  <a:pt x="837" y="2839"/>
                </a:lnTo>
                <a:lnTo>
                  <a:pt x="1300" y="3108"/>
                </a:lnTo>
                <a:lnTo>
                  <a:pt x="1569" y="3242"/>
                </a:lnTo>
                <a:lnTo>
                  <a:pt x="1838" y="3377"/>
                </a:lnTo>
                <a:lnTo>
                  <a:pt x="2137" y="3496"/>
                </a:lnTo>
                <a:lnTo>
                  <a:pt x="2436" y="3616"/>
                </a:lnTo>
                <a:lnTo>
                  <a:pt x="2764" y="3735"/>
                </a:lnTo>
                <a:lnTo>
                  <a:pt x="3093" y="3825"/>
                </a:lnTo>
                <a:lnTo>
                  <a:pt x="3436" y="3915"/>
                </a:lnTo>
                <a:lnTo>
                  <a:pt x="3810" y="3989"/>
                </a:lnTo>
                <a:lnTo>
                  <a:pt x="4169" y="4034"/>
                </a:lnTo>
                <a:lnTo>
                  <a:pt x="4557" y="4064"/>
                </a:lnTo>
                <a:lnTo>
                  <a:pt x="4945" y="4064"/>
                </a:lnTo>
                <a:lnTo>
                  <a:pt x="5334" y="4049"/>
                </a:lnTo>
                <a:lnTo>
                  <a:pt x="5737" y="4004"/>
                </a:lnTo>
                <a:lnTo>
                  <a:pt x="6155" y="3915"/>
                </a:lnTo>
                <a:lnTo>
                  <a:pt x="6544" y="3810"/>
                </a:lnTo>
                <a:lnTo>
                  <a:pt x="6917" y="3676"/>
                </a:lnTo>
                <a:lnTo>
                  <a:pt x="7276" y="3526"/>
                </a:lnTo>
                <a:lnTo>
                  <a:pt x="7605" y="3362"/>
                </a:lnTo>
                <a:lnTo>
                  <a:pt x="7903" y="3183"/>
                </a:lnTo>
                <a:lnTo>
                  <a:pt x="8172" y="3003"/>
                </a:lnTo>
                <a:lnTo>
                  <a:pt x="8426" y="2809"/>
                </a:lnTo>
                <a:lnTo>
                  <a:pt x="8650" y="2630"/>
                </a:lnTo>
                <a:lnTo>
                  <a:pt x="8860" y="2450"/>
                </a:lnTo>
                <a:lnTo>
                  <a:pt x="9024" y="2286"/>
                </a:lnTo>
                <a:lnTo>
                  <a:pt x="9293" y="2002"/>
                </a:lnTo>
                <a:lnTo>
                  <a:pt x="9457" y="1793"/>
                </a:lnTo>
                <a:lnTo>
                  <a:pt x="9517" y="1718"/>
                </a:lnTo>
                <a:lnTo>
                  <a:pt x="9472" y="1509"/>
                </a:lnTo>
                <a:lnTo>
                  <a:pt x="9397" y="1270"/>
                </a:lnTo>
                <a:lnTo>
                  <a:pt x="9293" y="1001"/>
                </a:lnTo>
                <a:lnTo>
                  <a:pt x="9233" y="852"/>
                </a:lnTo>
                <a:lnTo>
                  <a:pt x="9158" y="703"/>
                </a:lnTo>
                <a:lnTo>
                  <a:pt x="9069" y="568"/>
                </a:lnTo>
                <a:lnTo>
                  <a:pt x="8964" y="434"/>
                </a:lnTo>
                <a:lnTo>
                  <a:pt x="8860" y="314"/>
                </a:lnTo>
                <a:lnTo>
                  <a:pt x="8725" y="195"/>
                </a:lnTo>
                <a:lnTo>
                  <a:pt x="8591" y="105"/>
                </a:lnTo>
                <a:lnTo>
                  <a:pt x="8441" y="45"/>
                </a:lnTo>
                <a:lnTo>
                  <a:pt x="8322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31"/>
          <p:cNvSpPr/>
          <p:nvPr/>
        </p:nvSpPr>
        <p:spPr>
          <a:xfrm>
            <a:off x="7090597" y="2478242"/>
            <a:ext cx="66911" cy="39828"/>
          </a:xfrm>
          <a:custGeom>
            <a:rect b="b" l="l" r="r" t="t"/>
            <a:pathLst>
              <a:path extrusionOk="0" h="1450" w="2436">
                <a:moveTo>
                  <a:pt x="135" y="1"/>
                </a:moveTo>
                <a:lnTo>
                  <a:pt x="60" y="75"/>
                </a:lnTo>
                <a:lnTo>
                  <a:pt x="0" y="165"/>
                </a:lnTo>
                <a:lnTo>
                  <a:pt x="135" y="285"/>
                </a:lnTo>
                <a:lnTo>
                  <a:pt x="299" y="434"/>
                </a:lnTo>
                <a:lnTo>
                  <a:pt x="508" y="598"/>
                </a:lnTo>
                <a:lnTo>
                  <a:pt x="762" y="763"/>
                </a:lnTo>
                <a:lnTo>
                  <a:pt x="1076" y="942"/>
                </a:lnTo>
                <a:lnTo>
                  <a:pt x="1419" y="1106"/>
                </a:lnTo>
                <a:lnTo>
                  <a:pt x="1838" y="1286"/>
                </a:lnTo>
                <a:lnTo>
                  <a:pt x="2301" y="1450"/>
                </a:lnTo>
                <a:lnTo>
                  <a:pt x="2361" y="1450"/>
                </a:lnTo>
                <a:lnTo>
                  <a:pt x="2391" y="1435"/>
                </a:lnTo>
                <a:lnTo>
                  <a:pt x="2405" y="1405"/>
                </a:lnTo>
                <a:lnTo>
                  <a:pt x="2420" y="1375"/>
                </a:lnTo>
                <a:lnTo>
                  <a:pt x="2435" y="1345"/>
                </a:lnTo>
                <a:lnTo>
                  <a:pt x="2420" y="1300"/>
                </a:lnTo>
                <a:lnTo>
                  <a:pt x="2391" y="1271"/>
                </a:lnTo>
                <a:lnTo>
                  <a:pt x="2361" y="1256"/>
                </a:lnTo>
                <a:lnTo>
                  <a:pt x="1898" y="1091"/>
                </a:lnTo>
                <a:lnTo>
                  <a:pt x="1509" y="927"/>
                </a:lnTo>
                <a:lnTo>
                  <a:pt x="1151" y="748"/>
                </a:lnTo>
                <a:lnTo>
                  <a:pt x="867" y="583"/>
                </a:lnTo>
                <a:lnTo>
                  <a:pt x="613" y="419"/>
                </a:lnTo>
                <a:lnTo>
                  <a:pt x="404" y="255"/>
                </a:lnTo>
                <a:lnTo>
                  <a:pt x="254" y="120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1"/>
          <p:cNvSpPr/>
          <p:nvPr/>
        </p:nvSpPr>
        <p:spPr>
          <a:xfrm>
            <a:off x="7114795" y="2474973"/>
            <a:ext cx="60758" cy="29967"/>
          </a:xfrm>
          <a:custGeom>
            <a:rect b="b" l="l" r="r" t="t"/>
            <a:pathLst>
              <a:path extrusionOk="0" h="1091" w="2212">
                <a:moveTo>
                  <a:pt x="314" y="0"/>
                </a:moveTo>
                <a:lnTo>
                  <a:pt x="1" y="15"/>
                </a:lnTo>
                <a:lnTo>
                  <a:pt x="150" y="135"/>
                </a:lnTo>
                <a:lnTo>
                  <a:pt x="329" y="269"/>
                </a:lnTo>
                <a:lnTo>
                  <a:pt x="538" y="404"/>
                </a:lnTo>
                <a:lnTo>
                  <a:pt x="777" y="538"/>
                </a:lnTo>
                <a:lnTo>
                  <a:pt x="1046" y="687"/>
                </a:lnTo>
                <a:lnTo>
                  <a:pt x="1360" y="822"/>
                </a:lnTo>
                <a:lnTo>
                  <a:pt x="1704" y="956"/>
                </a:lnTo>
                <a:lnTo>
                  <a:pt x="2077" y="1091"/>
                </a:lnTo>
                <a:lnTo>
                  <a:pt x="2137" y="1091"/>
                </a:lnTo>
                <a:lnTo>
                  <a:pt x="2167" y="1076"/>
                </a:lnTo>
                <a:lnTo>
                  <a:pt x="2197" y="1061"/>
                </a:lnTo>
                <a:lnTo>
                  <a:pt x="2212" y="1031"/>
                </a:lnTo>
                <a:lnTo>
                  <a:pt x="2212" y="986"/>
                </a:lnTo>
                <a:lnTo>
                  <a:pt x="2197" y="956"/>
                </a:lnTo>
                <a:lnTo>
                  <a:pt x="2167" y="911"/>
                </a:lnTo>
                <a:lnTo>
                  <a:pt x="2137" y="897"/>
                </a:lnTo>
                <a:lnTo>
                  <a:pt x="1823" y="792"/>
                </a:lnTo>
                <a:lnTo>
                  <a:pt x="1539" y="687"/>
                </a:lnTo>
                <a:lnTo>
                  <a:pt x="1270" y="568"/>
                </a:lnTo>
                <a:lnTo>
                  <a:pt x="1031" y="448"/>
                </a:lnTo>
                <a:lnTo>
                  <a:pt x="822" y="329"/>
                </a:lnTo>
                <a:lnTo>
                  <a:pt x="628" y="224"/>
                </a:lnTo>
                <a:lnTo>
                  <a:pt x="31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9" name="Google Shape;13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425" y="866875"/>
            <a:ext cx="3748024" cy="374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32"/>
          <p:cNvSpPr/>
          <p:nvPr/>
        </p:nvSpPr>
        <p:spPr>
          <a:xfrm>
            <a:off x="213250" y="254300"/>
            <a:ext cx="8335800" cy="4476900"/>
          </a:xfrm>
          <a:prstGeom prst="roundRect">
            <a:avLst>
              <a:gd fmla="val 16667" name="adj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</a:t>
            </a:r>
            <a:endParaRPr/>
          </a:p>
        </p:txBody>
      </p:sp>
      <p:grpSp>
        <p:nvGrpSpPr>
          <p:cNvPr id="1385" name="Google Shape;1385;p32"/>
          <p:cNvGrpSpPr/>
          <p:nvPr/>
        </p:nvGrpSpPr>
        <p:grpSpPr>
          <a:xfrm>
            <a:off x="213253" y="2046792"/>
            <a:ext cx="2904005" cy="2684408"/>
            <a:chOff x="3124753" y="2097067"/>
            <a:chExt cx="2904005" cy="2684408"/>
          </a:xfrm>
        </p:grpSpPr>
        <p:sp>
          <p:nvSpPr>
            <p:cNvPr id="1386" name="Google Shape;1386;p32"/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7" name="Google Shape;1387;p32"/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1388" name="Google Shape;1388;p32"/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rect b="b" l="l" r="r" t="t"/>
                <a:pathLst>
                  <a:path extrusionOk="0" h="67669" w="76484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2"/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rect b="b" l="l" r="r" t="t"/>
                <a:pathLst>
                  <a:path extrusionOk="0" h="17672" w="44409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2"/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rect b="b" l="l" r="r" t="t"/>
                <a:pathLst>
                  <a:path extrusionOk="0" h="1863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2"/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2"/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rect b="b" l="l" r="r" t="t"/>
                <a:pathLst>
                  <a:path extrusionOk="0" h="9027" w="40184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32"/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rect b="b" l="l" r="r" t="t"/>
                <a:pathLst>
                  <a:path extrusionOk="0" h="17672" w="44409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32"/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rect b="b" l="l" r="r" t="t"/>
                <a:pathLst>
                  <a:path extrusionOk="0" h="1863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2"/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2"/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rect b="b" l="l" r="r" t="t"/>
                <a:pathLst>
                  <a:path extrusionOk="0" h="9014" w="40184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2"/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rect b="b" l="l" r="r" t="t"/>
                <a:pathLst>
                  <a:path extrusionOk="0" h="17659" w="44409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2"/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rect b="b" l="l" r="r" t="t"/>
                <a:pathLst>
                  <a:path extrusionOk="0" h="1864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32"/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32"/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rect b="b" l="l" r="r" t="t"/>
                <a:pathLst>
                  <a:path extrusionOk="0" h="9027" w="40184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2"/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rect b="b" l="l" r="r" t="t"/>
                <a:pathLst>
                  <a:path extrusionOk="0" h="2690" w="5983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2"/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rect b="b" l="l" r="r" t="t"/>
                <a:pathLst>
                  <a:path extrusionOk="0" h="2008" w="2008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2"/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2"/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32"/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rect b="b" l="l" r="r" t="t"/>
                <a:pathLst>
                  <a:path extrusionOk="0" h="2022" w="2009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32"/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2"/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2"/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rect b="b" l="l" r="r" t="t"/>
                <a:pathLst>
                  <a:path extrusionOk="0" h="2008" w="2008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2"/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2"/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32"/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rect b="b" l="l" r="r" t="t"/>
                <a:pathLst>
                  <a:path extrusionOk="0" h="2009" w="2009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32"/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2"/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2"/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rect b="b" l="l" r="r" t="t"/>
                <a:pathLst>
                  <a:path extrusionOk="0" h="2022" w="2008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2"/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2"/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32"/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rect b="b" l="l" r="r" t="t"/>
                <a:pathLst>
                  <a:path extrusionOk="0" h="2009" w="2009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2"/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2"/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rect b="b" l="l" r="r" t="t"/>
                <a:pathLst>
                  <a:path extrusionOk="0" h="2336" w="235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2"/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rect b="b" l="l" r="r" t="t"/>
                <a:pathLst>
                  <a:path extrusionOk="0" h="2048" w="11585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2"/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2"/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rect b="b" l="l" r="r" t="t"/>
                <a:pathLst>
                  <a:path extrusionOk="0" h="2061" w="11585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32"/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rect b="b" l="l" r="r" t="t"/>
                <a:pathLst>
                  <a:path extrusionOk="0" h="2350" w="235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32"/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rect b="b" l="l" r="r" t="t"/>
                <a:pathLst>
                  <a:path extrusionOk="0" h="2047" w="11585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2"/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rect b="b" l="l" r="r" t="t"/>
                <a:pathLst>
                  <a:path extrusionOk="0" h="2350" w="235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2"/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rect b="b" l="l" r="r" t="t"/>
                <a:pathLst>
                  <a:path extrusionOk="0" h="2060" w="11585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2"/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2"/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rect b="b" l="l" r="r" t="t"/>
                <a:pathLst>
                  <a:path extrusionOk="0" h="2061" w="11585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32"/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rect b="b" l="l" r="r" t="t"/>
                <a:pathLst>
                  <a:path extrusionOk="0" h="2048" w="11585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32"/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32"/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32"/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rect b="b" l="l" r="r" t="t"/>
                <a:pathLst>
                  <a:path extrusionOk="0" h="2061" w="7479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32"/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32"/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32"/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rect b="b" l="l" r="r" t="t"/>
                <a:pathLst>
                  <a:path extrusionOk="0" h="2061" w="7479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2"/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rect b="b" l="l" r="r" t="t"/>
                <a:pathLst>
                  <a:path extrusionOk="0" h="2047" w="7479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rect b="b" l="l" r="r" t="t"/>
                <a:pathLst>
                  <a:path extrusionOk="0" h="29519" w="51899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rect b="b" l="l" r="r" t="t"/>
                <a:pathLst>
                  <a:path extrusionOk="0" fill="none" h="29519" w="51899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32"/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rect b="b" l="l" r="r" t="t"/>
                <a:pathLst>
                  <a:path extrusionOk="0" h="7256" w="51899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2"/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rect b="b" l="l" r="r" t="t"/>
                <a:pathLst>
                  <a:path extrusionOk="0" h="1391" w="41523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rect b="b" l="l" r="r" t="t"/>
                <a:pathLst>
                  <a:path extrusionOk="0" h="1391" w="20755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rect b="b" l="l" r="r" t="t"/>
                <a:pathLst>
                  <a:path extrusionOk="0" h="342" w="618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32"/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rect b="b" l="l" r="r" t="t"/>
                <a:pathLst>
                  <a:path extrusionOk="0" h="342" w="617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2"/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rect b="b" l="l" r="r" t="t"/>
                <a:pathLst>
                  <a:path extrusionOk="0" h="329" w="617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rect b="b" l="l" r="r" t="t"/>
                <a:pathLst>
                  <a:path extrusionOk="0" h="329" w="618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rect b="b" l="l" r="r" t="t"/>
                <a:pathLst>
                  <a:path extrusionOk="0" h="1391" w="2624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rect b="b" l="l" r="r" t="t"/>
                <a:pathLst>
                  <a:path extrusionOk="0" h="932" w="88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rect b="b" l="l" r="r" t="t"/>
                <a:pathLst>
                  <a:path extrusionOk="0" h="2927" w="51899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h="11559" w="24402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fill="none" h="11559" w="24402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rect b="b" l="l" r="r" t="t"/>
                <a:pathLst>
                  <a:path extrusionOk="0" h="9106" w="904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rect b="b" l="l" r="r" t="t"/>
                <a:pathLst>
                  <a:path extrusionOk="0" fill="none" h="9106" w="904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rect b="b" l="l" r="r" t="t"/>
                <a:pathLst>
                  <a:path extrusionOk="0" h="9198" w="9119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rect b="b" l="l" r="r" t="t"/>
                <a:pathLst>
                  <a:path extrusionOk="0" fill="none" h="9198" w="9119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rect b="b" l="l" r="r" t="t"/>
                <a:pathLst>
                  <a:path extrusionOk="0" h="8463" w="8397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rect b="b" l="l" r="r" t="t"/>
                <a:pathLst>
                  <a:path extrusionOk="0" fill="none" h="8463" w="8397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32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rect b="b" l="l" r="r" t="t"/>
                <a:pathLst>
                  <a:path extrusionOk="0" h="7702" w="7623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rect b="b" l="l" r="r" t="t"/>
                <a:pathLst>
                  <a:path extrusionOk="0" fill="none" h="7702" w="7623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h="11559" w="24402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2"/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1465" name="Google Shape;1465;p32"/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rect b="b" l="l" r="r" t="t"/>
                <a:pathLst>
                  <a:path extrusionOk="0" h="920" w="17043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rect b="b" l="l" r="r" t="t"/>
                <a:pathLst>
                  <a:path extrusionOk="0" h="920" w="5445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rect b="b" l="l" r="r" t="t"/>
                <a:pathLst>
                  <a:path extrusionOk="0" h="920" w="6416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rect b="b" l="l" r="r" t="t"/>
                <a:pathLst>
                  <a:path extrusionOk="0" h="919" w="14196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rect b="b" l="l" r="r" t="t"/>
                <a:pathLst>
                  <a:path extrusionOk="0" h="919" w="4645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rect b="b" l="l" r="r" t="t"/>
                <a:pathLst>
                  <a:path extrusionOk="0" h="4186" w="6469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rect b="b" l="l" r="r" t="t"/>
                <a:pathLst>
                  <a:path extrusionOk="0" h="4186" w="6468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rect b="b" l="l" r="r" t="t"/>
                <a:pathLst>
                  <a:path extrusionOk="0" h="3334" w="161783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rect b="b" l="l" r="r" t="t"/>
                <a:pathLst>
                  <a:path extrusionOk="0" h="2651" w="4842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rect b="b" l="l" r="r" t="t"/>
                <a:pathLst>
                  <a:path extrusionOk="0" h="50405" w="10679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2"/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rect b="b" l="l" r="r" t="t"/>
                <a:pathLst>
                  <a:path extrusionOk="0" h="2651" w="4842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2"/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rect b="b" l="l" r="r" t="t"/>
                <a:pathLst>
                  <a:path extrusionOk="0" h="50405" w="10679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2"/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rect b="b" l="l" r="r" t="t"/>
                <a:pathLst>
                  <a:path extrusionOk="0" h="5550" w="370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2"/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rect b="b" l="l" r="r" t="t"/>
                <a:pathLst>
                  <a:path extrusionOk="0" h="21451" w="13093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rect b="b" l="l" r="r" t="t"/>
                <a:pathLst>
                  <a:path extrusionOk="0" h="5550" w="370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rect b="b" l="l" r="r" t="t"/>
                <a:pathLst>
                  <a:path extrusionOk="0" h="21451" w="13093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rect b="b" l="l" r="r" t="t"/>
                <a:pathLst>
                  <a:path extrusionOk="0" h="17397" w="32405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rect b="b" l="l" r="r" t="t"/>
                <a:pathLst>
                  <a:path extrusionOk="0" h="52595" w="52581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rect b="b" l="l" r="r" t="t"/>
                <a:pathLst>
                  <a:path extrusionOk="0" h="7715" w="50167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rect b="b" l="l" r="r" t="t"/>
                <a:pathLst>
                  <a:path extrusionOk="0" h="47675" w="38059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rect b="b" l="l" r="r" t="t"/>
                <a:pathLst>
                  <a:path extrusionOk="0" h="7072" w="13723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rect b="b" l="l" r="r" t="t"/>
                <a:pathLst>
                  <a:path extrusionOk="0" h="29742" w="2493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2"/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rect b="b" l="l" r="r" t="t"/>
                <a:pathLst>
                  <a:path extrusionOk="0" h="53225" w="6245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rect b="b" l="l" r="r" t="t"/>
                <a:pathLst>
                  <a:path extrusionOk="0" h="4159" w="45341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rect b="b" l="l" r="r" t="t"/>
                <a:pathLst>
                  <a:path extrusionOk="0" h="4999" w="4987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rect b="b" l="l" r="r" t="t"/>
                <a:pathLst>
                  <a:path extrusionOk="0" h="2507" w="2493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rect b="b" l="l" r="r" t="t"/>
                <a:pathLst>
                  <a:path extrusionOk="0" h="3596" w="17476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32"/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rect b="b" l="l" r="r" t="t"/>
                <a:pathLst>
                  <a:path extrusionOk="0" h="4999" w="4987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2"/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rect b="b" l="l" r="r" t="t"/>
                <a:pathLst>
                  <a:path extrusionOk="0" h="2507" w="2493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2"/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rect b="b" l="l" r="r" t="t"/>
                <a:pathLst>
                  <a:path extrusionOk="0" h="3596" w="17476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2"/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rect b="b" l="l" r="r" t="t"/>
                <a:pathLst>
                  <a:path extrusionOk="0" h="6246" w="2493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2"/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rect b="b" l="l" r="r" t="t"/>
                <a:pathLst>
                  <a:path extrusionOk="0" h="5825" w="2336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2"/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rect b="b" l="l" r="r" t="t"/>
                <a:pathLst>
                  <a:path extrusionOk="0" h="39122" w="32942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2"/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rect b="b" l="l" r="r" t="t"/>
                <a:pathLst>
                  <a:path extrusionOk="0" h="2494" w="22041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99" name="Google Shape;1499;p32"/>
          <p:cNvSpPr txBox="1"/>
          <p:nvPr>
            <p:ph type="title"/>
          </p:nvPr>
        </p:nvSpPr>
        <p:spPr>
          <a:xfrm>
            <a:off x="3630425" y="1409250"/>
            <a:ext cx="4117500" cy="166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Hora da prática!!!!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