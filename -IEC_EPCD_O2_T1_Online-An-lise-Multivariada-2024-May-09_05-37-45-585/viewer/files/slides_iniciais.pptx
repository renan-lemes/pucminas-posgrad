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0"/>
  </p:notesMasterIdLst>
  <p:sldIdLst>
    <p:sldId id="256" r:id="rId2"/>
    <p:sldId id="259" r:id="rId3"/>
    <p:sldId id="261" r:id="rId4"/>
    <p:sldId id="260" r:id="rId5"/>
    <p:sldId id="262" r:id="rId6"/>
    <p:sldId id="263" r:id="rId7"/>
    <p:sldId id="257" r:id="rId8"/>
    <p:sldId id="264" r:id="rId9"/>
  </p:sldIdLst>
  <p:sldSz cx="18288000" cy="10287000"/>
  <p:notesSz cx="6858000" cy="9144000"/>
  <p:embeddedFontLst>
    <p:embeddedFont>
      <p:font typeface="Arial Black" panose="020B0A04020102020204" pitchFamily="34" charset="0"/>
      <p:bold r:id="rId11"/>
    </p:embeddedFont>
    <p:embeddedFont>
      <p:font typeface="Bahnschrift" panose="020B0502040204020203" pitchFamily="34" charset="0"/>
      <p:regular r:id="rId12"/>
      <p:bold r:id="rId13"/>
    </p:embeddedFont>
    <p:embeddedFont>
      <p:font typeface="Bahnschrift SemiBold" panose="020B0502040204020203" pitchFamily="34" charset="0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2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A8C3"/>
    <a:srgbClr val="43C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DAB0F3-5F6E-4DE7-B3B5-64BA13436104}" v="14" dt="2024-04-04T21:32:53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1224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-3822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ícius Osterne" userId="42d00b3cddf69d06" providerId="LiveId" clId="{87912CFA-5073-431A-929C-F54AF1CF15CB}"/>
    <pc:docChg chg="custSel addSld delSld modSld">
      <pc:chgData name="Vinícius Osterne" userId="42d00b3cddf69d06" providerId="LiveId" clId="{87912CFA-5073-431A-929C-F54AF1CF15CB}" dt="2024-02-03T21:14:06.541" v="109" actId="47"/>
      <pc:docMkLst>
        <pc:docMk/>
      </pc:docMkLst>
      <pc:sldChg chg="modSp mod">
        <pc:chgData name="Vinícius Osterne" userId="42d00b3cddf69d06" providerId="LiveId" clId="{87912CFA-5073-431A-929C-F54AF1CF15CB}" dt="2024-02-03T21:06:01.040" v="104" actId="20577"/>
        <pc:sldMkLst>
          <pc:docMk/>
          <pc:sldMk cId="0" sldId="256"/>
        </pc:sldMkLst>
        <pc:spChg chg="mod">
          <ac:chgData name="Vinícius Osterne" userId="42d00b3cddf69d06" providerId="LiveId" clId="{87912CFA-5073-431A-929C-F54AF1CF15CB}" dt="2024-02-03T21:05:31.219" v="54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Vinícius Osterne" userId="42d00b3cddf69d06" providerId="LiveId" clId="{87912CFA-5073-431A-929C-F54AF1CF15CB}" dt="2024-02-03T21:05:48.991" v="72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Vinícius Osterne" userId="42d00b3cddf69d06" providerId="LiveId" clId="{87912CFA-5073-431A-929C-F54AF1CF15CB}" dt="2024-02-03T21:06:01.040" v="104" actId="20577"/>
          <ac:spMkLst>
            <pc:docMk/>
            <pc:sldMk cId="0" sldId="256"/>
            <ac:spMk id="11" creationId="{00000000-0000-0000-0000-000000000000}"/>
          </ac:spMkLst>
        </pc:spChg>
      </pc:sldChg>
      <pc:sldChg chg="delSp mod">
        <pc:chgData name="Vinícius Osterne" userId="42d00b3cddf69d06" providerId="LiveId" clId="{87912CFA-5073-431A-929C-F54AF1CF15CB}" dt="2024-02-03T21:13:52.934" v="107" actId="478"/>
        <pc:sldMkLst>
          <pc:docMk/>
          <pc:sldMk cId="0" sldId="257"/>
        </pc:sldMkLst>
        <pc:spChg chg="del">
          <ac:chgData name="Vinícius Osterne" userId="42d00b3cddf69d06" providerId="LiveId" clId="{87912CFA-5073-431A-929C-F54AF1CF15CB}" dt="2024-02-03T21:13:51.771" v="106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Vinícius Osterne" userId="42d00b3cddf69d06" providerId="LiveId" clId="{87912CFA-5073-431A-929C-F54AF1CF15CB}" dt="2024-02-03T21:13:52.934" v="107" actId="478"/>
          <ac:spMkLst>
            <pc:docMk/>
            <pc:sldMk cId="0" sldId="257"/>
            <ac:spMk id="6" creationId="{00000000-0000-0000-0000-000000000000}"/>
          </ac:spMkLst>
        </pc:spChg>
      </pc:sldChg>
      <pc:sldChg chg="delSp mod">
        <pc:chgData name="Vinícius Osterne" userId="42d00b3cddf69d06" providerId="LiveId" clId="{87912CFA-5073-431A-929C-F54AF1CF15CB}" dt="2024-02-03T21:13:42.894" v="105" actId="478"/>
        <pc:sldMkLst>
          <pc:docMk/>
          <pc:sldMk cId="2077266302" sldId="260"/>
        </pc:sldMkLst>
        <pc:grpChg chg="del">
          <ac:chgData name="Vinícius Osterne" userId="42d00b3cddf69d06" providerId="LiveId" clId="{87912CFA-5073-431A-929C-F54AF1CF15CB}" dt="2024-02-03T21:13:42.894" v="105" actId="478"/>
          <ac:grpSpMkLst>
            <pc:docMk/>
            <pc:sldMk cId="2077266302" sldId="260"/>
            <ac:grpSpMk id="2" creationId="{00000000-0000-0000-0000-000000000000}"/>
          </ac:grpSpMkLst>
        </pc:grpChg>
      </pc:sldChg>
      <pc:sldChg chg="add del setBg">
        <pc:chgData name="Vinícius Osterne" userId="42d00b3cddf69d06" providerId="LiveId" clId="{87912CFA-5073-431A-929C-F54AF1CF15CB}" dt="2024-02-03T21:14:06.541" v="109" actId="47"/>
        <pc:sldMkLst>
          <pc:docMk/>
          <pc:sldMk cId="506825864" sldId="261"/>
        </pc:sldMkLst>
      </pc:sldChg>
    </pc:docChg>
  </pc:docChgLst>
  <pc:docChgLst>
    <pc:chgData name="Vinícius Osterne" userId="42d00b3cddf69d06" providerId="LiveId" clId="{0DDAB0F3-5F6E-4DE7-B3B5-64BA13436104}"/>
    <pc:docChg chg="custSel addSld delSld modSld sldOrd">
      <pc:chgData name="Vinícius Osterne" userId="42d00b3cddf69d06" providerId="LiveId" clId="{0DDAB0F3-5F6E-4DE7-B3B5-64BA13436104}" dt="2024-04-04T21:39:06.062" v="1334" actId="1076"/>
      <pc:docMkLst>
        <pc:docMk/>
      </pc:docMkLst>
      <pc:sldChg chg="addSp delSp modSp mod">
        <pc:chgData name="Vinícius Osterne" userId="42d00b3cddf69d06" providerId="LiveId" clId="{0DDAB0F3-5F6E-4DE7-B3B5-64BA13436104}" dt="2024-04-04T01:26:50.071" v="485" actId="20577"/>
        <pc:sldMkLst>
          <pc:docMk/>
          <pc:sldMk cId="0" sldId="257"/>
        </pc:sldMkLst>
        <pc:spChg chg="add del mod">
          <ac:chgData name="Vinícius Osterne" userId="42d00b3cddf69d06" providerId="LiveId" clId="{0DDAB0F3-5F6E-4DE7-B3B5-64BA13436104}" dt="2024-04-04T01:19:00.020" v="71" actId="478"/>
          <ac:spMkLst>
            <pc:docMk/>
            <pc:sldMk cId="0" sldId="257"/>
            <ac:spMk id="2" creationId="{D16416F9-F4B3-A7E2-B0D7-AB19EE43B804}"/>
          </ac:spMkLst>
        </pc:spChg>
        <pc:spChg chg="add mod">
          <ac:chgData name="Vinícius Osterne" userId="42d00b3cddf69d06" providerId="LiveId" clId="{0DDAB0F3-5F6E-4DE7-B3B5-64BA13436104}" dt="2024-04-04T01:26:27.426" v="476" actId="313"/>
          <ac:spMkLst>
            <pc:docMk/>
            <pc:sldMk cId="0" sldId="257"/>
            <ac:spMk id="3" creationId="{19911287-BB47-2158-05B3-F930CB7B60F3}"/>
          </ac:spMkLst>
        </pc:spChg>
        <pc:spChg chg="mod topLvl">
          <ac:chgData name="Vinícius Osterne" userId="42d00b3cddf69d06" providerId="LiveId" clId="{0DDAB0F3-5F6E-4DE7-B3B5-64BA13436104}" dt="2024-04-04T01:26:50.071" v="485" actId="20577"/>
          <ac:spMkLst>
            <pc:docMk/>
            <pc:sldMk cId="0" sldId="257"/>
            <ac:spMk id="5" creationId="{DEC1ED00-B737-0534-283B-B4BC95F8B8A9}"/>
          </ac:spMkLst>
        </pc:spChg>
        <pc:spChg chg="del mod topLvl">
          <ac:chgData name="Vinícius Osterne" userId="42d00b3cddf69d06" providerId="LiveId" clId="{0DDAB0F3-5F6E-4DE7-B3B5-64BA13436104}" dt="2024-04-04T01:18:47.179" v="51" actId="478"/>
          <ac:spMkLst>
            <pc:docMk/>
            <pc:sldMk cId="0" sldId="257"/>
            <ac:spMk id="6" creationId="{B6A39EEB-E618-DD8E-BD01-E2E4A035B986}"/>
          </ac:spMkLst>
        </pc:spChg>
        <pc:grpChg chg="add del mod">
          <ac:chgData name="Vinícius Osterne" userId="42d00b3cddf69d06" providerId="LiveId" clId="{0DDAB0F3-5F6E-4DE7-B3B5-64BA13436104}" dt="2024-04-04T01:18:47.179" v="51" actId="478"/>
          <ac:grpSpMkLst>
            <pc:docMk/>
            <pc:sldMk cId="0" sldId="257"/>
            <ac:grpSpMk id="4" creationId="{68025A8B-C38E-467E-6A62-DF90C5D51355}"/>
          </ac:grpSpMkLst>
        </pc:grpChg>
      </pc:sldChg>
      <pc:sldChg chg="del">
        <pc:chgData name="Vinícius Osterne" userId="42d00b3cddf69d06" providerId="LiveId" clId="{0DDAB0F3-5F6E-4DE7-B3B5-64BA13436104}" dt="2024-04-04T01:19:34.280" v="80" actId="47"/>
        <pc:sldMkLst>
          <pc:docMk/>
          <pc:sldMk cId="0" sldId="258"/>
        </pc:sldMkLst>
      </pc:sldChg>
      <pc:sldChg chg="delSp modSp mod ord">
        <pc:chgData name="Vinícius Osterne" userId="42d00b3cddf69d06" providerId="LiveId" clId="{0DDAB0F3-5F6E-4DE7-B3B5-64BA13436104}" dt="2024-04-04T21:33:23.034" v="962" actId="20577"/>
        <pc:sldMkLst>
          <pc:docMk/>
          <pc:sldMk cId="0" sldId="259"/>
        </pc:sldMkLst>
        <pc:spChg chg="del mod">
          <ac:chgData name="Vinícius Osterne" userId="42d00b3cddf69d06" providerId="LiveId" clId="{0DDAB0F3-5F6E-4DE7-B3B5-64BA13436104}" dt="2024-04-04T01:21:02.360" v="132" actId="478"/>
          <ac:spMkLst>
            <pc:docMk/>
            <pc:sldMk cId="0" sldId="259"/>
            <ac:spMk id="6" creationId="{00000000-0000-0000-0000-000000000000}"/>
          </ac:spMkLst>
        </pc:spChg>
        <pc:spChg chg="mod topLvl">
          <ac:chgData name="Vinícius Osterne" userId="42d00b3cddf69d06" providerId="LiveId" clId="{0DDAB0F3-5F6E-4DE7-B3B5-64BA13436104}" dt="2024-04-04T21:33:23.034" v="962" actId="20577"/>
          <ac:spMkLst>
            <pc:docMk/>
            <pc:sldMk cId="0" sldId="259"/>
            <ac:spMk id="7" creationId="{00000000-0000-0000-0000-000000000000}"/>
          </ac:spMkLst>
        </pc:spChg>
        <pc:spChg chg="del">
          <ac:chgData name="Vinícius Osterne" userId="42d00b3cddf69d06" providerId="LiveId" clId="{0DDAB0F3-5F6E-4DE7-B3B5-64BA13436104}" dt="2024-04-04T01:21:05.042" v="134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Vinícius Osterne" userId="42d00b3cddf69d06" providerId="LiveId" clId="{0DDAB0F3-5F6E-4DE7-B3B5-64BA13436104}" dt="2024-04-04T01:21:04.092" v="133" actId="478"/>
          <ac:spMkLst>
            <pc:docMk/>
            <pc:sldMk cId="0" sldId="259"/>
            <ac:spMk id="9" creationId="{00000000-0000-0000-0000-000000000000}"/>
          </ac:spMkLst>
        </pc:spChg>
        <pc:spChg chg="del topLvl">
          <ac:chgData name="Vinícius Osterne" userId="42d00b3cddf69d06" providerId="LiveId" clId="{0DDAB0F3-5F6E-4DE7-B3B5-64BA13436104}" dt="2024-04-04T01:21:07.102" v="136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Vinícius Osterne" userId="42d00b3cddf69d06" providerId="LiveId" clId="{0DDAB0F3-5F6E-4DE7-B3B5-64BA13436104}" dt="2024-04-04T01:21:06.039" v="135" actId="478"/>
          <ac:spMkLst>
            <pc:docMk/>
            <pc:sldMk cId="0" sldId="259"/>
            <ac:spMk id="11" creationId="{00000000-0000-0000-0000-000000000000}"/>
          </ac:spMkLst>
        </pc:spChg>
        <pc:spChg chg="mod">
          <ac:chgData name="Vinícius Osterne" userId="42d00b3cddf69d06" providerId="LiveId" clId="{0DDAB0F3-5F6E-4DE7-B3B5-64BA13436104}" dt="2024-04-04T21:32:33.310" v="864" actId="20577"/>
          <ac:spMkLst>
            <pc:docMk/>
            <pc:sldMk cId="0" sldId="259"/>
            <ac:spMk id="15" creationId="{00000000-0000-0000-0000-000000000000}"/>
          </ac:spMkLst>
        </pc:spChg>
        <pc:grpChg chg="del">
          <ac:chgData name="Vinícius Osterne" userId="42d00b3cddf69d06" providerId="LiveId" clId="{0DDAB0F3-5F6E-4DE7-B3B5-64BA13436104}" dt="2024-04-04T01:21:07.102" v="136" actId="478"/>
          <ac:grpSpMkLst>
            <pc:docMk/>
            <pc:sldMk cId="0" sldId="259"/>
            <ac:grpSpMk id="5" creationId="{00000000-0000-0000-0000-000000000000}"/>
          </ac:grpSpMkLst>
        </pc:grpChg>
      </pc:sldChg>
      <pc:sldChg chg="modSp add mod ord">
        <pc:chgData name="Vinícius Osterne" userId="42d00b3cddf69d06" providerId="LiveId" clId="{0DDAB0F3-5F6E-4DE7-B3B5-64BA13436104}" dt="2024-04-04T01:23:32.326" v="330"/>
        <pc:sldMkLst>
          <pc:docMk/>
          <pc:sldMk cId="2077266302" sldId="260"/>
        </pc:sldMkLst>
        <pc:spChg chg="mod">
          <ac:chgData name="Vinícius Osterne" userId="42d00b3cddf69d06" providerId="LiveId" clId="{0DDAB0F3-5F6E-4DE7-B3B5-64BA13436104}" dt="2024-04-04T01:20:17.266" v="105" actId="20577"/>
          <ac:spMkLst>
            <pc:docMk/>
            <pc:sldMk cId="2077266302" sldId="260"/>
            <ac:spMk id="3" creationId="{19911287-BB47-2158-05B3-F930CB7B60F3}"/>
          </ac:spMkLst>
        </pc:spChg>
        <pc:spChg chg="mod">
          <ac:chgData name="Vinícius Osterne" userId="42d00b3cddf69d06" providerId="LiveId" clId="{0DDAB0F3-5F6E-4DE7-B3B5-64BA13436104}" dt="2024-04-04T01:19:57.933" v="94" actId="20577"/>
          <ac:spMkLst>
            <pc:docMk/>
            <pc:sldMk cId="2077266302" sldId="260"/>
            <ac:spMk id="5" creationId="{DEC1ED00-B737-0534-283B-B4BC95F8B8A9}"/>
          </ac:spMkLst>
        </pc:spChg>
      </pc:sldChg>
      <pc:sldChg chg="modSp del mod">
        <pc:chgData name="Vinícius Osterne" userId="42d00b3cddf69d06" providerId="LiveId" clId="{0DDAB0F3-5F6E-4DE7-B3B5-64BA13436104}" dt="2024-04-04T21:38:55.685" v="1326" actId="1076"/>
        <pc:sldMkLst>
          <pc:docMk/>
          <pc:sldMk cId="2077266302" sldId="260"/>
        </pc:sldMkLst>
        <pc:spChg chg="mod">
          <ac:chgData name="Vinícius Osterne" userId="42d00b3cddf69d06" providerId="LiveId" clId="{0DDAB0F3-5F6E-4DE7-B3B5-64BA13436104}" dt="2024-04-04T21:38:55.685" v="1326" actId="1076"/>
          <ac:spMkLst>
            <pc:docMk/>
            <pc:sldMk cId="2077266302" sldId="260"/>
            <ac:spMk id="3" creationId="{19911287-BB47-2158-05B3-F930CB7B60F3}"/>
          </ac:spMkLst>
        </pc:spChg>
      </pc:sldChg>
      <pc:sldChg chg="modSp add mod">
        <pc:chgData name="Vinícius Osterne" userId="42d00b3cddf69d06" providerId="LiveId" clId="{0DDAB0F3-5F6E-4DE7-B3B5-64BA13436104}" dt="2024-04-04T21:39:06.062" v="1334" actId="1076"/>
        <pc:sldMkLst>
          <pc:docMk/>
          <pc:sldMk cId="712375974" sldId="261"/>
        </pc:sldMkLst>
        <pc:spChg chg="mod">
          <ac:chgData name="Vinícius Osterne" userId="42d00b3cddf69d06" providerId="LiveId" clId="{0DDAB0F3-5F6E-4DE7-B3B5-64BA13436104}" dt="2024-04-04T21:39:06.062" v="1334" actId="1076"/>
          <ac:spMkLst>
            <pc:docMk/>
            <pc:sldMk cId="712375974" sldId="261"/>
            <ac:spMk id="3" creationId="{19911287-BB47-2158-05B3-F930CB7B60F3}"/>
          </ac:spMkLst>
        </pc:spChg>
      </pc:sldChg>
      <pc:sldChg chg="modSp add mod">
        <pc:chgData name="Vinícius Osterne" userId="42d00b3cddf69d06" providerId="LiveId" clId="{0DDAB0F3-5F6E-4DE7-B3B5-64BA13436104}" dt="2024-04-04T21:38:40.048" v="1320" actId="404"/>
        <pc:sldMkLst>
          <pc:docMk/>
          <pc:sldMk cId="2855967782" sldId="262"/>
        </pc:sldMkLst>
        <pc:spChg chg="mod">
          <ac:chgData name="Vinícius Osterne" userId="42d00b3cddf69d06" providerId="LiveId" clId="{0DDAB0F3-5F6E-4DE7-B3B5-64BA13436104}" dt="2024-04-04T21:38:40.048" v="1320" actId="404"/>
          <ac:spMkLst>
            <pc:docMk/>
            <pc:sldMk cId="2855967782" sldId="262"/>
            <ac:spMk id="3" creationId="{19911287-BB47-2158-05B3-F930CB7B60F3}"/>
          </ac:spMkLst>
        </pc:spChg>
        <pc:spChg chg="mod">
          <ac:chgData name="Vinícius Osterne" userId="42d00b3cddf69d06" providerId="LiveId" clId="{0DDAB0F3-5F6E-4DE7-B3B5-64BA13436104}" dt="2024-04-04T01:27:16.984" v="511" actId="20577"/>
          <ac:spMkLst>
            <pc:docMk/>
            <pc:sldMk cId="2855967782" sldId="262"/>
            <ac:spMk id="5" creationId="{DEC1ED00-B737-0534-283B-B4BC95F8B8A9}"/>
          </ac:spMkLst>
        </pc:spChg>
      </pc:sldChg>
      <pc:sldChg chg="modSp add mod">
        <pc:chgData name="Vinícius Osterne" userId="42d00b3cddf69d06" providerId="LiveId" clId="{0DDAB0F3-5F6E-4DE7-B3B5-64BA13436104}" dt="2024-04-04T01:33:27.702" v="783" actId="20577"/>
        <pc:sldMkLst>
          <pc:docMk/>
          <pc:sldMk cId="1759422085" sldId="263"/>
        </pc:sldMkLst>
        <pc:spChg chg="mod">
          <ac:chgData name="Vinícius Osterne" userId="42d00b3cddf69d06" providerId="LiveId" clId="{0DDAB0F3-5F6E-4DE7-B3B5-64BA13436104}" dt="2024-04-04T01:33:27.702" v="783" actId="20577"/>
          <ac:spMkLst>
            <pc:docMk/>
            <pc:sldMk cId="1759422085" sldId="263"/>
            <ac:spMk id="3" creationId="{19911287-BB47-2158-05B3-F930CB7B60F3}"/>
          </ac:spMkLst>
        </pc:spChg>
        <pc:spChg chg="mod">
          <ac:chgData name="Vinícius Osterne" userId="42d00b3cddf69d06" providerId="LiveId" clId="{0DDAB0F3-5F6E-4DE7-B3B5-64BA13436104}" dt="2024-04-04T01:29:14.081" v="752" actId="20577"/>
          <ac:spMkLst>
            <pc:docMk/>
            <pc:sldMk cId="1759422085" sldId="263"/>
            <ac:spMk id="5" creationId="{DEC1ED00-B737-0534-283B-B4BC95F8B8A9}"/>
          </ac:spMkLst>
        </pc:spChg>
      </pc:sldChg>
      <pc:sldChg chg="modSp add mod">
        <pc:chgData name="Vinícius Osterne" userId="42d00b3cddf69d06" providerId="LiveId" clId="{0DDAB0F3-5F6E-4DE7-B3B5-64BA13436104}" dt="2024-04-04T21:33:57.687" v="1011" actId="255"/>
        <pc:sldMkLst>
          <pc:docMk/>
          <pc:sldMk cId="2158654570" sldId="264"/>
        </pc:sldMkLst>
        <pc:spChg chg="mod">
          <ac:chgData name="Vinícius Osterne" userId="42d00b3cddf69d06" providerId="LiveId" clId="{0DDAB0F3-5F6E-4DE7-B3B5-64BA13436104}" dt="2024-04-04T21:33:57.687" v="1011" actId="255"/>
          <ac:spMkLst>
            <pc:docMk/>
            <pc:sldMk cId="2158654570" sldId="264"/>
            <ac:spMk id="3" creationId="{19911287-BB47-2158-05B3-F930CB7B60F3}"/>
          </ac:spMkLst>
        </pc:spChg>
        <pc:spChg chg="mod">
          <ac:chgData name="Vinícius Osterne" userId="42d00b3cddf69d06" providerId="LiveId" clId="{0DDAB0F3-5F6E-4DE7-B3B5-64BA13436104}" dt="2024-04-04T21:33:02.746" v="917" actId="20577"/>
          <ac:spMkLst>
            <pc:docMk/>
            <pc:sldMk cId="2158654570" sldId="264"/>
            <ac:spMk id="5" creationId="{DEC1ED00-B737-0534-283B-B4BC95F8B8A9}"/>
          </ac:spMkLst>
        </pc:spChg>
      </pc:sldChg>
      <pc:sldChg chg="delSp modSp add del mod">
        <pc:chgData name="Vinícius Osterne" userId="42d00b3cddf69d06" providerId="LiveId" clId="{0DDAB0F3-5F6E-4DE7-B3B5-64BA13436104}" dt="2024-04-04T01:36:26.997" v="851" actId="47"/>
        <pc:sldMkLst>
          <pc:docMk/>
          <pc:sldMk cId="2823421722" sldId="264"/>
        </pc:sldMkLst>
        <pc:spChg chg="del mod">
          <ac:chgData name="Vinícius Osterne" userId="42d00b3cddf69d06" providerId="LiveId" clId="{0DDAB0F3-5F6E-4DE7-B3B5-64BA13436104}" dt="2024-04-04T01:36:17.738" v="821" actId="478"/>
          <ac:spMkLst>
            <pc:docMk/>
            <pc:sldMk cId="2823421722" sldId="264"/>
            <ac:spMk id="7" creationId="{00000000-0000-0000-0000-000000000000}"/>
          </ac:spMkLst>
        </pc:spChg>
        <pc:spChg chg="mod">
          <ac:chgData name="Vinícius Osterne" userId="42d00b3cddf69d06" providerId="LiveId" clId="{0DDAB0F3-5F6E-4DE7-B3B5-64BA13436104}" dt="2024-04-04T01:36:24.804" v="850" actId="20577"/>
          <ac:spMkLst>
            <pc:docMk/>
            <pc:sldMk cId="2823421722" sldId="264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7F483-2181-4FCD-8130-30C7A2E68A9D}" type="datetimeFigureOut">
              <a:rPr lang="en-US" smtClean="0"/>
              <a:t>4/4/2024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4809C-4438-4EB4-B6FD-DD9CD9FCBEB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55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4809C-4438-4EB4-B6FD-DD9CD9FCBEB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268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71600" y="3195640"/>
            <a:ext cx="15544800" cy="220503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16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8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2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20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849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845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4626" y="6610352"/>
            <a:ext cx="15544800" cy="2043113"/>
          </a:xfrm>
        </p:spPr>
        <p:txBody>
          <a:bodyPr anchor="t"/>
          <a:lstStyle>
            <a:lvl1pPr algn="l">
              <a:defRPr sz="7100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44626" y="4360072"/>
            <a:ext cx="15544800" cy="2250281"/>
          </a:xfrm>
        </p:spPr>
        <p:txBody>
          <a:bodyPr anchor="b"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816415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32832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3pPr>
            <a:lvl4pPr marL="2449246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4pPr>
            <a:lvl5pPr marL="3265661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5pPr>
            <a:lvl6pPr marL="4082078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6pPr>
            <a:lvl7pPr marL="4898493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7pPr>
            <a:lvl8pPr marL="5714908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8pPr>
            <a:lvl9pPr marL="6531325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754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828800" y="3600450"/>
            <a:ext cx="16306800" cy="10184607"/>
          </a:xfrm>
        </p:spPr>
        <p:txBody>
          <a:bodyPr/>
          <a:lstStyle>
            <a:lvl1pPr>
              <a:defRPr sz="5000"/>
            </a:lvl1pPr>
            <a:lvl2pPr>
              <a:defRPr sz="43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8440400" y="3600450"/>
            <a:ext cx="16306800" cy="10184607"/>
          </a:xfrm>
        </p:spPr>
        <p:txBody>
          <a:bodyPr/>
          <a:lstStyle>
            <a:lvl1pPr>
              <a:defRPr sz="5000"/>
            </a:lvl1pPr>
            <a:lvl2pPr>
              <a:defRPr sz="43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108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4400" y="2302671"/>
            <a:ext cx="8080376" cy="959643"/>
          </a:xfrm>
        </p:spPr>
        <p:txBody>
          <a:bodyPr anchor="b"/>
          <a:lstStyle>
            <a:lvl1pPr marL="0" indent="0">
              <a:buNone/>
              <a:defRPr sz="4300" b="1"/>
            </a:lvl1pPr>
            <a:lvl2pPr marL="816415" indent="0">
              <a:buNone/>
              <a:defRPr sz="3600" b="1"/>
            </a:lvl2pPr>
            <a:lvl3pPr marL="1632832" indent="0">
              <a:buNone/>
              <a:defRPr sz="3200" b="1"/>
            </a:lvl3pPr>
            <a:lvl4pPr marL="2449246" indent="0">
              <a:buNone/>
              <a:defRPr sz="2900" b="1"/>
            </a:lvl4pPr>
            <a:lvl5pPr marL="3265661" indent="0">
              <a:buNone/>
              <a:defRPr sz="2900" b="1"/>
            </a:lvl5pPr>
            <a:lvl6pPr marL="4082078" indent="0">
              <a:buNone/>
              <a:defRPr sz="2900" b="1"/>
            </a:lvl6pPr>
            <a:lvl7pPr marL="4898493" indent="0">
              <a:buNone/>
              <a:defRPr sz="2900" b="1"/>
            </a:lvl7pPr>
            <a:lvl8pPr marL="5714908" indent="0">
              <a:buNone/>
              <a:defRPr sz="2900" b="1"/>
            </a:lvl8pPr>
            <a:lvl9pPr marL="6531325" indent="0">
              <a:buNone/>
              <a:defRPr sz="2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914400" y="3262313"/>
            <a:ext cx="8080376" cy="5926932"/>
          </a:xfrm>
        </p:spPr>
        <p:txBody>
          <a:bodyPr/>
          <a:lstStyle>
            <a:lvl1pPr>
              <a:defRPr sz="4300"/>
            </a:lvl1pPr>
            <a:lvl2pPr>
              <a:defRPr sz="36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9290053" y="2302671"/>
            <a:ext cx="8083550" cy="959643"/>
          </a:xfrm>
        </p:spPr>
        <p:txBody>
          <a:bodyPr anchor="b"/>
          <a:lstStyle>
            <a:lvl1pPr marL="0" indent="0">
              <a:buNone/>
              <a:defRPr sz="4300" b="1"/>
            </a:lvl1pPr>
            <a:lvl2pPr marL="816415" indent="0">
              <a:buNone/>
              <a:defRPr sz="3600" b="1"/>
            </a:lvl2pPr>
            <a:lvl3pPr marL="1632832" indent="0">
              <a:buNone/>
              <a:defRPr sz="3200" b="1"/>
            </a:lvl3pPr>
            <a:lvl4pPr marL="2449246" indent="0">
              <a:buNone/>
              <a:defRPr sz="2900" b="1"/>
            </a:lvl4pPr>
            <a:lvl5pPr marL="3265661" indent="0">
              <a:buNone/>
              <a:defRPr sz="2900" b="1"/>
            </a:lvl5pPr>
            <a:lvl6pPr marL="4082078" indent="0">
              <a:buNone/>
              <a:defRPr sz="2900" b="1"/>
            </a:lvl6pPr>
            <a:lvl7pPr marL="4898493" indent="0">
              <a:buNone/>
              <a:defRPr sz="2900" b="1"/>
            </a:lvl7pPr>
            <a:lvl8pPr marL="5714908" indent="0">
              <a:buNone/>
              <a:defRPr sz="2900" b="1"/>
            </a:lvl8pPr>
            <a:lvl9pPr marL="6531325" indent="0">
              <a:buNone/>
              <a:defRPr sz="2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9290053" y="3262313"/>
            <a:ext cx="8083550" cy="5926932"/>
          </a:xfrm>
        </p:spPr>
        <p:txBody>
          <a:bodyPr/>
          <a:lstStyle>
            <a:lvl1pPr>
              <a:defRPr sz="4300"/>
            </a:lvl1pPr>
            <a:lvl2pPr>
              <a:defRPr sz="36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80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396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69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3" y="409575"/>
            <a:ext cx="6016626" cy="1743075"/>
          </a:xfrm>
        </p:spPr>
        <p:txBody>
          <a:bodyPr anchor="b"/>
          <a:lstStyle>
            <a:lvl1pPr algn="l">
              <a:defRPr sz="36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150100" y="409577"/>
            <a:ext cx="10223500" cy="8779670"/>
          </a:xfrm>
        </p:spPr>
        <p:txBody>
          <a:bodyPr/>
          <a:lstStyle>
            <a:lvl1pPr>
              <a:defRPr sz="5700"/>
            </a:lvl1pPr>
            <a:lvl2pPr>
              <a:defRPr sz="5000"/>
            </a:lvl2pPr>
            <a:lvl3pPr>
              <a:defRPr sz="43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4403" y="2152652"/>
            <a:ext cx="6016626" cy="7036595"/>
          </a:xfrm>
        </p:spPr>
        <p:txBody>
          <a:bodyPr/>
          <a:lstStyle>
            <a:lvl1pPr marL="0" indent="0">
              <a:buNone/>
              <a:defRPr sz="2500"/>
            </a:lvl1pPr>
            <a:lvl2pPr marL="816415" indent="0">
              <a:buNone/>
              <a:defRPr sz="2100"/>
            </a:lvl2pPr>
            <a:lvl3pPr marL="1632832" indent="0">
              <a:buNone/>
              <a:defRPr sz="1800"/>
            </a:lvl3pPr>
            <a:lvl4pPr marL="2449246" indent="0">
              <a:buNone/>
              <a:defRPr sz="1600"/>
            </a:lvl4pPr>
            <a:lvl5pPr marL="3265661" indent="0">
              <a:buNone/>
              <a:defRPr sz="1600"/>
            </a:lvl5pPr>
            <a:lvl6pPr marL="4082078" indent="0">
              <a:buNone/>
              <a:defRPr sz="1600"/>
            </a:lvl6pPr>
            <a:lvl7pPr marL="4898493" indent="0">
              <a:buNone/>
              <a:defRPr sz="1600"/>
            </a:lvl7pPr>
            <a:lvl8pPr marL="5714908" indent="0">
              <a:buNone/>
              <a:defRPr sz="1600"/>
            </a:lvl8pPr>
            <a:lvl9pPr marL="6531325" indent="0">
              <a:buNone/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860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36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584576" y="919163"/>
            <a:ext cx="10972800" cy="6172200"/>
          </a:xfrm>
        </p:spPr>
        <p:txBody>
          <a:bodyPr/>
          <a:lstStyle>
            <a:lvl1pPr marL="0" indent="0">
              <a:buNone/>
              <a:defRPr sz="5700"/>
            </a:lvl1pPr>
            <a:lvl2pPr marL="816415" indent="0">
              <a:buNone/>
              <a:defRPr sz="5000"/>
            </a:lvl2pPr>
            <a:lvl3pPr marL="1632832" indent="0">
              <a:buNone/>
              <a:defRPr sz="4300"/>
            </a:lvl3pPr>
            <a:lvl4pPr marL="2449246" indent="0">
              <a:buNone/>
              <a:defRPr sz="3600"/>
            </a:lvl4pPr>
            <a:lvl5pPr marL="3265661" indent="0">
              <a:buNone/>
              <a:defRPr sz="3600"/>
            </a:lvl5pPr>
            <a:lvl6pPr marL="4082078" indent="0">
              <a:buNone/>
              <a:defRPr sz="3600"/>
            </a:lvl6pPr>
            <a:lvl7pPr marL="4898493" indent="0">
              <a:buNone/>
              <a:defRPr sz="3600"/>
            </a:lvl7pPr>
            <a:lvl8pPr marL="5714908" indent="0">
              <a:buNone/>
              <a:defRPr sz="3600"/>
            </a:lvl8pPr>
            <a:lvl9pPr marL="6531325" indent="0">
              <a:buNone/>
              <a:defRPr sz="3600"/>
            </a:lvl9pPr>
          </a:lstStyle>
          <a:p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2500"/>
            </a:lvl1pPr>
            <a:lvl2pPr marL="816415" indent="0">
              <a:buNone/>
              <a:defRPr sz="2100"/>
            </a:lvl2pPr>
            <a:lvl3pPr marL="1632832" indent="0">
              <a:buNone/>
              <a:defRPr sz="1800"/>
            </a:lvl3pPr>
            <a:lvl4pPr marL="2449246" indent="0">
              <a:buNone/>
              <a:defRPr sz="1600"/>
            </a:lvl4pPr>
            <a:lvl5pPr marL="3265661" indent="0">
              <a:buNone/>
              <a:defRPr sz="1600"/>
            </a:lvl5pPr>
            <a:lvl6pPr marL="4082078" indent="0">
              <a:buNone/>
              <a:defRPr sz="1600"/>
            </a:lvl6pPr>
            <a:lvl7pPr marL="4898493" indent="0">
              <a:buNone/>
              <a:defRPr sz="1600"/>
            </a:lvl7pPr>
            <a:lvl8pPr marL="5714908" indent="0">
              <a:buNone/>
              <a:defRPr sz="1600"/>
            </a:lvl8pPr>
            <a:lvl9pPr marL="6531325" indent="0">
              <a:buNone/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3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815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6517600" y="619125"/>
            <a:ext cx="8229600" cy="1316593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828800" y="619125"/>
            <a:ext cx="24384000" cy="13165932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203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163283" tIns="81642" rIns="163283" bIns="81642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</p:spPr>
        <p:txBody>
          <a:bodyPr vert="horz" lIns="163283" tIns="81642" rIns="163283" bIns="81642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</p:spPr>
        <p:txBody>
          <a:bodyPr vert="horz" lIns="163283" tIns="81642" rIns="163283" bIns="81642" rtlCol="0" anchor="ctr"/>
          <a:lstStyle>
            <a:lvl1pPr algn="l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</p:spPr>
        <p:txBody>
          <a:bodyPr vert="horz" lIns="163283" tIns="81642" rIns="163283" bIns="81642" rtlCol="0" anchor="ctr"/>
          <a:lstStyle>
            <a:lvl1pPr algn="ctr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</p:spPr>
        <p:txBody>
          <a:bodyPr vert="horz" lIns="163283" tIns="81642" rIns="163283" bIns="81642" rtlCol="0" anchor="ctr"/>
          <a:lstStyle>
            <a:lvl1pPr algn="r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951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632832" rtl="0" eaLnBrk="1" latinLnBrk="0" hangingPunct="1">
        <a:spcBef>
          <a:spcPct val="0"/>
        </a:spcBef>
        <a:buNone/>
        <a:defRPr sz="7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12313" indent="-612313" algn="l" defTabSz="1632832" rtl="0" eaLnBrk="1" latinLnBrk="0" hangingPunct="1">
        <a:spcBef>
          <a:spcPct val="20000"/>
        </a:spcBef>
        <a:buFont typeface="Arial" pitchFamily="34" charset="0"/>
        <a:buChar char="•"/>
        <a:defRPr sz="5700" kern="1200">
          <a:solidFill>
            <a:schemeClr val="tx1"/>
          </a:solidFill>
          <a:latin typeface="+mn-lt"/>
          <a:ea typeface="+mn-ea"/>
          <a:cs typeface="+mn-cs"/>
        </a:defRPr>
      </a:lvl1pPr>
      <a:lvl2pPr marL="1326675" indent="-510260" algn="l" defTabSz="1632832" rtl="0" eaLnBrk="1" latinLnBrk="0" hangingPunct="1">
        <a:spcBef>
          <a:spcPct val="20000"/>
        </a:spcBef>
        <a:buFont typeface="Arial" pitchFamily="34" charset="0"/>
        <a:buChar char="–"/>
        <a:defRPr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1039" indent="-408207" algn="l" defTabSz="1632832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454" indent="-408207" algn="l" defTabSz="1632832" rtl="0" eaLnBrk="1" latinLnBrk="0" hangingPunct="1">
        <a:spcBef>
          <a:spcPct val="20000"/>
        </a:spcBef>
        <a:buFont typeface="Arial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869" indent="-408207" algn="l" defTabSz="1632832" rtl="0" eaLnBrk="1" latinLnBrk="0" hangingPunct="1">
        <a:spcBef>
          <a:spcPct val="20000"/>
        </a:spcBef>
        <a:buFont typeface="Arial" pitchFamily="34" charset="0"/>
        <a:buChar char="»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286" indent="-408207" algn="l" defTabSz="1632832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700" indent="-408207" algn="l" defTabSz="1632832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3115" indent="-408207" algn="l" defTabSz="1632832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532" indent="-408207" algn="l" defTabSz="1632832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63283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415" algn="l" defTabSz="163283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832" algn="l" defTabSz="163283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246" algn="l" defTabSz="163283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661" algn="l" defTabSz="163283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2078" algn="l" defTabSz="163283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493" algn="l" defTabSz="163283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908" algn="l" defTabSz="163283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325" algn="l" defTabSz="163283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1701310" y="419100"/>
            <a:ext cx="15824690" cy="826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3200" dirty="0">
                <a:solidFill>
                  <a:srgbClr val="244357"/>
                </a:solidFill>
                <a:latin typeface="Bahnschrift SemiBold" panose="020B0502040204020203" pitchFamily="34" charset="0"/>
                <a:ea typeface="Arial Unicode MS" pitchFamily="34" charset="-128"/>
                <a:cs typeface="Arial Unicode MS" pitchFamily="34" charset="-128"/>
              </a:rPr>
              <a:t>ESTATÍSTICA PARA CIÊNCIA DE DADOS</a:t>
            </a:r>
          </a:p>
          <a:p>
            <a:pPr algn="r">
              <a:lnSpc>
                <a:spcPts val="3360"/>
              </a:lnSpc>
            </a:pPr>
            <a:r>
              <a:rPr lang="en-US" sz="2400" dirty="0">
                <a:solidFill>
                  <a:srgbClr val="244357"/>
                </a:solidFill>
                <a:latin typeface="Bahnschrift" panose="020B0502040204020203" pitchFamily="34" charset="0"/>
                <a:ea typeface="Arial Unicode MS" pitchFamily="34" charset="-128"/>
                <a:cs typeface="Arial Unicode MS" pitchFamily="34" charset="-128"/>
              </a:rPr>
              <a:t>IEC PUC MINAS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5748635"/>
            <a:ext cx="9962661" cy="461665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3000" spc="52" dirty="0">
                <a:solidFill>
                  <a:srgbClr val="244357"/>
                </a:solidFill>
                <a:latin typeface="Bahnschrift" panose="020B0502040204020203" pitchFamily="34" charset="0"/>
              </a:rPr>
              <a:t>Professor: Vinícius Osterne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8200" y="4358020"/>
            <a:ext cx="10515600" cy="116923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ts val="10432"/>
              </a:lnSpc>
            </a:pPr>
            <a:r>
              <a:rPr lang="en-US" sz="5000" dirty="0">
                <a:solidFill>
                  <a:srgbClr val="23A8C3"/>
                </a:solidFill>
                <a:latin typeface="Arial Black" pitchFamily="34" charset="0"/>
              </a:rPr>
              <a:t>ESTATÍSTICA MULTIVARIADA</a:t>
            </a:r>
          </a:p>
        </p:txBody>
      </p:sp>
      <p:sp>
        <p:nvSpPr>
          <p:cNvPr id="14" name="TextBox 10"/>
          <p:cNvSpPr txBox="1"/>
          <p:nvPr/>
        </p:nvSpPr>
        <p:spPr>
          <a:xfrm>
            <a:off x="914400" y="4148435"/>
            <a:ext cx="9962661" cy="461665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3000" spc="52" dirty="0">
                <a:solidFill>
                  <a:srgbClr val="23A8C3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Disciplina</a:t>
            </a:r>
            <a:r>
              <a:rPr lang="en-US" sz="3000" spc="52" dirty="0">
                <a:solidFill>
                  <a:srgbClr val="23A8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669471" y="3690923"/>
            <a:ext cx="11658600" cy="4546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162"/>
              </a:lnSpc>
              <a:buFont typeface="Arial" panose="020B0604020202020204" pitchFamily="34" charset="0"/>
              <a:buChar char="•"/>
            </a:pPr>
            <a:r>
              <a:rPr lang="en-US" sz="4000" spc="27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Divisão</a:t>
            </a:r>
            <a:r>
              <a:rPr lang="en-US" sz="4000" spc="27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 do </a:t>
            </a:r>
            <a:r>
              <a:rPr lang="en-US" sz="4000" spc="27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curso</a:t>
            </a:r>
            <a:endParaRPr lang="en-US" sz="4000" spc="27" dirty="0">
              <a:solidFill>
                <a:schemeClr val="tx1">
                  <a:lumMod val="50000"/>
                  <a:lumOff val="50000"/>
                </a:schemeClr>
              </a:solidFill>
              <a:latin typeface="Arial Black" pitchFamily="34" charset="0"/>
            </a:endParaRPr>
          </a:p>
          <a:p>
            <a:pPr marL="457200" indent="-457200" algn="l">
              <a:lnSpc>
                <a:spcPts val="3162"/>
              </a:lnSpc>
              <a:buFont typeface="Arial" panose="020B0604020202020204" pitchFamily="34" charset="0"/>
              <a:buChar char="•"/>
            </a:pPr>
            <a:endParaRPr lang="en-US" sz="4000" spc="27" dirty="0">
              <a:solidFill>
                <a:schemeClr val="tx1">
                  <a:lumMod val="50000"/>
                  <a:lumOff val="50000"/>
                </a:schemeClr>
              </a:solidFill>
              <a:latin typeface="Arial Black" pitchFamily="34" charset="0"/>
            </a:endParaRPr>
          </a:p>
          <a:p>
            <a:pPr marL="457200" indent="-457200">
              <a:lnSpc>
                <a:spcPts val="3162"/>
              </a:lnSpc>
              <a:buFont typeface="Arial" panose="020B0604020202020204" pitchFamily="34" charset="0"/>
              <a:buChar char="•"/>
            </a:pPr>
            <a:r>
              <a:rPr lang="en-US" sz="4000" spc="27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Divisão</a:t>
            </a:r>
            <a:r>
              <a:rPr lang="en-US" sz="4000" spc="27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 do </a:t>
            </a:r>
            <a:r>
              <a:rPr lang="en-US" sz="4000" spc="27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curso</a:t>
            </a:r>
            <a:r>
              <a:rPr lang="en-US" sz="4000" spc="27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 (</a:t>
            </a:r>
            <a:r>
              <a:rPr lang="en-US" sz="4000" spc="27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por</a:t>
            </a:r>
            <a:r>
              <a:rPr lang="en-US" sz="4000" spc="27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 </a:t>
            </a:r>
            <a:r>
              <a:rPr lang="en-US" sz="4000" spc="27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datas</a:t>
            </a:r>
            <a:r>
              <a:rPr lang="en-US" sz="4000" spc="27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)</a:t>
            </a:r>
          </a:p>
          <a:p>
            <a:pPr marL="457200" indent="-457200">
              <a:lnSpc>
                <a:spcPts val="3162"/>
              </a:lnSpc>
              <a:buFont typeface="Arial" panose="020B0604020202020204" pitchFamily="34" charset="0"/>
              <a:buChar char="•"/>
            </a:pPr>
            <a:endParaRPr lang="en-US" sz="4000" spc="27" dirty="0">
              <a:solidFill>
                <a:schemeClr val="tx1">
                  <a:lumMod val="50000"/>
                  <a:lumOff val="50000"/>
                </a:schemeClr>
              </a:solidFill>
              <a:latin typeface="Arial Black" pitchFamily="34" charset="0"/>
            </a:endParaRPr>
          </a:p>
          <a:p>
            <a:pPr marL="457200" indent="-457200">
              <a:lnSpc>
                <a:spcPts val="3162"/>
              </a:lnSpc>
              <a:buFont typeface="Arial" panose="020B0604020202020204" pitchFamily="34" charset="0"/>
              <a:buChar char="•"/>
            </a:pPr>
            <a:r>
              <a:rPr lang="en-US" sz="4000" spc="27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Métodos</a:t>
            </a:r>
            <a:r>
              <a:rPr lang="en-US" sz="4000" spc="27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 de </a:t>
            </a:r>
            <a:r>
              <a:rPr lang="en-US" sz="4000" spc="27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avaliação</a:t>
            </a:r>
            <a:endParaRPr lang="en-US" sz="4000" spc="27" dirty="0">
              <a:solidFill>
                <a:schemeClr val="tx1">
                  <a:lumMod val="50000"/>
                  <a:lumOff val="50000"/>
                </a:schemeClr>
              </a:solidFill>
              <a:latin typeface="Arial Black" pitchFamily="34" charset="0"/>
            </a:endParaRPr>
          </a:p>
          <a:p>
            <a:pPr marL="457200" indent="-457200">
              <a:lnSpc>
                <a:spcPts val="3162"/>
              </a:lnSpc>
              <a:buFont typeface="Arial" panose="020B0604020202020204" pitchFamily="34" charset="0"/>
              <a:buChar char="•"/>
            </a:pPr>
            <a:endParaRPr lang="en-US" sz="4000" spc="27" dirty="0">
              <a:solidFill>
                <a:schemeClr val="tx1">
                  <a:lumMod val="50000"/>
                  <a:lumOff val="50000"/>
                </a:schemeClr>
              </a:solidFill>
              <a:latin typeface="Arial Black" pitchFamily="34" charset="0"/>
            </a:endParaRPr>
          </a:p>
          <a:p>
            <a:pPr marL="457200" indent="-457200">
              <a:lnSpc>
                <a:spcPts val="3162"/>
              </a:lnSpc>
              <a:buFont typeface="Arial" panose="020B0604020202020204" pitchFamily="34" charset="0"/>
              <a:buChar char="•"/>
            </a:pPr>
            <a:r>
              <a:rPr lang="en-US" sz="4000" spc="27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Referências</a:t>
            </a:r>
            <a:endParaRPr lang="en-US" sz="4000" spc="27" dirty="0">
              <a:solidFill>
                <a:schemeClr val="tx1">
                  <a:lumMod val="50000"/>
                  <a:lumOff val="50000"/>
                </a:schemeClr>
              </a:solidFill>
              <a:latin typeface="Arial Black" pitchFamily="34" charset="0"/>
            </a:endParaRPr>
          </a:p>
          <a:p>
            <a:pPr marL="457200" indent="-457200">
              <a:lnSpc>
                <a:spcPts val="3162"/>
              </a:lnSpc>
              <a:buFont typeface="Arial" panose="020B0604020202020204" pitchFamily="34" charset="0"/>
              <a:buChar char="•"/>
            </a:pPr>
            <a:endParaRPr lang="en-US" sz="4000" spc="27" dirty="0">
              <a:solidFill>
                <a:schemeClr val="tx1">
                  <a:lumMod val="50000"/>
                  <a:lumOff val="50000"/>
                </a:schemeClr>
              </a:solidFill>
              <a:latin typeface="Arial Black" pitchFamily="34" charset="0"/>
            </a:endParaRPr>
          </a:p>
          <a:p>
            <a:pPr marL="457200" indent="-457200" algn="l">
              <a:lnSpc>
                <a:spcPts val="3162"/>
              </a:lnSpc>
              <a:buFont typeface="Arial" panose="020B0604020202020204" pitchFamily="34" charset="0"/>
              <a:buChar char="•"/>
            </a:pPr>
            <a:r>
              <a:rPr lang="en-US" sz="4000" spc="27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Detalhes</a:t>
            </a:r>
            <a:r>
              <a:rPr lang="en-US" sz="4000" spc="27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 </a:t>
            </a:r>
            <a:r>
              <a:rPr lang="en-US" sz="4000" spc="27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sobre</a:t>
            </a:r>
            <a:r>
              <a:rPr lang="en-US" sz="4000" spc="27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 o professor</a:t>
            </a:r>
          </a:p>
          <a:p>
            <a:pPr marL="457200" indent="-457200" algn="l">
              <a:lnSpc>
                <a:spcPts val="3162"/>
              </a:lnSpc>
              <a:buFont typeface="Arial" panose="020B0604020202020204" pitchFamily="34" charset="0"/>
              <a:buChar char="•"/>
            </a:pPr>
            <a:endParaRPr lang="en-US" sz="4000" spc="27" dirty="0">
              <a:solidFill>
                <a:schemeClr val="tx1">
                  <a:lumMod val="50000"/>
                  <a:lumOff val="50000"/>
                </a:schemeClr>
              </a:solidFill>
              <a:latin typeface="Arial Black" pitchFamily="34" charset="0"/>
            </a:endParaRPr>
          </a:p>
          <a:p>
            <a:pPr marL="457200" indent="-457200" algn="l">
              <a:lnSpc>
                <a:spcPts val="3162"/>
              </a:lnSpc>
              <a:buFont typeface="Arial" panose="020B0604020202020204" pitchFamily="34" charset="0"/>
              <a:buChar char="•"/>
            </a:pPr>
            <a:r>
              <a:rPr lang="en-US" sz="4000" spc="27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Contatos</a:t>
            </a:r>
            <a:endParaRPr lang="en-US" sz="4000" spc="27" dirty="0">
              <a:solidFill>
                <a:schemeClr val="tx1">
                  <a:lumMod val="50000"/>
                  <a:lumOff val="50000"/>
                </a:schemeClr>
              </a:solidFill>
              <a:latin typeface="Arial Black" pitchFamily="34" charset="0"/>
            </a:endParaRPr>
          </a:p>
        </p:txBody>
      </p:sp>
      <p:sp>
        <p:nvSpPr>
          <p:cNvPr id="15" name="TextBox 3"/>
          <p:cNvSpPr txBox="1"/>
          <p:nvPr/>
        </p:nvSpPr>
        <p:spPr>
          <a:xfrm>
            <a:off x="685800" y="1943100"/>
            <a:ext cx="13335000" cy="739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80"/>
              </a:lnSpc>
            </a:pPr>
            <a:r>
              <a:rPr lang="en-US" sz="4800" spc="52" dirty="0">
                <a:solidFill>
                  <a:srgbClr val="23A8C3"/>
                </a:solidFill>
                <a:latin typeface="Arial Black" pitchFamily="34" charset="0"/>
              </a:rPr>
              <a:t>SUMÁRIO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19911287-BB47-2158-05B3-F930CB7B60F3}"/>
              </a:ext>
            </a:extLst>
          </p:cNvPr>
          <p:cNvSpPr txBox="1"/>
          <p:nvPr/>
        </p:nvSpPr>
        <p:spPr>
          <a:xfrm>
            <a:off x="762000" y="2476500"/>
            <a:ext cx="16530555" cy="720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33333"/>
                </a:solidFill>
                <a:effectLst/>
                <a:latin typeface="Calibri (Corpo)"/>
              </a:rPr>
              <a:t>Apresentação do curso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600" b="0" i="0" dirty="0">
              <a:solidFill>
                <a:srgbClr val="333333"/>
              </a:solidFill>
              <a:effectLst/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33333"/>
                </a:solidFill>
                <a:effectLst/>
                <a:latin typeface="Calibri (Corpo)"/>
              </a:rPr>
              <a:t>Conceitos básicos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600" b="0" i="0" dirty="0">
              <a:solidFill>
                <a:srgbClr val="333333"/>
              </a:solidFill>
              <a:effectLst/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33333"/>
                </a:solidFill>
                <a:effectLst/>
                <a:latin typeface="Calibri (Corpo)"/>
              </a:rPr>
              <a:t>Análise exploratória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600" b="0" i="0" dirty="0">
              <a:solidFill>
                <a:srgbClr val="333333"/>
              </a:solidFill>
              <a:effectLst/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33333"/>
                </a:solidFill>
                <a:effectLst/>
                <a:latin typeface="Calibri (Corpo)"/>
              </a:rPr>
              <a:t>Probabilidade (e suas distribuições)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600" b="0" i="0" dirty="0">
              <a:solidFill>
                <a:srgbClr val="333333"/>
              </a:solidFill>
              <a:effectLst/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33333"/>
                </a:solidFill>
                <a:effectLst/>
                <a:latin typeface="Calibri (Corpo)"/>
              </a:rPr>
              <a:t>Análise inferencial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600" b="0" i="0" dirty="0">
              <a:solidFill>
                <a:srgbClr val="333333"/>
              </a:solidFill>
              <a:effectLst/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33333"/>
                </a:solidFill>
                <a:effectLst/>
                <a:latin typeface="Calibri (Corpo)"/>
              </a:rPr>
              <a:t>Técnicas multivariadas I (aprendizado supervisionado)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600" b="0" i="0" dirty="0">
              <a:solidFill>
                <a:srgbClr val="333333"/>
              </a:solidFill>
              <a:effectLst/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33333"/>
                </a:solidFill>
                <a:effectLst/>
                <a:latin typeface="Calibri (Corpo)"/>
              </a:rPr>
              <a:t>Técnicas multivariadas II (aprendizado não supervisionado)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EC1ED00-B737-0534-283B-B4BC95F8B8A9}"/>
              </a:ext>
            </a:extLst>
          </p:cNvPr>
          <p:cNvSpPr txBox="1"/>
          <p:nvPr/>
        </p:nvSpPr>
        <p:spPr>
          <a:xfrm>
            <a:off x="762000" y="1638300"/>
            <a:ext cx="12039600" cy="739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80"/>
              </a:lnSpc>
            </a:pPr>
            <a:r>
              <a:rPr lang="en-US" sz="4800" spc="52" dirty="0">
                <a:solidFill>
                  <a:srgbClr val="23A8C3"/>
                </a:solidFill>
                <a:latin typeface="Arial Black" pitchFamily="34" charset="0"/>
              </a:rPr>
              <a:t>DIVISÃO DO CURSO</a:t>
            </a:r>
            <a:endParaRPr lang="en-US" sz="5200" spc="52" dirty="0">
              <a:solidFill>
                <a:srgbClr val="43C3DD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375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19911287-BB47-2158-05B3-F930CB7B60F3}"/>
              </a:ext>
            </a:extLst>
          </p:cNvPr>
          <p:cNvSpPr txBox="1"/>
          <p:nvPr/>
        </p:nvSpPr>
        <p:spPr>
          <a:xfrm>
            <a:off x="762000" y="2857500"/>
            <a:ext cx="16530555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33333"/>
                </a:solidFill>
                <a:effectLst/>
                <a:latin typeface="Calibri (Corpo)"/>
              </a:rPr>
              <a:t>04/abril: apresentação do curso e conceitos básicos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600" b="0" i="0" dirty="0">
              <a:solidFill>
                <a:srgbClr val="333333"/>
              </a:solidFill>
              <a:effectLst/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33333"/>
                </a:solidFill>
                <a:effectLst/>
                <a:latin typeface="Calibri (Corpo)"/>
              </a:rPr>
              <a:t>11/abril: análise exploratória, probabilidade (e suas distribuições) e análise inferencial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600" b="0" i="0" dirty="0">
              <a:solidFill>
                <a:srgbClr val="333333"/>
              </a:solidFill>
              <a:effectLst/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33333"/>
                </a:solidFill>
                <a:effectLst/>
                <a:latin typeface="Calibri (Corpo)"/>
              </a:rPr>
              <a:t>18/abril: técnicas multivariadas I (aprendizado supervisionado)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600" b="0" i="0" dirty="0">
              <a:solidFill>
                <a:srgbClr val="333333"/>
              </a:solidFill>
              <a:effectLst/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33333"/>
                </a:solidFill>
                <a:effectLst/>
                <a:latin typeface="Calibri (Corpo)"/>
              </a:rPr>
              <a:t>25/abril: técnicas multivariadas II (aprendizado não supervisionado)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600" b="0" i="0" dirty="0">
              <a:solidFill>
                <a:srgbClr val="333333"/>
              </a:solidFill>
              <a:effectLst/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33333"/>
                </a:solidFill>
                <a:effectLst/>
                <a:latin typeface="Calibri (Corpo)"/>
              </a:rPr>
              <a:t>02/maio: tópicos extras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600" b="0" i="0" dirty="0">
              <a:solidFill>
                <a:srgbClr val="333333"/>
              </a:solidFill>
              <a:effectLst/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33333"/>
                </a:solidFill>
                <a:effectLst/>
                <a:latin typeface="Calibri (Corpo)"/>
              </a:rPr>
              <a:t>09/maio: apresentação dos trabalhos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EC1ED00-B737-0534-283B-B4BC95F8B8A9}"/>
              </a:ext>
            </a:extLst>
          </p:cNvPr>
          <p:cNvSpPr txBox="1"/>
          <p:nvPr/>
        </p:nvSpPr>
        <p:spPr>
          <a:xfrm>
            <a:off x="762000" y="1638300"/>
            <a:ext cx="12039600" cy="739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80"/>
              </a:lnSpc>
            </a:pPr>
            <a:r>
              <a:rPr lang="en-US" sz="4800" spc="52" dirty="0">
                <a:solidFill>
                  <a:srgbClr val="23A8C3"/>
                </a:solidFill>
                <a:latin typeface="Arial Black" pitchFamily="34" charset="0"/>
              </a:rPr>
              <a:t>DIVISÃO DO CURSO (POR DATAS)</a:t>
            </a:r>
            <a:endParaRPr lang="en-US" sz="5200" spc="52" dirty="0">
              <a:solidFill>
                <a:srgbClr val="43C3DD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266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19911287-BB47-2158-05B3-F930CB7B60F3}"/>
              </a:ext>
            </a:extLst>
          </p:cNvPr>
          <p:cNvSpPr txBox="1"/>
          <p:nvPr/>
        </p:nvSpPr>
        <p:spPr>
          <a:xfrm>
            <a:off x="762000" y="2933700"/>
            <a:ext cx="16530555" cy="584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33333"/>
                </a:solidFill>
                <a:effectLst/>
                <a:latin typeface="Calibri (Corpo)"/>
              </a:rPr>
              <a:t>Seminário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600" b="0" i="0" dirty="0">
              <a:solidFill>
                <a:srgbClr val="333333"/>
              </a:solidFill>
              <a:effectLst/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33333"/>
                </a:solidFill>
                <a:latin typeface="Calibri (Corpo)"/>
              </a:rPr>
              <a:t>Máximo de 6 pessoas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333333"/>
              </a:solidFill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33333"/>
                </a:solidFill>
                <a:effectLst/>
                <a:latin typeface="Calibri (Corpo)"/>
              </a:rPr>
              <a:t>Tema livre (porém dentro do contexto de dados multivariados)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333333"/>
              </a:solidFill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33333"/>
                </a:solidFill>
                <a:effectLst/>
                <a:latin typeface="Calibri (Corpo)"/>
              </a:rPr>
              <a:t>Todos os seminários serão apresentados no último encontro da disciplina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333333"/>
              </a:solidFill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33333"/>
                </a:solidFill>
                <a:effectLst/>
                <a:latin typeface="Calibri (Corpo)"/>
              </a:rPr>
              <a:t>Até a próxima aula, enviar por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Calibri (Corpo)"/>
              </a:rPr>
              <a:t>email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Calibri (Corpo)"/>
              </a:rPr>
              <a:t> a composição das equipes: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333333"/>
                </a:solidFill>
                <a:latin typeface="Calibri (Corpo)"/>
              </a:rPr>
              <a:t>Título do </a:t>
            </a:r>
            <a:r>
              <a:rPr lang="pt-BR" sz="2800" dirty="0" err="1">
                <a:solidFill>
                  <a:srgbClr val="333333"/>
                </a:solidFill>
                <a:latin typeface="Calibri (Corpo)"/>
              </a:rPr>
              <a:t>email</a:t>
            </a:r>
            <a:r>
              <a:rPr lang="pt-BR" sz="2800" dirty="0">
                <a:solidFill>
                  <a:srgbClr val="333333"/>
                </a:solidFill>
                <a:latin typeface="Calibri (Corpo)"/>
              </a:rPr>
              <a:t>: “PUC Minas - Est. </a:t>
            </a:r>
            <a:r>
              <a:rPr lang="pt-BR" sz="2800" dirty="0" err="1">
                <a:solidFill>
                  <a:srgbClr val="333333"/>
                </a:solidFill>
                <a:latin typeface="Calibri (Corpo)"/>
              </a:rPr>
              <a:t>Mult</a:t>
            </a:r>
            <a:r>
              <a:rPr lang="pt-BR" sz="2800" dirty="0">
                <a:solidFill>
                  <a:srgbClr val="333333"/>
                </a:solidFill>
                <a:latin typeface="Calibri (Corpo)"/>
              </a:rPr>
              <a:t>. - Composição da equipe”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800" b="0" i="0" dirty="0">
                <a:solidFill>
                  <a:srgbClr val="333333"/>
                </a:solidFill>
                <a:effectLst/>
                <a:latin typeface="Calibri (Corpo)"/>
              </a:rPr>
              <a:t>Email: vinicius@osterne.com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EC1ED00-B737-0534-283B-B4BC95F8B8A9}"/>
              </a:ext>
            </a:extLst>
          </p:cNvPr>
          <p:cNvSpPr txBox="1"/>
          <p:nvPr/>
        </p:nvSpPr>
        <p:spPr>
          <a:xfrm>
            <a:off x="762000" y="1638300"/>
            <a:ext cx="12039600" cy="739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80"/>
              </a:lnSpc>
            </a:pPr>
            <a:r>
              <a:rPr lang="en-US" sz="4800" spc="52" dirty="0">
                <a:solidFill>
                  <a:srgbClr val="23A8C3"/>
                </a:solidFill>
                <a:latin typeface="Arial Black" pitchFamily="34" charset="0"/>
              </a:rPr>
              <a:t>MÉTODO DE AVALIAÇÃO</a:t>
            </a:r>
            <a:endParaRPr lang="en-US" sz="5200" spc="52" dirty="0">
              <a:solidFill>
                <a:srgbClr val="43C3DD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967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19911287-BB47-2158-05B3-F930CB7B60F3}"/>
              </a:ext>
            </a:extLst>
          </p:cNvPr>
          <p:cNvSpPr txBox="1"/>
          <p:nvPr/>
        </p:nvSpPr>
        <p:spPr>
          <a:xfrm>
            <a:off x="762000" y="3619500"/>
            <a:ext cx="16530555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333333"/>
                </a:solidFill>
                <a:latin typeface="Calibri (Corpo)"/>
              </a:rPr>
              <a:t>J</a:t>
            </a:r>
            <a:r>
              <a:rPr lang="en-US" sz="3600" b="0" i="0" dirty="0">
                <a:solidFill>
                  <a:srgbClr val="333333"/>
                </a:solidFill>
                <a:effectLst/>
                <a:latin typeface="Calibri (Corpo)"/>
              </a:rPr>
              <a:t>OHNSON, R. A.; WICHERN, D.W. APPLIED MULTIVARIATE STATISTICAL ANALYSIS (2002)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600" b="0" i="0" dirty="0">
              <a:solidFill>
                <a:srgbClr val="333333"/>
              </a:solidFill>
              <a:effectLst/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33333"/>
                </a:solidFill>
                <a:latin typeface="Calibri (Corpo)"/>
              </a:rPr>
              <a:t>HAIR JR, J. F., ANDERSON, R. E., TATHAM, R. L., BLACK, W.C. ANÁLISE MULTIVARIADA DE DADOS (2005)</a:t>
            </a:r>
            <a:endParaRPr lang="pt-BR" sz="3600" b="0" i="0" dirty="0">
              <a:solidFill>
                <a:srgbClr val="333333"/>
              </a:solidFill>
              <a:effectLst/>
              <a:latin typeface="Calibri (Corpo)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EC1ED00-B737-0534-283B-B4BC95F8B8A9}"/>
              </a:ext>
            </a:extLst>
          </p:cNvPr>
          <p:cNvSpPr txBox="1"/>
          <p:nvPr/>
        </p:nvSpPr>
        <p:spPr>
          <a:xfrm>
            <a:off x="762000" y="1638300"/>
            <a:ext cx="12039600" cy="739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80"/>
              </a:lnSpc>
            </a:pPr>
            <a:r>
              <a:rPr lang="en-US" sz="4800" spc="52" dirty="0">
                <a:solidFill>
                  <a:srgbClr val="23A8C3"/>
                </a:solidFill>
                <a:latin typeface="Arial Black" pitchFamily="34" charset="0"/>
              </a:rPr>
              <a:t>REFERÊNCIAS</a:t>
            </a:r>
            <a:endParaRPr lang="en-US" sz="5200" spc="52" dirty="0">
              <a:solidFill>
                <a:srgbClr val="43C3DD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422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19911287-BB47-2158-05B3-F930CB7B60F3}"/>
              </a:ext>
            </a:extLst>
          </p:cNvPr>
          <p:cNvSpPr txBox="1"/>
          <p:nvPr/>
        </p:nvSpPr>
        <p:spPr>
          <a:xfrm>
            <a:off x="451757" y="2739390"/>
            <a:ext cx="17384486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200" b="0" i="0" dirty="0">
                <a:solidFill>
                  <a:srgbClr val="333333"/>
                </a:solidFill>
                <a:effectLst/>
                <a:latin typeface="Calibri (Corpo)"/>
              </a:rPr>
              <a:t>Bacharel em Estatística, Mestre em Modelagem e Métodos Quantitativos, Especialista em Ciência de Dados e Doutorando em Engenharia Teleinformática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200" b="0" i="0" dirty="0">
              <a:solidFill>
                <a:srgbClr val="333333"/>
              </a:solidFill>
              <a:effectLst/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200" b="0" i="0" dirty="0">
                <a:solidFill>
                  <a:srgbClr val="333333"/>
                </a:solidFill>
                <a:effectLst/>
                <a:latin typeface="Calibri (Corpo)"/>
              </a:rPr>
              <a:t>Pesquisador na área de Modelagem Estatística (Universidade Federal do Ceará e Universidade de Bordeaux)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200" b="0" i="0" dirty="0">
              <a:solidFill>
                <a:srgbClr val="333333"/>
              </a:solidFill>
              <a:effectLst/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200" b="0" i="0" dirty="0">
                <a:solidFill>
                  <a:srgbClr val="333333"/>
                </a:solidFill>
                <a:effectLst/>
                <a:latin typeface="Calibri (Corpo)"/>
              </a:rPr>
              <a:t>Cientista de Dados na área de Modelagem de Risco e Governança de Dados (</a:t>
            </a:r>
            <a:r>
              <a:rPr lang="pt-BR" sz="3200" b="0" i="0" dirty="0" err="1">
                <a:solidFill>
                  <a:srgbClr val="333333"/>
                </a:solidFill>
                <a:effectLst/>
                <a:latin typeface="Calibri (Corpo)"/>
              </a:rPr>
              <a:t>LexisNexis</a:t>
            </a:r>
            <a:r>
              <a:rPr lang="pt-BR" sz="3200" b="0" i="0" dirty="0">
                <a:solidFill>
                  <a:srgbClr val="333333"/>
                </a:solidFill>
                <a:effectLst/>
                <a:latin typeface="Calibri (Corpo)"/>
              </a:rPr>
              <a:t> Risk </a:t>
            </a:r>
            <a:r>
              <a:rPr lang="pt-BR" sz="3200" b="0" i="0" dirty="0" err="1">
                <a:solidFill>
                  <a:srgbClr val="333333"/>
                </a:solidFill>
                <a:effectLst/>
                <a:latin typeface="Calibri (Corpo)"/>
              </a:rPr>
              <a:t>Solutions</a:t>
            </a:r>
            <a:r>
              <a:rPr lang="pt-BR" sz="3200" b="0" i="0" dirty="0">
                <a:solidFill>
                  <a:srgbClr val="333333"/>
                </a:solidFill>
                <a:effectLst/>
                <a:latin typeface="Calibri (Corpo)"/>
              </a:rPr>
              <a:t> </a:t>
            </a:r>
            <a:r>
              <a:rPr lang="pt-BR" sz="3200" b="0" i="0" dirty="0" err="1">
                <a:solidFill>
                  <a:srgbClr val="333333"/>
                </a:solidFill>
                <a:effectLst/>
                <a:latin typeface="Calibri (Corpo)"/>
              </a:rPr>
              <a:t>Group</a:t>
            </a:r>
            <a:r>
              <a:rPr lang="pt-BR" sz="3200" b="0" i="0" dirty="0">
                <a:solidFill>
                  <a:srgbClr val="333333"/>
                </a:solidFill>
                <a:effectLst/>
                <a:latin typeface="Calibri (Corpo)"/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200" b="0" i="0" dirty="0">
              <a:solidFill>
                <a:srgbClr val="333333"/>
              </a:solidFill>
              <a:effectLst/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200" b="0" i="0" dirty="0">
                <a:solidFill>
                  <a:srgbClr val="333333"/>
                </a:solidFill>
                <a:effectLst/>
                <a:latin typeface="Calibri (Corpo)"/>
              </a:rPr>
              <a:t>A</a:t>
            </a:r>
            <a:r>
              <a:rPr lang="pt-BR" sz="3200" dirty="0">
                <a:solidFill>
                  <a:srgbClr val="333333"/>
                </a:solidFill>
                <a:latin typeface="Calibri (Corpo)"/>
              </a:rPr>
              <a:t>paixonado por tango </a:t>
            </a:r>
            <a:r>
              <a:rPr lang="pt-BR" sz="3200" b="0" i="0" dirty="0">
                <a:solidFill>
                  <a:srgbClr val="333333"/>
                </a:solidFill>
                <a:effectLst/>
                <a:latin typeface="Calibri (Corpo)"/>
              </a:rPr>
              <a:t>(adoro ir à milonga dançar)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200" b="0" i="0" dirty="0">
              <a:solidFill>
                <a:srgbClr val="333333"/>
              </a:solidFill>
              <a:effectLst/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200" b="0" i="0" dirty="0">
                <a:solidFill>
                  <a:srgbClr val="333333"/>
                </a:solidFill>
                <a:effectLst/>
                <a:latin typeface="Calibri (Corpo)"/>
              </a:rPr>
              <a:t>Tenho um acervo sobre Estatística, Ciência de Dados e Tango, disponível em https://www.osterne.com/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EC1ED00-B737-0534-283B-B4BC95F8B8A9}"/>
              </a:ext>
            </a:extLst>
          </p:cNvPr>
          <p:cNvSpPr txBox="1"/>
          <p:nvPr/>
        </p:nvSpPr>
        <p:spPr>
          <a:xfrm>
            <a:off x="762000" y="1638300"/>
            <a:ext cx="12039600" cy="739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80"/>
              </a:lnSpc>
            </a:pPr>
            <a:r>
              <a:rPr lang="en-US" sz="4800" spc="52" dirty="0">
                <a:solidFill>
                  <a:srgbClr val="23A8C3"/>
                </a:solidFill>
                <a:latin typeface="Arial Black" pitchFamily="34" charset="0"/>
              </a:rPr>
              <a:t>DETALHES SOBRE O PROFESSOR</a:t>
            </a:r>
            <a:endParaRPr lang="en-US" sz="5200" spc="52" dirty="0">
              <a:solidFill>
                <a:srgbClr val="43C3DD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19911287-BB47-2158-05B3-F930CB7B60F3}"/>
              </a:ext>
            </a:extLst>
          </p:cNvPr>
          <p:cNvSpPr txBox="1"/>
          <p:nvPr/>
        </p:nvSpPr>
        <p:spPr>
          <a:xfrm>
            <a:off x="451757" y="4381500"/>
            <a:ext cx="17384486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33333"/>
                </a:solidFill>
                <a:latin typeface="Calibri (Corpo)"/>
              </a:rPr>
              <a:t>Dúvidas: Teams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600" b="0" i="0" dirty="0">
              <a:solidFill>
                <a:srgbClr val="333333"/>
              </a:solidFill>
              <a:effectLst/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33333"/>
                </a:solidFill>
                <a:latin typeface="Calibri (Corpo)"/>
              </a:rPr>
              <a:t>Profissional: </a:t>
            </a:r>
            <a:r>
              <a:rPr lang="pt-BR" sz="3600" dirty="0" err="1">
                <a:solidFill>
                  <a:srgbClr val="333333"/>
                </a:solidFill>
                <a:latin typeface="Calibri (Corpo)"/>
              </a:rPr>
              <a:t>Linkedin</a:t>
            </a:r>
            <a:endParaRPr lang="pt-BR" sz="3600" dirty="0">
              <a:solidFill>
                <a:srgbClr val="333333"/>
              </a:solidFill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3600" b="0" i="0" dirty="0">
              <a:solidFill>
                <a:srgbClr val="333333"/>
              </a:solidFill>
              <a:effectLst/>
              <a:latin typeface="Calibri (Corpo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33333"/>
                </a:solidFill>
                <a:latin typeface="Calibri (Corpo)"/>
              </a:rPr>
              <a:t>Pessoal: Instagram</a:t>
            </a:r>
            <a:endParaRPr lang="pt-BR" sz="3600" b="0" i="0" dirty="0">
              <a:solidFill>
                <a:srgbClr val="333333"/>
              </a:solidFill>
              <a:effectLst/>
              <a:latin typeface="Calibri (Corpo)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EC1ED00-B737-0534-283B-B4BC95F8B8A9}"/>
              </a:ext>
            </a:extLst>
          </p:cNvPr>
          <p:cNvSpPr txBox="1"/>
          <p:nvPr/>
        </p:nvSpPr>
        <p:spPr>
          <a:xfrm>
            <a:off x="762000" y="1638300"/>
            <a:ext cx="12039600" cy="739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80"/>
              </a:lnSpc>
            </a:pPr>
            <a:r>
              <a:rPr lang="en-US" sz="4800" spc="52" dirty="0">
                <a:solidFill>
                  <a:srgbClr val="23A8C3"/>
                </a:solidFill>
                <a:latin typeface="Arial Black" pitchFamily="34" charset="0"/>
              </a:rPr>
              <a:t>FORMAS DE CONTATO</a:t>
            </a:r>
            <a:endParaRPr lang="en-US" sz="5200" spc="52" dirty="0">
              <a:solidFill>
                <a:srgbClr val="43C3DD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6545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302</TotalTime>
  <Words>361</Words>
  <Application>Microsoft Office PowerPoint</Application>
  <PresentationFormat>Personalizar</PresentationFormat>
  <Paragraphs>76</Paragraphs>
  <Slides>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Calibri (Corpo)</vt:lpstr>
      <vt:lpstr>Calibri</vt:lpstr>
      <vt:lpstr>Arial Black</vt:lpstr>
      <vt:lpstr>Bahnschrift SemiBold</vt:lpstr>
      <vt:lpstr>Bahnschrift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IEC Puc Minas</dc:title>
  <dc:creator>Moyses Ferreira</dc:creator>
  <cp:lastModifiedBy>Vinícius Osterne</cp:lastModifiedBy>
  <cp:revision>17</cp:revision>
  <dcterms:created xsi:type="dcterms:W3CDTF">2006-08-16T00:00:00Z</dcterms:created>
  <dcterms:modified xsi:type="dcterms:W3CDTF">2024-04-04T21:39:15Z</dcterms:modified>
  <dc:identifier>DAEndNVLahg</dc:identifier>
</cp:coreProperties>
</file>